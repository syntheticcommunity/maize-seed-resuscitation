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27abb48f065a18c804ae51f95c8c80be00c7c549.png"/>
<Relationship Id="rId3" Type="http://schemas.openxmlformats.org/officeDocument/2006/relationships/image" Target="../media/cc9271ce28df9c21fbfa15437c11163527fb2edc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057400" y="777081"/>
            <a:ext cx="10972800" cy="9144000"/>
            <a:chOff x="2057400" y="777081"/>
            <a:chExt cx="10972800" cy="9144000"/>
          </a:xfrm>
        </p:grpSpPr>
        <p:sp>
          <p:nvSpPr>
            <p:cNvPr id="3" name="rc3"/>
            <p:cNvSpPr/>
            <p:nvPr/>
          </p:nvSpPr>
          <p:spPr>
            <a:xfrm>
              <a:off x="2057400" y="777081"/>
              <a:ext cx="10972800" cy="914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057400" y="777081"/>
              <a:ext cx="10972800" cy="457200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436959" y="1383387"/>
              <a:ext cx="114300" cy="5966"/>
            </a:xfrm>
            <a:custGeom>
              <a:avLst/>
              <a:pathLst>
                <a:path w="114300" h="5966">
                  <a:moveTo>
                    <a:pt x="0" y="5966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5966"/>
                  </a:lnTo>
                  <a:lnTo>
                    <a:pt x="114300" y="596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322659" y="1379441"/>
              <a:ext cx="171450" cy="9912"/>
            </a:xfrm>
            <a:custGeom>
              <a:avLst/>
              <a:pathLst>
                <a:path w="171450" h="9912">
                  <a:moveTo>
                    <a:pt x="0" y="9912"/>
                  </a:moveTo>
                  <a:lnTo>
                    <a:pt x="0" y="0"/>
                  </a:lnTo>
                  <a:lnTo>
                    <a:pt x="171450" y="0"/>
                  </a:lnTo>
                  <a:lnTo>
                    <a:pt x="171450" y="394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208359" y="1375836"/>
              <a:ext cx="200025" cy="13517"/>
            </a:xfrm>
            <a:custGeom>
              <a:avLst/>
              <a:pathLst>
                <a:path w="200025" h="13517">
                  <a:moveTo>
                    <a:pt x="0" y="13517"/>
                  </a:moveTo>
                  <a:lnTo>
                    <a:pt x="0" y="0"/>
                  </a:lnTo>
                  <a:lnTo>
                    <a:pt x="200025" y="0"/>
                  </a:lnTo>
                  <a:lnTo>
                    <a:pt x="200025" y="360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6665059" y="1371781"/>
              <a:ext cx="114300" cy="17571"/>
            </a:xfrm>
            <a:custGeom>
              <a:avLst/>
              <a:pathLst>
                <a:path w="114300" h="17571">
                  <a:moveTo>
                    <a:pt x="0" y="17571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17571"/>
                  </a:lnTo>
                  <a:lnTo>
                    <a:pt x="114300" y="1757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493359" y="1371018"/>
              <a:ext cx="114299" cy="18335"/>
            </a:xfrm>
            <a:custGeom>
              <a:avLst/>
              <a:pathLst>
                <a:path w="114299" h="18335">
                  <a:moveTo>
                    <a:pt x="0" y="18335"/>
                  </a:moveTo>
                  <a:lnTo>
                    <a:pt x="0" y="0"/>
                  </a:lnTo>
                  <a:lnTo>
                    <a:pt x="114299" y="0"/>
                  </a:lnTo>
                  <a:lnTo>
                    <a:pt x="114299" y="18335"/>
                  </a:lnTo>
                  <a:lnTo>
                    <a:pt x="114299" y="1833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865459" y="1366859"/>
              <a:ext cx="114300" cy="22493"/>
            </a:xfrm>
            <a:custGeom>
              <a:avLst/>
              <a:pathLst>
                <a:path w="114300" h="22493">
                  <a:moveTo>
                    <a:pt x="0" y="22493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22493"/>
                  </a:lnTo>
                  <a:lnTo>
                    <a:pt x="114300" y="2249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578959" y="1365478"/>
              <a:ext cx="114300" cy="23875"/>
            </a:xfrm>
            <a:custGeom>
              <a:avLst/>
              <a:pathLst>
                <a:path w="114300" h="23875">
                  <a:moveTo>
                    <a:pt x="0" y="23875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23875"/>
                  </a:lnTo>
                  <a:lnTo>
                    <a:pt x="114300" y="2387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893659" y="1365306"/>
              <a:ext cx="114300" cy="24047"/>
            </a:xfrm>
            <a:custGeom>
              <a:avLst/>
              <a:pathLst>
                <a:path w="114300" h="24047">
                  <a:moveTo>
                    <a:pt x="0" y="24047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24047"/>
                  </a:lnTo>
                  <a:lnTo>
                    <a:pt x="114300" y="2404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79159" y="1364669"/>
              <a:ext cx="114300" cy="24684"/>
            </a:xfrm>
            <a:custGeom>
              <a:avLst/>
              <a:pathLst>
                <a:path w="114300" h="24684">
                  <a:moveTo>
                    <a:pt x="0" y="24684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24684"/>
                  </a:lnTo>
                  <a:lnTo>
                    <a:pt x="114300" y="2468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121759" y="1364295"/>
              <a:ext cx="114300" cy="25057"/>
            </a:xfrm>
            <a:custGeom>
              <a:avLst/>
              <a:pathLst>
                <a:path w="114300" h="25057">
                  <a:moveTo>
                    <a:pt x="0" y="25057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25057"/>
                  </a:lnTo>
                  <a:lnTo>
                    <a:pt x="114300" y="2505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0094059" y="1362634"/>
              <a:ext cx="214312" cy="26719"/>
            </a:xfrm>
            <a:custGeom>
              <a:avLst/>
              <a:pathLst>
                <a:path w="214312" h="26719">
                  <a:moveTo>
                    <a:pt x="0" y="26719"/>
                  </a:moveTo>
                  <a:lnTo>
                    <a:pt x="0" y="0"/>
                  </a:lnTo>
                  <a:lnTo>
                    <a:pt x="214312" y="0"/>
                  </a:lnTo>
                  <a:lnTo>
                    <a:pt x="214312" y="1320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464659" y="1361089"/>
              <a:ext cx="171450" cy="28264"/>
            </a:xfrm>
            <a:custGeom>
              <a:avLst/>
              <a:pathLst>
                <a:path w="171450" h="28264">
                  <a:moveTo>
                    <a:pt x="0" y="28264"/>
                  </a:moveTo>
                  <a:lnTo>
                    <a:pt x="0" y="0"/>
                  </a:lnTo>
                  <a:lnTo>
                    <a:pt x="171450" y="0"/>
                  </a:lnTo>
                  <a:lnTo>
                    <a:pt x="171450" y="438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722209" y="1358635"/>
              <a:ext cx="228600" cy="13145"/>
            </a:xfrm>
            <a:custGeom>
              <a:avLst/>
              <a:pathLst>
                <a:path w="228600" h="13145">
                  <a:moveTo>
                    <a:pt x="0" y="13145"/>
                  </a:moveTo>
                  <a:lnTo>
                    <a:pt x="0" y="0"/>
                  </a:lnTo>
                  <a:lnTo>
                    <a:pt x="228600" y="0"/>
                  </a:lnTo>
                  <a:lnTo>
                    <a:pt x="228600" y="667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893159" y="1355197"/>
              <a:ext cx="114300" cy="34156"/>
            </a:xfrm>
            <a:custGeom>
              <a:avLst/>
              <a:pathLst>
                <a:path w="114300" h="34156">
                  <a:moveTo>
                    <a:pt x="0" y="34156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34156"/>
                  </a:lnTo>
                  <a:lnTo>
                    <a:pt x="114300" y="3415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7122259" y="1355105"/>
              <a:ext cx="114300" cy="34248"/>
            </a:xfrm>
            <a:custGeom>
              <a:avLst/>
              <a:pathLst>
                <a:path w="114300" h="34248">
                  <a:moveTo>
                    <a:pt x="0" y="34248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34248"/>
                  </a:lnTo>
                  <a:lnTo>
                    <a:pt x="114300" y="3424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50959" y="1351211"/>
              <a:ext cx="114300" cy="38141"/>
            </a:xfrm>
            <a:custGeom>
              <a:avLst/>
              <a:pathLst>
                <a:path w="114300" h="38141">
                  <a:moveTo>
                    <a:pt x="0" y="38141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38141"/>
                  </a:lnTo>
                  <a:lnTo>
                    <a:pt x="114300" y="3814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921859" y="1351146"/>
              <a:ext cx="114300" cy="38207"/>
            </a:xfrm>
            <a:custGeom>
              <a:avLst/>
              <a:pathLst>
                <a:path w="114300" h="38207">
                  <a:moveTo>
                    <a:pt x="0" y="38207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38207"/>
                  </a:lnTo>
                  <a:lnTo>
                    <a:pt x="114300" y="3820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064859" y="1350956"/>
              <a:ext cx="171450" cy="38396"/>
            </a:xfrm>
            <a:custGeom>
              <a:avLst/>
              <a:pathLst>
                <a:path w="171450" h="38396">
                  <a:moveTo>
                    <a:pt x="0" y="38396"/>
                  </a:moveTo>
                  <a:lnTo>
                    <a:pt x="0" y="0"/>
                  </a:lnTo>
                  <a:lnTo>
                    <a:pt x="171450" y="0"/>
                  </a:lnTo>
                  <a:lnTo>
                    <a:pt x="171450" y="1371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207859" y="1350707"/>
              <a:ext cx="114300" cy="38646"/>
            </a:xfrm>
            <a:custGeom>
              <a:avLst/>
              <a:pathLst>
                <a:path w="114300" h="38646">
                  <a:moveTo>
                    <a:pt x="0" y="38646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38646"/>
                  </a:lnTo>
                  <a:lnTo>
                    <a:pt x="114300" y="3864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7579459" y="1349638"/>
              <a:ext cx="114300" cy="39714"/>
            </a:xfrm>
            <a:custGeom>
              <a:avLst/>
              <a:pathLst>
                <a:path w="114300" h="39714">
                  <a:moveTo>
                    <a:pt x="0" y="39714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39714"/>
                  </a:lnTo>
                  <a:lnTo>
                    <a:pt x="114300" y="3971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350359" y="1349288"/>
              <a:ext cx="200024" cy="40065"/>
            </a:xfrm>
            <a:custGeom>
              <a:avLst/>
              <a:pathLst>
                <a:path w="200024" h="40065">
                  <a:moveTo>
                    <a:pt x="0" y="40065"/>
                  </a:moveTo>
                  <a:lnTo>
                    <a:pt x="0" y="0"/>
                  </a:lnTo>
                  <a:lnTo>
                    <a:pt x="200024" y="0"/>
                  </a:lnTo>
                  <a:lnTo>
                    <a:pt x="200024" y="1180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864959" y="1348516"/>
              <a:ext cx="114300" cy="40836"/>
            </a:xfrm>
            <a:custGeom>
              <a:avLst/>
              <a:pathLst>
                <a:path w="114300" h="40836">
                  <a:moveTo>
                    <a:pt x="0" y="40836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40836"/>
                  </a:lnTo>
                  <a:lnTo>
                    <a:pt x="114300" y="4083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179659" y="1348170"/>
              <a:ext cx="114300" cy="41183"/>
            </a:xfrm>
            <a:custGeom>
              <a:avLst/>
              <a:pathLst>
                <a:path w="114300" h="41183">
                  <a:moveTo>
                    <a:pt x="0" y="41183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41183"/>
                  </a:lnTo>
                  <a:lnTo>
                    <a:pt x="114300" y="4118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264759" y="1347783"/>
              <a:ext cx="114300" cy="41569"/>
            </a:xfrm>
            <a:custGeom>
              <a:avLst/>
              <a:pathLst>
                <a:path w="114300" h="41569">
                  <a:moveTo>
                    <a:pt x="0" y="41569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41569"/>
                  </a:lnTo>
                  <a:lnTo>
                    <a:pt x="114300" y="4156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721959" y="1346926"/>
              <a:ext cx="114299" cy="42426"/>
            </a:xfrm>
            <a:custGeom>
              <a:avLst/>
              <a:pathLst>
                <a:path w="114299" h="42426">
                  <a:moveTo>
                    <a:pt x="0" y="42426"/>
                  </a:moveTo>
                  <a:lnTo>
                    <a:pt x="0" y="0"/>
                  </a:lnTo>
                  <a:lnTo>
                    <a:pt x="114299" y="0"/>
                  </a:lnTo>
                  <a:lnTo>
                    <a:pt x="114299" y="42426"/>
                  </a:lnTo>
                  <a:lnTo>
                    <a:pt x="114299" y="4242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178909" y="1345398"/>
              <a:ext cx="271462" cy="18897"/>
            </a:xfrm>
            <a:custGeom>
              <a:avLst/>
              <a:pathLst>
                <a:path w="271462" h="18897">
                  <a:moveTo>
                    <a:pt x="0" y="18897"/>
                  </a:moveTo>
                  <a:lnTo>
                    <a:pt x="0" y="0"/>
                  </a:lnTo>
                  <a:lnTo>
                    <a:pt x="271462" y="0"/>
                  </a:lnTo>
                  <a:lnTo>
                    <a:pt x="271462" y="388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836509" y="1344279"/>
              <a:ext cx="342900" cy="14356"/>
            </a:xfrm>
            <a:custGeom>
              <a:avLst/>
              <a:pathLst>
                <a:path w="342900" h="14356">
                  <a:moveTo>
                    <a:pt x="0" y="14356"/>
                  </a:moveTo>
                  <a:lnTo>
                    <a:pt x="0" y="0"/>
                  </a:lnTo>
                  <a:lnTo>
                    <a:pt x="342900" y="0"/>
                  </a:lnTo>
                  <a:lnTo>
                    <a:pt x="342900" y="1082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922609" y="1343584"/>
              <a:ext cx="278606" cy="23274"/>
            </a:xfrm>
            <a:custGeom>
              <a:avLst/>
              <a:pathLst>
                <a:path w="278606" h="23274">
                  <a:moveTo>
                    <a:pt x="0" y="23274"/>
                  </a:moveTo>
                  <a:lnTo>
                    <a:pt x="0" y="0"/>
                  </a:lnTo>
                  <a:lnTo>
                    <a:pt x="278606" y="0"/>
                  </a:lnTo>
                  <a:lnTo>
                    <a:pt x="278606" y="1904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778859" y="1342601"/>
              <a:ext cx="171450" cy="46751"/>
            </a:xfrm>
            <a:custGeom>
              <a:avLst/>
              <a:pathLst>
                <a:path w="171450" h="46751">
                  <a:moveTo>
                    <a:pt x="0" y="46751"/>
                  </a:moveTo>
                  <a:lnTo>
                    <a:pt x="0" y="0"/>
                  </a:lnTo>
                  <a:lnTo>
                    <a:pt x="171450" y="0"/>
                  </a:lnTo>
                  <a:lnTo>
                    <a:pt x="171450" y="125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6093559" y="1341464"/>
              <a:ext cx="171450" cy="47889"/>
            </a:xfrm>
            <a:custGeom>
              <a:avLst/>
              <a:pathLst>
                <a:path w="171450" h="47889">
                  <a:moveTo>
                    <a:pt x="0" y="47889"/>
                  </a:moveTo>
                  <a:lnTo>
                    <a:pt x="0" y="0"/>
                  </a:lnTo>
                  <a:lnTo>
                    <a:pt x="171450" y="0"/>
                  </a:lnTo>
                  <a:lnTo>
                    <a:pt x="171450" y="924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807559" y="1338488"/>
              <a:ext cx="171450" cy="50864"/>
            </a:xfrm>
            <a:custGeom>
              <a:avLst/>
              <a:pathLst>
                <a:path w="171450" h="50864">
                  <a:moveTo>
                    <a:pt x="0" y="50864"/>
                  </a:moveTo>
                  <a:lnTo>
                    <a:pt x="0" y="0"/>
                  </a:lnTo>
                  <a:lnTo>
                    <a:pt x="171450" y="0"/>
                  </a:lnTo>
                  <a:lnTo>
                    <a:pt x="171450" y="1265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522059" y="1337560"/>
              <a:ext cx="114299" cy="51792"/>
            </a:xfrm>
            <a:custGeom>
              <a:avLst/>
              <a:pathLst>
                <a:path w="114299" h="51792">
                  <a:moveTo>
                    <a:pt x="0" y="51792"/>
                  </a:moveTo>
                  <a:lnTo>
                    <a:pt x="0" y="0"/>
                  </a:lnTo>
                  <a:lnTo>
                    <a:pt x="114299" y="0"/>
                  </a:lnTo>
                  <a:lnTo>
                    <a:pt x="114299" y="51792"/>
                  </a:lnTo>
                  <a:lnTo>
                    <a:pt x="114299" y="5179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8379559" y="1336350"/>
              <a:ext cx="114299" cy="53002"/>
            </a:xfrm>
            <a:custGeom>
              <a:avLst/>
              <a:pathLst>
                <a:path w="114299" h="53002">
                  <a:moveTo>
                    <a:pt x="0" y="53002"/>
                  </a:moveTo>
                  <a:lnTo>
                    <a:pt x="0" y="0"/>
                  </a:lnTo>
                  <a:lnTo>
                    <a:pt x="114299" y="0"/>
                  </a:lnTo>
                  <a:lnTo>
                    <a:pt x="114299" y="53002"/>
                  </a:lnTo>
                  <a:lnTo>
                    <a:pt x="114299" y="5300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8722459" y="1334227"/>
              <a:ext cx="114300" cy="55126"/>
            </a:xfrm>
            <a:custGeom>
              <a:avLst/>
              <a:pathLst>
                <a:path w="114300" h="55126">
                  <a:moveTo>
                    <a:pt x="0" y="55126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55126"/>
                  </a:lnTo>
                  <a:lnTo>
                    <a:pt x="114300" y="5512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8036659" y="1332618"/>
              <a:ext cx="171450" cy="56735"/>
            </a:xfrm>
            <a:custGeom>
              <a:avLst/>
              <a:pathLst>
                <a:path w="171450" h="56735">
                  <a:moveTo>
                    <a:pt x="0" y="56735"/>
                  </a:moveTo>
                  <a:lnTo>
                    <a:pt x="0" y="0"/>
                  </a:lnTo>
                  <a:lnTo>
                    <a:pt x="171450" y="0"/>
                  </a:lnTo>
                  <a:lnTo>
                    <a:pt x="171450" y="1859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9065359" y="1332272"/>
              <a:ext cx="171450" cy="57081"/>
            </a:xfrm>
            <a:custGeom>
              <a:avLst/>
              <a:pathLst>
                <a:path w="171450" h="57081">
                  <a:moveTo>
                    <a:pt x="0" y="57081"/>
                  </a:moveTo>
                  <a:lnTo>
                    <a:pt x="0" y="0"/>
                  </a:lnTo>
                  <a:lnTo>
                    <a:pt x="171450" y="0"/>
                  </a:lnTo>
                  <a:lnTo>
                    <a:pt x="171450" y="1589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9522559" y="1330230"/>
              <a:ext cx="114300" cy="59122"/>
            </a:xfrm>
            <a:custGeom>
              <a:avLst/>
              <a:pathLst>
                <a:path w="114300" h="59122">
                  <a:moveTo>
                    <a:pt x="0" y="59122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59122"/>
                  </a:lnTo>
                  <a:lnTo>
                    <a:pt x="114300" y="5912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6550759" y="1328918"/>
              <a:ext cx="457200" cy="60435"/>
            </a:xfrm>
            <a:custGeom>
              <a:avLst/>
              <a:pathLst>
                <a:path w="457200" h="60435">
                  <a:moveTo>
                    <a:pt x="0" y="60435"/>
                  </a:moveTo>
                  <a:lnTo>
                    <a:pt x="0" y="0"/>
                  </a:lnTo>
                  <a:lnTo>
                    <a:pt x="457200" y="0"/>
                  </a:lnTo>
                  <a:lnTo>
                    <a:pt x="457200" y="1536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4550509" y="1326935"/>
              <a:ext cx="228600" cy="44082"/>
            </a:xfrm>
            <a:custGeom>
              <a:avLst/>
              <a:pathLst>
                <a:path w="228600" h="44082">
                  <a:moveTo>
                    <a:pt x="0" y="44082"/>
                  </a:moveTo>
                  <a:lnTo>
                    <a:pt x="0" y="0"/>
                  </a:lnTo>
                  <a:lnTo>
                    <a:pt x="228600" y="0"/>
                  </a:lnTo>
                  <a:lnTo>
                    <a:pt x="228600" y="1999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8951059" y="1324398"/>
              <a:ext cx="200025" cy="64955"/>
            </a:xfrm>
            <a:custGeom>
              <a:avLst/>
              <a:pathLst>
                <a:path w="200025" h="64955">
                  <a:moveTo>
                    <a:pt x="0" y="64955"/>
                  </a:moveTo>
                  <a:lnTo>
                    <a:pt x="0" y="0"/>
                  </a:lnTo>
                  <a:lnTo>
                    <a:pt x="200025" y="0"/>
                  </a:lnTo>
                  <a:lnTo>
                    <a:pt x="200025" y="787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3314640" y="1322755"/>
              <a:ext cx="578643" cy="22642"/>
            </a:xfrm>
            <a:custGeom>
              <a:avLst/>
              <a:pathLst>
                <a:path w="578643" h="22642">
                  <a:moveTo>
                    <a:pt x="0" y="22642"/>
                  </a:moveTo>
                  <a:lnTo>
                    <a:pt x="0" y="0"/>
                  </a:lnTo>
                  <a:lnTo>
                    <a:pt x="578643" y="0"/>
                  </a:lnTo>
                  <a:lnTo>
                    <a:pt x="578643" y="1573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922109" y="1322509"/>
              <a:ext cx="257175" cy="26007"/>
            </a:xfrm>
            <a:custGeom>
              <a:avLst/>
              <a:pathLst>
                <a:path w="257175" h="26007">
                  <a:moveTo>
                    <a:pt x="0" y="26007"/>
                  </a:moveTo>
                  <a:lnTo>
                    <a:pt x="0" y="0"/>
                  </a:lnTo>
                  <a:lnTo>
                    <a:pt x="257175" y="0"/>
                  </a:lnTo>
                  <a:lnTo>
                    <a:pt x="257175" y="1895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4950559" y="1322348"/>
              <a:ext cx="200025" cy="67005"/>
            </a:xfrm>
            <a:custGeom>
              <a:avLst/>
              <a:pathLst>
                <a:path w="200025" h="67005">
                  <a:moveTo>
                    <a:pt x="0" y="67005"/>
                  </a:moveTo>
                  <a:lnTo>
                    <a:pt x="0" y="0"/>
                  </a:lnTo>
                  <a:lnTo>
                    <a:pt x="200025" y="0"/>
                  </a:lnTo>
                  <a:lnTo>
                    <a:pt x="200025" y="2860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407759" y="1317062"/>
              <a:ext cx="171450" cy="72290"/>
            </a:xfrm>
            <a:custGeom>
              <a:avLst/>
              <a:pathLst>
                <a:path w="171450" h="72290">
                  <a:moveTo>
                    <a:pt x="0" y="72290"/>
                  </a:moveTo>
                  <a:lnTo>
                    <a:pt x="0" y="0"/>
                  </a:lnTo>
                  <a:lnTo>
                    <a:pt x="171450" y="0"/>
                  </a:lnTo>
                  <a:lnTo>
                    <a:pt x="171450" y="2049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864584" y="1316275"/>
              <a:ext cx="739378" cy="26326"/>
            </a:xfrm>
            <a:custGeom>
              <a:avLst/>
              <a:pathLst>
                <a:path w="739378" h="26326">
                  <a:moveTo>
                    <a:pt x="0" y="26326"/>
                  </a:moveTo>
                  <a:lnTo>
                    <a:pt x="0" y="0"/>
                  </a:lnTo>
                  <a:lnTo>
                    <a:pt x="739378" y="0"/>
                  </a:lnTo>
                  <a:lnTo>
                    <a:pt x="739378" y="648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7922359" y="1310043"/>
              <a:ext cx="200025" cy="79309"/>
            </a:xfrm>
            <a:custGeom>
              <a:avLst/>
              <a:pathLst>
                <a:path w="200025" h="79309">
                  <a:moveTo>
                    <a:pt x="0" y="79309"/>
                  </a:moveTo>
                  <a:lnTo>
                    <a:pt x="0" y="0"/>
                  </a:lnTo>
                  <a:lnTo>
                    <a:pt x="200025" y="0"/>
                  </a:lnTo>
                  <a:lnTo>
                    <a:pt x="200025" y="2257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4150459" y="1309240"/>
              <a:ext cx="171449" cy="80113"/>
            </a:xfrm>
            <a:custGeom>
              <a:avLst/>
              <a:pathLst>
                <a:path w="171449" h="80113">
                  <a:moveTo>
                    <a:pt x="0" y="80113"/>
                  </a:moveTo>
                  <a:lnTo>
                    <a:pt x="0" y="0"/>
                  </a:lnTo>
                  <a:lnTo>
                    <a:pt x="171449" y="0"/>
                  </a:lnTo>
                  <a:lnTo>
                    <a:pt x="171449" y="3854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9408259" y="1304204"/>
              <a:ext cx="171450" cy="85148"/>
            </a:xfrm>
            <a:custGeom>
              <a:avLst/>
              <a:pathLst>
                <a:path w="171450" h="85148">
                  <a:moveTo>
                    <a:pt x="0" y="85148"/>
                  </a:moveTo>
                  <a:lnTo>
                    <a:pt x="0" y="0"/>
                  </a:lnTo>
                  <a:lnTo>
                    <a:pt x="171450" y="0"/>
                  </a:lnTo>
                  <a:lnTo>
                    <a:pt x="171450" y="2602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6436459" y="1298125"/>
              <a:ext cx="342899" cy="91227"/>
            </a:xfrm>
            <a:custGeom>
              <a:avLst/>
              <a:pathLst>
                <a:path w="342899" h="91227">
                  <a:moveTo>
                    <a:pt x="0" y="91227"/>
                  </a:moveTo>
                  <a:lnTo>
                    <a:pt x="0" y="0"/>
                  </a:lnTo>
                  <a:lnTo>
                    <a:pt x="342899" y="0"/>
                  </a:lnTo>
                  <a:lnTo>
                    <a:pt x="342899" y="3079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8779609" y="1297951"/>
              <a:ext cx="271462" cy="36275"/>
            </a:xfrm>
            <a:custGeom>
              <a:avLst/>
              <a:pathLst>
                <a:path w="271462" h="36275">
                  <a:moveTo>
                    <a:pt x="0" y="36275"/>
                  </a:moveTo>
                  <a:lnTo>
                    <a:pt x="0" y="0"/>
                  </a:lnTo>
                  <a:lnTo>
                    <a:pt x="271462" y="0"/>
                  </a:lnTo>
                  <a:lnTo>
                    <a:pt x="271462" y="2644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465159" y="1293330"/>
              <a:ext cx="171450" cy="96023"/>
            </a:xfrm>
            <a:custGeom>
              <a:avLst/>
              <a:pathLst>
                <a:path w="171450" h="96023">
                  <a:moveTo>
                    <a:pt x="0" y="96023"/>
                  </a:moveTo>
                  <a:lnTo>
                    <a:pt x="0" y="0"/>
                  </a:lnTo>
                  <a:lnTo>
                    <a:pt x="171450" y="0"/>
                  </a:lnTo>
                  <a:lnTo>
                    <a:pt x="171450" y="5630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234273" y="1290564"/>
              <a:ext cx="1001910" cy="25710"/>
            </a:xfrm>
            <a:custGeom>
              <a:avLst/>
              <a:pathLst>
                <a:path w="1001910" h="25710">
                  <a:moveTo>
                    <a:pt x="0" y="25710"/>
                  </a:moveTo>
                  <a:lnTo>
                    <a:pt x="0" y="0"/>
                  </a:lnTo>
                  <a:lnTo>
                    <a:pt x="1001910" y="0"/>
                  </a:lnTo>
                  <a:lnTo>
                    <a:pt x="1001910" y="1867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808059" y="1284688"/>
              <a:ext cx="214312" cy="104664"/>
            </a:xfrm>
            <a:custGeom>
              <a:avLst/>
              <a:pathLst>
                <a:path w="214312" h="104664">
                  <a:moveTo>
                    <a:pt x="0" y="104664"/>
                  </a:moveTo>
                  <a:lnTo>
                    <a:pt x="0" y="0"/>
                  </a:lnTo>
                  <a:lnTo>
                    <a:pt x="214312" y="0"/>
                  </a:lnTo>
                  <a:lnTo>
                    <a:pt x="214312" y="2535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9751159" y="1280333"/>
              <a:ext cx="310753" cy="109020"/>
            </a:xfrm>
            <a:custGeom>
              <a:avLst/>
              <a:pathLst>
                <a:path w="310753" h="109020">
                  <a:moveTo>
                    <a:pt x="0" y="109020"/>
                  </a:moveTo>
                  <a:lnTo>
                    <a:pt x="0" y="0"/>
                  </a:lnTo>
                  <a:lnTo>
                    <a:pt x="310753" y="0"/>
                  </a:lnTo>
                  <a:lnTo>
                    <a:pt x="310753" y="6325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050572" y="1272354"/>
              <a:ext cx="442912" cy="49993"/>
            </a:xfrm>
            <a:custGeom>
              <a:avLst/>
              <a:pathLst>
                <a:path w="442912" h="49993">
                  <a:moveTo>
                    <a:pt x="0" y="49993"/>
                  </a:moveTo>
                  <a:lnTo>
                    <a:pt x="0" y="0"/>
                  </a:lnTo>
                  <a:lnTo>
                    <a:pt x="442912" y="0"/>
                  </a:lnTo>
                  <a:lnTo>
                    <a:pt x="442912" y="4470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6050697" y="1268999"/>
              <a:ext cx="557212" cy="53510"/>
            </a:xfrm>
            <a:custGeom>
              <a:avLst/>
              <a:pathLst>
                <a:path w="557212" h="53510">
                  <a:moveTo>
                    <a:pt x="0" y="53510"/>
                  </a:moveTo>
                  <a:lnTo>
                    <a:pt x="0" y="0"/>
                  </a:lnTo>
                  <a:lnTo>
                    <a:pt x="557212" y="0"/>
                  </a:lnTo>
                  <a:lnTo>
                    <a:pt x="557212" y="2912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8608159" y="1268659"/>
              <a:ext cx="307181" cy="120694"/>
            </a:xfrm>
            <a:custGeom>
              <a:avLst/>
              <a:pathLst>
                <a:path w="307181" h="120694">
                  <a:moveTo>
                    <a:pt x="0" y="120694"/>
                  </a:moveTo>
                  <a:lnTo>
                    <a:pt x="0" y="0"/>
                  </a:lnTo>
                  <a:lnTo>
                    <a:pt x="307181" y="0"/>
                  </a:lnTo>
                  <a:lnTo>
                    <a:pt x="307181" y="2929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7550884" y="1265193"/>
              <a:ext cx="364331" cy="28136"/>
            </a:xfrm>
            <a:custGeom>
              <a:avLst/>
              <a:pathLst>
                <a:path w="364331" h="28136">
                  <a:moveTo>
                    <a:pt x="0" y="28136"/>
                  </a:moveTo>
                  <a:lnTo>
                    <a:pt x="0" y="0"/>
                  </a:lnTo>
                  <a:lnTo>
                    <a:pt x="364331" y="0"/>
                  </a:lnTo>
                  <a:lnTo>
                    <a:pt x="364331" y="1949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4664809" y="1264627"/>
              <a:ext cx="607218" cy="62308"/>
            </a:xfrm>
            <a:custGeom>
              <a:avLst/>
              <a:pathLst>
                <a:path w="607218" h="62308">
                  <a:moveTo>
                    <a:pt x="0" y="62308"/>
                  </a:moveTo>
                  <a:lnTo>
                    <a:pt x="0" y="0"/>
                  </a:lnTo>
                  <a:lnTo>
                    <a:pt x="607218" y="0"/>
                  </a:lnTo>
                  <a:lnTo>
                    <a:pt x="607218" y="772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8436709" y="1255461"/>
              <a:ext cx="325040" cy="80889"/>
            </a:xfrm>
            <a:custGeom>
              <a:avLst/>
              <a:pathLst>
                <a:path w="325040" h="80889">
                  <a:moveTo>
                    <a:pt x="0" y="80889"/>
                  </a:moveTo>
                  <a:lnTo>
                    <a:pt x="0" y="0"/>
                  </a:lnTo>
                  <a:lnTo>
                    <a:pt x="325040" y="0"/>
                  </a:lnTo>
                  <a:lnTo>
                    <a:pt x="325040" y="1319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664559" y="1248821"/>
              <a:ext cx="1070669" cy="140532"/>
            </a:xfrm>
            <a:custGeom>
              <a:avLst/>
              <a:pathLst>
                <a:path w="1070669" h="140532">
                  <a:moveTo>
                    <a:pt x="0" y="140532"/>
                  </a:moveTo>
                  <a:lnTo>
                    <a:pt x="0" y="0"/>
                  </a:lnTo>
                  <a:lnTo>
                    <a:pt x="1070669" y="0"/>
                  </a:lnTo>
                  <a:lnTo>
                    <a:pt x="1070669" y="4174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5750659" y="1246533"/>
              <a:ext cx="578643" cy="142819"/>
            </a:xfrm>
            <a:custGeom>
              <a:avLst/>
              <a:pathLst>
                <a:path w="578643" h="142819">
                  <a:moveTo>
                    <a:pt x="0" y="142819"/>
                  </a:moveTo>
                  <a:lnTo>
                    <a:pt x="0" y="0"/>
                  </a:lnTo>
                  <a:lnTo>
                    <a:pt x="578643" y="0"/>
                  </a:lnTo>
                  <a:lnTo>
                    <a:pt x="578643" y="2246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9493984" y="1240950"/>
              <a:ext cx="412551" cy="63254"/>
            </a:xfrm>
            <a:custGeom>
              <a:avLst/>
              <a:pathLst>
                <a:path w="412551" h="63254">
                  <a:moveTo>
                    <a:pt x="0" y="63254"/>
                  </a:moveTo>
                  <a:lnTo>
                    <a:pt x="0" y="0"/>
                  </a:lnTo>
                  <a:lnTo>
                    <a:pt x="412551" y="0"/>
                  </a:lnTo>
                  <a:lnTo>
                    <a:pt x="412551" y="3938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7350859" y="1237918"/>
              <a:ext cx="382190" cy="151435"/>
            </a:xfrm>
            <a:custGeom>
              <a:avLst/>
              <a:pathLst>
                <a:path w="382190" h="151435">
                  <a:moveTo>
                    <a:pt x="0" y="151435"/>
                  </a:moveTo>
                  <a:lnTo>
                    <a:pt x="0" y="0"/>
                  </a:lnTo>
                  <a:lnTo>
                    <a:pt x="382190" y="0"/>
                  </a:lnTo>
                  <a:lnTo>
                    <a:pt x="382190" y="2727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550259" y="1212206"/>
              <a:ext cx="649634" cy="177147"/>
            </a:xfrm>
            <a:custGeom>
              <a:avLst/>
              <a:pathLst>
                <a:path w="649634" h="177147">
                  <a:moveTo>
                    <a:pt x="0" y="177147"/>
                  </a:moveTo>
                  <a:lnTo>
                    <a:pt x="0" y="0"/>
                  </a:lnTo>
                  <a:lnTo>
                    <a:pt x="649634" y="0"/>
                  </a:lnTo>
                  <a:lnTo>
                    <a:pt x="649634" y="3661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8599229" y="1185812"/>
              <a:ext cx="1101030" cy="69648"/>
            </a:xfrm>
            <a:custGeom>
              <a:avLst/>
              <a:pathLst>
                <a:path w="1101030" h="69648">
                  <a:moveTo>
                    <a:pt x="0" y="69648"/>
                  </a:moveTo>
                  <a:lnTo>
                    <a:pt x="0" y="0"/>
                  </a:lnTo>
                  <a:lnTo>
                    <a:pt x="1101030" y="0"/>
                  </a:lnTo>
                  <a:lnTo>
                    <a:pt x="1101030" y="5513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4968418" y="1180054"/>
              <a:ext cx="1071562" cy="84573"/>
            </a:xfrm>
            <a:custGeom>
              <a:avLst/>
              <a:pathLst>
                <a:path w="1071562" h="84573">
                  <a:moveTo>
                    <a:pt x="0" y="84573"/>
                  </a:moveTo>
                  <a:lnTo>
                    <a:pt x="0" y="0"/>
                  </a:lnTo>
                  <a:lnTo>
                    <a:pt x="1071562" y="0"/>
                  </a:lnTo>
                  <a:lnTo>
                    <a:pt x="1071562" y="6647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875076" y="1132647"/>
              <a:ext cx="2629123" cy="79558"/>
            </a:xfrm>
            <a:custGeom>
              <a:avLst/>
              <a:pathLst>
                <a:path w="2629123" h="79558">
                  <a:moveTo>
                    <a:pt x="0" y="79558"/>
                  </a:moveTo>
                  <a:lnTo>
                    <a:pt x="0" y="0"/>
                  </a:lnTo>
                  <a:lnTo>
                    <a:pt x="2629123" y="0"/>
                  </a:lnTo>
                  <a:lnTo>
                    <a:pt x="2629123" y="4740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7541954" y="1126641"/>
              <a:ext cx="1607790" cy="111277"/>
            </a:xfrm>
            <a:custGeom>
              <a:avLst/>
              <a:pathLst>
                <a:path w="1607790" h="111277">
                  <a:moveTo>
                    <a:pt x="0" y="111277"/>
                  </a:moveTo>
                  <a:lnTo>
                    <a:pt x="0" y="0"/>
                  </a:lnTo>
                  <a:lnTo>
                    <a:pt x="1607790" y="0"/>
                  </a:lnTo>
                  <a:lnTo>
                    <a:pt x="1607790" y="5917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189638" y="1026496"/>
              <a:ext cx="4156211" cy="106151"/>
            </a:xfrm>
            <a:custGeom>
              <a:avLst/>
              <a:pathLst>
                <a:path w="4156211" h="106151">
                  <a:moveTo>
                    <a:pt x="0" y="106151"/>
                  </a:moveTo>
                  <a:lnTo>
                    <a:pt x="0" y="0"/>
                  </a:lnTo>
                  <a:lnTo>
                    <a:pt x="4156211" y="0"/>
                  </a:lnTo>
                  <a:lnTo>
                    <a:pt x="4156211" y="10014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295142" y="2856203"/>
              <a:ext cx="20167" cy="139699"/>
            </a:xfrm>
            <a:custGeom>
              <a:avLst/>
              <a:pathLst>
                <a:path w="20167" h="139699">
                  <a:moveTo>
                    <a:pt x="20167" y="0"/>
                  </a:moveTo>
                  <a:lnTo>
                    <a:pt x="0" y="0"/>
                  </a:lnTo>
                  <a:lnTo>
                    <a:pt x="0" y="139699"/>
                  </a:lnTo>
                  <a:lnTo>
                    <a:pt x="20167" y="139699"/>
                  </a:lnTo>
                  <a:lnTo>
                    <a:pt x="20167" y="13969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292442" y="3275303"/>
              <a:ext cx="22866" cy="139700"/>
            </a:xfrm>
            <a:custGeom>
              <a:avLst/>
              <a:pathLst>
                <a:path w="22866" h="139700">
                  <a:moveTo>
                    <a:pt x="22866" y="0"/>
                  </a:moveTo>
                  <a:lnTo>
                    <a:pt x="0" y="0"/>
                  </a:lnTo>
                  <a:lnTo>
                    <a:pt x="0" y="139700"/>
                  </a:lnTo>
                  <a:lnTo>
                    <a:pt x="22866" y="139700"/>
                  </a:lnTo>
                  <a:lnTo>
                    <a:pt x="22866" y="13970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291780" y="2716503"/>
              <a:ext cx="23528" cy="209549"/>
            </a:xfrm>
            <a:custGeom>
              <a:avLst/>
              <a:pathLst>
                <a:path w="23528" h="209549">
                  <a:moveTo>
                    <a:pt x="23528" y="0"/>
                  </a:moveTo>
                  <a:lnTo>
                    <a:pt x="0" y="0"/>
                  </a:lnTo>
                  <a:lnTo>
                    <a:pt x="0" y="209549"/>
                  </a:lnTo>
                  <a:lnTo>
                    <a:pt x="3361" y="20954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285908" y="3135603"/>
              <a:ext cx="29401" cy="209550"/>
            </a:xfrm>
            <a:custGeom>
              <a:avLst/>
              <a:pathLst>
                <a:path w="29401" h="209550">
                  <a:moveTo>
                    <a:pt x="29401" y="0"/>
                  </a:moveTo>
                  <a:lnTo>
                    <a:pt x="0" y="0"/>
                  </a:lnTo>
                  <a:lnTo>
                    <a:pt x="0" y="209550"/>
                  </a:lnTo>
                  <a:lnTo>
                    <a:pt x="6534" y="2095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271317" y="1598903"/>
              <a:ext cx="43992" cy="139700"/>
            </a:xfrm>
            <a:custGeom>
              <a:avLst/>
              <a:pathLst>
                <a:path w="43992" h="139700">
                  <a:moveTo>
                    <a:pt x="43992" y="0"/>
                  </a:moveTo>
                  <a:lnTo>
                    <a:pt x="0" y="0"/>
                  </a:lnTo>
                  <a:lnTo>
                    <a:pt x="0" y="139700"/>
                  </a:lnTo>
                  <a:lnTo>
                    <a:pt x="43992" y="139700"/>
                  </a:lnTo>
                  <a:lnTo>
                    <a:pt x="43992" y="13970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261235" y="2018003"/>
              <a:ext cx="54074" cy="139700"/>
            </a:xfrm>
            <a:custGeom>
              <a:avLst/>
              <a:pathLst>
                <a:path w="54074" h="139700">
                  <a:moveTo>
                    <a:pt x="54074" y="0"/>
                  </a:moveTo>
                  <a:lnTo>
                    <a:pt x="0" y="0"/>
                  </a:lnTo>
                  <a:lnTo>
                    <a:pt x="0" y="139700"/>
                  </a:lnTo>
                  <a:lnTo>
                    <a:pt x="54074" y="139700"/>
                  </a:lnTo>
                  <a:lnTo>
                    <a:pt x="54074" y="13970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249772" y="1459203"/>
              <a:ext cx="65536" cy="209549"/>
            </a:xfrm>
            <a:custGeom>
              <a:avLst/>
              <a:pathLst>
                <a:path w="65536" h="209549">
                  <a:moveTo>
                    <a:pt x="65536" y="0"/>
                  </a:moveTo>
                  <a:lnTo>
                    <a:pt x="0" y="0"/>
                  </a:lnTo>
                  <a:lnTo>
                    <a:pt x="0" y="209549"/>
                  </a:lnTo>
                  <a:lnTo>
                    <a:pt x="21544" y="20954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2242545" y="1878303"/>
              <a:ext cx="72764" cy="209550"/>
            </a:xfrm>
            <a:custGeom>
              <a:avLst/>
              <a:pathLst>
                <a:path w="72764" h="209550">
                  <a:moveTo>
                    <a:pt x="72764" y="0"/>
                  </a:moveTo>
                  <a:lnTo>
                    <a:pt x="0" y="0"/>
                  </a:lnTo>
                  <a:lnTo>
                    <a:pt x="0" y="209550"/>
                  </a:lnTo>
                  <a:lnTo>
                    <a:pt x="18690" y="2095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2219420" y="2437103"/>
              <a:ext cx="95889" cy="139699"/>
            </a:xfrm>
            <a:custGeom>
              <a:avLst/>
              <a:pathLst>
                <a:path w="95889" h="139699">
                  <a:moveTo>
                    <a:pt x="95889" y="0"/>
                  </a:moveTo>
                  <a:lnTo>
                    <a:pt x="0" y="0"/>
                  </a:lnTo>
                  <a:lnTo>
                    <a:pt x="0" y="139699"/>
                  </a:lnTo>
                  <a:lnTo>
                    <a:pt x="95889" y="139699"/>
                  </a:lnTo>
                  <a:lnTo>
                    <a:pt x="95889" y="13969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2219115" y="1563978"/>
              <a:ext cx="30656" cy="419100"/>
            </a:xfrm>
            <a:custGeom>
              <a:avLst/>
              <a:pathLst>
                <a:path w="30656" h="419100">
                  <a:moveTo>
                    <a:pt x="30656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23429" y="41910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2214807" y="3694403"/>
              <a:ext cx="100502" cy="139699"/>
            </a:xfrm>
            <a:custGeom>
              <a:avLst/>
              <a:pathLst>
                <a:path w="100502" h="139699">
                  <a:moveTo>
                    <a:pt x="100502" y="0"/>
                  </a:moveTo>
                  <a:lnTo>
                    <a:pt x="0" y="0"/>
                  </a:lnTo>
                  <a:lnTo>
                    <a:pt x="0" y="139699"/>
                  </a:lnTo>
                  <a:lnTo>
                    <a:pt x="100502" y="139699"/>
                  </a:lnTo>
                  <a:lnTo>
                    <a:pt x="100502" y="13969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2196413" y="2297403"/>
              <a:ext cx="118895" cy="209550"/>
            </a:xfrm>
            <a:custGeom>
              <a:avLst/>
              <a:pathLst>
                <a:path w="118895" h="209550">
                  <a:moveTo>
                    <a:pt x="118895" y="0"/>
                  </a:moveTo>
                  <a:lnTo>
                    <a:pt x="0" y="0"/>
                  </a:lnTo>
                  <a:lnTo>
                    <a:pt x="0" y="209550"/>
                  </a:lnTo>
                  <a:lnTo>
                    <a:pt x="23006" y="2095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2180437" y="3554703"/>
              <a:ext cx="134871" cy="209550"/>
            </a:xfrm>
            <a:custGeom>
              <a:avLst/>
              <a:pathLst>
                <a:path w="134871" h="209550">
                  <a:moveTo>
                    <a:pt x="134871" y="0"/>
                  </a:moveTo>
                  <a:lnTo>
                    <a:pt x="0" y="0"/>
                  </a:lnTo>
                  <a:lnTo>
                    <a:pt x="0" y="209550"/>
                  </a:lnTo>
                  <a:lnTo>
                    <a:pt x="34369" y="2095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2157200" y="3240378"/>
              <a:ext cx="128707" cy="419100"/>
            </a:xfrm>
            <a:custGeom>
              <a:avLst/>
              <a:pathLst>
                <a:path w="128707" h="419100">
                  <a:moveTo>
                    <a:pt x="128707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23236" y="41910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2114218" y="1773528"/>
              <a:ext cx="104896" cy="628650"/>
            </a:xfrm>
            <a:custGeom>
              <a:avLst/>
              <a:pathLst>
                <a:path w="104896" h="628650">
                  <a:moveTo>
                    <a:pt x="104896" y="0"/>
                  </a:moveTo>
                  <a:lnTo>
                    <a:pt x="0" y="0"/>
                  </a:lnTo>
                  <a:lnTo>
                    <a:pt x="0" y="628650"/>
                  </a:lnTo>
                  <a:lnTo>
                    <a:pt x="82194" y="6286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2079177" y="2821278"/>
              <a:ext cx="212603" cy="628650"/>
            </a:xfrm>
            <a:custGeom>
              <a:avLst/>
              <a:pathLst>
                <a:path w="212603" h="628650">
                  <a:moveTo>
                    <a:pt x="212603" y="0"/>
                  </a:moveTo>
                  <a:lnTo>
                    <a:pt x="0" y="0"/>
                  </a:lnTo>
                  <a:lnTo>
                    <a:pt x="0" y="628650"/>
                  </a:lnTo>
                  <a:lnTo>
                    <a:pt x="78023" y="6286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2057400" y="2087853"/>
              <a:ext cx="56818" cy="0"/>
            </a:xfrm>
            <a:custGeom>
              <a:avLst/>
              <a:pathLst>
                <a:path w="56818" h="0">
                  <a:moveTo>
                    <a:pt x="56818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057400" y="3135603"/>
              <a:ext cx="21777" cy="0"/>
            </a:xfrm>
            <a:custGeom>
              <a:avLst/>
              <a:pathLst>
                <a:path w="21777" h="0">
                  <a:moveTo>
                    <a:pt x="0" y="0"/>
                  </a:moveTo>
                  <a:lnTo>
                    <a:pt x="21777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2493109" y="13893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2493109" y="1529053"/>
              <a:ext cx="114300" cy="139700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2493109" y="1668753"/>
              <a:ext cx="114300" cy="139700"/>
            </a:xfrm>
            <a:prstGeom prst="rect">
              <a:avLst/>
            </a:prstGeom>
            <a:solidFill>
              <a:srgbClr val="FC99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2493109" y="18084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2493109" y="19481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2493109" y="20878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2493109" y="2227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2493109" y="2367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2493109" y="2506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2493109" y="2646653"/>
              <a:ext cx="114300" cy="139700"/>
            </a:xfrm>
            <a:prstGeom prst="rect">
              <a:avLst/>
            </a:prstGeom>
            <a:solidFill>
              <a:srgbClr val="F4794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2493109" y="2786353"/>
              <a:ext cx="114300" cy="139700"/>
            </a:xfrm>
            <a:prstGeom prst="rect">
              <a:avLst/>
            </a:prstGeom>
            <a:solidFill>
              <a:srgbClr val="EB62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2493109" y="2926053"/>
              <a:ext cx="114300" cy="139700"/>
            </a:xfrm>
            <a:prstGeom prst="rect">
              <a:avLst/>
            </a:prstGeom>
            <a:solidFill>
              <a:srgbClr val="ED68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2493109" y="3065753"/>
              <a:ext cx="114300" cy="139700"/>
            </a:xfrm>
            <a:prstGeom prst="rect">
              <a:avLst/>
            </a:prstGeom>
            <a:solidFill>
              <a:srgbClr val="E657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2493109" y="3205453"/>
              <a:ext cx="114300" cy="139700"/>
            </a:xfrm>
            <a:prstGeom prst="rect">
              <a:avLst/>
            </a:prstGeom>
            <a:solidFill>
              <a:srgbClr val="F17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2493109" y="3345153"/>
              <a:ext cx="114300" cy="139700"/>
            </a:xfrm>
            <a:prstGeom prst="rect">
              <a:avLst/>
            </a:prstGeom>
            <a:solidFill>
              <a:srgbClr val="F17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2493109" y="3484853"/>
              <a:ext cx="114300" cy="139700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2493109" y="36245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2493109" y="37642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2607409" y="1389353"/>
              <a:ext cx="114300" cy="139700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2607409" y="1529053"/>
              <a:ext cx="114300" cy="139700"/>
            </a:xfrm>
            <a:prstGeom prst="rect">
              <a:avLst/>
            </a:prstGeom>
            <a:solidFill>
              <a:srgbClr val="FC99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2607409" y="1668753"/>
              <a:ext cx="114300" cy="139700"/>
            </a:xfrm>
            <a:prstGeom prst="rect">
              <a:avLst/>
            </a:prstGeom>
            <a:solidFill>
              <a:srgbClr val="FCAD6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2607409" y="18084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2607409" y="1948153"/>
              <a:ext cx="114300" cy="13970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2607409" y="2087853"/>
              <a:ext cx="114300" cy="139700"/>
            </a:xfrm>
            <a:prstGeom prst="rect">
              <a:avLst/>
            </a:prstGeom>
            <a:solidFill>
              <a:srgbClr val="FDB77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2607409" y="2227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2607409" y="23672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2607409" y="25069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2607409" y="2646653"/>
              <a:ext cx="114300" cy="139700"/>
            </a:xfrm>
            <a:prstGeom prst="rect">
              <a:avLst/>
            </a:prstGeom>
            <a:solidFill>
              <a:srgbClr val="FC945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2607409" y="2786353"/>
              <a:ext cx="114300" cy="139700"/>
            </a:xfrm>
            <a:prstGeom prst="rect">
              <a:avLst/>
            </a:prstGeom>
            <a:solidFill>
              <a:srgbClr val="F884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2607409" y="2926053"/>
              <a:ext cx="114300" cy="139700"/>
            </a:xfrm>
            <a:prstGeom prst="rect">
              <a:avLst/>
            </a:prstGeom>
            <a:solidFill>
              <a:srgbClr val="FCA36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2607409" y="30657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2607409" y="32054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2607409" y="33451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2607409" y="34848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2607409" y="3624553"/>
              <a:ext cx="114300" cy="139700"/>
            </a:xfrm>
            <a:prstGeom prst="rect">
              <a:avLst/>
            </a:prstGeom>
            <a:solidFill>
              <a:srgbClr val="FDB77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2607409" y="37642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2721709" y="13893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2721709" y="15290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2721709" y="16687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2721709" y="18084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2721709" y="19481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2721709" y="20878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2721709" y="22275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2721709" y="23672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2721709" y="2506953"/>
              <a:ext cx="114300" cy="139700"/>
            </a:xfrm>
            <a:prstGeom prst="rect">
              <a:avLst/>
            </a:prstGeom>
            <a:solidFill>
              <a:srgbClr val="FDB77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2721709" y="26466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2721709" y="27863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2721709" y="29260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2721709" y="30657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2721709" y="32054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2721709" y="33451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2721709" y="34848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2721709" y="36245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2721709" y="37642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2836009" y="13893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2836009" y="15290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2836009" y="16687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2836009" y="18084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2836009" y="19481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2836009" y="20878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2836009" y="22275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2836009" y="23672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2836009" y="25069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2836009" y="26466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" name="rc157"/>
            <p:cNvSpPr/>
            <p:nvPr/>
          </p:nvSpPr>
          <p:spPr>
            <a:xfrm>
              <a:off x="2836009" y="27863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2836009" y="29260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2836009" y="30657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" name="rc160"/>
            <p:cNvSpPr/>
            <p:nvPr/>
          </p:nvSpPr>
          <p:spPr>
            <a:xfrm>
              <a:off x="2836009" y="32054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" name="rc161"/>
            <p:cNvSpPr/>
            <p:nvPr/>
          </p:nvSpPr>
          <p:spPr>
            <a:xfrm>
              <a:off x="2836009" y="33451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" name="rc162"/>
            <p:cNvSpPr/>
            <p:nvPr/>
          </p:nvSpPr>
          <p:spPr>
            <a:xfrm>
              <a:off x="2836009" y="3484853"/>
              <a:ext cx="114300" cy="139700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" name="rc163"/>
            <p:cNvSpPr/>
            <p:nvPr/>
          </p:nvSpPr>
          <p:spPr>
            <a:xfrm>
              <a:off x="2836009" y="36245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" name="rc164"/>
            <p:cNvSpPr/>
            <p:nvPr/>
          </p:nvSpPr>
          <p:spPr>
            <a:xfrm>
              <a:off x="2836009" y="3764253"/>
              <a:ext cx="114300" cy="13970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" name="rc165"/>
            <p:cNvSpPr/>
            <p:nvPr/>
          </p:nvSpPr>
          <p:spPr>
            <a:xfrm>
              <a:off x="2950309" y="1389353"/>
              <a:ext cx="114300" cy="139700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" name="rc166"/>
            <p:cNvSpPr/>
            <p:nvPr/>
          </p:nvSpPr>
          <p:spPr>
            <a:xfrm>
              <a:off x="2950309" y="15290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" name="rc167"/>
            <p:cNvSpPr/>
            <p:nvPr/>
          </p:nvSpPr>
          <p:spPr>
            <a:xfrm>
              <a:off x="2950309" y="16687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" name="rc168"/>
            <p:cNvSpPr/>
            <p:nvPr/>
          </p:nvSpPr>
          <p:spPr>
            <a:xfrm>
              <a:off x="2950309" y="18084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" name="rc169"/>
            <p:cNvSpPr/>
            <p:nvPr/>
          </p:nvSpPr>
          <p:spPr>
            <a:xfrm>
              <a:off x="2950309" y="1948153"/>
              <a:ext cx="114300" cy="139700"/>
            </a:xfrm>
            <a:prstGeom prst="rect">
              <a:avLst/>
            </a:prstGeom>
            <a:solidFill>
              <a:srgbClr val="FEE7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" name="rc170"/>
            <p:cNvSpPr/>
            <p:nvPr/>
          </p:nvSpPr>
          <p:spPr>
            <a:xfrm>
              <a:off x="2950309" y="20878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" name="rc171"/>
            <p:cNvSpPr/>
            <p:nvPr/>
          </p:nvSpPr>
          <p:spPr>
            <a:xfrm>
              <a:off x="2950309" y="22275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" name="rc172"/>
            <p:cNvSpPr/>
            <p:nvPr/>
          </p:nvSpPr>
          <p:spPr>
            <a:xfrm>
              <a:off x="2950309" y="23672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" name="rc173"/>
            <p:cNvSpPr/>
            <p:nvPr/>
          </p:nvSpPr>
          <p:spPr>
            <a:xfrm>
              <a:off x="2950309" y="25069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" name="rc174"/>
            <p:cNvSpPr/>
            <p:nvPr/>
          </p:nvSpPr>
          <p:spPr>
            <a:xfrm>
              <a:off x="2950309" y="26466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" name="rc175"/>
            <p:cNvSpPr/>
            <p:nvPr/>
          </p:nvSpPr>
          <p:spPr>
            <a:xfrm>
              <a:off x="2950309" y="27863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2950309" y="29260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" name="rc177"/>
            <p:cNvSpPr/>
            <p:nvPr/>
          </p:nvSpPr>
          <p:spPr>
            <a:xfrm>
              <a:off x="2950309" y="30657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" name="rc178"/>
            <p:cNvSpPr/>
            <p:nvPr/>
          </p:nvSpPr>
          <p:spPr>
            <a:xfrm>
              <a:off x="2950309" y="32054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9" name="rc179"/>
            <p:cNvSpPr/>
            <p:nvPr/>
          </p:nvSpPr>
          <p:spPr>
            <a:xfrm>
              <a:off x="2950309" y="33451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0" name="rc180"/>
            <p:cNvSpPr/>
            <p:nvPr/>
          </p:nvSpPr>
          <p:spPr>
            <a:xfrm>
              <a:off x="2950309" y="3484853"/>
              <a:ext cx="114300" cy="139700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1" name="rc181"/>
            <p:cNvSpPr/>
            <p:nvPr/>
          </p:nvSpPr>
          <p:spPr>
            <a:xfrm>
              <a:off x="2950309" y="36245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2" name="rc182"/>
            <p:cNvSpPr/>
            <p:nvPr/>
          </p:nvSpPr>
          <p:spPr>
            <a:xfrm>
              <a:off x="2950309" y="3764253"/>
              <a:ext cx="114300" cy="139700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" name="rc183"/>
            <p:cNvSpPr/>
            <p:nvPr/>
          </p:nvSpPr>
          <p:spPr>
            <a:xfrm>
              <a:off x="3064609" y="13893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4" name="rc184"/>
            <p:cNvSpPr/>
            <p:nvPr/>
          </p:nvSpPr>
          <p:spPr>
            <a:xfrm>
              <a:off x="3064609" y="15290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" name="rc185"/>
            <p:cNvSpPr/>
            <p:nvPr/>
          </p:nvSpPr>
          <p:spPr>
            <a:xfrm>
              <a:off x="3064609" y="16687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" name="rc186"/>
            <p:cNvSpPr/>
            <p:nvPr/>
          </p:nvSpPr>
          <p:spPr>
            <a:xfrm>
              <a:off x="3064609" y="1808453"/>
              <a:ext cx="114300" cy="139700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" name="rc187"/>
            <p:cNvSpPr/>
            <p:nvPr/>
          </p:nvSpPr>
          <p:spPr>
            <a:xfrm>
              <a:off x="3064609" y="1948153"/>
              <a:ext cx="114300" cy="1397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" name="rc188"/>
            <p:cNvSpPr/>
            <p:nvPr/>
          </p:nvSpPr>
          <p:spPr>
            <a:xfrm>
              <a:off x="3064609" y="20878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" name="rc189"/>
            <p:cNvSpPr/>
            <p:nvPr/>
          </p:nvSpPr>
          <p:spPr>
            <a:xfrm>
              <a:off x="3064609" y="22275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" name="rc190"/>
            <p:cNvSpPr/>
            <p:nvPr/>
          </p:nvSpPr>
          <p:spPr>
            <a:xfrm>
              <a:off x="3064609" y="23672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" name="rc191"/>
            <p:cNvSpPr/>
            <p:nvPr/>
          </p:nvSpPr>
          <p:spPr>
            <a:xfrm>
              <a:off x="3064609" y="25069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" name="rc192"/>
            <p:cNvSpPr/>
            <p:nvPr/>
          </p:nvSpPr>
          <p:spPr>
            <a:xfrm>
              <a:off x="3064609" y="2646653"/>
              <a:ext cx="114300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" name="rc193"/>
            <p:cNvSpPr/>
            <p:nvPr/>
          </p:nvSpPr>
          <p:spPr>
            <a:xfrm>
              <a:off x="3064609" y="27863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" name="rc194"/>
            <p:cNvSpPr/>
            <p:nvPr/>
          </p:nvSpPr>
          <p:spPr>
            <a:xfrm>
              <a:off x="3064609" y="29260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rc195"/>
            <p:cNvSpPr/>
            <p:nvPr/>
          </p:nvSpPr>
          <p:spPr>
            <a:xfrm>
              <a:off x="3064609" y="30657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rc196"/>
            <p:cNvSpPr/>
            <p:nvPr/>
          </p:nvSpPr>
          <p:spPr>
            <a:xfrm>
              <a:off x="3064609" y="32054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" name="rc197"/>
            <p:cNvSpPr/>
            <p:nvPr/>
          </p:nvSpPr>
          <p:spPr>
            <a:xfrm>
              <a:off x="3064609" y="33451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" name="rc198"/>
            <p:cNvSpPr/>
            <p:nvPr/>
          </p:nvSpPr>
          <p:spPr>
            <a:xfrm>
              <a:off x="3064609" y="3484853"/>
              <a:ext cx="114300" cy="139700"/>
            </a:xfrm>
            <a:prstGeom prst="rect">
              <a:avLst/>
            </a:prstGeom>
            <a:solidFill>
              <a:srgbClr val="FCA36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" name="rc199"/>
            <p:cNvSpPr/>
            <p:nvPr/>
          </p:nvSpPr>
          <p:spPr>
            <a:xfrm>
              <a:off x="3064609" y="3624553"/>
              <a:ext cx="114300" cy="139700"/>
            </a:xfrm>
            <a:prstGeom prst="rect">
              <a:avLst/>
            </a:prstGeom>
            <a:solidFill>
              <a:srgbClr val="FDB77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" name="rc200"/>
            <p:cNvSpPr/>
            <p:nvPr/>
          </p:nvSpPr>
          <p:spPr>
            <a:xfrm>
              <a:off x="3064609" y="3764253"/>
              <a:ext cx="114300" cy="139700"/>
            </a:xfrm>
            <a:prstGeom prst="rect">
              <a:avLst/>
            </a:prstGeom>
            <a:solidFill>
              <a:srgbClr val="FDB77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" name="rc201"/>
            <p:cNvSpPr/>
            <p:nvPr/>
          </p:nvSpPr>
          <p:spPr>
            <a:xfrm>
              <a:off x="3178909" y="1389353"/>
              <a:ext cx="114299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" name="rc202"/>
            <p:cNvSpPr/>
            <p:nvPr/>
          </p:nvSpPr>
          <p:spPr>
            <a:xfrm>
              <a:off x="3178909" y="1529053"/>
              <a:ext cx="114299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" name="rc203"/>
            <p:cNvSpPr/>
            <p:nvPr/>
          </p:nvSpPr>
          <p:spPr>
            <a:xfrm>
              <a:off x="3178909" y="1668753"/>
              <a:ext cx="114299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" name="rc204"/>
            <p:cNvSpPr/>
            <p:nvPr/>
          </p:nvSpPr>
          <p:spPr>
            <a:xfrm>
              <a:off x="3178909" y="1808453"/>
              <a:ext cx="114299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" name="rc205"/>
            <p:cNvSpPr/>
            <p:nvPr/>
          </p:nvSpPr>
          <p:spPr>
            <a:xfrm>
              <a:off x="3178909" y="1948153"/>
              <a:ext cx="114299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" name="rc206"/>
            <p:cNvSpPr/>
            <p:nvPr/>
          </p:nvSpPr>
          <p:spPr>
            <a:xfrm>
              <a:off x="3178909" y="2087853"/>
              <a:ext cx="114299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" name="rc207"/>
            <p:cNvSpPr/>
            <p:nvPr/>
          </p:nvSpPr>
          <p:spPr>
            <a:xfrm>
              <a:off x="3178909" y="2227553"/>
              <a:ext cx="114299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" name="rc208"/>
            <p:cNvSpPr/>
            <p:nvPr/>
          </p:nvSpPr>
          <p:spPr>
            <a:xfrm>
              <a:off x="3178909" y="2367253"/>
              <a:ext cx="114299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" name="rc209"/>
            <p:cNvSpPr/>
            <p:nvPr/>
          </p:nvSpPr>
          <p:spPr>
            <a:xfrm>
              <a:off x="3178909" y="2506953"/>
              <a:ext cx="114299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" name="rc210"/>
            <p:cNvSpPr/>
            <p:nvPr/>
          </p:nvSpPr>
          <p:spPr>
            <a:xfrm>
              <a:off x="3178909" y="2646653"/>
              <a:ext cx="114299" cy="139700"/>
            </a:xfrm>
            <a:prstGeom prst="rect">
              <a:avLst/>
            </a:prstGeom>
            <a:solidFill>
              <a:srgbClr val="FEE7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" name="rc211"/>
            <p:cNvSpPr/>
            <p:nvPr/>
          </p:nvSpPr>
          <p:spPr>
            <a:xfrm>
              <a:off x="3178909" y="2786353"/>
              <a:ext cx="114299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" name="rc212"/>
            <p:cNvSpPr/>
            <p:nvPr/>
          </p:nvSpPr>
          <p:spPr>
            <a:xfrm>
              <a:off x="3178909" y="2926053"/>
              <a:ext cx="114299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" name="rc213"/>
            <p:cNvSpPr/>
            <p:nvPr/>
          </p:nvSpPr>
          <p:spPr>
            <a:xfrm>
              <a:off x="3178909" y="3065753"/>
              <a:ext cx="114299" cy="139700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" name="rc214"/>
            <p:cNvSpPr/>
            <p:nvPr/>
          </p:nvSpPr>
          <p:spPr>
            <a:xfrm>
              <a:off x="3178909" y="3205453"/>
              <a:ext cx="114299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" name="rc215"/>
            <p:cNvSpPr/>
            <p:nvPr/>
          </p:nvSpPr>
          <p:spPr>
            <a:xfrm>
              <a:off x="3178909" y="3345153"/>
              <a:ext cx="114299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" name="rc216"/>
            <p:cNvSpPr/>
            <p:nvPr/>
          </p:nvSpPr>
          <p:spPr>
            <a:xfrm>
              <a:off x="3178909" y="3484853"/>
              <a:ext cx="114299" cy="139700"/>
            </a:xfrm>
            <a:prstGeom prst="rect">
              <a:avLst/>
            </a:prstGeom>
            <a:solidFill>
              <a:srgbClr val="FCA36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" name="rc217"/>
            <p:cNvSpPr/>
            <p:nvPr/>
          </p:nvSpPr>
          <p:spPr>
            <a:xfrm>
              <a:off x="3178909" y="3624553"/>
              <a:ext cx="114299" cy="139700"/>
            </a:xfrm>
            <a:prstGeom prst="rect">
              <a:avLst/>
            </a:prstGeom>
            <a:solidFill>
              <a:srgbClr val="FCAD6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" name="rc218"/>
            <p:cNvSpPr/>
            <p:nvPr/>
          </p:nvSpPr>
          <p:spPr>
            <a:xfrm>
              <a:off x="3178909" y="3764253"/>
              <a:ext cx="114299" cy="139700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" name="rc219"/>
            <p:cNvSpPr/>
            <p:nvPr/>
          </p:nvSpPr>
          <p:spPr>
            <a:xfrm>
              <a:off x="3293209" y="1389353"/>
              <a:ext cx="114300" cy="139700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" name="rc220"/>
            <p:cNvSpPr/>
            <p:nvPr/>
          </p:nvSpPr>
          <p:spPr>
            <a:xfrm>
              <a:off x="3293209" y="15290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" name="rc221"/>
            <p:cNvSpPr/>
            <p:nvPr/>
          </p:nvSpPr>
          <p:spPr>
            <a:xfrm>
              <a:off x="3293209" y="16687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" name="rc222"/>
            <p:cNvSpPr/>
            <p:nvPr/>
          </p:nvSpPr>
          <p:spPr>
            <a:xfrm>
              <a:off x="3293209" y="18084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" name="rc223"/>
            <p:cNvSpPr/>
            <p:nvPr/>
          </p:nvSpPr>
          <p:spPr>
            <a:xfrm>
              <a:off x="3293209" y="1948153"/>
              <a:ext cx="114300" cy="139700"/>
            </a:xfrm>
            <a:prstGeom prst="rect">
              <a:avLst/>
            </a:prstGeom>
            <a:solidFill>
              <a:srgbClr val="C8E3E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" name="rc224"/>
            <p:cNvSpPr/>
            <p:nvPr/>
          </p:nvSpPr>
          <p:spPr>
            <a:xfrm>
              <a:off x="3293209" y="2087853"/>
              <a:ext cx="114300" cy="13970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" name="rc225"/>
            <p:cNvSpPr/>
            <p:nvPr/>
          </p:nvSpPr>
          <p:spPr>
            <a:xfrm>
              <a:off x="3293209" y="22275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" name="rc226"/>
            <p:cNvSpPr/>
            <p:nvPr/>
          </p:nvSpPr>
          <p:spPr>
            <a:xfrm>
              <a:off x="3293209" y="23672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" name="rc227"/>
            <p:cNvSpPr/>
            <p:nvPr/>
          </p:nvSpPr>
          <p:spPr>
            <a:xfrm>
              <a:off x="3293209" y="25069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" name="rc228"/>
            <p:cNvSpPr/>
            <p:nvPr/>
          </p:nvSpPr>
          <p:spPr>
            <a:xfrm>
              <a:off x="3293209" y="2646653"/>
              <a:ext cx="114300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" name="rc229"/>
            <p:cNvSpPr/>
            <p:nvPr/>
          </p:nvSpPr>
          <p:spPr>
            <a:xfrm>
              <a:off x="3293209" y="27863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" name="rc230"/>
            <p:cNvSpPr/>
            <p:nvPr/>
          </p:nvSpPr>
          <p:spPr>
            <a:xfrm>
              <a:off x="3293209" y="2926053"/>
              <a:ext cx="114300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1" name="rc231"/>
            <p:cNvSpPr/>
            <p:nvPr/>
          </p:nvSpPr>
          <p:spPr>
            <a:xfrm>
              <a:off x="3293209" y="30657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2" name="rc232"/>
            <p:cNvSpPr/>
            <p:nvPr/>
          </p:nvSpPr>
          <p:spPr>
            <a:xfrm>
              <a:off x="3293209" y="32054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3" name="rc233"/>
            <p:cNvSpPr/>
            <p:nvPr/>
          </p:nvSpPr>
          <p:spPr>
            <a:xfrm>
              <a:off x="3293209" y="33451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4" name="rc234"/>
            <p:cNvSpPr/>
            <p:nvPr/>
          </p:nvSpPr>
          <p:spPr>
            <a:xfrm>
              <a:off x="3293209" y="3484853"/>
              <a:ext cx="114300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" name="rc235"/>
            <p:cNvSpPr/>
            <p:nvPr/>
          </p:nvSpPr>
          <p:spPr>
            <a:xfrm>
              <a:off x="3293209" y="36245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6" name="rc236"/>
            <p:cNvSpPr/>
            <p:nvPr/>
          </p:nvSpPr>
          <p:spPr>
            <a:xfrm>
              <a:off x="3293209" y="37642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7" name="rc237"/>
            <p:cNvSpPr/>
            <p:nvPr/>
          </p:nvSpPr>
          <p:spPr>
            <a:xfrm>
              <a:off x="3407509" y="13893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8" name="rc238"/>
            <p:cNvSpPr/>
            <p:nvPr/>
          </p:nvSpPr>
          <p:spPr>
            <a:xfrm>
              <a:off x="3407509" y="15290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9" name="rc239"/>
            <p:cNvSpPr/>
            <p:nvPr/>
          </p:nvSpPr>
          <p:spPr>
            <a:xfrm>
              <a:off x="3407509" y="1668753"/>
              <a:ext cx="114300" cy="139700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0" name="rc240"/>
            <p:cNvSpPr/>
            <p:nvPr/>
          </p:nvSpPr>
          <p:spPr>
            <a:xfrm>
              <a:off x="3407509" y="1808453"/>
              <a:ext cx="114300" cy="13970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1" name="rc241"/>
            <p:cNvSpPr/>
            <p:nvPr/>
          </p:nvSpPr>
          <p:spPr>
            <a:xfrm>
              <a:off x="3407509" y="1948153"/>
              <a:ext cx="114300" cy="13970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2" name="rc242"/>
            <p:cNvSpPr/>
            <p:nvPr/>
          </p:nvSpPr>
          <p:spPr>
            <a:xfrm>
              <a:off x="3407509" y="20878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3" name="rc243"/>
            <p:cNvSpPr/>
            <p:nvPr/>
          </p:nvSpPr>
          <p:spPr>
            <a:xfrm>
              <a:off x="3407509" y="22275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4" name="rc244"/>
            <p:cNvSpPr/>
            <p:nvPr/>
          </p:nvSpPr>
          <p:spPr>
            <a:xfrm>
              <a:off x="3407509" y="2367253"/>
              <a:ext cx="114300" cy="13970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" name="rc245"/>
            <p:cNvSpPr/>
            <p:nvPr/>
          </p:nvSpPr>
          <p:spPr>
            <a:xfrm>
              <a:off x="3407509" y="25069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" name="rc246"/>
            <p:cNvSpPr/>
            <p:nvPr/>
          </p:nvSpPr>
          <p:spPr>
            <a:xfrm>
              <a:off x="3407509" y="26466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" name="rc247"/>
            <p:cNvSpPr/>
            <p:nvPr/>
          </p:nvSpPr>
          <p:spPr>
            <a:xfrm>
              <a:off x="3407509" y="2786353"/>
              <a:ext cx="114300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" name="rc248"/>
            <p:cNvSpPr/>
            <p:nvPr/>
          </p:nvSpPr>
          <p:spPr>
            <a:xfrm>
              <a:off x="3407509" y="29260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" name="rc249"/>
            <p:cNvSpPr/>
            <p:nvPr/>
          </p:nvSpPr>
          <p:spPr>
            <a:xfrm>
              <a:off x="3407509" y="30657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" name="rc250"/>
            <p:cNvSpPr/>
            <p:nvPr/>
          </p:nvSpPr>
          <p:spPr>
            <a:xfrm>
              <a:off x="3407509" y="32054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" name="rc251"/>
            <p:cNvSpPr/>
            <p:nvPr/>
          </p:nvSpPr>
          <p:spPr>
            <a:xfrm>
              <a:off x="3407509" y="33451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" name="rc252"/>
            <p:cNvSpPr/>
            <p:nvPr/>
          </p:nvSpPr>
          <p:spPr>
            <a:xfrm>
              <a:off x="3407509" y="34848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" name="rc253"/>
            <p:cNvSpPr/>
            <p:nvPr/>
          </p:nvSpPr>
          <p:spPr>
            <a:xfrm>
              <a:off x="3407509" y="3624553"/>
              <a:ext cx="114300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" name="rc254"/>
            <p:cNvSpPr/>
            <p:nvPr/>
          </p:nvSpPr>
          <p:spPr>
            <a:xfrm>
              <a:off x="3407509" y="3764253"/>
              <a:ext cx="114300" cy="139700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" name="rc255"/>
            <p:cNvSpPr/>
            <p:nvPr/>
          </p:nvSpPr>
          <p:spPr>
            <a:xfrm>
              <a:off x="3521809" y="13893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" name="rc256"/>
            <p:cNvSpPr/>
            <p:nvPr/>
          </p:nvSpPr>
          <p:spPr>
            <a:xfrm>
              <a:off x="3521809" y="15290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" name="rc257"/>
            <p:cNvSpPr/>
            <p:nvPr/>
          </p:nvSpPr>
          <p:spPr>
            <a:xfrm>
              <a:off x="3521809" y="16687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" name="rc258"/>
            <p:cNvSpPr/>
            <p:nvPr/>
          </p:nvSpPr>
          <p:spPr>
            <a:xfrm>
              <a:off x="3521809" y="18084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" name="rc259"/>
            <p:cNvSpPr/>
            <p:nvPr/>
          </p:nvSpPr>
          <p:spPr>
            <a:xfrm>
              <a:off x="3521809" y="19481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" name="rc260"/>
            <p:cNvSpPr/>
            <p:nvPr/>
          </p:nvSpPr>
          <p:spPr>
            <a:xfrm>
              <a:off x="3521809" y="20878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" name="rc261"/>
            <p:cNvSpPr/>
            <p:nvPr/>
          </p:nvSpPr>
          <p:spPr>
            <a:xfrm>
              <a:off x="3521809" y="22275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" name="rc262"/>
            <p:cNvSpPr/>
            <p:nvPr/>
          </p:nvSpPr>
          <p:spPr>
            <a:xfrm>
              <a:off x="3521809" y="23672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" name="rc263"/>
            <p:cNvSpPr/>
            <p:nvPr/>
          </p:nvSpPr>
          <p:spPr>
            <a:xfrm>
              <a:off x="3521809" y="25069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" name="rc264"/>
            <p:cNvSpPr/>
            <p:nvPr/>
          </p:nvSpPr>
          <p:spPr>
            <a:xfrm>
              <a:off x="3521809" y="26466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" name="rc265"/>
            <p:cNvSpPr/>
            <p:nvPr/>
          </p:nvSpPr>
          <p:spPr>
            <a:xfrm>
              <a:off x="3521809" y="27863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" name="rc266"/>
            <p:cNvSpPr/>
            <p:nvPr/>
          </p:nvSpPr>
          <p:spPr>
            <a:xfrm>
              <a:off x="3521809" y="29260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" name="rc267"/>
            <p:cNvSpPr/>
            <p:nvPr/>
          </p:nvSpPr>
          <p:spPr>
            <a:xfrm>
              <a:off x="3521809" y="30657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" name="rc268"/>
            <p:cNvSpPr/>
            <p:nvPr/>
          </p:nvSpPr>
          <p:spPr>
            <a:xfrm>
              <a:off x="3521809" y="32054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" name="rc269"/>
            <p:cNvSpPr/>
            <p:nvPr/>
          </p:nvSpPr>
          <p:spPr>
            <a:xfrm>
              <a:off x="3521809" y="33451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" name="rc270"/>
            <p:cNvSpPr/>
            <p:nvPr/>
          </p:nvSpPr>
          <p:spPr>
            <a:xfrm>
              <a:off x="3521809" y="3484853"/>
              <a:ext cx="114300" cy="139700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" name="rc271"/>
            <p:cNvSpPr/>
            <p:nvPr/>
          </p:nvSpPr>
          <p:spPr>
            <a:xfrm>
              <a:off x="3521809" y="36245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" name="rc272"/>
            <p:cNvSpPr/>
            <p:nvPr/>
          </p:nvSpPr>
          <p:spPr>
            <a:xfrm>
              <a:off x="3521809" y="37642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" name="rc273"/>
            <p:cNvSpPr/>
            <p:nvPr/>
          </p:nvSpPr>
          <p:spPr>
            <a:xfrm>
              <a:off x="3636109" y="13893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" name="rc274"/>
            <p:cNvSpPr/>
            <p:nvPr/>
          </p:nvSpPr>
          <p:spPr>
            <a:xfrm>
              <a:off x="3636109" y="1529053"/>
              <a:ext cx="114300" cy="139700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" name="rc275"/>
            <p:cNvSpPr/>
            <p:nvPr/>
          </p:nvSpPr>
          <p:spPr>
            <a:xfrm>
              <a:off x="3636109" y="16687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" name="rc276"/>
            <p:cNvSpPr/>
            <p:nvPr/>
          </p:nvSpPr>
          <p:spPr>
            <a:xfrm>
              <a:off x="3636109" y="18084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" name="rc277"/>
            <p:cNvSpPr/>
            <p:nvPr/>
          </p:nvSpPr>
          <p:spPr>
            <a:xfrm>
              <a:off x="3636109" y="19481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" name="rc278"/>
            <p:cNvSpPr/>
            <p:nvPr/>
          </p:nvSpPr>
          <p:spPr>
            <a:xfrm>
              <a:off x="3636109" y="2087853"/>
              <a:ext cx="114300" cy="139700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" name="rc279"/>
            <p:cNvSpPr/>
            <p:nvPr/>
          </p:nvSpPr>
          <p:spPr>
            <a:xfrm>
              <a:off x="3636109" y="2227553"/>
              <a:ext cx="114300" cy="139700"/>
            </a:xfrm>
            <a:prstGeom prst="rect">
              <a:avLst/>
            </a:prstGeom>
            <a:solidFill>
              <a:srgbClr val="FEE7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" name="rc280"/>
            <p:cNvSpPr/>
            <p:nvPr/>
          </p:nvSpPr>
          <p:spPr>
            <a:xfrm>
              <a:off x="3636109" y="23672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" name="rc281"/>
            <p:cNvSpPr/>
            <p:nvPr/>
          </p:nvSpPr>
          <p:spPr>
            <a:xfrm>
              <a:off x="3636109" y="25069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" name="rc282"/>
            <p:cNvSpPr/>
            <p:nvPr/>
          </p:nvSpPr>
          <p:spPr>
            <a:xfrm>
              <a:off x="3636109" y="26466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" name="rc283"/>
            <p:cNvSpPr/>
            <p:nvPr/>
          </p:nvSpPr>
          <p:spPr>
            <a:xfrm>
              <a:off x="3636109" y="2786353"/>
              <a:ext cx="114300" cy="139700"/>
            </a:xfrm>
            <a:prstGeom prst="rect">
              <a:avLst/>
            </a:prstGeom>
            <a:solidFill>
              <a:srgbClr val="FEE7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" name="rc284"/>
            <p:cNvSpPr/>
            <p:nvPr/>
          </p:nvSpPr>
          <p:spPr>
            <a:xfrm>
              <a:off x="3636109" y="29260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" name="rc285"/>
            <p:cNvSpPr/>
            <p:nvPr/>
          </p:nvSpPr>
          <p:spPr>
            <a:xfrm>
              <a:off x="3636109" y="30657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" name="rc286"/>
            <p:cNvSpPr/>
            <p:nvPr/>
          </p:nvSpPr>
          <p:spPr>
            <a:xfrm>
              <a:off x="3636109" y="32054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" name="rc287"/>
            <p:cNvSpPr/>
            <p:nvPr/>
          </p:nvSpPr>
          <p:spPr>
            <a:xfrm>
              <a:off x="3636109" y="33451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" name="rc288"/>
            <p:cNvSpPr/>
            <p:nvPr/>
          </p:nvSpPr>
          <p:spPr>
            <a:xfrm>
              <a:off x="3636109" y="34848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" name="rc289"/>
            <p:cNvSpPr/>
            <p:nvPr/>
          </p:nvSpPr>
          <p:spPr>
            <a:xfrm>
              <a:off x="3636109" y="36245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" name="rc290"/>
            <p:cNvSpPr/>
            <p:nvPr/>
          </p:nvSpPr>
          <p:spPr>
            <a:xfrm>
              <a:off x="3636109" y="3764253"/>
              <a:ext cx="114300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" name="rc291"/>
            <p:cNvSpPr/>
            <p:nvPr/>
          </p:nvSpPr>
          <p:spPr>
            <a:xfrm>
              <a:off x="3750409" y="13893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" name="rc292"/>
            <p:cNvSpPr/>
            <p:nvPr/>
          </p:nvSpPr>
          <p:spPr>
            <a:xfrm>
              <a:off x="3750409" y="15290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" name="rc293"/>
            <p:cNvSpPr/>
            <p:nvPr/>
          </p:nvSpPr>
          <p:spPr>
            <a:xfrm>
              <a:off x="3750409" y="16687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" name="rc294"/>
            <p:cNvSpPr/>
            <p:nvPr/>
          </p:nvSpPr>
          <p:spPr>
            <a:xfrm>
              <a:off x="3750409" y="18084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" name="rc295"/>
            <p:cNvSpPr/>
            <p:nvPr/>
          </p:nvSpPr>
          <p:spPr>
            <a:xfrm>
              <a:off x="3750409" y="19481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" name="rc296"/>
            <p:cNvSpPr/>
            <p:nvPr/>
          </p:nvSpPr>
          <p:spPr>
            <a:xfrm>
              <a:off x="3750409" y="20878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" name="rc297"/>
            <p:cNvSpPr/>
            <p:nvPr/>
          </p:nvSpPr>
          <p:spPr>
            <a:xfrm>
              <a:off x="3750409" y="22275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" name="rc298"/>
            <p:cNvSpPr/>
            <p:nvPr/>
          </p:nvSpPr>
          <p:spPr>
            <a:xfrm>
              <a:off x="3750409" y="2367253"/>
              <a:ext cx="114300" cy="139700"/>
            </a:xfrm>
            <a:prstGeom prst="rect">
              <a:avLst/>
            </a:prstGeom>
            <a:solidFill>
              <a:srgbClr val="FEE7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" name="rc299"/>
            <p:cNvSpPr/>
            <p:nvPr/>
          </p:nvSpPr>
          <p:spPr>
            <a:xfrm>
              <a:off x="3750409" y="2506953"/>
              <a:ext cx="114300" cy="139700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" name="rc300"/>
            <p:cNvSpPr/>
            <p:nvPr/>
          </p:nvSpPr>
          <p:spPr>
            <a:xfrm>
              <a:off x="3750409" y="2646653"/>
              <a:ext cx="114300" cy="139700"/>
            </a:xfrm>
            <a:prstGeom prst="rect">
              <a:avLst/>
            </a:prstGeom>
            <a:solidFill>
              <a:srgbClr val="FC8F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" name="rc301"/>
            <p:cNvSpPr/>
            <p:nvPr/>
          </p:nvSpPr>
          <p:spPr>
            <a:xfrm>
              <a:off x="3750409" y="2786353"/>
              <a:ext cx="114300" cy="139700"/>
            </a:xfrm>
            <a:prstGeom prst="rect">
              <a:avLst/>
            </a:prstGeom>
            <a:solidFill>
              <a:srgbClr val="F67E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" name="rc302"/>
            <p:cNvSpPr/>
            <p:nvPr/>
          </p:nvSpPr>
          <p:spPr>
            <a:xfrm>
              <a:off x="3750409" y="2926053"/>
              <a:ext cx="114300" cy="139700"/>
            </a:xfrm>
            <a:prstGeom prst="rect">
              <a:avLst/>
            </a:prstGeom>
            <a:solidFill>
              <a:srgbClr val="FC8F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" name="rc303"/>
            <p:cNvSpPr/>
            <p:nvPr/>
          </p:nvSpPr>
          <p:spPr>
            <a:xfrm>
              <a:off x="3750409" y="30657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" name="rc304"/>
            <p:cNvSpPr/>
            <p:nvPr/>
          </p:nvSpPr>
          <p:spPr>
            <a:xfrm>
              <a:off x="3750409" y="32054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" name="rc305"/>
            <p:cNvSpPr/>
            <p:nvPr/>
          </p:nvSpPr>
          <p:spPr>
            <a:xfrm>
              <a:off x="3750409" y="33451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" name="rc306"/>
            <p:cNvSpPr/>
            <p:nvPr/>
          </p:nvSpPr>
          <p:spPr>
            <a:xfrm>
              <a:off x="3750409" y="34848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" name="rc307"/>
            <p:cNvSpPr/>
            <p:nvPr/>
          </p:nvSpPr>
          <p:spPr>
            <a:xfrm>
              <a:off x="3750409" y="36245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" name="rc308"/>
            <p:cNvSpPr/>
            <p:nvPr/>
          </p:nvSpPr>
          <p:spPr>
            <a:xfrm>
              <a:off x="3750409" y="37642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" name="rc309"/>
            <p:cNvSpPr/>
            <p:nvPr/>
          </p:nvSpPr>
          <p:spPr>
            <a:xfrm>
              <a:off x="3864709" y="13893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" name="rc310"/>
            <p:cNvSpPr/>
            <p:nvPr/>
          </p:nvSpPr>
          <p:spPr>
            <a:xfrm>
              <a:off x="3864709" y="15290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" name="rc311"/>
            <p:cNvSpPr/>
            <p:nvPr/>
          </p:nvSpPr>
          <p:spPr>
            <a:xfrm>
              <a:off x="3864709" y="16687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" name="rc312"/>
            <p:cNvSpPr/>
            <p:nvPr/>
          </p:nvSpPr>
          <p:spPr>
            <a:xfrm>
              <a:off x="3864709" y="18084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" name="rc313"/>
            <p:cNvSpPr/>
            <p:nvPr/>
          </p:nvSpPr>
          <p:spPr>
            <a:xfrm>
              <a:off x="3864709" y="19481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" name="rc314"/>
            <p:cNvSpPr/>
            <p:nvPr/>
          </p:nvSpPr>
          <p:spPr>
            <a:xfrm>
              <a:off x="3864709" y="20878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" name="rc315"/>
            <p:cNvSpPr/>
            <p:nvPr/>
          </p:nvSpPr>
          <p:spPr>
            <a:xfrm>
              <a:off x="3864709" y="22275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" name="rc316"/>
            <p:cNvSpPr/>
            <p:nvPr/>
          </p:nvSpPr>
          <p:spPr>
            <a:xfrm>
              <a:off x="3864709" y="23672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" name="rc317"/>
            <p:cNvSpPr/>
            <p:nvPr/>
          </p:nvSpPr>
          <p:spPr>
            <a:xfrm>
              <a:off x="3864709" y="25069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" name="rc318"/>
            <p:cNvSpPr/>
            <p:nvPr/>
          </p:nvSpPr>
          <p:spPr>
            <a:xfrm>
              <a:off x="3864709" y="26466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" name="rc319"/>
            <p:cNvSpPr/>
            <p:nvPr/>
          </p:nvSpPr>
          <p:spPr>
            <a:xfrm>
              <a:off x="3864709" y="27863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" name="rc320"/>
            <p:cNvSpPr/>
            <p:nvPr/>
          </p:nvSpPr>
          <p:spPr>
            <a:xfrm>
              <a:off x="3864709" y="2926053"/>
              <a:ext cx="114300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" name="rc321"/>
            <p:cNvSpPr/>
            <p:nvPr/>
          </p:nvSpPr>
          <p:spPr>
            <a:xfrm>
              <a:off x="3864709" y="30657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" name="rc322"/>
            <p:cNvSpPr/>
            <p:nvPr/>
          </p:nvSpPr>
          <p:spPr>
            <a:xfrm>
              <a:off x="3864709" y="32054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" name="rc323"/>
            <p:cNvSpPr/>
            <p:nvPr/>
          </p:nvSpPr>
          <p:spPr>
            <a:xfrm>
              <a:off x="3864709" y="3345153"/>
              <a:ext cx="114300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" name="rc324"/>
            <p:cNvSpPr/>
            <p:nvPr/>
          </p:nvSpPr>
          <p:spPr>
            <a:xfrm>
              <a:off x="3864709" y="3484853"/>
              <a:ext cx="114300" cy="139700"/>
            </a:xfrm>
            <a:prstGeom prst="rect">
              <a:avLst/>
            </a:prstGeom>
            <a:solidFill>
              <a:srgbClr val="FCA86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" name="rc325"/>
            <p:cNvSpPr/>
            <p:nvPr/>
          </p:nvSpPr>
          <p:spPr>
            <a:xfrm>
              <a:off x="3864709" y="3624553"/>
              <a:ext cx="114300" cy="139700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" name="rc326"/>
            <p:cNvSpPr/>
            <p:nvPr/>
          </p:nvSpPr>
          <p:spPr>
            <a:xfrm>
              <a:off x="3864709" y="3764253"/>
              <a:ext cx="114300" cy="139700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" name="rc327"/>
            <p:cNvSpPr/>
            <p:nvPr/>
          </p:nvSpPr>
          <p:spPr>
            <a:xfrm>
              <a:off x="3979009" y="13893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" name="rc328"/>
            <p:cNvSpPr/>
            <p:nvPr/>
          </p:nvSpPr>
          <p:spPr>
            <a:xfrm>
              <a:off x="3979009" y="15290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" name="rc329"/>
            <p:cNvSpPr/>
            <p:nvPr/>
          </p:nvSpPr>
          <p:spPr>
            <a:xfrm>
              <a:off x="3979009" y="16687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" name="rc330"/>
            <p:cNvSpPr/>
            <p:nvPr/>
          </p:nvSpPr>
          <p:spPr>
            <a:xfrm>
              <a:off x="3979009" y="18084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" name="rc331"/>
            <p:cNvSpPr/>
            <p:nvPr/>
          </p:nvSpPr>
          <p:spPr>
            <a:xfrm>
              <a:off x="3979009" y="19481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" name="rc332"/>
            <p:cNvSpPr/>
            <p:nvPr/>
          </p:nvSpPr>
          <p:spPr>
            <a:xfrm>
              <a:off x="3979009" y="20878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" name="rc333"/>
            <p:cNvSpPr/>
            <p:nvPr/>
          </p:nvSpPr>
          <p:spPr>
            <a:xfrm>
              <a:off x="3979009" y="22275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" name="rc334"/>
            <p:cNvSpPr/>
            <p:nvPr/>
          </p:nvSpPr>
          <p:spPr>
            <a:xfrm>
              <a:off x="3979009" y="23672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" name="rc335"/>
            <p:cNvSpPr/>
            <p:nvPr/>
          </p:nvSpPr>
          <p:spPr>
            <a:xfrm>
              <a:off x="3979009" y="25069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" name="rc336"/>
            <p:cNvSpPr/>
            <p:nvPr/>
          </p:nvSpPr>
          <p:spPr>
            <a:xfrm>
              <a:off x="3979009" y="26466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" name="rc337"/>
            <p:cNvSpPr/>
            <p:nvPr/>
          </p:nvSpPr>
          <p:spPr>
            <a:xfrm>
              <a:off x="3979009" y="27863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8" name="rc338"/>
            <p:cNvSpPr/>
            <p:nvPr/>
          </p:nvSpPr>
          <p:spPr>
            <a:xfrm>
              <a:off x="3979009" y="2926053"/>
              <a:ext cx="114300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9" name="rc339"/>
            <p:cNvSpPr/>
            <p:nvPr/>
          </p:nvSpPr>
          <p:spPr>
            <a:xfrm>
              <a:off x="3979009" y="3065753"/>
              <a:ext cx="114300" cy="13970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0" name="rc340"/>
            <p:cNvSpPr/>
            <p:nvPr/>
          </p:nvSpPr>
          <p:spPr>
            <a:xfrm>
              <a:off x="3979009" y="32054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1" name="rc341"/>
            <p:cNvSpPr/>
            <p:nvPr/>
          </p:nvSpPr>
          <p:spPr>
            <a:xfrm>
              <a:off x="3979009" y="33451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2" name="rc342"/>
            <p:cNvSpPr/>
            <p:nvPr/>
          </p:nvSpPr>
          <p:spPr>
            <a:xfrm>
              <a:off x="3979009" y="34848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3" name="rc343"/>
            <p:cNvSpPr/>
            <p:nvPr/>
          </p:nvSpPr>
          <p:spPr>
            <a:xfrm>
              <a:off x="3979009" y="36245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4" name="rc344"/>
            <p:cNvSpPr/>
            <p:nvPr/>
          </p:nvSpPr>
          <p:spPr>
            <a:xfrm>
              <a:off x="3979009" y="37642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5" name="rc345"/>
            <p:cNvSpPr/>
            <p:nvPr/>
          </p:nvSpPr>
          <p:spPr>
            <a:xfrm>
              <a:off x="4093309" y="1389353"/>
              <a:ext cx="114300" cy="13970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6" name="rc346"/>
            <p:cNvSpPr/>
            <p:nvPr/>
          </p:nvSpPr>
          <p:spPr>
            <a:xfrm>
              <a:off x="4093309" y="15290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7" name="rc347"/>
            <p:cNvSpPr/>
            <p:nvPr/>
          </p:nvSpPr>
          <p:spPr>
            <a:xfrm>
              <a:off x="4093309" y="16687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8" name="rc348"/>
            <p:cNvSpPr/>
            <p:nvPr/>
          </p:nvSpPr>
          <p:spPr>
            <a:xfrm>
              <a:off x="4093309" y="18084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9" name="rc349"/>
            <p:cNvSpPr/>
            <p:nvPr/>
          </p:nvSpPr>
          <p:spPr>
            <a:xfrm>
              <a:off x="4093309" y="19481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0" name="rc350"/>
            <p:cNvSpPr/>
            <p:nvPr/>
          </p:nvSpPr>
          <p:spPr>
            <a:xfrm>
              <a:off x="4093309" y="20878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1" name="rc351"/>
            <p:cNvSpPr/>
            <p:nvPr/>
          </p:nvSpPr>
          <p:spPr>
            <a:xfrm>
              <a:off x="4093309" y="22275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2" name="rc352"/>
            <p:cNvSpPr/>
            <p:nvPr/>
          </p:nvSpPr>
          <p:spPr>
            <a:xfrm>
              <a:off x="4093309" y="2367253"/>
              <a:ext cx="114300" cy="139700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3" name="rc353"/>
            <p:cNvSpPr/>
            <p:nvPr/>
          </p:nvSpPr>
          <p:spPr>
            <a:xfrm>
              <a:off x="4093309" y="25069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4" name="rc354"/>
            <p:cNvSpPr/>
            <p:nvPr/>
          </p:nvSpPr>
          <p:spPr>
            <a:xfrm>
              <a:off x="4093309" y="2646653"/>
              <a:ext cx="114300" cy="139700"/>
            </a:xfrm>
            <a:prstGeom prst="rect">
              <a:avLst/>
            </a:prstGeom>
            <a:solidFill>
              <a:srgbClr val="F17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5" name="rc355"/>
            <p:cNvSpPr/>
            <p:nvPr/>
          </p:nvSpPr>
          <p:spPr>
            <a:xfrm>
              <a:off x="4093309" y="2786353"/>
              <a:ext cx="114300" cy="139700"/>
            </a:xfrm>
            <a:prstGeom prst="rect">
              <a:avLst/>
            </a:prstGeom>
            <a:solidFill>
              <a:srgbClr val="F17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6" name="rc356"/>
            <p:cNvSpPr/>
            <p:nvPr/>
          </p:nvSpPr>
          <p:spPr>
            <a:xfrm>
              <a:off x="4093309" y="2926053"/>
              <a:ext cx="114300" cy="139700"/>
            </a:xfrm>
            <a:prstGeom prst="rect">
              <a:avLst/>
            </a:prstGeom>
            <a:solidFill>
              <a:srgbClr val="EB62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7" name="rc357"/>
            <p:cNvSpPr/>
            <p:nvPr/>
          </p:nvSpPr>
          <p:spPr>
            <a:xfrm>
              <a:off x="4093309" y="3065753"/>
              <a:ext cx="114300" cy="139700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8" name="rc358"/>
            <p:cNvSpPr/>
            <p:nvPr/>
          </p:nvSpPr>
          <p:spPr>
            <a:xfrm>
              <a:off x="4093309" y="3205453"/>
              <a:ext cx="114300" cy="139700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9" name="rc359"/>
            <p:cNvSpPr/>
            <p:nvPr/>
          </p:nvSpPr>
          <p:spPr>
            <a:xfrm>
              <a:off x="4093309" y="3345153"/>
              <a:ext cx="114300" cy="13970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0" name="rc360"/>
            <p:cNvSpPr/>
            <p:nvPr/>
          </p:nvSpPr>
          <p:spPr>
            <a:xfrm>
              <a:off x="4093309" y="3484853"/>
              <a:ext cx="114300" cy="139700"/>
            </a:xfrm>
            <a:prstGeom prst="rect">
              <a:avLst/>
            </a:prstGeom>
            <a:solidFill>
              <a:srgbClr val="FA8A5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1" name="rc361"/>
            <p:cNvSpPr/>
            <p:nvPr/>
          </p:nvSpPr>
          <p:spPr>
            <a:xfrm>
              <a:off x="4093309" y="3624553"/>
              <a:ext cx="114300" cy="139700"/>
            </a:xfrm>
            <a:prstGeom prst="rect">
              <a:avLst/>
            </a:prstGeom>
            <a:solidFill>
              <a:srgbClr val="F4794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2" name="rc362"/>
            <p:cNvSpPr/>
            <p:nvPr/>
          </p:nvSpPr>
          <p:spPr>
            <a:xfrm>
              <a:off x="4093309" y="3764253"/>
              <a:ext cx="114300" cy="139700"/>
            </a:xfrm>
            <a:prstGeom prst="rect">
              <a:avLst/>
            </a:prstGeom>
            <a:solidFill>
              <a:srgbClr val="F17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3" name="rc363"/>
            <p:cNvSpPr/>
            <p:nvPr/>
          </p:nvSpPr>
          <p:spPr>
            <a:xfrm>
              <a:off x="4207609" y="13893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4" name="rc364"/>
            <p:cNvSpPr/>
            <p:nvPr/>
          </p:nvSpPr>
          <p:spPr>
            <a:xfrm>
              <a:off x="4207609" y="15290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5" name="rc365"/>
            <p:cNvSpPr/>
            <p:nvPr/>
          </p:nvSpPr>
          <p:spPr>
            <a:xfrm>
              <a:off x="4207609" y="1668753"/>
              <a:ext cx="114300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6" name="rc366"/>
            <p:cNvSpPr/>
            <p:nvPr/>
          </p:nvSpPr>
          <p:spPr>
            <a:xfrm>
              <a:off x="4207609" y="18084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7" name="rc367"/>
            <p:cNvSpPr/>
            <p:nvPr/>
          </p:nvSpPr>
          <p:spPr>
            <a:xfrm>
              <a:off x="4207609" y="19481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8" name="rc368"/>
            <p:cNvSpPr/>
            <p:nvPr/>
          </p:nvSpPr>
          <p:spPr>
            <a:xfrm>
              <a:off x="4207609" y="20878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9" name="rc369"/>
            <p:cNvSpPr/>
            <p:nvPr/>
          </p:nvSpPr>
          <p:spPr>
            <a:xfrm>
              <a:off x="4207609" y="22275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0" name="rc370"/>
            <p:cNvSpPr/>
            <p:nvPr/>
          </p:nvSpPr>
          <p:spPr>
            <a:xfrm>
              <a:off x="4207609" y="23672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1" name="rc371"/>
            <p:cNvSpPr/>
            <p:nvPr/>
          </p:nvSpPr>
          <p:spPr>
            <a:xfrm>
              <a:off x="4207609" y="25069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2" name="rc372"/>
            <p:cNvSpPr/>
            <p:nvPr/>
          </p:nvSpPr>
          <p:spPr>
            <a:xfrm>
              <a:off x="4207609" y="26466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3" name="rc373"/>
            <p:cNvSpPr/>
            <p:nvPr/>
          </p:nvSpPr>
          <p:spPr>
            <a:xfrm>
              <a:off x="4207609" y="27863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4" name="rc374"/>
            <p:cNvSpPr/>
            <p:nvPr/>
          </p:nvSpPr>
          <p:spPr>
            <a:xfrm>
              <a:off x="4207609" y="29260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5" name="rc375"/>
            <p:cNvSpPr/>
            <p:nvPr/>
          </p:nvSpPr>
          <p:spPr>
            <a:xfrm>
              <a:off x="4207609" y="30657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6" name="rc376"/>
            <p:cNvSpPr/>
            <p:nvPr/>
          </p:nvSpPr>
          <p:spPr>
            <a:xfrm>
              <a:off x="4207609" y="3205453"/>
              <a:ext cx="114300" cy="139700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7" name="rc377"/>
            <p:cNvSpPr/>
            <p:nvPr/>
          </p:nvSpPr>
          <p:spPr>
            <a:xfrm>
              <a:off x="4207609" y="3345153"/>
              <a:ext cx="114300" cy="139700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8" name="rc378"/>
            <p:cNvSpPr/>
            <p:nvPr/>
          </p:nvSpPr>
          <p:spPr>
            <a:xfrm>
              <a:off x="4207609" y="34848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9" name="rc379"/>
            <p:cNvSpPr/>
            <p:nvPr/>
          </p:nvSpPr>
          <p:spPr>
            <a:xfrm>
              <a:off x="4207609" y="3624553"/>
              <a:ext cx="114300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0" name="rc380"/>
            <p:cNvSpPr/>
            <p:nvPr/>
          </p:nvSpPr>
          <p:spPr>
            <a:xfrm>
              <a:off x="4207609" y="37642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1" name="rc381"/>
            <p:cNvSpPr/>
            <p:nvPr/>
          </p:nvSpPr>
          <p:spPr>
            <a:xfrm>
              <a:off x="4321909" y="1389353"/>
              <a:ext cx="114300" cy="13970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2" name="rc382"/>
            <p:cNvSpPr/>
            <p:nvPr/>
          </p:nvSpPr>
          <p:spPr>
            <a:xfrm>
              <a:off x="4321909" y="15290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3" name="rc383"/>
            <p:cNvSpPr/>
            <p:nvPr/>
          </p:nvSpPr>
          <p:spPr>
            <a:xfrm>
              <a:off x="4321909" y="16687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4" name="rc384"/>
            <p:cNvSpPr/>
            <p:nvPr/>
          </p:nvSpPr>
          <p:spPr>
            <a:xfrm>
              <a:off x="4321909" y="18084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5" name="rc385"/>
            <p:cNvSpPr/>
            <p:nvPr/>
          </p:nvSpPr>
          <p:spPr>
            <a:xfrm>
              <a:off x="4321909" y="1948153"/>
              <a:ext cx="114300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6" name="rc386"/>
            <p:cNvSpPr/>
            <p:nvPr/>
          </p:nvSpPr>
          <p:spPr>
            <a:xfrm>
              <a:off x="4321909" y="2087853"/>
              <a:ext cx="114300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7" name="rc387"/>
            <p:cNvSpPr/>
            <p:nvPr/>
          </p:nvSpPr>
          <p:spPr>
            <a:xfrm>
              <a:off x="4321909" y="22275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8" name="rc388"/>
            <p:cNvSpPr/>
            <p:nvPr/>
          </p:nvSpPr>
          <p:spPr>
            <a:xfrm>
              <a:off x="4321909" y="23672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9" name="rc389"/>
            <p:cNvSpPr/>
            <p:nvPr/>
          </p:nvSpPr>
          <p:spPr>
            <a:xfrm>
              <a:off x="4321909" y="25069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0" name="rc390"/>
            <p:cNvSpPr/>
            <p:nvPr/>
          </p:nvSpPr>
          <p:spPr>
            <a:xfrm>
              <a:off x="4321909" y="26466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1" name="rc391"/>
            <p:cNvSpPr/>
            <p:nvPr/>
          </p:nvSpPr>
          <p:spPr>
            <a:xfrm>
              <a:off x="4321909" y="27863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2" name="rc392"/>
            <p:cNvSpPr/>
            <p:nvPr/>
          </p:nvSpPr>
          <p:spPr>
            <a:xfrm>
              <a:off x="4321909" y="29260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3" name="rc393"/>
            <p:cNvSpPr/>
            <p:nvPr/>
          </p:nvSpPr>
          <p:spPr>
            <a:xfrm>
              <a:off x="4321909" y="3065753"/>
              <a:ext cx="114300" cy="139700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4" name="rc394"/>
            <p:cNvSpPr/>
            <p:nvPr/>
          </p:nvSpPr>
          <p:spPr>
            <a:xfrm>
              <a:off x="4321909" y="32054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5" name="rc395"/>
            <p:cNvSpPr/>
            <p:nvPr/>
          </p:nvSpPr>
          <p:spPr>
            <a:xfrm>
              <a:off x="4321909" y="3345153"/>
              <a:ext cx="114300" cy="13970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6" name="rc396"/>
            <p:cNvSpPr/>
            <p:nvPr/>
          </p:nvSpPr>
          <p:spPr>
            <a:xfrm>
              <a:off x="4321909" y="3484853"/>
              <a:ext cx="114300" cy="139700"/>
            </a:xfrm>
            <a:prstGeom prst="rect">
              <a:avLst/>
            </a:prstGeom>
            <a:solidFill>
              <a:srgbClr val="FC945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7" name="rc397"/>
            <p:cNvSpPr/>
            <p:nvPr/>
          </p:nvSpPr>
          <p:spPr>
            <a:xfrm>
              <a:off x="4321909" y="3624553"/>
              <a:ext cx="114300" cy="139700"/>
            </a:xfrm>
            <a:prstGeom prst="rect">
              <a:avLst/>
            </a:prstGeom>
            <a:solidFill>
              <a:srgbClr val="FC99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8" name="rc398"/>
            <p:cNvSpPr/>
            <p:nvPr/>
          </p:nvSpPr>
          <p:spPr>
            <a:xfrm>
              <a:off x="4321909" y="3764253"/>
              <a:ext cx="114300" cy="139700"/>
            </a:xfrm>
            <a:prstGeom prst="rect">
              <a:avLst/>
            </a:prstGeom>
            <a:solidFill>
              <a:srgbClr val="FC8F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9" name="rc399"/>
            <p:cNvSpPr/>
            <p:nvPr/>
          </p:nvSpPr>
          <p:spPr>
            <a:xfrm>
              <a:off x="4436209" y="13893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0" name="rc400"/>
            <p:cNvSpPr/>
            <p:nvPr/>
          </p:nvSpPr>
          <p:spPr>
            <a:xfrm>
              <a:off x="4436209" y="1529053"/>
              <a:ext cx="114300" cy="139700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1" name="rc401"/>
            <p:cNvSpPr/>
            <p:nvPr/>
          </p:nvSpPr>
          <p:spPr>
            <a:xfrm>
              <a:off x="4436209" y="16687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2" name="rc402"/>
            <p:cNvSpPr/>
            <p:nvPr/>
          </p:nvSpPr>
          <p:spPr>
            <a:xfrm>
              <a:off x="4436209" y="1808453"/>
              <a:ext cx="114300" cy="139700"/>
            </a:xfrm>
            <a:prstGeom prst="rect">
              <a:avLst/>
            </a:prstGeom>
            <a:solidFill>
              <a:srgbClr val="A1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3" name="rc403"/>
            <p:cNvSpPr/>
            <p:nvPr/>
          </p:nvSpPr>
          <p:spPr>
            <a:xfrm>
              <a:off x="4436209" y="1948153"/>
              <a:ext cx="114300" cy="139700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4" name="rc404"/>
            <p:cNvSpPr/>
            <p:nvPr/>
          </p:nvSpPr>
          <p:spPr>
            <a:xfrm>
              <a:off x="4436209" y="2087853"/>
              <a:ext cx="114300" cy="139700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5" name="rc405"/>
            <p:cNvSpPr/>
            <p:nvPr/>
          </p:nvSpPr>
          <p:spPr>
            <a:xfrm>
              <a:off x="4436209" y="2227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6" name="rc406"/>
            <p:cNvSpPr/>
            <p:nvPr/>
          </p:nvSpPr>
          <p:spPr>
            <a:xfrm>
              <a:off x="4436209" y="23672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7" name="rc407"/>
            <p:cNvSpPr/>
            <p:nvPr/>
          </p:nvSpPr>
          <p:spPr>
            <a:xfrm>
              <a:off x="4436209" y="2506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8" name="rc408"/>
            <p:cNvSpPr/>
            <p:nvPr/>
          </p:nvSpPr>
          <p:spPr>
            <a:xfrm>
              <a:off x="4436209" y="26466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9" name="rc409"/>
            <p:cNvSpPr/>
            <p:nvPr/>
          </p:nvSpPr>
          <p:spPr>
            <a:xfrm>
              <a:off x="4436209" y="27863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0" name="rc410"/>
            <p:cNvSpPr/>
            <p:nvPr/>
          </p:nvSpPr>
          <p:spPr>
            <a:xfrm>
              <a:off x="4436209" y="29260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1" name="rc411"/>
            <p:cNvSpPr/>
            <p:nvPr/>
          </p:nvSpPr>
          <p:spPr>
            <a:xfrm>
              <a:off x="4436209" y="30657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2" name="rc412"/>
            <p:cNvSpPr/>
            <p:nvPr/>
          </p:nvSpPr>
          <p:spPr>
            <a:xfrm>
              <a:off x="4436209" y="32054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3" name="rc413"/>
            <p:cNvSpPr/>
            <p:nvPr/>
          </p:nvSpPr>
          <p:spPr>
            <a:xfrm>
              <a:off x="4436209" y="33451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4" name="rc414"/>
            <p:cNvSpPr/>
            <p:nvPr/>
          </p:nvSpPr>
          <p:spPr>
            <a:xfrm>
              <a:off x="4436209" y="34848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5" name="rc415"/>
            <p:cNvSpPr/>
            <p:nvPr/>
          </p:nvSpPr>
          <p:spPr>
            <a:xfrm>
              <a:off x="4436209" y="36245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6" name="rc416"/>
            <p:cNvSpPr/>
            <p:nvPr/>
          </p:nvSpPr>
          <p:spPr>
            <a:xfrm>
              <a:off x="4436209" y="37642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7" name="rc417"/>
            <p:cNvSpPr/>
            <p:nvPr/>
          </p:nvSpPr>
          <p:spPr>
            <a:xfrm>
              <a:off x="4550509" y="1389353"/>
              <a:ext cx="114300" cy="139700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8" name="rc418"/>
            <p:cNvSpPr/>
            <p:nvPr/>
          </p:nvSpPr>
          <p:spPr>
            <a:xfrm>
              <a:off x="4550509" y="15290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9" name="rc419"/>
            <p:cNvSpPr/>
            <p:nvPr/>
          </p:nvSpPr>
          <p:spPr>
            <a:xfrm>
              <a:off x="4550509" y="16687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0" name="rc420"/>
            <p:cNvSpPr/>
            <p:nvPr/>
          </p:nvSpPr>
          <p:spPr>
            <a:xfrm>
              <a:off x="4550509" y="1808453"/>
              <a:ext cx="114300" cy="139700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1" name="rc421"/>
            <p:cNvSpPr/>
            <p:nvPr/>
          </p:nvSpPr>
          <p:spPr>
            <a:xfrm>
              <a:off x="4550509" y="1948153"/>
              <a:ext cx="114300" cy="139700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2" name="rc422"/>
            <p:cNvSpPr/>
            <p:nvPr/>
          </p:nvSpPr>
          <p:spPr>
            <a:xfrm>
              <a:off x="4550509" y="2087853"/>
              <a:ext cx="114300" cy="139700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3" name="rc423"/>
            <p:cNvSpPr/>
            <p:nvPr/>
          </p:nvSpPr>
          <p:spPr>
            <a:xfrm>
              <a:off x="4550509" y="2227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4" name="rc424"/>
            <p:cNvSpPr/>
            <p:nvPr/>
          </p:nvSpPr>
          <p:spPr>
            <a:xfrm>
              <a:off x="4550509" y="2367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" name="rc425"/>
            <p:cNvSpPr/>
            <p:nvPr/>
          </p:nvSpPr>
          <p:spPr>
            <a:xfrm>
              <a:off x="4550509" y="2506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6" name="rc426"/>
            <p:cNvSpPr/>
            <p:nvPr/>
          </p:nvSpPr>
          <p:spPr>
            <a:xfrm>
              <a:off x="4550509" y="26466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7" name="rc427"/>
            <p:cNvSpPr/>
            <p:nvPr/>
          </p:nvSpPr>
          <p:spPr>
            <a:xfrm>
              <a:off x="4550509" y="27863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8" name="rc428"/>
            <p:cNvSpPr/>
            <p:nvPr/>
          </p:nvSpPr>
          <p:spPr>
            <a:xfrm>
              <a:off x="4550509" y="29260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9" name="rc429"/>
            <p:cNvSpPr/>
            <p:nvPr/>
          </p:nvSpPr>
          <p:spPr>
            <a:xfrm>
              <a:off x="4550509" y="30657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0" name="rc430"/>
            <p:cNvSpPr/>
            <p:nvPr/>
          </p:nvSpPr>
          <p:spPr>
            <a:xfrm>
              <a:off x="4550509" y="32054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1" name="rc431"/>
            <p:cNvSpPr/>
            <p:nvPr/>
          </p:nvSpPr>
          <p:spPr>
            <a:xfrm>
              <a:off x="4550509" y="33451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2" name="rc432"/>
            <p:cNvSpPr/>
            <p:nvPr/>
          </p:nvSpPr>
          <p:spPr>
            <a:xfrm>
              <a:off x="4550509" y="34848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3" name="rc433"/>
            <p:cNvSpPr/>
            <p:nvPr/>
          </p:nvSpPr>
          <p:spPr>
            <a:xfrm>
              <a:off x="4550509" y="36245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4" name="rc434"/>
            <p:cNvSpPr/>
            <p:nvPr/>
          </p:nvSpPr>
          <p:spPr>
            <a:xfrm>
              <a:off x="4550509" y="37642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5" name="rc435"/>
            <p:cNvSpPr/>
            <p:nvPr/>
          </p:nvSpPr>
          <p:spPr>
            <a:xfrm>
              <a:off x="4664809" y="1389353"/>
              <a:ext cx="114300" cy="13970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6" name="rc436"/>
            <p:cNvSpPr/>
            <p:nvPr/>
          </p:nvSpPr>
          <p:spPr>
            <a:xfrm>
              <a:off x="4664809" y="15290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7" name="rc437"/>
            <p:cNvSpPr/>
            <p:nvPr/>
          </p:nvSpPr>
          <p:spPr>
            <a:xfrm>
              <a:off x="4664809" y="1668753"/>
              <a:ext cx="114300" cy="139700"/>
            </a:xfrm>
            <a:prstGeom prst="rect">
              <a:avLst/>
            </a:prstGeom>
            <a:solidFill>
              <a:srgbClr val="A1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8" name="rc438"/>
            <p:cNvSpPr/>
            <p:nvPr/>
          </p:nvSpPr>
          <p:spPr>
            <a:xfrm>
              <a:off x="4664809" y="18084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9" name="rc439"/>
            <p:cNvSpPr/>
            <p:nvPr/>
          </p:nvSpPr>
          <p:spPr>
            <a:xfrm>
              <a:off x="4664809" y="1948153"/>
              <a:ext cx="114300" cy="1397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0" name="rc440"/>
            <p:cNvSpPr/>
            <p:nvPr/>
          </p:nvSpPr>
          <p:spPr>
            <a:xfrm>
              <a:off x="4664809" y="20878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1" name="rc441"/>
            <p:cNvSpPr/>
            <p:nvPr/>
          </p:nvSpPr>
          <p:spPr>
            <a:xfrm>
              <a:off x="4664809" y="22275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2" name="rc442"/>
            <p:cNvSpPr/>
            <p:nvPr/>
          </p:nvSpPr>
          <p:spPr>
            <a:xfrm>
              <a:off x="4664809" y="2367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3" name="rc443"/>
            <p:cNvSpPr/>
            <p:nvPr/>
          </p:nvSpPr>
          <p:spPr>
            <a:xfrm>
              <a:off x="4664809" y="2506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4" name="rc444"/>
            <p:cNvSpPr/>
            <p:nvPr/>
          </p:nvSpPr>
          <p:spPr>
            <a:xfrm>
              <a:off x="4664809" y="26466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5" name="rc445"/>
            <p:cNvSpPr/>
            <p:nvPr/>
          </p:nvSpPr>
          <p:spPr>
            <a:xfrm>
              <a:off x="4664809" y="27863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6" name="rc446"/>
            <p:cNvSpPr/>
            <p:nvPr/>
          </p:nvSpPr>
          <p:spPr>
            <a:xfrm>
              <a:off x="4664809" y="29260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7" name="rc447"/>
            <p:cNvSpPr/>
            <p:nvPr/>
          </p:nvSpPr>
          <p:spPr>
            <a:xfrm>
              <a:off x="4664809" y="30657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8" name="rc448"/>
            <p:cNvSpPr/>
            <p:nvPr/>
          </p:nvSpPr>
          <p:spPr>
            <a:xfrm>
              <a:off x="4664809" y="32054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9" name="rc449"/>
            <p:cNvSpPr/>
            <p:nvPr/>
          </p:nvSpPr>
          <p:spPr>
            <a:xfrm>
              <a:off x="4664809" y="33451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0" name="rc450"/>
            <p:cNvSpPr/>
            <p:nvPr/>
          </p:nvSpPr>
          <p:spPr>
            <a:xfrm>
              <a:off x="4664809" y="34848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1" name="rc451"/>
            <p:cNvSpPr/>
            <p:nvPr/>
          </p:nvSpPr>
          <p:spPr>
            <a:xfrm>
              <a:off x="4664809" y="36245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2" name="rc452"/>
            <p:cNvSpPr/>
            <p:nvPr/>
          </p:nvSpPr>
          <p:spPr>
            <a:xfrm>
              <a:off x="4664809" y="3764253"/>
              <a:ext cx="114300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3" name="rc453"/>
            <p:cNvSpPr/>
            <p:nvPr/>
          </p:nvSpPr>
          <p:spPr>
            <a:xfrm>
              <a:off x="4779109" y="1389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4" name="rc454"/>
            <p:cNvSpPr/>
            <p:nvPr/>
          </p:nvSpPr>
          <p:spPr>
            <a:xfrm>
              <a:off x="4779109" y="1529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5" name="rc455"/>
            <p:cNvSpPr/>
            <p:nvPr/>
          </p:nvSpPr>
          <p:spPr>
            <a:xfrm>
              <a:off x="4779109" y="1668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6" name="rc456"/>
            <p:cNvSpPr/>
            <p:nvPr/>
          </p:nvSpPr>
          <p:spPr>
            <a:xfrm>
              <a:off x="4779109" y="1808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7" name="rc457"/>
            <p:cNvSpPr/>
            <p:nvPr/>
          </p:nvSpPr>
          <p:spPr>
            <a:xfrm>
              <a:off x="4779109" y="1948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8" name="rc458"/>
            <p:cNvSpPr/>
            <p:nvPr/>
          </p:nvSpPr>
          <p:spPr>
            <a:xfrm>
              <a:off x="4779109" y="2087853"/>
              <a:ext cx="114300" cy="1397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9" name="rc459"/>
            <p:cNvSpPr/>
            <p:nvPr/>
          </p:nvSpPr>
          <p:spPr>
            <a:xfrm>
              <a:off x="4779109" y="2227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0" name="rc460"/>
            <p:cNvSpPr/>
            <p:nvPr/>
          </p:nvSpPr>
          <p:spPr>
            <a:xfrm>
              <a:off x="4779109" y="2367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1" name="rc461"/>
            <p:cNvSpPr/>
            <p:nvPr/>
          </p:nvSpPr>
          <p:spPr>
            <a:xfrm>
              <a:off x="4779109" y="25069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2" name="rc462"/>
            <p:cNvSpPr/>
            <p:nvPr/>
          </p:nvSpPr>
          <p:spPr>
            <a:xfrm>
              <a:off x="4779109" y="26466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3" name="rc463"/>
            <p:cNvSpPr/>
            <p:nvPr/>
          </p:nvSpPr>
          <p:spPr>
            <a:xfrm>
              <a:off x="4779109" y="27863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4" name="rc464"/>
            <p:cNvSpPr/>
            <p:nvPr/>
          </p:nvSpPr>
          <p:spPr>
            <a:xfrm>
              <a:off x="4779109" y="29260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5" name="rc465"/>
            <p:cNvSpPr/>
            <p:nvPr/>
          </p:nvSpPr>
          <p:spPr>
            <a:xfrm>
              <a:off x="4779109" y="30657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6" name="rc466"/>
            <p:cNvSpPr/>
            <p:nvPr/>
          </p:nvSpPr>
          <p:spPr>
            <a:xfrm>
              <a:off x="4779109" y="32054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7" name="rc467"/>
            <p:cNvSpPr/>
            <p:nvPr/>
          </p:nvSpPr>
          <p:spPr>
            <a:xfrm>
              <a:off x="4779109" y="33451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8" name="rc468"/>
            <p:cNvSpPr/>
            <p:nvPr/>
          </p:nvSpPr>
          <p:spPr>
            <a:xfrm>
              <a:off x="4779109" y="34848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9" name="rc469"/>
            <p:cNvSpPr/>
            <p:nvPr/>
          </p:nvSpPr>
          <p:spPr>
            <a:xfrm>
              <a:off x="4779109" y="36245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0" name="rc470"/>
            <p:cNvSpPr/>
            <p:nvPr/>
          </p:nvSpPr>
          <p:spPr>
            <a:xfrm>
              <a:off x="4779109" y="37642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1" name="rc471"/>
            <p:cNvSpPr/>
            <p:nvPr/>
          </p:nvSpPr>
          <p:spPr>
            <a:xfrm>
              <a:off x="4893409" y="1389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2" name="rc472"/>
            <p:cNvSpPr/>
            <p:nvPr/>
          </p:nvSpPr>
          <p:spPr>
            <a:xfrm>
              <a:off x="4893409" y="1529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3" name="rc473"/>
            <p:cNvSpPr/>
            <p:nvPr/>
          </p:nvSpPr>
          <p:spPr>
            <a:xfrm>
              <a:off x="4893409" y="16687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4" name="rc474"/>
            <p:cNvSpPr/>
            <p:nvPr/>
          </p:nvSpPr>
          <p:spPr>
            <a:xfrm>
              <a:off x="4893409" y="1808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5" name="rc475"/>
            <p:cNvSpPr/>
            <p:nvPr/>
          </p:nvSpPr>
          <p:spPr>
            <a:xfrm>
              <a:off x="4893409" y="1948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6" name="rc476"/>
            <p:cNvSpPr/>
            <p:nvPr/>
          </p:nvSpPr>
          <p:spPr>
            <a:xfrm>
              <a:off x="4893409" y="2087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7" name="rc477"/>
            <p:cNvSpPr/>
            <p:nvPr/>
          </p:nvSpPr>
          <p:spPr>
            <a:xfrm>
              <a:off x="4893409" y="22275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8" name="rc478"/>
            <p:cNvSpPr/>
            <p:nvPr/>
          </p:nvSpPr>
          <p:spPr>
            <a:xfrm>
              <a:off x="4893409" y="2367253"/>
              <a:ext cx="114300" cy="1397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9" name="rc479"/>
            <p:cNvSpPr/>
            <p:nvPr/>
          </p:nvSpPr>
          <p:spPr>
            <a:xfrm>
              <a:off x="4893409" y="2506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0" name="rc480"/>
            <p:cNvSpPr/>
            <p:nvPr/>
          </p:nvSpPr>
          <p:spPr>
            <a:xfrm>
              <a:off x="4893409" y="26466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1" name="rc481"/>
            <p:cNvSpPr/>
            <p:nvPr/>
          </p:nvSpPr>
          <p:spPr>
            <a:xfrm>
              <a:off x="4893409" y="27863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2" name="rc482"/>
            <p:cNvSpPr/>
            <p:nvPr/>
          </p:nvSpPr>
          <p:spPr>
            <a:xfrm>
              <a:off x="4893409" y="2926053"/>
              <a:ext cx="114300" cy="13970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3" name="rc483"/>
            <p:cNvSpPr/>
            <p:nvPr/>
          </p:nvSpPr>
          <p:spPr>
            <a:xfrm>
              <a:off x="4893409" y="30657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4" name="rc484"/>
            <p:cNvSpPr/>
            <p:nvPr/>
          </p:nvSpPr>
          <p:spPr>
            <a:xfrm>
              <a:off x="4893409" y="32054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5" name="rc485"/>
            <p:cNvSpPr/>
            <p:nvPr/>
          </p:nvSpPr>
          <p:spPr>
            <a:xfrm>
              <a:off x="4893409" y="33451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6" name="rc486"/>
            <p:cNvSpPr/>
            <p:nvPr/>
          </p:nvSpPr>
          <p:spPr>
            <a:xfrm>
              <a:off x="4893409" y="3484853"/>
              <a:ext cx="114300" cy="139700"/>
            </a:xfrm>
            <a:prstGeom prst="rect">
              <a:avLst/>
            </a:prstGeom>
            <a:solidFill>
              <a:srgbClr val="ED68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7" name="rc487"/>
            <p:cNvSpPr/>
            <p:nvPr/>
          </p:nvSpPr>
          <p:spPr>
            <a:xfrm>
              <a:off x="4893409" y="3624553"/>
              <a:ext cx="114300" cy="139700"/>
            </a:xfrm>
            <a:prstGeom prst="rect">
              <a:avLst/>
            </a:prstGeom>
            <a:solidFill>
              <a:srgbClr val="EB62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8" name="rc488"/>
            <p:cNvSpPr/>
            <p:nvPr/>
          </p:nvSpPr>
          <p:spPr>
            <a:xfrm>
              <a:off x="4893409" y="3764253"/>
              <a:ext cx="114300" cy="139700"/>
            </a:xfrm>
            <a:prstGeom prst="rect">
              <a:avLst/>
            </a:prstGeom>
            <a:solidFill>
              <a:srgbClr val="F17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9" name="rc489"/>
            <p:cNvSpPr/>
            <p:nvPr/>
          </p:nvSpPr>
          <p:spPr>
            <a:xfrm>
              <a:off x="5007709" y="1389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0" name="rc490"/>
            <p:cNvSpPr/>
            <p:nvPr/>
          </p:nvSpPr>
          <p:spPr>
            <a:xfrm>
              <a:off x="5007709" y="1529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1" name="rc491"/>
            <p:cNvSpPr/>
            <p:nvPr/>
          </p:nvSpPr>
          <p:spPr>
            <a:xfrm>
              <a:off x="5007709" y="1668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2" name="rc492"/>
            <p:cNvSpPr/>
            <p:nvPr/>
          </p:nvSpPr>
          <p:spPr>
            <a:xfrm>
              <a:off x="5007709" y="1808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3" name="rc493"/>
            <p:cNvSpPr/>
            <p:nvPr/>
          </p:nvSpPr>
          <p:spPr>
            <a:xfrm>
              <a:off x="5007709" y="1948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4" name="rc494"/>
            <p:cNvSpPr/>
            <p:nvPr/>
          </p:nvSpPr>
          <p:spPr>
            <a:xfrm>
              <a:off x="5007709" y="2087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5" name="rc495"/>
            <p:cNvSpPr/>
            <p:nvPr/>
          </p:nvSpPr>
          <p:spPr>
            <a:xfrm>
              <a:off x="5007709" y="2227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6" name="rc496"/>
            <p:cNvSpPr/>
            <p:nvPr/>
          </p:nvSpPr>
          <p:spPr>
            <a:xfrm>
              <a:off x="5007709" y="2367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7" name="rc497"/>
            <p:cNvSpPr/>
            <p:nvPr/>
          </p:nvSpPr>
          <p:spPr>
            <a:xfrm>
              <a:off x="5007709" y="2506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8" name="rc498"/>
            <p:cNvSpPr/>
            <p:nvPr/>
          </p:nvSpPr>
          <p:spPr>
            <a:xfrm>
              <a:off x="5007709" y="26466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9" name="rc499"/>
            <p:cNvSpPr/>
            <p:nvPr/>
          </p:nvSpPr>
          <p:spPr>
            <a:xfrm>
              <a:off x="5007709" y="27863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0" name="rc500"/>
            <p:cNvSpPr/>
            <p:nvPr/>
          </p:nvSpPr>
          <p:spPr>
            <a:xfrm>
              <a:off x="5007709" y="29260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1" name="rc501"/>
            <p:cNvSpPr/>
            <p:nvPr/>
          </p:nvSpPr>
          <p:spPr>
            <a:xfrm>
              <a:off x="5007709" y="3065753"/>
              <a:ext cx="114300" cy="139700"/>
            </a:xfrm>
            <a:prstGeom prst="rect">
              <a:avLst/>
            </a:prstGeom>
            <a:solidFill>
              <a:srgbClr val="FC9E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2" name="rc502"/>
            <p:cNvSpPr/>
            <p:nvPr/>
          </p:nvSpPr>
          <p:spPr>
            <a:xfrm>
              <a:off x="5007709" y="3205453"/>
              <a:ext cx="114300" cy="139700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3" name="rc503"/>
            <p:cNvSpPr/>
            <p:nvPr/>
          </p:nvSpPr>
          <p:spPr>
            <a:xfrm>
              <a:off x="5007709" y="3345153"/>
              <a:ext cx="114300" cy="139700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4" name="rc504"/>
            <p:cNvSpPr/>
            <p:nvPr/>
          </p:nvSpPr>
          <p:spPr>
            <a:xfrm>
              <a:off x="5007709" y="3484853"/>
              <a:ext cx="114300" cy="139700"/>
            </a:xfrm>
            <a:prstGeom prst="rect">
              <a:avLst/>
            </a:prstGeom>
            <a:solidFill>
              <a:srgbClr val="FCAD6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5" name="rc505"/>
            <p:cNvSpPr/>
            <p:nvPr/>
          </p:nvSpPr>
          <p:spPr>
            <a:xfrm>
              <a:off x="5007709" y="3624553"/>
              <a:ext cx="114300" cy="13970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6" name="rc506"/>
            <p:cNvSpPr/>
            <p:nvPr/>
          </p:nvSpPr>
          <p:spPr>
            <a:xfrm>
              <a:off x="5007709" y="3764253"/>
              <a:ext cx="114300" cy="139700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7" name="rc507"/>
            <p:cNvSpPr/>
            <p:nvPr/>
          </p:nvSpPr>
          <p:spPr>
            <a:xfrm>
              <a:off x="5122009" y="1389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8" name="rc508"/>
            <p:cNvSpPr/>
            <p:nvPr/>
          </p:nvSpPr>
          <p:spPr>
            <a:xfrm>
              <a:off x="5122009" y="1529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9" name="rc509"/>
            <p:cNvSpPr/>
            <p:nvPr/>
          </p:nvSpPr>
          <p:spPr>
            <a:xfrm>
              <a:off x="5122009" y="1668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0" name="rc510"/>
            <p:cNvSpPr/>
            <p:nvPr/>
          </p:nvSpPr>
          <p:spPr>
            <a:xfrm>
              <a:off x="5122009" y="1808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1" name="rc511"/>
            <p:cNvSpPr/>
            <p:nvPr/>
          </p:nvSpPr>
          <p:spPr>
            <a:xfrm>
              <a:off x="5122009" y="1948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2" name="rc512"/>
            <p:cNvSpPr/>
            <p:nvPr/>
          </p:nvSpPr>
          <p:spPr>
            <a:xfrm>
              <a:off x="5122009" y="2087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3" name="rc513"/>
            <p:cNvSpPr/>
            <p:nvPr/>
          </p:nvSpPr>
          <p:spPr>
            <a:xfrm>
              <a:off x="5122009" y="2227553"/>
              <a:ext cx="114300" cy="13970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4" name="rc514"/>
            <p:cNvSpPr/>
            <p:nvPr/>
          </p:nvSpPr>
          <p:spPr>
            <a:xfrm>
              <a:off x="5122009" y="23672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5" name="rc515"/>
            <p:cNvSpPr/>
            <p:nvPr/>
          </p:nvSpPr>
          <p:spPr>
            <a:xfrm>
              <a:off x="5122009" y="2506953"/>
              <a:ext cx="114300" cy="13970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6" name="rc516"/>
            <p:cNvSpPr/>
            <p:nvPr/>
          </p:nvSpPr>
          <p:spPr>
            <a:xfrm>
              <a:off x="5122009" y="26466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7" name="rc517"/>
            <p:cNvSpPr/>
            <p:nvPr/>
          </p:nvSpPr>
          <p:spPr>
            <a:xfrm>
              <a:off x="5122009" y="2786353"/>
              <a:ext cx="114300" cy="139700"/>
            </a:xfrm>
            <a:prstGeom prst="rect">
              <a:avLst/>
            </a:prstGeom>
            <a:solidFill>
              <a:srgbClr val="FEE7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8" name="rc518"/>
            <p:cNvSpPr/>
            <p:nvPr/>
          </p:nvSpPr>
          <p:spPr>
            <a:xfrm>
              <a:off x="5122009" y="29260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9" name="rc519"/>
            <p:cNvSpPr/>
            <p:nvPr/>
          </p:nvSpPr>
          <p:spPr>
            <a:xfrm>
              <a:off x="5122009" y="30657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0" name="rc520"/>
            <p:cNvSpPr/>
            <p:nvPr/>
          </p:nvSpPr>
          <p:spPr>
            <a:xfrm>
              <a:off x="5122009" y="32054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1" name="rc521"/>
            <p:cNvSpPr/>
            <p:nvPr/>
          </p:nvSpPr>
          <p:spPr>
            <a:xfrm>
              <a:off x="5122009" y="33451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2" name="rc522"/>
            <p:cNvSpPr/>
            <p:nvPr/>
          </p:nvSpPr>
          <p:spPr>
            <a:xfrm>
              <a:off x="5122009" y="3484853"/>
              <a:ext cx="114300" cy="13970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3" name="rc523"/>
            <p:cNvSpPr/>
            <p:nvPr/>
          </p:nvSpPr>
          <p:spPr>
            <a:xfrm>
              <a:off x="5122009" y="36245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4" name="rc524"/>
            <p:cNvSpPr/>
            <p:nvPr/>
          </p:nvSpPr>
          <p:spPr>
            <a:xfrm>
              <a:off x="5122009" y="3764253"/>
              <a:ext cx="114300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5" name="rc525"/>
            <p:cNvSpPr/>
            <p:nvPr/>
          </p:nvSpPr>
          <p:spPr>
            <a:xfrm>
              <a:off x="5236309" y="1389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6" name="rc526"/>
            <p:cNvSpPr/>
            <p:nvPr/>
          </p:nvSpPr>
          <p:spPr>
            <a:xfrm>
              <a:off x="5236309" y="1529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7" name="rc527"/>
            <p:cNvSpPr/>
            <p:nvPr/>
          </p:nvSpPr>
          <p:spPr>
            <a:xfrm>
              <a:off x="5236309" y="1668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8" name="rc528"/>
            <p:cNvSpPr/>
            <p:nvPr/>
          </p:nvSpPr>
          <p:spPr>
            <a:xfrm>
              <a:off x="5236309" y="1808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9" name="rc529"/>
            <p:cNvSpPr/>
            <p:nvPr/>
          </p:nvSpPr>
          <p:spPr>
            <a:xfrm>
              <a:off x="5236309" y="1948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0" name="rc530"/>
            <p:cNvSpPr/>
            <p:nvPr/>
          </p:nvSpPr>
          <p:spPr>
            <a:xfrm>
              <a:off x="5236309" y="2087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1" name="rc531"/>
            <p:cNvSpPr/>
            <p:nvPr/>
          </p:nvSpPr>
          <p:spPr>
            <a:xfrm>
              <a:off x="5236309" y="2227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2" name="rc532"/>
            <p:cNvSpPr/>
            <p:nvPr/>
          </p:nvSpPr>
          <p:spPr>
            <a:xfrm>
              <a:off x="5236309" y="2367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3" name="rc533"/>
            <p:cNvSpPr/>
            <p:nvPr/>
          </p:nvSpPr>
          <p:spPr>
            <a:xfrm>
              <a:off x="5236309" y="2506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4" name="rc534"/>
            <p:cNvSpPr/>
            <p:nvPr/>
          </p:nvSpPr>
          <p:spPr>
            <a:xfrm>
              <a:off x="5236309" y="26466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5" name="rc535"/>
            <p:cNvSpPr/>
            <p:nvPr/>
          </p:nvSpPr>
          <p:spPr>
            <a:xfrm>
              <a:off x="5236309" y="27863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6" name="rc536"/>
            <p:cNvSpPr/>
            <p:nvPr/>
          </p:nvSpPr>
          <p:spPr>
            <a:xfrm>
              <a:off x="5236309" y="29260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7" name="rc537"/>
            <p:cNvSpPr/>
            <p:nvPr/>
          </p:nvSpPr>
          <p:spPr>
            <a:xfrm>
              <a:off x="5236309" y="30657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8" name="rc538"/>
            <p:cNvSpPr/>
            <p:nvPr/>
          </p:nvSpPr>
          <p:spPr>
            <a:xfrm>
              <a:off x="5236309" y="32054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9" name="rc539"/>
            <p:cNvSpPr/>
            <p:nvPr/>
          </p:nvSpPr>
          <p:spPr>
            <a:xfrm>
              <a:off x="5236309" y="33451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0" name="rc540"/>
            <p:cNvSpPr/>
            <p:nvPr/>
          </p:nvSpPr>
          <p:spPr>
            <a:xfrm>
              <a:off x="5236309" y="34848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1" name="rc541"/>
            <p:cNvSpPr/>
            <p:nvPr/>
          </p:nvSpPr>
          <p:spPr>
            <a:xfrm>
              <a:off x="5236309" y="36245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2" name="rc542"/>
            <p:cNvSpPr/>
            <p:nvPr/>
          </p:nvSpPr>
          <p:spPr>
            <a:xfrm>
              <a:off x="5236309" y="3764253"/>
              <a:ext cx="114300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3" name="rc543"/>
            <p:cNvSpPr/>
            <p:nvPr/>
          </p:nvSpPr>
          <p:spPr>
            <a:xfrm>
              <a:off x="5350609" y="1389353"/>
              <a:ext cx="114300" cy="1397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4" name="rc544"/>
            <p:cNvSpPr/>
            <p:nvPr/>
          </p:nvSpPr>
          <p:spPr>
            <a:xfrm>
              <a:off x="5350609" y="1529053"/>
              <a:ext cx="114300" cy="13970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5" name="rc545"/>
            <p:cNvSpPr/>
            <p:nvPr/>
          </p:nvSpPr>
          <p:spPr>
            <a:xfrm>
              <a:off x="5350609" y="1668753"/>
              <a:ext cx="114300" cy="139700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6" name="rc546"/>
            <p:cNvSpPr/>
            <p:nvPr/>
          </p:nvSpPr>
          <p:spPr>
            <a:xfrm>
              <a:off x="5350609" y="1808453"/>
              <a:ext cx="114300" cy="139700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7" name="rc547"/>
            <p:cNvSpPr/>
            <p:nvPr/>
          </p:nvSpPr>
          <p:spPr>
            <a:xfrm>
              <a:off x="5350609" y="1948153"/>
              <a:ext cx="114300" cy="13970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8" name="rc548"/>
            <p:cNvSpPr/>
            <p:nvPr/>
          </p:nvSpPr>
          <p:spPr>
            <a:xfrm>
              <a:off x="5350609" y="20878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9" name="rc549"/>
            <p:cNvSpPr/>
            <p:nvPr/>
          </p:nvSpPr>
          <p:spPr>
            <a:xfrm>
              <a:off x="5350609" y="22275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0" name="rc550"/>
            <p:cNvSpPr/>
            <p:nvPr/>
          </p:nvSpPr>
          <p:spPr>
            <a:xfrm>
              <a:off x="5350609" y="2367253"/>
              <a:ext cx="114300" cy="139700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1" name="rc551"/>
            <p:cNvSpPr/>
            <p:nvPr/>
          </p:nvSpPr>
          <p:spPr>
            <a:xfrm>
              <a:off x="5350609" y="2506953"/>
              <a:ext cx="114300" cy="13970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2" name="rc552"/>
            <p:cNvSpPr/>
            <p:nvPr/>
          </p:nvSpPr>
          <p:spPr>
            <a:xfrm>
              <a:off x="5350609" y="2646653"/>
              <a:ext cx="114300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3" name="rc553"/>
            <p:cNvSpPr/>
            <p:nvPr/>
          </p:nvSpPr>
          <p:spPr>
            <a:xfrm>
              <a:off x="5350609" y="2786353"/>
              <a:ext cx="114300" cy="139700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4" name="rc554"/>
            <p:cNvSpPr/>
            <p:nvPr/>
          </p:nvSpPr>
          <p:spPr>
            <a:xfrm>
              <a:off x="5350609" y="2926053"/>
              <a:ext cx="114300" cy="13970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5" name="rc555"/>
            <p:cNvSpPr/>
            <p:nvPr/>
          </p:nvSpPr>
          <p:spPr>
            <a:xfrm>
              <a:off x="5350609" y="30657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6" name="rc556"/>
            <p:cNvSpPr/>
            <p:nvPr/>
          </p:nvSpPr>
          <p:spPr>
            <a:xfrm>
              <a:off x="5350609" y="32054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7" name="rc557"/>
            <p:cNvSpPr/>
            <p:nvPr/>
          </p:nvSpPr>
          <p:spPr>
            <a:xfrm>
              <a:off x="5350609" y="33451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8" name="rc558"/>
            <p:cNvSpPr/>
            <p:nvPr/>
          </p:nvSpPr>
          <p:spPr>
            <a:xfrm>
              <a:off x="5350609" y="3484853"/>
              <a:ext cx="114300" cy="139700"/>
            </a:xfrm>
            <a:prstGeom prst="rect">
              <a:avLst/>
            </a:prstGeom>
            <a:solidFill>
              <a:srgbClr val="FC9E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9" name="rc559"/>
            <p:cNvSpPr/>
            <p:nvPr/>
          </p:nvSpPr>
          <p:spPr>
            <a:xfrm>
              <a:off x="5350609" y="3624553"/>
              <a:ext cx="114300" cy="139700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0" name="rc560"/>
            <p:cNvSpPr/>
            <p:nvPr/>
          </p:nvSpPr>
          <p:spPr>
            <a:xfrm>
              <a:off x="5350609" y="3764253"/>
              <a:ext cx="114300" cy="139700"/>
            </a:xfrm>
            <a:prstGeom prst="rect">
              <a:avLst/>
            </a:prstGeom>
            <a:solidFill>
              <a:srgbClr val="FC945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1" name="rc561"/>
            <p:cNvSpPr/>
            <p:nvPr/>
          </p:nvSpPr>
          <p:spPr>
            <a:xfrm>
              <a:off x="5464909" y="1389353"/>
              <a:ext cx="114300" cy="139700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2" name="rc562"/>
            <p:cNvSpPr/>
            <p:nvPr/>
          </p:nvSpPr>
          <p:spPr>
            <a:xfrm>
              <a:off x="5464909" y="1529053"/>
              <a:ext cx="114300" cy="13970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3" name="rc563"/>
            <p:cNvSpPr/>
            <p:nvPr/>
          </p:nvSpPr>
          <p:spPr>
            <a:xfrm>
              <a:off x="5464909" y="1668753"/>
              <a:ext cx="114300" cy="13970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4" name="rc564"/>
            <p:cNvSpPr/>
            <p:nvPr/>
          </p:nvSpPr>
          <p:spPr>
            <a:xfrm>
              <a:off x="5464909" y="1808453"/>
              <a:ext cx="114300" cy="139700"/>
            </a:xfrm>
            <a:prstGeom prst="rect">
              <a:avLst/>
            </a:prstGeom>
            <a:solidFill>
              <a:srgbClr val="C8E3E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5" name="rc565"/>
            <p:cNvSpPr/>
            <p:nvPr/>
          </p:nvSpPr>
          <p:spPr>
            <a:xfrm>
              <a:off x="5464909" y="1948153"/>
              <a:ext cx="114300" cy="139700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6" name="rc566"/>
            <p:cNvSpPr/>
            <p:nvPr/>
          </p:nvSpPr>
          <p:spPr>
            <a:xfrm>
              <a:off x="5464909" y="2087853"/>
              <a:ext cx="114300" cy="139700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7" name="rc567"/>
            <p:cNvSpPr/>
            <p:nvPr/>
          </p:nvSpPr>
          <p:spPr>
            <a:xfrm>
              <a:off x="5464909" y="2227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8" name="rc568"/>
            <p:cNvSpPr/>
            <p:nvPr/>
          </p:nvSpPr>
          <p:spPr>
            <a:xfrm>
              <a:off x="5464909" y="2367253"/>
              <a:ext cx="114300" cy="13970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9" name="rc569"/>
            <p:cNvSpPr/>
            <p:nvPr/>
          </p:nvSpPr>
          <p:spPr>
            <a:xfrm>
              <a:off x="5464909" y="2506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0" name="rc570"/>
            <p:cNvSpPr/>
            <p:nvPr/>
          </p:nvSpPr>
          <p:spPr>
            <a:xfrm>
              <a:off x="5464909" y="2646653"/>
              <a:ext cx="114300" cy="139700"/>
            </a:xfrm>
            <a:prstGeom prst="rect">
              <a:avLst/>
            </a:prstGeom>
            <a:solidFill>
              <a:srgbClr val="FA8A5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1" name="rc571"/>
            <p:cNvSpPr/>
            <p:nvPr/>
          </p:nvSpPr>
          <p:spPr>
            <a:xfrm>
              <a:off x="5464909" y="2786353"/>
              <a:ext cx="114300" cy="139700"/>
            </a:xfrm>
            <a:prstGeom prst="rect">
              <a:avLst/>
            </a:prstGeom>
            <a:solidFill>
              <a:srgbClr val="F4794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2" name="rc572"/>
            <p:cNvSpPr/>
            <p:nvPr/>
          </p:nvSpPr>
          <p:spPr>
            <a:xfrm>
              <a:off x="5464909" y="2926053"/>
              <a:ext cx="114300" cy="139700"/>
            </a:xfrm>
            <a:prstGeom prst="rect">
              <a:avLst/>
            </a:prstGeom>
            <a:solidFill>
              <a:srgbClr val="F67E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3" name="rc573"/>
            <p:cNvSpPr/>
            <p:nvPr/>
          </p:nvSpPr>
          <p:spPr>
            <a:xfrm>
              <a:off x="5464909" y="3065753"/>
              <a:ext cx="114300" cy="139700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4" name="rc574"/>
            <p:cNvSpPr/>
            <p:nvPr/>
          </p:nvSpPr>
          <p:spPr>
            <a:xfrm>
              <a:off x="5464909" y="32054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5" name="rc575"/>
            <p:cNvSpPr/>
            <p:nvPr/>
          </p:nvSpPr>
          <p:spPr>
            <a:xfrm>
              <a:off x="5464909" y="33451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6" name="rc576"/>
            <p:cNvSpPr/>
            <p:nvPr/>
          </p:nvSpPr>
          <p:spPr>
            <a:xfrm>
              <a:off x="5464909" y="34848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7" name="rc577"/>
            <p:cNvSpPr/>
            <p:nvPr/>
          </p:nvSpPr>
          <p:spPr>
            <a:xfrm>
              <a:off x="5464909" y="3624553"/>
              <a:ext cx="114300" cy="139700"/>
            </a:xfrm>
            <a:prstGeom prst="rect">
              <a:avLst/>
            </a:prstGeom>
            <a:solidFill>
              <a:srgbClr val="FC9E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8" name="rc578"/>
            <p:cNvSpPr/>
            <p:nvPr/>
          </p:nvSpPr>
          <p:spPr>
            <a:xfrm>
              <a:off x="5464909" y="37642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9" name="rc579"/>
            <p:cNvSpPr/>
            <p:nvPr/>
          </p:nvSpPr>
          <p:spPr>
            <a:xfrm>
              <a:off x="5579209" y="1389353"/>
              <a:ext cx="114300" cy="139700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0" name="rc580"/>
            <p:cNvSpPr/>
            <p:nvPr/>
          </p:nvSpPr>
          <p:spPr>
            <a:xfrm>
              <a:off x="5579209" y="1529053"/>
              <a:ext cx="114300" cy="139700"/>
            </a:xfrm>
            <a:prstGeom prst="rect">
              <a:avLst/>
            </a:prstGeom>
            <a:solidFill>
              <a:srgbClr val="B0D3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1" name="rc581"/>
            <p:cNvSpPr/>
            <p:nvPr/>
          </p:nvSpPr>
          <p:spPr>
            <a:xfrm>
              <a:off x="5579209" y="1668753"/>
              <a:ext cx="114300" cy="139700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2" name="rc582"/>
            <p:cNvSpPr/>
            <p:nvPr/>
          </p:nvSpPr>
          <p:spPr>
            <a:xfrm>
              <a:off x="5579209" y="1808453"/>
              <a:ext cx="114300" cy="139700"/>
            </a:xfrm>
            <a:prstGeom prst="rect">
              <a:avLst/>
            </a:prstGeom>
            <a:solidFill>
              <a:srgbClr val="A1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3" name="rc583"/>
            <p:cNvSpPr/>
            <p:nvPr/>
          </p:nvSpPr>
          <p:spPr>
            <a:xfrm>
              <a:off x="5579209" y="1948153"/>
              <a:ext cx="114300" cy="13970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4" name="rc584"/>
            <p:cNvSpPr/>
            <p:nvPr/>
          </p:nvSpPr>
          <p:spPr>
            <a:xfrm>
              <a:off x="5579209" y="2087853"/>
              <a:ext cx="114300" cy="1397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5" name="rc585"/>
            <p:cNvSpPr/>
            <p:nvPr/>
          </p:nvSpPr>
          <p:spPr>
            <a:xfrm>
              <a:off x="5579209" y="2227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6" name="rc586"/>
            <p:cNvSpPr/>
            <p:nvPr/>
          </p:nvSpPr>
          <p:spPr>
            <a:xfrm>
              <a:off x="5579209" y="2367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7" name="rc587"/>
            <p:cNvSpPr/>
            <p:nvPr/>
          </p:nvSpPr>
          <p:spPr>
            <a:xfrm>
              <a:off x="5579209" y="2506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8" name="rc588"/>
            <p:cNvSpPr/>
            <p:nvPr/>
          </p:nvSpPr>
          <p:spPr>
            <a:xfrm>
              <a:off x="5579209" y="26466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9" name="rc589"/>
            <p:cNvSpPr/>
            <p:nvPr/>
          </p:nvSpPr>
          <p:spPr>
            <a:xfrm>
              <a:off x="5579209" y="2786353"/>
              <a:ext cx="114300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0" name="rc590"/>
            <p:cNvSpPr/>
            <p:nvPr/>
          </p:nvSpPr>
          <p:spPr>
            <a:xfrm>
              <a:off x="5579209" y="29260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1" name="rc591"/>
            <p:cNvSpPr/>
            <p:nvPr/>
          </p:nvSpPr>
          <p:spPr>
            <a:xfrm>
              <a:off x="5579209" y="30657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2" name="rc592"/>
            <p:cNvSpPr/>
            <p:nvPr/>
          </p:nvSpPr>
          <p:spPr>
            <a:xfrm>
              <a:off x="5579209" y="3205453"/>
              <a:ext cx="114300" cy="139700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3" name="rc593"/>
            <p:cNvSpPr/>
            <p:nvPr/>
          </p:nvSpPr>
          <p:spPr>
            <a:xfrm>
              <a:off x="5579209" y="33451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4" name="rc594"/>
            <p:cNvSpPr/>
            <p:nvPr/>
          </p:nvSpPr>
          <p:spPr>
            <a:xfrm>
              <a:off x="5579209" y="3484853"/>
              <a:ext cx="114300" cy="1397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5" name="rc595"/>
            <p:cNvSpPr/>
            <p:nvPr/>
          </p:nvSpPr>
          <p:spPr>
            <a:xfrm>
              <a:off x="5579209" y="3624553"/>
              <a:ext cx="114300" cy="139700"/>
            </a:xfrm>
            <a:prstGeom prst="rect">
              <a:avLst/>
            </a:prstGeom>
            <a:solidFill>
              <a:srgbClr val="F884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6" name="rc596"/>
            <p:cNvSpPr/>
            <p:nvPr/>
          </p:nvSpPr>
          <p:spPr>
            <a:xfrm>
              <a:off x="5579209" y="3764253"/>
              <a:ext cx="114300" cy="139700"/>
            </a:xfrm>
            <a:prstGeom prst="rect">
              <a:avLst/>
            </a:prstGeom>
            <a:solidFill>
              <a:srgbClr val="FA8A5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7" name="rc597"/>
            <p:cNvSpPr/>
            <p:nvPr/>
          </p:nvSpPr>
          <p:spPr>
            <a:xfrm>
              <a:off x="5693509" y="1389353"/>
              <a:ext cx="114300" cy="1397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8" name="rc598"/>
            <p:cNvSpPr/>
            <p:nvPr/>
          </p:nvSpPr>
          <p:spPr>
            <a:xfrm>
              <a:off x="5693509" y="1529053"/>
              <a:ext cx="114300" cy="139700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9" name="rc599"/>
            <p:cNvSpPr/>
            <p:nvPr/>
          </p:nvSpPr>
          <p:spPr>
            <a:xfrm>
              <a:off x="5693509" y="1668753"/>
              <a:ext cx="114300" cy="139700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0" name="rc600"/>
            <p:cNvSpPr/>
            <p:nvPr/>
          </p:nvSpPr>
          <p:spPr>
            <a:xfrm>
              <a:off x="5693509" y="18084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1" name="rc601"/>
            <p:cNvSpPr/>
            <p:nvPr/>
          </p:nvSpPr>
          <p:spPr>
            <a:xfrm>
              <a:off x="5693509" y="1948153"/>
              <a:ext cx="114300" cy="13970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2" name="rc602"/>
            <p:cNvSpPr/>
            <p:nvPr/>
          </p:nvSpPr>
          <p:spPr>
            <a:xfrm>
              <a:off x="5693509" y="2087853"/>
              <a:ext cx="114300" cy="139700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3" name="rc603"/>
            <p:cNvSpPr/>
            <p:nvPr/>
          </p:nvSpPr>
          <p:spPr>
            <a:xfrm>
              <a:off x="5693509" y="2227553"/>
              <a:ext cx="114300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4" name="rc604"/>
            <p:cNvSpPr/>
            <p:nvPr/>
          </p:nvSpPr>
          <p:spPr>
            <a:xfrm>
              <a:off x="5693509" y="23672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5" name="rc605"/>
            <p:cNvSpPr/>
            <p:nvPr/>
          </p:nvSpPr>
          <p:spPr>
            <a:xfrm>
              <a:off x="5693509" y="2506953"/>
              <a:ext cx="114300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6" name="rc606"/>
            <p:cNvSpPr/>
            <p:nvPr/>
          </p:nvSpPr>
          <p:spPr>
            <a:xfrm>
              <a:off x="5693509" y="26466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7" name="rc607"/>
            <p:cNvSpPr/>
            <p:nvPr/>
          </p:nvSpPr>
          <p:spPr>
            <a:xfrm>
              <a:off x="5693509" y="27863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8" name="rc608"/>
            <p:cNvSpPr/>
            <p:nvPr/>
          </p:nvSpPr>
          <p:spPr>
            <a:xfrm>
              <a:off x="5693509" y="2926053"/>
              <a:ext cx="114300" cy="139700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9" name="rc609"/>
            <p:cNvSpPr/>
            <p:nvPr/>
          </p:nvSpPr>
          <p:spPr>
            <a:xfrm>
              <a:off x="5693509" y="30657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0" name="rc610"/>
            <p:cNvSpPr/>
            <p:nvPr/>
          </p:nvSpPr>
          <p:spPr>
            <a:xfrm>
              <a:off x="5693509" y="32054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1" name="rc611"/>
            <p:cNvSpPr/>
            <p:nvPr/>
          </p:nvSpPr>
          <p:spPr>
            <a:xfrm>
              <a:off x="5693509" y="3345153"/>
              <a:ext cx="114300" cy="13970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2" name="rc612"/>
            <p:cNvSpPr/>
            <p:nvPr/>
          </p:nvSpPr>
          <p:spPr>
            <a:xfrm>
              <a:off x="5693509" y="3484853"/>
              <a:ext cx="114300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3" name="rc613"/>
            <p:cNvSpPr/>
            <p:nvPr/>
          </p:nvSpPr>
          <p:spPr>
            <a:xfrm>
              <a:off x="5693509" y="36245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4" name="rc614"/>
            <p:cNvSpPr/>
            <p:nvPr/>
          </p:nvSpPr>
          <p:spPr>
            <a:xfrm>
              <a:off x="5693509" y="37642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5" name="rc615"/>
            <p:cNvSpPr/>
            <p:nvPr/>
          </p:nvSpPr>
          <p:spPr>
            <a:xfrm>
              <a:off x="5807809" y="13893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6" name="rc616"/>
            <p:cNvSpPr/>
            <p:nvPr/>
          </p:nvSpPr>
          <p:spPr>
            <a:xfrm>
              <a:off x="5807809" y="15290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7" name="rc617"/>
            <p:cNvSpPr/>
            <p:nvPr/>
          </p:nvSpPr>
          <p:spPr>
            <a:xfrm>
              <a:off x="5807809" y="1668753"/>
              <a:ext cx="114300" cy="139700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8" name="rc618"/>
            <p:cNvSpPr/>
            <p:nvPr/>
          </p:nvSpPr>
          <p:spPr>
            <a:xfrm>
              <a:off x="5807809" y="18084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9" name="rc619"/>
            <p:cNvSpPr/>
            <p:nvPr/>
          </p:nvSpPr>
          <p:spPr>
            <a:xfrm>
              <a:off x="5807809" y="19481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0" name="rc620"/>
            <p:cNvSpPr/>
            <p:nvPr/>
          </p:nvSpPr>
          <p:spPr>
            <a:xfrm>
              <a:off x="5807809" y="20878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1" name="rc621"/>
            <p:cNvSpPr/>
            <p:nvPr/>
          </p:nvSpPr>
          <p:spPr>
            <a:xfrm>
              <a:off x="5807809" y="22275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2" name="rc622"/>
            <p:cNvSpPr/>
            <p:nvPr/>
          </p:nvSpPr>
          <p:spPr>
            <a:xfrm>
              <a:off x="5807809" y="2367253"/>
              <a:ext cx="114300" cy="13970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3" name="rc623"/>
            <p:cNvSpPr/>
            <p:nvPr/>
          </p:nvSpPr>
          <p:spPr>
            <a:xfrm>
              <a:off x="5807809" y="25069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4" name="rc624"/>
            <p:cNvSpPr/>
            <p:nvPr/>
          </p:nvSpPr>
          <p:spPr>
            <a:xfrm>
              <a:off x="5807809" y="2646653"/>
              <a:ext cx="114300" cy="139700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5" name="rc625"/>
            <p:cNvSpPr/>
            <p:nvPr/>
          </p:nvSpPr>
          <p:spPr>
            <a:xfrm>
              <a:off x="5807809" y="2786353"/>
              <a:ext cx="114300" cy="139700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6" name="rc626"/>
            <p:cNvSpPr/>
            <p:nvPr/>
          </p:nvSpPr>
          <p:spPr>
            <a:xfrm>
              <a:off x="5807809" y="29260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7" name="rc627"/>
            <p:cNvSpPr/>
            <p:nvPr/>
          </p:nvSpPr>
          <p:spPr>
            <a:xfrm>
              <a:off x="5807809" y="3065753"/>
              <a:ext cx="114300" cy="139700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8" name="rc628"/>
            <p:cNvSpPr/>
            <p:nvPr/>
          </p:nvSpPr>
          <p:spPr>
            <a:xfrm>
              <a:off x="5807809" y="32054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9" name="rc629"/>
            <p:cNvSpPr/>
            <p:nvPr/>
          </p:nvSpPr>
          <p:spPr>
            <a:xfrm>
              <a:off x="5807809" y="33451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0" name="rc630"/>
            <p:cNvSpPr/>
            <p:nvPr/>
          </p:nvSpPr>
          <p:spPr>
            <a:xfrm>
              <a:off x="5807809" y="34848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1" name="rc631"/>
            <p:cNvSpPr/>
            <p:nvPr/>
          </p:nvSpPr>
          <p:spPr>
            <a:xfrm>
              <a:off x="5807809" y="36245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2" name="rc632"/>
            <p:cNvSpPr/>
            <p:nvPr/>
          </p:nvSpPr>
          <p:spPr>
            <a:xfrm>
              <a:off x="5807809" y="37642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3" name="rc633"/>
            <p:cNvSpPr/>
            <p:nvPr/>
          </p:nvSpPr>
          <p:spPr>
            <a:xfrm>
              <a:off x="5922109" y="13893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4" name="rc634"/>
            <p:cNvSpPr/>
            <p:nvPr/>
          </p:nvSpPr>
          <p:spPr>
            <a:xfrm>
              <a:off x="5922109" y="1529053"/>
              <a:ext cx="114300" cy="1397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5" name="rc635"/>
            <p:cNvSpPr/>
            <p:nvPr/>
          </p:nvSpPr>
          <p:spPr>
            <a:xfrm>
              <a:off x="5922109" y="1668753"/>
              <a:ext cx="114300" cy="139700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6" name="rc636"/>
            <p:cNvSpPr/>
            <p:nvPr/>
          </p:nvSpPr>
          <p:spPr>
            <a:xfrm>
              <a:off x="5922109" y="1808453"/>
              <a:ext cx="114300" cy="13970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7" name="rc637"/>
            <p:cNvSpPr/>
            <p:nvPr/>
          </p:nvSpPr>
          <p:spPr>
            <a:xfrm>
              <a:off x="5922109" y="19481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8" name="rc638"/>
            <p:cNvSpPr/>
            <p:nvPr/>
          </p:nvSpPr>
          <p:spPr>
            <a:xfrm>
              <a:off x="5922109" y="20878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9" name="rc639"/>
            <p:cNvSpPr/>
            <p:nvPr/>
          </p:nvSpPr>
          <p:spPr>
            <a:xfrm>
              <a:off x="5922109" y="2227553"/>
              <a:ext cx="114300" cy="139700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0" name="rc640"/>
            <p:cNvSpPr/>
            <p:nvPr/>
          </p:nvSpPr>
          <p:spPr>
            <a:xfrm>
              <a:off x="5922109" y="2367253"/>
              <a:ext cx="114300" cy="139700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1" name="rc641"/>
            <p:cNvSpPr/>
            <p:nvPr/>
          </p:nvSpPr>
          <p:spPr>
            <a:xfrm>
              <a:off x="5922109" y="25069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2" name="rc642"/>
            <p:cNvSpPr/>
            <p:nvPr/>
          </p:nvSpPr>
          <p:spPr>
            <a:xfrm>
              <a:off x="5922109" y="26466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3" name="rc643"/>
            <p:cNvSpPr/>
            <p:nvPr/>
          </p:nvSpPr>
          <p:spPr>
            <a:xfrm>
              <a:off x="5922109" y="27863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4" name="rc644"/>
            <p:cNvSpPr/>
            <p:nvPr/>
          </p:nvSpPr>
          <p:spPr>
            <a:xfrm>
              <a:off x="5922109" y="29260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5" name="rc645"/>
            <p:cNvSpPr/>
            <p:nvPr/>
          </p:nvSpPr>
          <p:spPr>
            <a:xfrm>
              <a:off x="5922109" y="30657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6" name="rc646"/>
            <p:cNvSpPr/>
            <p:nvPr/>
          </p:nvSpPr>
          <p:spPr>
            <a:xfrm>
              <a:off x="5922109" y="32054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7" name="rc647"/>
            <p:cNvSpPr/>
            <p:nvPr/>
          </p:nvSpPr>
          <p:spPr>
            <a:xfrm>
              <a:off x="5922109" y="33451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8" name="rc648"/>
            <p:cNvSpPr/>
            <p:nvPr/>
          </p:nvSpPr>
          <p:spPr>
            <a:xfrm>
              <a:off x="5922109" y="34848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9" name="rc649"/>
            <p:cNvSpPr/>
            <p:nvPr/>
          </p:nvSpPr>
          <p:spPr>
            <a:xfrm>
              <a:off x="5922109" y="3624553"/>
              <a:ext cx="114300" cy="13970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0" name="rc650"/>
            <p:cNvSpPr/>
            <p:nvPr/>
          </p:nvSpPr>
          <p:spPr>
            <a:xfrm>
              <a:off x="5922109" y="3764253"/>
              <a:ext cx="114300" cy="139700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1" name="rc651"/>
            <p:cNvSpPr/>
            <p:nvPr/>
          </p:nvSpPr>
          <p:spPr>
            <a:xfrm>
              <a:off x="6036409" y="1389353"/>
              <a:ext cx="114300" cy="1397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2" name="rc652"/>
            <p:cNvSpPr/>
            <p:nvPr/>
          </p:nvSpPr>
          <p:spPr>
            <a:xfrm>
              <a:off x="6036409" y="1529053"/>
              <a:ext cx="114300" cy="139700"/>
            </a:xfrm>
            <a:prstGeom prst="rect">
              <a:avLst/>
            </a:prstGeom>
            <a:solidFill>
              <a:srgbClr val="BEDC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3" name="rc653"/>
            <p:cNvSpPr/>
            <p:nvPr/>
          </p:nvSpPr>
          <p:spPr>
            <a:xfrm>
              <a:off x="6036409" y="1668753"/>
              <a:ext cx="114300" cy="1397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4" name="rc654"/>
            <p:cNvSpPr/>
            <p:nvPr/>
          </p:nvSpPr>
          <p:spPr>
            <a:xfrm>
              <a:off x="6036409" y="1808453"/>
              <a:ext cx="114300" cy="139700"/>
            </a:xfrm>
            <a:prstGeom prst="rect">
              <a:avLst/>
            </a:prstGeom>
            <a:solidFill>
              <a:srgbClr val="B9D9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5" name="rc655"/>
            <p:cNvSpPr/>
            <p:nvPr/>
          </p:nvSpPr>
          <p:spPr>
            <a:xfrm>
              <a:off x="6036409" y="1948153"/>
              <a:ext cx="114300" cy="139700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6" name="rc656"/>
            <p:cNvSpPr/>
            <p:nvPr/>
          </p:nvSpPr>
          <p:spPr>
            <a:xfrm>
              <a:off x="6036409" y="2087853"/>
              <a:ext cx="114300" cy="13970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7" name="rc657"/>
            <p:cNvSpPr/>
            <p:nvPr/>
          </p:nvSpPr>
          <p:spPr>
            <a:xfrm>
              <a:off x="6036409" y="2227553"/>
              <a:ext cx="114300" cy="1397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8" name="rc658"/>
            <p:cNvSpPr/>
            <p:nvPr/>
          </p:nvSpPr>
          <p:spPr>
            <a:xfrm>
              <a:off x="6036409" y="2367253"/>
              <a:ext cx="114300" cy="139700"/>
            </a:xfrm>
            <a:prstGeom prst="rect">
              <a:avLst/>
            </a:prstGeom>
            <a:solidFill>
              <a:srgbClr val="ABD0E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9" name="rc659"/>
            <p:cNvSpPr/>
            <p:nvPr/>
          </p:nvSpPr>
          <p:spPr>
            <a:xfrm>
              <a:off x="6036409" y="2506953"/>
              <a:ext cx="114300" cy="139700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0" name="rc660"/>
            <p:cNvSpPr/>
            <p:nvPr/>
          </p:nvSpPr>
          <p:spPr>
            <a:xfrm>
              <a:off x="6036409" y="2646653"/>
              <a:ext cx="114300" cy="139700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1" name="rc661"/>
            <p:cNvSpPr/>
            <p:nvPr/>
          </p:nvSpPr>
          <p:spPr>
            <a:xfrm>
              <a:off x="6036409" y="2786353"/>
              <a:ext cx="114300" cy="139700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2" name="rc662"/>
            <p:cNvSpPr/>
            <p:nvPr/>
          </p:nvSpPr>
          <p:spPr>
            <a:xfrm>
              <a:off x="6036409" y="2926053"/>
              <a:ext cx="114300" cy="139700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3" name="rc663"/>
            <p:cNvSpPr/>
            <p:nvPr/>
          </p:nvSpPr>
          <p:spPr>
            <a:xfrm>
              <a:off x="6036409" y="30657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4" name="rc664"/>
            <p:cNvSpPr/>
            <p:nvPr/>
          </p:nvSpPr>
          <p:spPr>
            <a:xfrm>
              <a:off x="6036409" y="32054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5" name="rc665"/>
            <p:cNvSpPr/>
            <p:nvPr/>
          </p:nvSpPr>
          <p:spPr>
            <a:xfrm>
              <a:off x="6036409" y="33451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6" name="rc666"/>
            <p:cNvSpPr/>
            <p:nvPr/>
          </p:nvSpPr>
          <p:spPr>
            <a:xfrm>
              <a:off x="6036409" y="34848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7" name="rc667"/>
            <p:cNvSpPr/>
            <p:nvPr/>
          </p:nvSpPr>
          <p:spPr>
            <a:xfrm>
              <a:off x="6036409" y="36245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8" name="rc668"/>
            <p:cNvSpPr/>
            <p:nvPr/>
          </p:nvSpPr>
          <p:spPr>
            <a:xfrm>
              <a:off x="6036409" y="3764253"/>
              <a:ext cx="114300" cy="1397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9" name="rc669"/>
            <p:cNvSpPr/>
            <p:nvPr/>
          </p:nvSpPr>
          <p:spPr>
            <a:xfrm>
              <a:off x="6150709" y="1389353"/>
              <a:ext cx="114300" cy="1397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0" name="rc670"/>
            <p:cNvSpPr/>
            <p:nvPr/>
          </p:nvSpPr>
          <p:spPr>
            <a:xfrm>
              <a:off x="6150709" y="1529053"/>
              <a:ext cx="114300" cy="139700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1" name="rc671"/>
            <p:cNvSpPr/>
            <p:nvPr/>
          </p:nvSpPr>
          <p:spPr>
            <a:xfrm>
              <a:off x="6150709" y="1668753"/>
              <a:ext cx="114300" cy="13970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2" name="rc672"/>
            <p:cNvSpPr/>
            <p:nvPr/>
          </p:nvSpPr>
          <p:spPr>
            <a:xfrm>
              <a:off x="6150709" y="18084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3" name="rc673"/>
            <p:cNvSpPr/>
            <p:nvPr/>
          </p:nvSpPr>
          <p:spPr>
            <a:xfrm>
              <a:off x="6150709" y="1948153"/>
              <a:ext cx="114300" cy="139700"/>
            </a:xfrm>
            <a:prstGeom prst="rect">
              <a:avLst/>
            </a:prstGeom>
            <a:solidFill>
              <a:srgbClr val="B0D3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4" name="rc674"/>
            <p:cNvSpPr/>
            <p:nvPr/>
          </p:nvSpPr>
          <p:spPr>
            <a:xfrm>
              <a:off x="6150709" y="2087853"/>
              <a:ext cx="114300" cy="1397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5" name="rc675"/>
            <p:cNvSpPr/>
            <p:nvPr/>
          </p:nvSpPr>
          <p:spPr>
            <a:xfrm>
              <a:off x="6150709" y="22275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6" name="rc676"/>
            <p:cNvSpPr/>
            <p:nvPr/>
          </p:nvSpPr>
          <p:spPr>
            <a:xfrm>
              <a:off x="6150709" y="2367253"/>
              <a:ext cx="114300" cy="139700"/>
            </a:xfrm>
            <a:prstGeom prst="rect">
              <a:avLst/>
            </a:prstGeom>
            <a:solidFill>
              <a:srgbClr val="C8E3E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7" name="rc677"/>
            <p:cNvSpPr/>
            <p:nvPr/>
          </p:nvSpPr>
          <p:spPr>
            <a:xfrm>
              <a:off x="6150709" y="2506953"/>
              <a:ext cx="114300" cy="139700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8" name="rc678"/>
            <p:cNvSpPr/>
            <p:nvPr/>
          </p:nvSpPr>
          <p:spPr>
            <a:xfrm>
              <a:off x="6150709" y="2646653"/>
              <a:ext cx="114300" cy="1397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9" name="rc679"/>
            <p:cNvSpPr/>
            <p:nvPr/>
          </p:nvSpPr>
          <p:spPr>
            <a:xfrm>
              <a:off x="6150709" y="2786353"/>
              <a:ext cx="114300" cy="139700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0" name="rc680"/>
            <p:cNvSpPr/>
            <p:nvPr/>
          </p:nvSpPr>
          <p:spPr>
            <a:xfrm>
              <a:off x="6150709" y="2926053"/>
              <a:ext cx="114300" cy="139700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1" name="rc681"/>
            <p:cNvSpPr/>
            <p:nvPr/>
          </p:nvSpPr>
          <p:spPr>
            <a:xfrm>
              <a:off x="6150709" y="3065753"/>
              <a:ext cx="114300" cy="139700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2" name="rc682"/>
            <p:cNvSpPr/>
            <p:nvPr/>
          </p:nvSpPr>
          <p:spPr>
            <a:xfrm>
              <a:off x="6150709" y="3205453"/>
              <a:ext cx="114300" cy="139700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3" name="rc683"/>
            <p:cNvSpPr/>
            <p:nvPr/>
          </p:nvSpPr>
          <p:spPr>
            <a:xfrm>
              <a:off x="6150709" y="3345153"/>
              <a:ext cx="114300" cy="139700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4" name="rc684"/>
            <p:cNvSpPr/>
            <p:nvPr/>
          </p:nvSpPr>
          <p:spPr>
            <a:xfrm>
              <a:off x="6150709" y="34848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5" name="rc685"/>
            <p:cNvSpPr/>
            <p:nvPr/>
          </p:nvSpPr>
          <p:spPr>
            <a:xfrm>
              <a:off x="6150709" y="36245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6" name="rc686"/>
            <p:cNvSpPr/>
            <p:nvPr/>
          </p:nvSpPr>
          <p:spPr>
            <a:xfrm>
              <a:off x="6150709" y="37642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7" name="rc687"/>
            <p:cNvSpPr/>
            <p:nvPr/>
          </p:nvSpPr>
          <p:spPr>
            <a:xfrm>
              <a:off x="6265009" y="1389353"/>
              <a:ext cx="114300" cy="1397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8" name="rc688"/>
            <p:cNvSpPr/>
            <p:nvPr/>
          </p:nvSpPr>
          <p:spPr>
            <a:xfrm>
              <a:off x="6265009" y="1529053"/>
              <a:ext cx="114300" cy="1397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9" name="rc689"/>
            <p:cNvSpPr/>
            <p:nvPr/>
          </p:nvSpPr>
          <p:spPr>
            <a:xfrm>
              <a:off x="6265009" y="1668753"/>
              <a:ext cx="114300" cy="1397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0" name="rc690"/>
            <p:cNvSpPr/>
            <p:nvPr/>
          </p:nvSpPr>
          <p:spPr>
            <a:xfrm>
              <a:off x="6265009" y="1808453"/>
              <a:ext cx="114300" cy="139700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1" name="rc691"/>
            <p:cNvSpPr/>
            <p:nvPr/>
          </p:nvSpPr>
          <p:spPr>
            <a:xfrm>
              <a:off x="6265009" y="1948153"/>
              <a:ext cx="114300" cy="139700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2" name="rc692"/>
            <p:cNvSpPr/>
            <p:nvPr/>
          </p:nvSpPr>
          <p:spPr>
            <a:xfrm>
              <a:off x="6265009" y="2087853"/>
              <a:ext cx="114300" cy="13970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3" name="rc693"/>
            <p:cNvSpPr/>
            <p:nvPr/>
          </p:nvSpPr>
          <p:spPr>
            <a:xfrm>
              <a:off x="6265009" y="2227553"/>
              <a:ext cx="114300" cy="139700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4" name="rc694"/>
            <p:cNvSpPr/>
            <p:nvPr/>
          </p:nvSpPr>
          <p:spPr>
            <a:xfrm>
              <a:off x="6265009" y="2367253"/>
              <a:ext cx="114300" cy="139700"/>
            </a:xfrm>
            <a:prstGeom prst="rect">
              <a:avLst/>
            </a:prstGeom>
            <a:solidFill>
              <a:srgbClr val="A1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5" name="rc695"/>
            <p:cNvSpPr/>
            <p:nvPr/>
          </p:nvSpPr>
          <p:spPr>
            <a:xfrm>
              <a:off x="6265009" y="2506953"/>
              <a:ext cx="114300" cy="139700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6" name="rc696"/>
            <p:cNvSpPr/>
            <p:nvPr/>
          </p:nvSpPr>
          <p:spPr>
            <a:xfrm>
              <a:off x="6265009" y="26466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7" name="rc697"/>
            <p:cNvSpPr/>
            <p:nvPr/>
          </p:nvSpPr>
          <p:spPr>
            <a:xfrm>
              <a:off x="6265009" y="2786353"/>
              <a:ext cx="114300" cy="139700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8" name="rc698"/>
            <p:cNvSpPr/>
            <p:nvPr/>
          </p:nvSpPr>
          <p:spPr>
            <a:xfrm>
              <a:off x="6265009" y="2926053"/>
              <a:ext cx="114300" cy="139700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9" name="rc699"/>
            <p:cNvSpPr/>
            <p:nvPr/>
          </p:nvSpPr>
          <p:spPr>
            <a:xfrm>
              <a:off x="6265009" y="30657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0" name="rc700"/>
            <p:cNvSpPr/>
            <p:nvPr/>
          </p:nvSpPr>
          <p:spPr>
            <a:xfrm>
              <a:off x="6265009" y="32054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1" name="rc701"/>
            <p:cNvSpPr/>
            <p:nvPr/>
          </p:nvSpPr>
          <p:spPr>
            <a:xfrm>
              <a:off x="6265009" y="33451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2" name="rc702"/>
            <p:cNvSpPr/>
            <p:nvPr/>
          </p:nvSpPr>
          <p:spPr>
            <a:xfrm>
              <a:off x="6265009" y="34848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3" name="rc703"/>
            <p:cNvSpPr/>
            <p:nvPr/>
          </p:nvSpPr>
          <p:spPr>
            <a:xfrm>
              <a:off x="6265009" y="36245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4" name="rc704"/>
            <p:cNvSpPr/>
            <p:nvPr/>
          </p:nvSpPr>
          <p:spPr>
            <a:xfrm>
              <a:off x="6265009" y="37642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5" name="rc705"/>
            <p:cNvSpPr/>
            <p:nvPr/>
          </p:nvSpPr>
          <p:spPr>
            <a:xfrm>
              <a:off x="6379309" y="13893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6" name="rc706"/>
            <p:cNvSpPr/>
            <p:nvPr/>
          </p:nvSpPr>
          <p:spPr>
            <a:xfrm>
              <a:off x="6379309" y="1529053"/>
              <a:ext cx="114300" cy="139700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7" name="rc707"/>
            <p:cNvSpPr/>
            <p:nvPr/>
          </p:nvSpPr>
          <p:spPr>
            <a:xfrm>
              <a:off x="6379309" y="1668753"/>
              <a:ext cx="114300" cy="139700"/>
            </a:xfrm>
            <a:prstGeom prst="rect">
              <a:avLst/>
            </a:prstGeom>
            <a:solidFill>
              <a:srgbClr val="BEDC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8" name="rc708"/>
            <p:cNvSpPr/>
            <p:nvPr/>
          </p:nvSpPr>
          <p:spPr>
            <a:xfrm>
              <a:off x="6379309" y="18084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9" name="rc709"/>
            <p:cNvSpPr/>
            <p:nvPr/>
          </p:nvSpPr>
          <p:spPr>
            <a:xfrm>
              <a:off x="6379309" y="1948153"/>
              <a:ext cx="114300" cy="139700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0" name="rc710"/>
            <p:cNvSpPr/>
            <p:nvPr/>
          </p:nvSpPr>
          <p:spPr>
            <a:xfrm>
              <a:off x="6379309" y="20878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1" name="rc711"/>
            <p:cNvSpPr/>
            <p:nvPr/>
          </p:nvSpPr>
          <p:spPr>
            <a:xfrm>
              <a:off x="6379309" y="2227553"/>
              <a:ext cx="114300" cy="139700"/>
            </a:xfrm>
            <a:prstGeom prst="rect">
              <a:avLst/>
            </a:prstGeom>
            <a:solidFill>
              <a:srgbClr val="FEE7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2" name="rc712"/>
            <p:cNvSpPr/>
            <p:nvPr/>
          </p:nvSpPr>
          <p:spPr>
            <a:xfrm>
              <a:off x="6379309" y="23672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3" name="rc713"/>
            <p:cNvSpPr/>
            <p:nvPr/>
          </p:nvSpPr>
          <p:spPr>
            <a:xfrm>
              <a:off x="6379309" y="25069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4" name="rc714"/>
            <p:cNvSpPr/>
            <p:nvPr/>
          </p:nvSpPr>
          <p:spPr>
            <a:xfrm>
              <a:off x="6379309" y="2646653"/>
              <a:ext cx="114300" cy="139700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5" name="rc715"/>
            <p:cNvSpPr/>
            <p:nvPr/>
          </p:nvSpPr>
          <p:spPr>
            <a:xfrm>
              <a:off x="6379309" y="27863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6" name="rc716"/>
            <p:cNvSpPr/>
            <p:nvPr/>
          </p:nvSpPr>
          <p:spPr>
            <a:xfrm>
              <a:off x="6379309" y="29260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7" name="rc717"/>
            <p:cNvSpPr/>
            <p:nvPr/>
          </p:nvSpPr>
          <p:spPr>
            <a:xfrm>
              <a:off x="6379309" y="3065753"/>
              <a:ext cx="114300" cy="139700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8" name="rc718"/>
            <p:cNvSpPr/>
            <p:nvPr/>
          </p:nvSpPr>
          <p:spPr>
            <a:xfrm>
              <a:off x="6379309" y="3205453"/>
              <a:ext cx="114300" cy="13970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" name="rc719"/>
            <p:cNvSpPr/>
            <p:nvPr/>
          </p:nvSpPr>
          <p:spPr>
            <a:xfrm>
              <a:off x="6379309" y="33451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" name="rc720"/>
            <p:cNvSpPr/>
            <p:nvPr/>
          </p:nvSpPr>
          <p:spPr>
            <a:xfrm>
              <a:off x="6379309" y="34848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" name="rc721"/>
            <p:cNvSpPr/>
            <p:nvPr/>
          </p:nvSpPr>
          <p:spPr>
            <a:xfrm>
              <a:off x="6379309" y="36245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" name="rc722"/>
            <p:cNvSpPr/>
            <p:nvPr/>
          </p:nvSpPr>
          <p:spPr>
            <a:xfrm>
              <a:off x="6379309" y="3764253"/>
              <a:ext cx="114300" cy="139700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" name="rc723"/>
            <p:cNvSpPr/>
            <p:nvPr/>
          </p:nvSpPr>
          <p:spPr>
            <a:xfrm>
              <a:off x="6493609" y="1389353"/>
              <a:ext cx="114299" cy="139700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" name="rc724"/>
            <p:cNvSpPr/>
            <p:nvPr/>
          </p:nvSpPr>
          <p:spPr>
            <a:xfrm>
              <a:off x="6493609" y="1529053"/>
              <a:ext cx="114299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" name="rc725"/>
            <p:cNvSpPr/>
            <p:nvPr/>
          </p:nvSpPr>
          <p:spPr>
            <a:xfrm>
              <a:off x="6493609" y="1668753"/>
              <a:ext cx="114299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" name="rc726"/>
            <p:cNvSpPr/>
            <p:nvPr/>
          </p:nvSpPr>
          <p:spPr>
            <a:xfrm>
              <a:off x="6493609" y="1808453"/>
              <a:ext cx="114299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" name="rc727"/>
            <p:cNvSpPr/>
            <p:nvPr/>
          </p:nvSpPr>
          <p:spPr>
            <a:xfrm>
              <a:off x="6493609" y="1948153"/>
              <a:ext cx="114299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" name="rc728"/>
            <p:cNvSpPr/>
            <p:nvPr/>
          </p:nvSpPr>
          <p:spPr>
            <a:xfrm>
              <a:off x="6493609" y="2087853"/>
              <a:ext cx="114299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" name="rc729"/>
            <p:cNvSpPr/>
            <p:nvPr/>
          </p:nvSpPr>
          <p:spPr>
            <a:xfrm>
              <a:off x="6493609" y="2227553"/>
              <a:ext cx="114299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" name="rc730"/>
            <p:cNvSpPr/>
            <p:nvPr/>
          </p:nvSpPr>
          <p:spPr>
            <a:xfrm>
              <a:off x="6493609" y="2367253"/>
              <a:ext cx="114299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" name="rc731"/>
            <p:cNvSpPr/>
            <p:nvPr/>
          </p:nvSpPr>
          <p:spPr>
            <a:xfrm>
              <a:off x="6493609" y="2506953"/>
              <a:ext cx="114299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" name="rc732"/>
            <p:cNvSpPr/>
            <p:nvPr/>
          </p:nvSpPr>
          <p:spPr>
            <a:xfrm>
              <a:off x="6493609" y="2646653"/>
              <a:ext cx="114299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" name="rc733"/>
            <p:cNvSpPr/>
            <p:nvPr/>
          </p:nvSpPr>
          <p:spPr>
            <a:xfrm>
              <a:off x="6493609" y="2786353"/>
              <a:ext cx="114299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" name="rc734"/>
            <p:cNvSpPr/>
            <p:nvPr/>
          </p:nvSpPr>
          <p:spPr>
            <a:xfrm>
              <a:off x="6493609" y="2926053"/>
              <a:ext cx="114299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" name="rc735"/>
            <p:cNvSpPr/>
            <p:nvPr/>
          </p:nvSpPr>
          <p:spPr>
            <a:xfrm>
              <a:off x="6493609" y="3065753"/>
              <a:ext cx="114299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" name="rc736"/>
            <p:cNvSpPr/>
            <p:nvPr/>
          </p:nvSpPr>
          <p:spPr>
            <a:xfrm>
              <a:off x="6493609" y="3205453"/>
              <a:ext cx="114299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" name="rc737"/>
            <p:cNvSpPr/>
            <p:nvPr/>
          </p:nvSpPr>
          <p:spPr>
            <a:xfrm>
              <a:off x="6493609" y="3345153"/>
              <a:ext cx="114299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" name="rc738"/>
            <p:cNvSpPr/>
            <p:nvPr/>
          </p:nvSpPr>
          <p:spPr>
            <a:xfrm>
              <a:off x="6493609" y="3484853"/>
              <a:ext cx="114299" cy="139700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" name="rc739"/>
            <p:cNvSpPr/>
            <p:nvPr/>
          </p:nvSpPr>
          <p:spPr>
            <a:xfrm>
              <a:off x="6493609" y="3624553"/>
              <a:ext cx="114299" cy="139700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" name="rc740"/>
            <p:cNvSpPr/>
            <p:nvPr/>
          </p:nvSpPr>
          <p:spPr>
            <a:xfrm>
              <a:off x="6493609" y="3764253"/>
              <a:ext cx="114299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" name="rc741"/>
            <p:cNvSpPr/>
            <p:nvPr/>
          </p:nvSpPr>
          <p:spPr>
            <a:xfrm>
              <a:off x="6607909" y="13893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" name="rc742"/>
            <p:cNvSpPr/>
            <p:nvPr/>
          </p:nvSpPr>
          <p:spPr>
            <a:xfrm>
              <a:off x="6607909" y="15290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" name="rc743"/>
            <p:cNvSpPr/>
            <p:nvPr/>
          </p:nvSpPr>
          <p:spPr>
            <a:xfrm>
              <a:off x="6607909" y="16687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" name="rc744"/>
            <p:cNvSpPr/>
            <p:nvPr/>
          </p:nvSpPr>
          <p:spPr>
            <a:xfrm>
              <a:off x="6607909" y="18084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" name="rc745"/>
            <p:cNvSpPr/>
            <p:nvPr/>
          </p:nvSpPr>
          <p:spPr>
            <a:xfrm>
              <a:off x="6607909" y="19481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" name="rc746"/>
            <p:cNvSpPr/>
            <p:nvPr/>
          </p:nvSpPr>
          <p:spPr>
            <a:xfrm>
              <a:off x="6607909" y="20878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" name="rc747"/>
            <p:cNvSpPr/>
            <p:nvPr/>
          </p:nvSpPr>
          <p:spPr>
            <a:xfrm>
              <a:off x="6607909" y="22275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" name="rc748"/>
            <p:cNvSpPr/>
            <p:nvPr/>
          </p:nvSpPr>
          <p:spPr>
            <a:xfrm>
              <a:off x="6607909" y="2367253"/>
              <a:ext cx="114300" cy="139700"/>
            </a:xfrm>
            <a:prstGeom prst="rect">
              <a:avLst/>
            </a:prstGeom>
            <a:solidFill>
              <a:srgbClr val="FEE7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" name="rc749"/>
            <p:cNvSpPr/>
            <p:nvPr/>
          </p:nvSpPr>
          <p:spPr>
            <a:xfrm>
              <a:off x="6607909" y="25069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" name="rc750"/>
            <p:cNvSpPr/>
            <p:nvPr/>
          </p:nvSpPr>
          <p:spPr>
            <a:xfrm>
              <a:off x="6607909" y="26466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" name="rc751"/>
            <p:cNvSpPr/>
            <p:nvPr/>
          </p:nvSpPr>
          <p:spPr>
            <a:xfrm>
              <a:off x="6607909" y="27863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" name="rc752"/>
            <p:cNvSpPr/>
            <p:nvPr/>
          </p:nvSpPr>
          <p:spPr>
            <a:xfrm>
              <a:off x="6607909" y="29260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" name="rc753"/>
            <p:cNvSpPr/>
            <p:nvPr/>
          </p:nvSpPr>
          <p:spPr>
            <a:xfrm>
              <a:off x="6607909" y="30657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" name="rc754"/>
            <p:cNvSpPr/>
            <p:nvPr/>
          </p:nvSpPr>
          <p:spPr>
            <a:xfrm>
              <a:off x="6607909" y="32054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" name="rc755"/>
            <p:cNvSpPr/>
            <p:nvPr/>
          </p:nvSpPr>
          <p:spPr>
            <a:xfrm>
              <a:off x="6607909" y="33451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" name="rc756"/>
            <p:cNvSpPr/>
            <p:nvPr/>
          </p:nvSpPr>
          <p:spPr>
            <a:xfrm>
              <a:off x="6607909" y="34848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" name="rc757"/>
            <p:cNvSpPr/>
            <p:nvPr/>
          </p:nvSpPr>
          <p:spPr>
            <a:xfrm>
              <a:off x="6607909" y="36245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" name="rc758"/>
            <p:cNvSpPr/>
            <p:nvPr/>
          </p:nvSpPr>
          <p:spPr>
            <a:xfrm>
              <a:off x="6607909" y="37642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" name="rc759"/>
            <p:cNvSpPr/>
            <p:nvPr/>
          </p:nvSpPr>
          <p:spPr>
            <a:xfrm>
              <a:off x="6722209" y="13893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" name="rc760"/>
            <p:cNvSpPr/>
            <p:nvPr/>
          </p:nvSpPr>
          <p:spPr>
            <a:xfrm>
              <a:off x="6722209" y="15290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" name="rc761"/>
            <p:cNvSpPr/>
            <p:nvPr/>
          </p:nvSpPr>
          <p:spPr>
            <a:xfrm>
              <a:off x="6722209" y="16687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" name="rc762"/>
            <p:cNvSpPr/>
            <p:nvPr/>
          </p:nvSpPr>
          <p:spPr>
            <a:xfrm>
              <a:off x="6722209" y="18084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" name="rc763"/>
            <p:cNvSpPr/>
            <p:nvPr/>
          </p:nvSpPr>
          <p:spPr>
            <a:xfrm>
              <a:off x="6722209" y="19481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" name="rc764"/>
            <p:cNvSpPr/>
            <p:nvPr/>
          </p:nvSpPr>
          <p:spPr>
            <a:xfrm>
              <a:off x="6722209" y="20878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" name="rc765"/>
            <p:cNvSpPr/>
            <p:nvPr/>
          </p:nvSpPr>
          <p:spPr>
            <a:xfrm>
              <a:off x="6722209" y="22275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" name="rc766"/>
            <p:cNvSpPr/>
            <p:nvPr/>
          </p:nvSpPr>
          <p:spPr>
            <a:xfrm>
              <a:off x="6722209" y="23672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" name="rc767"/>
            <p:cNvSpPr/>
            <p:nvPr/>
          </p:nvSpPr>
          <p:spPr>
            <a:xfrm>
              <a:off x="6722209" y="25069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" name="rc768"/>
            <p:cNvSpPr/>
            <p:nvPr/>
          </p:nvSpPr>
          <p:spPr>
            <a:xfrm>
              <a:off x="6722209" y="26466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" name="rc769"/>
            <p:cNvSpPr/>
            <p:nvPr/>
          </p:nvSpPr>
          <p:spPr>
            <a:xfrm>
              <a:off x="6722209" y="27863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" name="rc770"/>
            <p:cNvSpPr/>
            <p:nvPr/>
          </p:nvSpPr>
          <p:spPr>
            <a:xfrm>
              <a:off x="6722209" y="29260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" name="rc771"/>
            <p:cNvSpPr/>
            <p:nvPr/>
          </p:nvSpPr>
          <p:spPr>
            <a:xfrm>
              <a:off x="6722209" y="30657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" name="rc772"/>
            <p:cNvSpPr/>
            <p:nvPr/>
          </p:nvSpPr>
          <p:spPr>
            <a:xfrm>
              <a:off x="6722209" y="32054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" name="rc773"/>
            <p:cNvSpPr/>
            <p:nvPr/>
          </p:nvSpPr>
          <p:spPr>
            <a:xfrm>
              <a:off x="6722209" y="33451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" name="rc774"/>
            <p:cNvSpPr/>
            <p:nvPr/>
          </p:nvSpPr>
          <p:spPr>
            <a:xfrm>
              <a:off x="6722209" y="34848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" name="rc775"/>
            <p:cNvSpPr/>
            <p:nvPr/>
          </p:nvSpPr>
          <p:spPr>
            <a:xfrm>
              <a:off x="6722209" y="36245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" name="rc776"/>
            <p:cNvSpPr/>
            <p:nvPr/>
          </p:nvSpPr>
          <p:spPr>
            <a:xfrm>
              <a:off x="6722209" y="37642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" name="rc777"/>
            <p:cNvSpPr/>
            <p:nvPr/>
          </p:nvSpPr>
          <p:spPr>
            <a:xfrm>
              <a:off x="6836509" y="13893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" name="rc778"/>
            <p:cNvSpPr/>
            <p:nvPr/>
          </p:nvSpPr>
          <p:spPr>
            <a:xfrm>
              <a:off x="6836509" y="15290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" name="rc779"/>
            <p:cNvSpPr/>
            <p:nvPr/>
          </p:nvSpPr>
          <p:spPr>
            <a:xfrm>
              <a:off x="6836509" y="16687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" name="rc780"/>
            <p:cNvSpPr/>
            <p:nvPr/>
          </p:nvSpPr>
          <p:spPr>
            <a:xfrm>
              <a:off x="6836509" y="18084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" name="rc781"/>
            <p:cNvSpPr/>
            <p:nvPr/>
          </p:nvSpPr>
          <p:spPr>
            <a:xfrm>
              <a:off x="6836509" y="19481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" name="rc782"/>
            <p:cNvSpPr/>
            <p:nvPr/>
          </p:nvSpPr>
          <p:spPr>
            <a:xfrm>
              <a:off x="6836509" y="20878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" name="rc783"/>
            <p:cNvSpPr/>
            <p:nvPr/>
          </p:nvSpPr>
          <p:spPr>
            <a:xfrm>
              <a:off x="6836509" y="22275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" name="rc784"/>
            <p:cNvSpPr/>
            <p:nvPr/>
          </p:nvSpPr>
          <p:spPr>
            <a:xfrm>
              <a:off x="6836509" y="23672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" name="rc785"/>
            <p:cNvSpPr/>
            <p:nvPr/>
          </p:nvSpPr>
          <p:spPr>
            <a:xfrm>
              <a:off x="6836509" y="25069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" name="rc786"/>
            <p:cNvSpPr/>
            <p:nvPr/>
          </p:nvSpPr>
          <p:spPr>
            <a:xfrm>
              <a:off x="6836509" y="26466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" name="rc787"/>
            <p:cNvSpPr/>
            <p:nvPr/>
          </p:nvSpPr>
          <p:spPr>
            <a:xfrm>
              <a:off x="6836509" y="27863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" name="rc788"/>
            <p:cNvSpPr/>
            <p:nvPr/>
          </p:nvSpPr>
          <p:spPr>
            <a:xfrm>
              <a:off x="6836509" y="29260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" name="rc789"/>
            <p:cNvSpPr/>
            <p:nvPr/>
          </p:nvSpPr>
          <p:spPr>
            <a:xfrm>
              <a:off x="6836509" y="30657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" name="rc790"/>
            <p:cNvSpPr/>
            <p:nvPr/>
          </p:nvSpPr>
          <p:spPr>
            <a:xfrm>
              <a:off x="6836509" y="32054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" name="rc791"/>
            <p:cNvSpPr/>
            <p:nvPr/>
          </p:nvSpPr>
          <p:spPr>
            <a:xfrm>
              <a:off x="6836509" y="33451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" name="rc792"/>
            <p:cNvSpPr/>
            <p:nvPr/>
          </p:nvSpPr>
          <p:spPr>
            <a:xfrm>
              <a:off x="6836509" y="34848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" name="rc793"/>
            <p:cNvSpPr/>
            <p:nvPr/>
          </p:nvSpPr>
          <p:spPr>
            <a:xfrm>
              <a:off x="6836509" y="36245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" name="rc794"/>
            <p:cNvSpPr/>
            <p:nvPr/>
          </p:nvSpPr>
          <p:spPr>
            <a:xfrm>
              <a:off x="6836509" y="37642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" name="rc795"/>
            <p:cNvSpPr/>
            <p:nvPr/>
          </p:nvSpPr>
          <p:spPr>
            <a:xfrm>
              <a:off x="6950809" y="13893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" name="rc796"/>
            <p:cNvSpPr/>
            <p:nvPr/>
          </p:nvSpPr>
          <p:spPr>
            <a:xfrm>
              <a:off x="6950809" y="15290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" name="rc797"/>
            <p:cNvSpPr/>
            <p:nvPr/>
          </p:nvSpPr>
          <p:spPr>
            <a:xfrm>
              <a:off x="6950809" y="16687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" name="rc798"/>
            <p:cNvSpPr/>
            <p:nvPr/>
          </p:nvSpPr>
          <p:spPr>
            <a:xfrm>
              <a:off x="6950809" y="18084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" name="rc799"/>
            <p:cNvSpPr/>
            <p:nvPr/>
          </p:nvSpPr>
          <p:spPr>
            <a:xfrm>
              <a:off x="6950809" y="19481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" name="rc800"/>
            <p:cNvSpPr/>
            <p:nvPr/>
          </p:nvSpPr>
          <p:spPr>
            <a:xfrm>
              <a:off x="6950809" y="20878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" name="rc801"/>
            <p:cNvSpPr/>
            <p:nvPr/>
          </p:nvSpPr>
          <p:spPr>
            <a:xfrm>
              <a:off x="6950809" y="22275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" name="rc802"/>
            <p:cNvSpPr/>
            <p:nvPr/>
          </p:nvSpPr>
          <p:spPr>
            <a:xfrm>
              <a:off x="6950809" y="23672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" name="rc803"/>
            <p:cNvSpPr/>
            <p:nvPr/>
          </p:nvSpPr>
          <p:spPr>
            <a:xfrm>
              <a:off x="6950809" y="25069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" name="rc804"/>
            <p:cNvSpPr/>
            <p:nvPr/>
          </p:nvSpPr>
          <p:spPr>
            <a:xfrm>
              <a:off x="6950809" y="26466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" name="rc805"/>
            <p:cNvSpPr/>
            <p:nvPr/>
          </p:nvSpPr>
          <p:spPr>
            <a:xfrm>
              <a:off x="6950809" y="27863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" name="rc806"/>
            <p:cNvSpPr/>
            <p:nvPr/>
          </p:nvSpPr>
          <p:spPr>
            <a:xfrm>
              <a:off x="6950809" y="29260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" name="rc807"/>
            <p:cNvSpPr/>
            <p:nvPr/>
          </p:nvSpPr>
          <p:spPr>
            <a:xfrm>
              <a:off x="6950809" y="30657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" name="rc808"/>
            <p:cNvSpPr/>
            <p:nvPr/>
          </p:nvSpPr>
          <p:spPr>
            <a:xfrm>
              <a:off x="6950809" y="32054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" name="rc809"/>
            <p:cNvSpPr/>
            <p:nvPr/>
          </p:nvSpPr>
          <p:spPr>
            <a:xfrm>
              <a:off x="6950809" y="33451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" name="rc810"/>
            <p:cNvSpPr/>
            <p:nvPr/>
          </p:nvSpPr>
          <p:spPr>
            <a:xfrm>
              <a:off x="6950809" y="34848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" name="rc811"/>
            <p:cNvSpPr/>
            <p:nvPr/>
          </p:nvSpPr>
          <p:spPr>
            <a:xfrm>
              <a:off x="6950809" y="36245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" name="rc812"/>
            <p:cNvSpPr/>
            <p:nvPr/>
          </p:nvSpPr>
          <p:spPr>
            <a:xfrm>
              <a:off x="6950809" y="37642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" name="rc813"/>
            <p:cNvSpPr/>
            <p:nvPr/>
          </p:nvSpPr>
          <p:spPr>
            <a:xfrm>
              <a:off x="7065109" y="1389353"/>
              <a:ext cx="114300" cy="13970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" name="rc814"/>
            <p:cNvSpPr/>
            <p:nvPr/>
          </p:nvSpPr>
          <p:spPr>
            <a:xfrm>
              <a:off x="7065109" y="15290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" name="rc815"/>
            <p:cNvSpPr/>
            <p:nvPr/>
          </p:nvSpPr>
          <p:spPr>
            <a:xfrm>
              <a:off x="7065109" y="1668753"/>
              <a:ext cx="114300" cy="139700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" name="rc816"/>
            <p:cNvSpPr/>
            <p:nvPr/>
          </p:nvSpPr>
          <p:spPr>
            <a:xfrm>
              <a:off x="7065109" y="1808453"/>
              <a:ext cx="114300" cy="139700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" name="rc817"/>
            <p:cNvSpPr/>
            <p:nvPr/>
          </p:nvSpPr>
          <p:spPr>
            <a:xfrm>
              <a:off x="7065109" y="19481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" name="rc818"/>
            <p:cNvSpPr/>
            <p:nvPr/>
          </p:nvSpPr>
          <p:spPr>
            <a:xfrm>
              <a:off x="7065109" y="20878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" name="rc819"/>
            <p:cNvSpPr/>
            <p:nvPr/>
          </p:nvSpPr>
          <p:spPr>
            <a:xfrm>
              <a:off x="7065109" y="22275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" name="rc820"/>
            <p:cNvSpPr/>
            <p:nvPr/>
          </p:nvSpPr>
          <p:spPr>
            <a:xfrm>
              <a:off x="7065109" y="23672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" name="rc821"/>
            <p:cNvSpPr/>
            <p:nvPr/>
          </p:nvSpPr>
          <p:spPr>
            <a:xfrm>
              <a:off x="7065109" y="25069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" name="rc822"/>
            <p:cNvSpPr/>
            <p:nvPr/>
          </p:nvSpPr>
          <p:spPr>
            <a:xfrm>
              <a:off x="7065109" y="26466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" name="rc823"/>
            <p:cNvSpPr/>
            <p:nvPr/>
          </p:nvSpPr>
          <p:spPr>
            <a:xfrm>
              <a:off x="7065109" y="27863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" name="rc824"/>
            <p:cNvSpPr/>
            <p:nvPr/>
          </p:nvSpPr>
          <p:spPr>
            <a:xfrm>
              <a:off x="7065109" y="29260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" name="rc825"/>
            <p:cNvSpPr/>
            <p:nvPr/>
          </p:nvSpPr>
          <p:spPr>
            <a:xfrm>
              <a:off x="7065109" y="30657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" name="rc826"/>
            <p:cNvSpPr/>
            <p:nvPr/>
          </p:nvSpPr>
          <p:spPr>
            <a:xfrm>
              <a:off x="7065109" y="32054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" name="rc827"/>
            <p:cNvSpPr/>
            <p:nvPr/>
          </p:nvSpPr>
          <p:spPr>
            <a:xfrm>
              <a:off x="7065109" y="33451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" name="rc828"/>
            <p:cNvSpPr/>
            <p:nvPr/>
          </p:nvSpPr>
          <p:spPr>
            <a:xfrm>
              <a:off x="7065109" y="34848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" name="rc829"/>
            <p:cNvSpPr/>
            <p:nvPr/>
          </p:nvSpPr>
          <p:spPr>
            <a:xfrm>
              <a:off x="7065109" y="36245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" name="rc830"/>
            <p:cNvSpPr/>
            <p:nvPr/>
          </p:nvSpPr>
          <p:spPr>
            <a:xfrm>
              <a:off x="7065109" y="37642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" name="rc831"/>
            <p:cNvSpPr/>
            <p:nvPr/>
          </p:nvSpPr>
          <p:spPr>
            <a:xfrm>
              <a:off x="7179409" y="13893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" name="rc832"/>
            <p:cNvSpPr/>
            <p:nvPr/>
          </p:nvSpPr>
          <p:spPr>
            <a:xfrm>
              <a:off x="7179409" y="1529053"/>
              <a:ext cx="114300" cy="139700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" name="rc833"/>
            <p:cNvSpPr/>
            <p:nvPr/>
          </p:nvSpPr>
          <p:spPr>
            <a:xfrm>
              <a:off x="7179409" y="1668753"/>
              <a:ext cx="114300" cy="139700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" name="rc834"/>
            <p:cNvSpPr/>
            <p:nvPr/>
          </p:nvSpPr>
          <p:spPr>
            <a:xfrm>
              <a:off x="7179409" y="18084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" name="rc835"/>
            <p:cNvSpPr/>
            <p:nvPr/>
          </p:nvSpPr>
          <p:spPr>
            <a:xfrm>
              <a:off x="7179409" y="19481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" name="rc836"/>
            <p:cNvSpPr/>
            <p:nvPr/>
          </p:nvSpPr>
          <p:spPr>
            <a:xfrm>
              <a:off x="7179409" y="20878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" name="rc837"/>
            <p:cNvSpPr/>
            <p:nvPr/>
          </p:nvSpPr>
          <p:spPr>
            <a:xfrm>
              <a:off x="7179409" y="22275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" name="rc838"/>
            <p:cNvSpPr/>
            <p:nvPr/>
          </p:nvSpPr>
          <p:spPr>
            <a:xfrm>
              <a:off x="7179409" y="23672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" name="rc839"/>
            <p:cNvSpPr/>
            <p:nvPr/>
          </p:nvSpPr>
          <p:spPr>
            <a:xfrm>
              <a:off x="7179409" y="25069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" name="rc840"/>
            <p:cNvSpPr/>
            <p:nvPr/>
          </p:nvSpPr>
          <p:spPr>
            <a:xfrm>
              <a:off x="7179409" y="26466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" name="rc841"/>
            <p:cNvSpPr/>
            <p:nvPr/>
          </p:nvSpPr>
          <p:spPr>
            <a:xfrm>
              <a:off x="7179409" y="27863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" name="rc842"/>
            <p:cNvSpPr/>
            <p:nvPr/>
          </p:nvSpPr>
          <p:spPr>
            <a:xfrm>
              <a:off x="7179409" y="29260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" name="rc843"/>
            <p:cNvSpPr/>
            <p:nvPr/>
          </p:nvSpPr>
          <p:spPr>
            <a:xfrm>
              <a:off x="7179409" y="30657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" name="rc844"/>
            <p:cNvSpPr/>
            <p:nvPr/>
          </p:nvSpPr>
          <p:spPr>
            <a:xfrm>
              <a:off x="7179409" y="32054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" name="rc845"/>
            <p:cNvSpPr/>
            <p:nvPr/>
          </p:nvSpPr>
          <p:spPr>
            <a:xfrm>
              <a:off x="7179409" y="33451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" name="rc846"/>
            <p:cNvSpPr/>
            <p:nvPr/>
          </p:nvSpPr>
          <p:spPr>
            <a:xfrm>
              <a:off x="7179409" y="34848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" name="rc847"/>
            <p:cNvSpPr/>
            <p:nvPr/>
          </p:nvSpPr>
          <p:spPr>
            <a:xfrm>
              <a:off x="7179409" y="36245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" name="rc848"/>
            <p:cNvSpPr/>
            <p:nvPr/>
          </p:nvSpPr>
          <p:spPr>
            <a:xfrm>
              <a:off x="7179409" y="37642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" name="rc849"/>
            <p:cNvSpPr/>
            <p:nvPr/>
          </p:nvSpPr>
          <p:spPr>
            <a:xfrm>
              <a:off x="7293709" y="1389353"/>
              <a:ext cx="114300" cy="13970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" name="rc850"/>
            <p:cNvSpPr/>
            <p:nvPr/>
          </p:nvSpPr>
          <p:spPr>
            <a:xfrm>
              <a:off x="7293709" y="15290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" name="rc851"/>
            <p:cNvSpPr/>
            <p:nvPr/>
          </p:nvSpPr>
          <p:spPr>
            <a:xfrm>
              <a:off x="7293709" y="1668753"/>
              <a:ext cx="114300" cy="139700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" name="rc852"/>
            <p:cNvSpPr/>
            <p:nvPr/>
          </p:nvSpPr>
          <p:spPr>
            <a:xfrm>
              <a:off x="7293709" y="1808453"/>
              <a:ext cx="114300" cy="139700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" name="rc853"/>
            <p:cNvSpPr/>
            <p:nvPr/>
          </p:nvSpPr>
          <p:spPr>
            <a:xfrm>
              <a:off x="7293709" y="1948153"/>
              <a:ext cx="114300" cy="139700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" name="rc854"/>
            <p:cNvSpPr/>
            <p:nvPr/>
          </p:nvSpPr>
          <p:spPr>
            <a:xfrm>
              <a:off x="7293709" y="2087853"/>
              <a:ext cx="114300" cy="13970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" name="rc855"/>
            <p:cNvSpPr/>
            <p:nvPr/>
          </p:nvSpPr>
          <p:spPr>
            <a:xfrm>
              <a:off x="7293709" y="2227553"/>
              <a:ext cx="114300" cy="1397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" name="rc856"/>
            <p:cNvSpPr/>
            <p:nvPr/>
          </p:nvSpPr>
          <p:spPr>
            <a:xfrm>
              <a:off x="7293709" y="2367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" name="rc857"/>
            <p:cNvSpPr/>
            <p:nvPr/>
          </p:nvSpPr>
          <p:spPr>
            <a:xfrm>
              <a:off x="7293709" y="2506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" name="rc858"/>
            <p:cNvSpPr/>
            <p:nvPr/>
          </p:nvSpPr>
          <p:spPr>
            <a:xfrm>
              <a:off x="7293709" y="2646653"/>
              <a:ext cx="114300" cy="139700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" name="rc859"/>
            <p:cNvSpPr/>
            <p:nvPr/>
          </p:nvSpPr>
          <p:spPr>
            <a:xfrm>
              <a:off x="7293709" y="2786353"/>
              <a:ext cx="114300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" name="rc860"/>
            <p:cNvSpPr/>
            <p:nvPr/>
          </p:nvSpPr>
          <p:spPr>
            <a:xfrm>
              <a:off x="7293709" y="2926053"/>
              <a:ext cx="114300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" name="rc861"/>
            <p:cNvSpPr/>
            <p:nvPr/>
          </p:nvSpPr>
          <p:spPr>
            <a:xfrm>
              <a:off x="7293709" y="3065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" name="rc862"/>
            <p:cNvSpPr/>
            <p:nvPr/>
          </p:nvSpPr>
          <p:spPr>
            <a:xfrm>
              <a:off x="7293709" y="32054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" name="rc863"/>
            <p:cNvSpPr/>
            <p:nvPr/>
          </p:nvSpPr>
          <p:spPr>
            <a:xfrm>
              <a:off x="7293709" y="3345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" name="rc864"/>
            <p:cNvSpPr/>
            <p:nvPr/>
          </p:nvSpPr>
          <p:spPr>
            <a:xfrm>
              <a:off x="7293709" y="34848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" name="rc865"/>
            <p:cNvSpPr/>
            <p:nvPr/>
          </p:nvSpPr>
          <p:spPr>
            <a:xfrm>
              <a:off x="7293709" y="3624553"/>
              <a:ext cx="114300" cy="139700"/>
            </a:xfrm>
            <a:prstGeom prst="rect">
              <a:avLst/>
            </a:prstGeom>
            <a:solidFill>
              <a:srgbClr val="A1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" name="rc866"/>
            <p:cNvSpPr/>
            <p:nvPr/>
          </p:nvSpPr>
          <p:spPr>
            <a:xfrm>
              <a:off x="7293709" y="37642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" name="rc867"/>
            <p:cNvSpPr/>
            <p:nvPr/>
          </p:nvSpPr>
          <p:spPr>
            <a:xfrm>
              <a:off x="7408009" y="1389353"/>
              <a:ext cx="114300" cy="139700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" name="rc868"/>
            <p:cNvSpPr/>
            <p:nvPr/>
          </p:nvSpPr>
          <p:spPr>
            <a:xfrm>
              <a:off x="7408009" y="15290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" name="rc869"/>
            <p:cNvSpPr/>
            <p:nvPr/>
          </p:nvSpPr>
          <p:spPr>
            <a:xfrm>
              <a:off x="7408009" y="1668753"/>
              <a:ext cx="114300" cy="139700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" name="rc870"/>
            <p:cNvSpPr/>
            <p:nvPr/>
          </p:nvSpPr>
          <p:spPr>
            <a:xfrm>
              <a:off x="7408009" y="18084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" name="rc871"/>
            <p:cNvSpPr/>
            <p:nvPr/>
          </p:nvSpPr>
          <p:spPr>
            <a:xfrm>
              <a:off x="7408009" y="19481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" name="rc872"/>
            <p:cNvSpPr/>
            <p:nvPr/>
          </p:nvSpPr>
          <p:spPr>
            <a:xfrm>
              <a:off x="7408009" y="20878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" name="rc873"/>
            <p:cNvSpPr/>
            <p:nvPr/>
          </p:nvSpPr>
          <p:spPr>
            <a:xfrm>
              <a:off x="7408009" y="22275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" name="rc874"/>
            <p:cNvSpPr/>
            <p:nvPr/>
          </p:nvSpPr>
          <p:spPr>
            <a:xfrm>
              <a:off x="7408009" y="2367253"/>
              <a:ext cx="114300" cy="1397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" name="rc875"/>
            <p:cNvSpPr/>
            <p:nvPr/>
          </p:nvSpPr>
          <p:spPr>
            <a:xfrm>
              <a:off x="7408009" y="25069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6" name="rc876"/>
            <p:cNvSpPr/>
            <p:nvPr/>
          </p:nvSpPr>
          <p:spPr>
            <a:xfrm>
              <a:off x="7408009" y="2646653"/>
              <a:ext cx="114300" cy="139700"/>
            </a:xfrm>
            <a:prstGeom prst="rect">
              <a:avLst/>
            </a:prstGeom>
            <a:solidFill>
              <a:srgbClr val="FEE7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7" name="rc877"/>
            <p:cNvSpPr/>
            <p:nvPr/>
          </p:nvSpPr>
          <p:spPr>
            <a:xfrm>
              <a:off x="7408009" y="2786353"/>
              <a:ext cx="114300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8" name="rc878"/>
            <p:cNvSpPr/>
            <p:nvPr/>
          </p:nvSpPr>
          <p:spPr>
            <a:xfrm>
              <a:off x="7408009" y="29260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9" name="rc879"/>
            <p:cNvSpPr/>
            <p:nvPr/>
          </p:nvSpPr>
          <p:spPr>
            <a:xfrm>
              <a:off x="7408009" y="3065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0" name="rc880"/>
            <p:cNvSpPr/>
            <p:nvPr/>
          </p:nvSpPr>
          <p:spPr>
            <a:xfrm>
              <a:off x="7408009" y="3205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1" name="rc881"/>
            <p:cNvSpPr/>
            <p:nvPr/>
          </p:nvSpPr>
          <p:spPr>
            <a:xfrm>
              <a:off x="7408009" y="3345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2" name="rc882"/>
            <p:cNvSpPr/>
            <p:nvPr/>
          </p:nvSpPr>
          <p:spPr>
            <a:xfrm>
              <a:off x="7408009" y="34848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3" name="rc883"/>
            <p:cNvSpPr/>
            <p:nvPr/>
          </p:nvSpPr>
          <p:spPr>
            <a:xfrm>
              <a:off x="7408009" y="3624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4" name="rc884"/>
            <p:cNvSpPr/>
            <p:nvPr/>
          </p:nvSpPr>
          <p:spPr>
            <a:xfrm>
              <a:off x="7408009" y="3764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5" name="rc885"/>
            <p:cNvSpPr/>
            <p:nvPr/>
          </p:nvSpPr>
          <p:spPr>
            <a:xfrm>
              <a:off x="7522309" y="1389353"/>
              <a:ext cx="114300" cy="13970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6" name="rc886"/>
            <p:cNvSpPr/>
            <p:nvPr/>
          </p:nvSpPr>
          <p:spPr>
            <a:xfrm>
              <a:off x="7522309" y="15290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7" name="rc887"/>
            <p:cNvSpPr/>
            <p:nvPr/>
          </p:nvSpPr>
          <p:spPr>
            <a:xfrm>
              <a:off x="7522309" y="16687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8" name="rc888"/>
            <p:cNvSpPr/>
            <p:nvPr/>
          </p:nvSpPr>
          <p:spPr>
            <a:xfrm>
              <a:off x="7522309" y="18084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9" name="rc889"/>
            <p:cNvSpPr/>
            <p:nvPr/>
          </p:nvSpPr>
          <p:spPr>
            <a:xfrm>
              <a:off x="7522309" y="1948153"/>
              <a:ext cx="114300" cy="139700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0" name="rc890"/>
            <p:cNvSpPr/>
            <p:nvPr/>
          </p:nvSpPr>
          <p:spPr>
            <a:xfrm>
              <a:off x="7522309" y="2087853"/>
              <a:ext cx="114300" cy="139700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1" name="rc891"/>
            <p:cNvSpPr/>
            <p:nvPr/>
          </p:nvSpPr>
          <p:spPr>
            <a:xfrm>
              <a:off x="7522309" y="22275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2" name="rc892"/>
            <p:cNvSpPr/>
            <p:nvPr/>
          </p:nvSpPr>
          <p:spPr>
            <a:xfrm>
              <a:off x="7522309" y="2367253"/>
              <a:ext cx="114300" cy="139700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3" name="rc893"/>
            <p:cNvSpPr/>
            <p:nvPr/>
          </p:nvSpPr>
          <p:spPr>
            <a:xfrm>
              <a:off x="7522309" y="25069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4" name="rc894"/>
            <p:cNvSpPr/>
            <p:nvPr/>
          </p:nvSpPr>
          <p:spPr>
            <a:xfrm>
              <a:off x="7522309" y="26466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5" name="rc895"/>
            <p:cNvSpPr/>
            <p:nvPr/>
          </p:nvSpPr>
          <p:spPr>
            <a:xfrm>
              <a:off x="7522309" y="27863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6" name="rc896"/>
            <p:cNvSpPr/>
            <p:nvPr/>
          </p:nvSpPr>
          <p:spPr>
            <a:xfrm>
              <a:off x="7522309" y="29260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7" name="rc897"/>
            <p:cNvSpPr/>
            <p:nvPr/>
          </p:nvSpPr>
          <p:spPr>
            <a:xfrm>
              <a:off x="7522309" y="3065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8" name="rc898"/>
            <p:cNvSpPr/>
            <p:nvPr/>
          </p:nvSpPr>
          <p:spPr>
            <a:xfrm>
              <a:off x="7522309" y="3205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9" name="rc899"/>
            <p:cNvSpPr/>
            <p:nvPr/>
          </p:nvSpPr>
          <p:spPr>
            <a:xfrm>
              <a:off x="7522309" y="3345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0" name="rc900"/>
            <p:cNvSpPr/>
            <p:nvPr/>
          </p:nvSpPr>
          <p:spPr>
            <a:xfrm>
              <a:off x="7522309" y="3484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1" name="rc901"/>
            <p:cNvSpPr/>
            <p:nvPr/>
          </p:nvSpPr>
          <p:spPr>
            <a:xfrm>
              <a:off x="7522309" y="3624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2" name="rc902"/>
            <p:cNvSpPr/>
            <p:nvPr/>
          </p:nvSpPr>
          <p:spPr>
            <a:xfrm>
              <a:off x="7522309" y="3764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3" name="rc903"/>
            <p:cNvSpPr/>
            <p:nvPr/>
          </p:nvSpPr>
          <p:spPr>
            <a:xfrm>
              <a:off x="7636609" y="13893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4" name="rc904"/>
            <p:cNvSpPr/>
            <p:nvPr/>
          </p:nvSpPr>
          <p:spPr>
            <a:xfrm>
              <a:off x="7636609" y="1529053"/>
              <a:ext cx="114300" cy="139700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5" name="rc905"/>
            <p:cNvSpPr/>
            <p:nvPr/>
          </p:nvSpPr>
          <p:spPr>
            <a:xfrm>
              <a:off x="7636609" y="1668753"/>
              <a:ext cx="114300" cy="1397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6" name="rc906"/>
            <p:cNvSpPr/>
            <p:nvPr/>
          </p:nvSpPr>
          <p:spPr>
            <a:xfrm>
              <a:off x="7636609" y="18084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7" name="rc907"/>
            <p:cNvSpPr/>
            <p:nvPr/>
          </p:nvSpPr>
          <p:spPr>
            <a:xfrm>
              <a:off x="7636609" y="19481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8" name="rc908"/>
            <p:cNvSpPr/>
            <p:nvPr/>
          </p:nvSpPr>
          <p:spPr>
            <a:xfrm>
              <a:off x="7636609" y="2087853"/>
              <a:ext cx="114300" cy="139700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9" name="rc909"/>
            <p:cNvSpPr/>
            <p:nvPr/>
          </p:nvSpPr>
          <p:spPr>
            <a:xfrm>
              <a:off x="7636609" y="22275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0" name="rc910"/>
            <p:cNvSpPr/>
            <p:nvPr/>
          </p:nvSpPr>
          <p:spPr>
            <a:xfrm>
              <a:off x="7636609" y="2367253"/>
              <a:ext cx="114300" cy="139700"/>
            </a:xfrm>
            <a:prstGeom prst="rect">
              <a:avLst/>
            </a:prstGeom>
            <a:solidFill>
              <a:srgbClr val="C8E3E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1" name="rc911"/>
            <p:cNvSpPr/>
            <p:nvPr/>
          </p:nvSpPr>
          <p:spPr>
            <a:xfrm>
              <a:off x="7636609" y="25069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2" name="rc912"/>
            <p:cNvSpPr/>
            <p:nvPr/>
          </p:nvSpPr>
          <p:spPr>
            <a:xfrm>
              <a:off x="7636609" y="26466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3" name="rc913"/>
            <p:cNvSpPr/>
            <p:nvPr/>
          </p:nvSpPr>
          <p:spPr>
            <a:xfrm>
              <a:off x="7636609" y="27863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4" name="rc914"/>
            <p:cNvSpPr/>
            <p:nvPr/>
          </p:nvSpPr>
          <p:spPr>
            <a:xfrm>
              <a:off x="7636609" y="29260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5" name="rc915"/>
            <p:cNvSpPr/>
            <p:nvPr/>
          </p:nvSpPr>
          <p:spPr>
            <a:xfrm>
              <a:off x="7636609" y="3065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6" name="rc916"/>
            <p:cNvSpPr/>
            <p:nvPr/>
          </p:nvSpPr>
          <p:spPr>
            <a:xfrm>
              <a:off x="7636609" y="3205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7" name="rc917"/>
            <p:cNvSpPr/>
            <p:nvPr/>
          </p:nvSpPr>
          <p:spPr>
            <a:xfrm>
              <a:off x="7636609" y="3345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8" name="rc918"/>
            <p:cNvSpPr/>
            <p:nvPr/>
          </p:nvSpPr>
          <p:spPr>
            <a:xfrm>
              <a:off x="7636609" y="3484853"/>
              <a:ext cx="114300" cy="139700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9" name="rc919"/>
            <p:cNvSpPr/>
            <p:nvPr/>
          </p:nvSpPr>
          <p:spPr>
            <a:xfrm>
              <a:off x="7636609" y="3624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0" name="rc920"/>
            <p:cNvSpPr/>
            <p:nvPr/>
          </p:nvSpPr>
          <p:spPr>
            <a:xfrm>
              <a:off x="7636609" y="3764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1" name="rc921"/>
            <p:cNvSpPr/>
            <p:nvPr/>
          </p:nvSpPr>
          <p:spPr>
            <a:xfrm>
              <a:off x="7750909" y="1389353"/>
              <a:ext cx="114300" cy="139700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2" name="rc922"/>
            <p:cNvSpPr/>
            <p:nvPr/>
          </p:nvSpPr>
          <p:spPr>
            <a:xfrm>
              <a:off x="7750909" y="1529053"/>
              <a:ext cx="114300" cy="139700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3" name="rc923"/>
            <p:cNvSpPr/>
            <p:nvPr/>
          </p:nvSpPr>
          <p:spPr>
            <a:xfrm>
              <a:off x="7750909" y="1668753"/>
              <a:ext cx="114300" cy="139700"/>
            </a:xfrm>
            <a:prstGeom prst="rect">
              <a:avLst/>
            </a:prstGeom>
            <a:solidFill>
              <a:srgbClr val="B4D6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4" name="rc924"/>
            <p:cNvSpPr/>
            <p:nvPr/>
          </p:nvSpPr>
          <p:spPr>
            <a:xfrm>
              <a:off x="7750909" y="18084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5" name="rc925"/>
            <p:cNvSpPr/>
            <p:nvPr/>
          </p:nvSpPr>
          <p:spPr>
            <a:xfrm>
              <a:off x="7750909" y="19481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6" name="rc926"/>
            <p:cNvSpPr/>
            <p:nvPr/>
          </p:nvSpPr>
          <p:spPr>
            <a:xfrm>
              <a:off x="7750909" y="20878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7" name="rc927"/>
            <p:cNvSpPr/>
            <p:nvPr/>
          </p:nvSpPr>
          <p:spPr>
            <a:xfrm>
              <a:off x="7750909" y="22275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8" name="rc928"/>
            <p:cNvSpPr/>
            <p:nvPr/>
          </p:nvSpPr>
          <p:spPr>
            <a:xfrm>
              <a:off x="7750909" y="23672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9" name="rc929"/>
            <p:cNvSpPr/>
            <p:nvPr/>
          </p:nvSpPr>
          <p:spPr>
            <a:xfrm>
              <a:off x="7750909" y="2506953"/>
              <a:ext cx="114300" cy="13970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0" name="rc930"/>
            <p:cNvSpPr/>
            <p:nvPr/>
          </p:nvSpPr>
          <p:spPr>
            <a:xfrm>
              <a:off x="7750909" y="2646653"/>
              <a:ext cx="114300" cy="13970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1" name="rc931"/>
            <p:cNvSpPr/>
            <p:nvPr/>
          </p:nvSpPr>
          <p:spPr>
            <a:xfrm>
              <a:off x="7750909" y="27863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2" name="rc932"/>
            <p:cNvSpPr/>
            <p:nvPr/>
          </p:nvSpPr>
          <p:spPr>
            <a:xfrm>
              <a:off x="7750909" y="2926053"/>
              <a:ext cx="114300" cy="139700"/>
            </a:xfrm>
            <a:prstGeom prst="rect">
              <a:avLst/>
            </a:prstGeom>
            <a:solidFill>
              <a:srgbClr val="FCAD6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3" name="rc933"/>
            <p:cNvSpPr/>
            <p:nvPr/>
          </p:nvSpPr>
          <p:spPr>
            <a:xfrm>
              <a:off x="7750909" y="3065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4" name="rc934"/>
            <p:cNvSpPr/>
            <p:nvPr/>
          </p:nvSpPr>
          <p:spPr>
            <a:xfrm>
              <a:off x="7750909" y="3205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5" name="rc935"/>
            <p:cNvSpPr/>
            <p:nvPr/>
          </p:nvSpPr>
          <p:spPr>
            <a:xfrm>
              <a:off x="7750909" y="3345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6" name="rc936"/>
            <p:cNvSpPr/>
            <p:nvPr/>
          </p:nvSpPr>
          <p:spPr>
            <a:xfrm>
              <a:off x="7750909" y="3484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7" name="rc937"/>
            <p:cNvSpPr/>
            <p:nvPr/>
          </p:nvSpPr>
          <p:spPr>
            <a:xfrm>
              <a:off x="7750909" y="3624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8" name="rc938"/>
            <p:cNvSpPr/>
            <p:nvPr/>
          </p:nvSpPr>
          <p:spPr>
            <a:xfrm>
              <a:off x="7750909" y="37642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9" name="rc939"/>
            <p:cNvSpPr/>
            <p:nvPr/>
          </p:nvSpPr>
          <p:spPr>
            <a:xfrm>
              <a:off x="7865209" y="13893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0" name="rc940"/>
            <p:cNvSpPr/>
            <p:nvPr/>
          </p:nvSpPr>
          <p:spPr>
            <a:xfrm>
              <a:off x="7865209" y="15290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1" name="rc941"/>
            <p:cNvSpPr/>
            <p:nvPr/>
          </p:nvSpPr>
          <p:spPr>
            <a:xfrm>
              <a:off x="7865209" y="16687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2" name="rc942"/>
            <p:cNvSpPr/>
            <p:nvPr/>
          </p:nvSpPr>
          <p:spPr>
            <a:xfrm>
              <a:off x="7865209" y="18084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3" name="rc943"/>
            <p:cNvSpPr/>
            <p:nvPr/>
          </p:nvSpPr>
          <p:spPr>
            <a:xfrm>
              <a:off x="7865209" y="1948153"/>
              <a:ext cx="114300" cy="139700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4" name="rc944"/>
            <p:cNvSpPr/>
            <p:nvPr/>
          </p:nvSpPr>
          <p:spPr>
            <a:xfrm>
              <a:off x="7865209" y="20878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5" name="rc945"/>
            <p:cNvSpPr/>
            <p:nvPr/>
          </p:nvSpPr>
          <p:spPr>
            <a:xfrm>
              <a:off x="7865209" y="22275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6" name="rc946"/>
            <p:cNvSpPr/>
            <p:nvPr/>
          </p:nvSpPr>
          <p:spPr>
            <a:xfrm>
              <a:off x="7865209" y="23672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7" name="rc947"/>
            <p:cNvSpPr/>
            <p:nvPr/>
          </p:nvSpPr>
          <p:spPr>
            <a:xfrm>
              <a:off x="7865209" y="25069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8" name="rc948"/>
            <p:cNvSpPr/>
            <p:nvPr/>
          </p:nvSpPr>
          <p:spPr>
            <a:xfrm>
              <a:off x="7865209" y="26466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9" name="rc949"/>
            <p:cNvSpPr/>
            <p:nvPr/>
          </p:nvSpPr>
          <p:spPr>
            <a:xfrm>
              <a:off x="7865209" y="27863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0" name="rc950"/>
            <p:cNvSpPr/>
            <p:nvPr/>
          </p:nvSpPr>
          <p:spPr>
            <a:xfrm>
              <a:off x="7865209" y="29260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1" name="rc951"/>
            <p:cNvSpPr/>
            <p:nvPr/>
          </p:nvSpPr>
          <p:spPr>
            <a:xfrm>
              <a:off x="7865209" y="30657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2" name="rc952"/>
            <p:cNvSpPr/>
            <p:nvPr/>
          </p:nvSpPr>
          <p:spPr>
            <a:xfrm>
              <a:off x="7865209" y="32054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3" name="rc953"/>
            <p:cNvSpPr/>
            <p:nvPr/>
          </p:nvSpPr>
          <p:spPr>
            <a:xfrm>
              <a:off x="7865209" y="33451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4" name="rc954"/>
            <p:cNvSpPr/>
            <p:nvPr/>
          </p:nvSpPr>
          <p:spPr>
            <a:xfrm>
              <a:off x="7865209" y="34848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5" name="rc955"/>
            <p:cNvSpPr/>
            <p:nvPr/>
          </p:nvSpPr>
          <p:spPr>
            <a:xfrm>
              <a:off x="7865209" y="36245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6" name="rc956"/>
            <p:cNvSpPr/>
            <p:nvPr/>
          </p:nvSpPr>
          <p:spPr>
            <a:xfrm>
              <a:off x="7865209" y="37642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7" name="rc957"/>
            <p:cNvSpPr/>
            <p:nvPr/>
          </p:nvSpPr>
          <p:spPr>
            <a:xfrm>
              <a:off x="7979509" y="13893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8" name="rc958"/>
            <p:cNvSpPr/>
            <p:nvPr/>
          </p:nvSpPr>
          <p:spPr>
            <a:xfrm>
              <a:off x="7979509" y="1529053"/>
              <a:ext cx="114300" cy="139700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9" name="rc959"/>
            <p:cNvSpPr/>
            <p:nvPr/>
          </p:nvSpPr>
          <p:spPr>
            <a:xfrm>
              <a:off x="7979509" y="16687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0" name="rc960"/>
            <p:cNvSpPr/>
            <p:nvPr/>
          </p:nvSpPr>
          <p:spPr>
            <a:xfrm>
              <a:off x="7979509" y="18084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1" name="rc961"/>
            <p:cNvSpPr/>
            <p:nvPr/>
          </p:nvSpPr>
          <p:spPr>
            <a:xfrm>
              <a:off x="7979509" y="19481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2" name="rc962"/>
            <p:cNvSpPr/>
            <p:nvPr/>
          </p:nvSpPr>
          <p:spPr>
            <a:xfrm>
              <a:off x="7979509" y="20878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3" name="rc963"/>
            <p:cNvSpPr/>
            <p:nvPr/>
          </p:nvSpPr>
          <p:spPr>
            <a:xfrm>
              <a:off x="7979509" y="22275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4" name="rc964"/>
            <p:cNvSpPr/>
            <p:nvPr/>
          </p:nvSpPr>
          <p:spPr>
            <a:xfrm>
              <a:off x="7979509" y="23672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5" name="rc965"/>
            <p:cNvSpPr/>
            <p:nvPr/>
          </p:nvSpPr>
          <p:spPr>
            <a:xfrm>
              <a:off x="7979509" y="25069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6" name="rc966"/>
            <p:cNvSpPr/>
            <p:nvPr/>
          </p:nvSpPr>
          <p:spPr>
            <a:xfrm>
              <a:off x="7979509" y="26466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7" name="rc967"/>
            <p:cNvSpPr/>
            <p:nvPr/>
          </p:nvSpPr>
          <p:spPr>
            <a:xfrm>
              <a:off x="7979509" y="27863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8" name="rc968"/>
            <p:cNvSpPr/>
            <p:nvPr/>
          </p:nvSpPr>
          <p:spPr>
            <a:xfrm>
              <a:off x="7979509" y="29260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9" name="rc969"/>
            <p:cNvSpPr/>
            <p:nvPr/>
          </p:nvSpPr>
          <p:spPr>
            <a:xfrm>
              <a:off x="7979509" y="30657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0" name="rc970"/>
            <p:cNvSpPr/>
            <p:nvPr/>
          </p:nvSpPr>
          <p:spPr>
            <a:xfrm>
              <a:off x="7979509" y="3205453"/>
              <a:ext cx="114300" cy="1397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1" name="rc971"/>
            <p:cNvSpPr/>
            <p:nvPr/>
          </p:nvSpPr>
          <p:spPr>
            <a:xfrm>
              <a:off x="7979509" y="33451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2" name="rc972"/>
            <p:cNvSpPr/>
            <p:nvPr/>
          </p:nvSpPr>
          <p:spPr>
            <a:xfrm>
              <a:off x="7979509" y="34848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3" name="rc973"/>
            <p:cNvSpPr/>
            <p:nvPr/>
          </p:nvSpPr>
          <p:spPr>
            <a:xfrm>
              <a:off x="7979509" y="36245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4" name="rc974"/>
            <p:cNvSpPr/>
            <p:nvPr/>
          </p:nvSpPr>
          <p:spPr>
            <a:xfrm>
              <a:off x="7979509" y="3764253"/>
              <a:ext cx="114300" cy="13970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5" name="rc975"/>
            <p:cNvSpPr/>
            <p:nvPr/>
          </p:nvSpPr>
          <p:spPr>
            <a:xfrm>
              <a:off x="8093809" y="13893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6" name="rc976"/>
            <p:cNvSpPr/>
            <p:nvPr/>
          </p:nvSpPr>
          <p:spPr>
            <a:xfrm>
              <a:off x="8093809" y="15290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7" name="rc977"/>
            <p:cNvSpPr/>
            <p:nvPr/>
          </p:nvSpPr>
          <p:spPr>
            <a:xfrm>
              <a:off x="8093809" y="16687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8" name="rc978"/>
            <p:cNvSpPr/>
            <p:nvPr/>
          </p:nvSpPr>
          <p:spPr>
            <a:xfrm>
              <a:off x="8093809" y="18084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9" name="rc979"/>
            <p:cNvSpPr/>
            <p:nvPr/>
          </p:nvSpPr>
          <p:spPr>
            <a:xfrm>
              <a:off x="8093809" y="19481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0" name="rc980"/>
            <p:cNvSpPr/>
            <p:nvPr/>
          </p:nvSpPr>
          <p:spPr>
            <a:xfrm>
              <a:off x="8093809" y="20878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1" name="rc981"/>
            <p:cNvSpPr/>
            <p:nvPr/>
          </p:nvSpPr>
          <p:spPr>
            <a:xfrm>
              <a:off x="8093809" y="2227553"/>
              <a:ext cx="114300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2" name="rc982"/>
            <p:cNvSpPr/>
            <p:nvPr/>
          </p:nvSpPr>
          <p:spPr>
            <a:xfrm>
              <a:off x="8093809" y="23672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3" name="rc983"/>
            <p:cNvSpPr/>
            <p:nvPr/>
          </p:nvSpPr>
          <p:spPr>
            <a:xfrm>
              <a:off x="8093809" y="2506953"/>
              <a:ext cx="114300" cy="139700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4" name="rc984"/>
            <p:cNvSpPr/>
            <p:nvPr/>
          </p:nvSpPr>
          <p:spPr>
            <a:xfrm>
              <a:off x="8093809" y="26466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5" name="rc985"/>
            <p:cNvSpPr/>
            <p:nvPr/>
          </p:nvSpPr>
          <p:spPr>
            <a:xfrm>
              <a:off x="8093809" y="27863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6" name="rc986"/>
            <p:cNvSpPr/>
            <p:nvPr/>
          </p:nvSpPr>
          <p:spPr>
            <a:xfrm>
              <a:off x="8093809" y="29260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7" name="rc987"/>
            <p:cNvSpPr/>
            <p:nvPr/>
          </p:nvSpPr>
          <p:spPr>
            <a:xfrm>
              <a:off x="8093809" y="30657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8" name="rc988"/>
            <p:cNvSpPr/>
            <p:nvPr/>
          </p:nvSpPr>
          <p:spPr>
            <a:xfrm>
              <a:off x="8093809" y="32054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9" name="rc989"/>
            <p:cNvSpPr/>
            <p:nvPr/>
          </p:nvSpPr>
          <p:spPr>
            <a:xfrm>
              <a:off x="8093809" y="3345153"/>
              <a:ext cx="114300" cy="139700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0" name="rc990"/>
            <p:cNvSpPr/>
            <p:nvPr/>
          </p:nvSpPr>
          <p:spPr>
            <a:xfrm>
              <a:off x="8093809" y="3484853"/>
              <a:ext cx="114300" cy="139700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1" name="rc991"/>
            <p:cNvSpPr/>
            <p:nvPr/>
          </p:nvSpPr>
          <p:spPr>
            <a:xfrm>
              <a:off x="8093809" y="3624553"/>
              <a:ext cx="114300" cy="13970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2" name="rc992"/>
            <p:cNvSpPr/>
            <p:nvPr/>
          </p:nvSpPr>
          <p:spPr>
            <a:xfrm>
              <a:off x="8093809" y="3764253"/>
              <a:ext cx="114300" cy="13970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3" name="rc993"/>
            <p:cNvSpPr/>
            <p:nvPr/>
          </p:nvSpPr>
          <p:spPr>
            <a:xfrm>
              <a:off x="8208109" y="13893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4" name="rc994"/>
            <p:cNvSpPr/>
            <p:nvPr/>
          </p:nvSpPr>
          <p:spPr>
            <a:xfrm>
              <a:off x="8208109" y="15290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5" name="rc995"/>
            <p:cNvSpPr/>
            <p:nvPr/>
          </p:nvSpPr>
          <p:spPr>
            <a:xfrm>
              <a:off x="8208109" y="16687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6" name="rc996"/>
            <p:cNvSpPr/>
            <p:nvPr/>
          </p:nvSpPr>
          <p:spPr>
            <a:xfrm>
              <a:off x="8208109" y="18084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7" name="rc997"/>
            <p:cNvSpPr/>
            <p:nvPr/>
          </p:nvSpPr>
          <p:spPr>
            <a:xfrm>
              <a:off x="8208109" y="19481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8" name="rc998"/>
            <p:cNvSpPr/>
            <p:nvPr/>
          </p:nvSpPr>
          <p:spPr>
            <a:xfrm>
              <a:off x="8208109" y="20878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9" name="rc999"/>
            <p:cNvSpPr/>
            <p:nvPr/>
          </p:nvSpPr>
          <p:spPr>
            <a:xfrm>
              <a:off x="8208109" y="22275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0" name="rc1000"/>
            <p:cNvSpPr/>
            <p:nvPr/>
          </p:nvSpPr>
          <p:spPr>
            <a:xfrm>
              <a:off x="8208109" y="23672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1" name="rc1001"/>
            <p:cNvSpPr/>
            <p:nvPr/>
          </p:nvSpPr>
          <p:spPr>
            <a:xfrm>
              <a:off x="8208109" y="2506953"/>
              <a:ext cx="114300" cy="139700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2" name="rc1002"/>
            <p:cNvSpPr/>
            <p:nvPr/>
          </p:nvSpPr>
          <p:spPr>
            <a:xfrm>
              <a:off x="8208109" y="26466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3" name="rc1003"/>
            <p:cNvSpPr/>
            <p:nvPr/>
          </p:nvSpPr>
          <p:spPr>
            <a:xfrm>
              <a:off x="8208109" y="27863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4" name="rc1004"/>
            <p:cNvSpPr/>
            <p:nvPr/>
          </p:nvSpPr>
          <p:spPr>
            <a:xfrm>
              <a:off x="8208109" y="29260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5" name="rc1005"/>
            <p:cNvSpPr/>
            <p:nvPr/>
          </p:nvSpPr>
          <p:spPr>
            <a:xfrm>
              <a:off x="8208109" y="3065753"/>
              <a:ext cx="114300" cy="1397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6" name="rc1006"/>
            <p:cNvSpPr/>
            <p:nvPr/>
          </p:nvSpPr>
          <p:spPr>
            <a:xfrm>
              <a:off x="8208109" y="3205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7" name="rc1007"/>
            <p:cNvSpPr/>
            <p:nvPr/>
          </p:nvSpPr>
          <p:spPr>
            <a:xfrm>
              <a:off x="8208109" y="3345153"/>
              <a:ext cx="114300" cy="1397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8" name="rc1008"/>
            <p:cNvSpPr/>
            <p:nvPr/>
          </p:nvSpPr>
          <p:spPr>
            <a:xfrm>
              <a:off x="8208109" y="3484853"/>
              <a:ext cx="114300" cy="139700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9" name="rc1009"/>
            <p:cNvSpPr/>
            <p:nvPr/>
          </p:nvSpPr>
          <p:spPr>
            <a:xfrm>
              <a:off x="8208109" y="3624553"/>
              <a:ext cx="114300" cy="13970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0" name="rc1010"/>
            <p:cNvSpPr/>
            <p:nvPr/>
          </p:nvSpPr>
          <p:spPr>
            <a:xfrm>
              <a:off x="8208109" y="3764253"/>
              <a:ext cx="114300" cy="139700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1" name="rc1011"/>
            <p:cNvSpPr/>
            <p:nvPr/>
          </p:nvSpPr>
          <p:spPr>
            <a:xfrm>
              <a:off x="8322409" y="13893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2" name="rc1012"/>
            <p:cNvSpPr/>
            <p:nvPr/>
          </p:nvSpPr>
          <p:spPr>
            <a:xfrm>
              <a:off x="8322409" y="15290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3" name="rc1013"/>
            <p:cNvSpPr/>
            <p:nvPr/>
          </p:nvSpPr>
          <p:spPr>
            <a:xfrm>
              <a:off x="8322409" y="16687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4" name="rc1014"/>
            <p:cNvSpPr/>
            <p:nvPr/>
          </p:nvSpPr>
          <p:spPr>
            <a:xfrm>
              <a:off x="8322409" y="18084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5" name="rc1015"/>
            <p:cNvSpPr/>
            <p:nvPr/>
          </p:nvSpPr>
          <p:spPr>
            <a:xfrm>
              <a:off x="8322409" y="1948153"/>
              <a:ext cx="114300" cy="139700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6" name="rc1016"/>
            <p:cNvSpPr/>
            <p:nvPr/>
          </p:nvSpPr>
          <p:spPr>
            <a:xfrm>
              <a:off x="8322409" y="20878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7" name="rc1017"/>
            <p:cNvSpPr/>
            <p:nvPr/>
          </p:nvSpPr>
          <p:spPr>
            <a:xfrm>
              <a:off x="8322409" y="22275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8" name="rc1018"/>
            <p:cNvSpPr/>
            <p:nvPr/>
          </p:nvSpPr>
          <p:spPr>
            <a:xfrm>
              <a:off x="8322409" y="23672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9" name="rc1019"/>
            <p:cNvSpPr/>
            <p:nvPr/>
          </p:nvSpPr>
          <p:spPr>
            <a:xfrm>
              <a:off x="8322409" y="25069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0" name="rc1020"/>
            <p:cNvSpPr/>
            <p:nvPr/>
          </p:nvSpPr>
          <p:spPr>
            <a:xfrm>
              <a:off x="8322409" y="26466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1" name="rc1021"/>
            <p:cNvSpPr/>
            <p:nvPr/>
          </p:nvSpPr>
          <p:spPr>
            <a:xfrm>
              <a:off x="8322409" y="2786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2" name="rc1022"/>
            <p:cNvSpPr/>
            <p:nvPr/>
          </p:nvSpPr>
          <p:spPr>
            <a:xfrm>
              <a:off x="8322409" y="2926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3" name="rc1023"/>
            <p:cNvSpPr/>
            <p:nvPr/>
          </p:nvSpPr>
          <p:spPr>
            <a:xfrm>
              <a:off x="8322409" y="3065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4" name="rc1024"/>
            <p:cNvSpPr/>
            <p:nvPr/>
          </p:nvSpPr>
          <p:spPr>
            <a:xfrm>
              <a:off x="8322409" y="3205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5" name="rc1025"/>
            <p:cNvSpPr/>
            <p:nvPr/>
          </p:nvSpPr>
          <p:spPr>
            <a:xfrm>
              <a:off x="8322409" y="3345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6" name="rc1026"/>
            <p:cNvSpPr/>
            <p:nvPr/>
          </p:nvSpPr>
          <p:spPr>
            <a:xfrm>
              <a:off x="8322409" y="3484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7" name="rc1027"/>
            <p:cNvSpPr/>
            <p:nvPr/>
          </p:nvSpPr>
          <p:spPr>
            <a:xfrm>
              <a:off x="8322409" y="3624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8" name="rc1028"/>
            <p:cNvSpPr/>
            <p:nvPr/>
          </p:nvSpPr>
          <p:spPr>
            <a:xfrm>
              <a:off x="8322409" y="3764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9" name="rc1029"/>
            <p:cNvSpPr/>
            <p:nvPr/>
          </p:nvSpPr>
          <p:spPr>
            <a:xfrm>
              <a:off x="8436709" y="13893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0" name="rc1030"/>
            <p:cNvSpPr/>
            <p:nvPr/>
          </p:nvSpPr>
          <p:spPr>
            <a:xfrm>
              <a:off x="8436709" y="15290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1" name="rc1031"/>
            <p:cNvSpPr/>
            <p:nvPr/>
          </p:nvSpPr>
          <p:spPr>
            <a:xfrm>
              <a:off x="8436709" y="16687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2" name="rc1032"/>
            <p:cNvSpPr/>
            <p:nvPr/>
          </p:nvSpPr>
          <p:spPr>
            <a:xfrm>
              <a:off x="8436709" y="18084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3" name="rc1033"/>
            <p:cNvSpPr/>
            <p:nvPr/>
          </p:nvSpPr>
          <p:spPr>
            <a:xfrm>
              <a:off x="8436709" y="1948153"/>
              <a:ext cx="114300" cy="139700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4" name="rc1034"/>
            <p:cNvSpPr/>
            <p:nvPr/>
          </p:nvSpPr>
          <p:spPr>
            <a:xfrm>
              <a:off x="8436709" y="20878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5" name="rc1035"/>
            <p:cNvSpPr/>
            <p:nvPr/>
          </p:nvSpPr>
          <p:spPr>
            <a:xfrm>
              <a:off x="8436709" y="22275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6" name="rc1036"/>
            <p:cNvSpPr/>
            <p:nvPr/>
          </p:nvSpPr>
          <p:spPr>
            <a:xfrm>
              <a:off x="8436709" y="23672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7" name="rc1037"/>
            <p:cNvSpPr/>
            <p:nvPr/>
          </p:nvSpPr>
          <p:spPr>
            <a:xfrm>
              <a:off x="8436709" y="25069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8" name="rc1038"/>
            <p:cNvSpPr/>
            <p:nvPr/>
          </p:nvSpPr>
          <p:spPr>
            <a:xfrm>
              <a:off x="8436709" y="26466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9" name="rc1039"/>
            <p:cNvSpPr/>
            <p:nvPr/>
          </p:nvSpPr>
          <p:spPr>
            <a:xfrm>
              <a:off x="8436709" y="27863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0" name="rc1040"/>
            <p:cNvSpPr/>
            <p:nvPr/>
          </p:nvSpPr>
          <p:spPr>
            <a:xfrm>
              <a:off x="8436709" y="29260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1" name="rc1041"/>
            <p:cNvSpPr/>
            <p:nvPr/>
          </p:nvSpPr>
          <p:spPr>
            <a:xfrm>
              <a:off x="8436709" y="3065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2" name="rc1042"/>
            <p:cNvSpPr/>
            <p:nvPr/>
          </p:nvSpPr>
          <p:spPr>
            <a:xfrm>
              <a:off x="8436709" y="3205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3" name="rc1043"/>
            <p:cNvSpPr/>
            <p:nvPr/>
          </p:nvSpPr>
          <p:spPr>
            <a:xfrm>
              <a:off x="8436709" y="33451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4" name="rc1044"/>
            <p:cNvSpPr/>
            <p:nvPr/>
          </p:nvSpPr>
          <p:spPr>
            <a:xfrm>
              <a:off x="8436709" y="3484853"/>
              <a:ext cx="114300" cy="13970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5" name="rc1045"/>
            <p:cNvSpPr/>
            <p:nvPr/>
          </p:nvSpPr>
          <p:spPr>
            <a:xfrm>
              <a:off x="8436709" y="36245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6" name="rc1046"/>
            <p:cNvSpPr/>
            <p:nvPr/>
          </p:nvSpPr>
          <p:spPr>
            <a:xfrm>
              <a:off x="8436709" y="37642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7" name="rc1047"/>
            <p:cNvSpPr/>
            <p:nvPr/>
          </p:nvSpPr>
          <p:spPr>
            <a:xfrm>
              <a:off x="8551009" y="1389353"/>
              <a:ext cx="114300" cy="1397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8" name="rc1048"/>
            <p:cNvSpPr/>
            <p:nvPr/>
          </p:nvSpPr>
          <p:spPr>
            <a:xfrm>
              <a:off x="8551009" y="1529053"/>
              <a:ext cx="114300" cy="139700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9" name="rc1049"/>
            <p:cNvSpPr/>
            <p:nvPr/>
          </p:nvSpPr>
          <p:spPr>
            <a:xfrm>
              <a:off x="8551009" y="16687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0" name="rc1050"/>
            <p:cNvSpPr/>
            <p:nvPr/>
          </p:nvSpPr>
          <p:spPr>
            <a:xfrm>
              <a:off x="8551009" y="18084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1" name="rc1051"/>
            <p:cNvSpPr/>
            <p:nvPr/>
          </p:nvSpPr>
          <p:spPr>
            <a:xfrm>
              <a:off x="8551009" y="1948153"/>
              <a:ext cx="114300" cy="139700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2" name="rc1052"/>
            <p:cNvSpPr/>
            <p:nvPr/>
          </p:nvSpPr>
          <p:spPr>
            <a:xfrm>
              <a:off x="8551009" y="20878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3" name="rc1053"/>
            <p:cNvSpPr/>
            <p:nvPr/>
          </p:nvSpPr>
          <p:spPr>
            <a:xfrm>
              <a:off x="8551009" y="22275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4" name="rc1054"/>
            <p:cNvSpPr/>
            <p:nvPr/>
          </p:nvSpPr>
          <p:spPr>
            <a:xfrm>
              <a:off x="8551009" y="23672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5" name="rc1055"/>
            <p:cNvSpPr/>
            <p:nvPr/>
          </p:nvSpPr>
          <p:spPr>
            <a:xfrm>
              <a:off x="8551009" y="25069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6" name="rc1056"/>
            <p:cNvSpPr/>
            <p:nvPr/>
          </p:nvSpPr>
          <p:spPr>
            <a:xfrm>
              <a:off x="8551009" y="26466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7" name="rc1057"/>
            <p:cNvSpPr/>
            <p:nvPr/>
          </p:nvSpPr>
          <p:spPr>
            <a:xfrm>
              <a:off x="8551009" y="2786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8" name="rc1058"/>
            <p:cNvSpPr/>
            <p:nvPr/>
          </p:nvSpPr>
          <p:spPr>
            <a:xfrm>
              <a:off x="8551009" y="2926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9" name="rc1059"/>
            <p:cNvSpPr/>
            <p:nvPr/>
          </p:nvSpPr>
          <p:spPr>
            <a:xfrm>
              <a:off x="8551009" y="3065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0" name="rc1060"/>
            <p:cNvSpPr/>
            <p:nvPr/>
          </p:nvSpPr>
          <p:spPr>
            <a:xfrm>
              <a:off x="8551009" y="3205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1" name="rc1061"/>
            <p:cNvSpPr/>
            <p:nvPr/>
          </p:nvSpPr>
          <p:spPr>
            <a:xfrm>
              <a:off x="8551009" y="3345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2" name="rc1062"/>
            <p:cNvSpPr/>
            <p:nvPr/>
          </p:nvSpPr>
          <p:spPr>
            <a:xfrm>
              <a:off x="8551009" y="3484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3" name="rc1063"/>
            <p:cNvSpPr/>
            <p:nvPr/>
          </p:nvSpPr>
          <p:spPr>
            <a:xfrm>
              <a:off x="8551009" y="3624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4" name="rc1064"/>
            <p:cNvSpPr/>
            <p:nvPr/>
          </p:nvSpPr>
          <p:spPr>
            <a:xfrm>
              <a:off x="8551009" y="3764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5" name="rc1065"/>
            <p:cNvSpPr/>
            <p:nvPr/>
          </p:nvSpPr>
          <p:spPr>
            <a:xfrm>
              <a:off x="8665309" y="1389353"/>
              <a:ext cx="114300" cy="139700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6" name="rc1066"/>
            <p:cNvSpPr/>
            <p:nvPr/>
          </p:nvSpPr>
          <p:spPr>
            <a:xfrm>
              <a:off x="8665309" y="1529053"/>
              <a:ext cx="114300" cy="139700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7" name="rc1067"/>
            <p:cNvSpPr/>
            <p:nvPr/>
          </p:nvSpPr>
          <p:spPr>
            <a:xfrm>
              <a:off x="8665309" y="1668753"/>
              <a:ext cx="114300" cy="139700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8" name="rc1068"/>
            <p:cNvSpPr/>
            <p:nvPr/>
          </p:nvSpPr>
          <p:spPr>
            <a:xfrm>
              <a:off x="8665309" y="1808453"/>
              <a:ext cx="114300" cy="139700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9" name="rc1069"/>
            <p:cNvSpPr/>
            <p:nvPr/>
          </p:nvSpPr>
          <p:spPr>
            <a:xfrm>
              <a:off x="8665309" y="1948153"/>
              <a:ext cx="114300" cy="139700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0" name="rc1070"/>
            <p:cNvSpPr/>
            <p:nvPr/>
          </p:nvSpPr>
          <p:spPr>
            <a:xfrm>
              <a:off x="8665309" y="2087853"/>
              <a:ext cx="114300" cy="139700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1" name="rc1071"/>
            <p:cNvSpPr/>
            <p:nvPr/>
          </p:nvSpPr>
          <p:spPr>
            <a:xfrm>
              <a:off x="8665309" y="2227553"/>
              <a:ext cx="114300" cy="13970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2" name="rc1072"/>
            <p:cNvSpPr/>
            <p:nvPr/>
          </p:nvSpPr>
          <p:spPr>
            <a:xfrm>
              <a:off x="8665309" y="2367253"/>
              <a:ext cx="114300" cy="139700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3" name="rc1073"/>
            <p:cNvSpPr/>
            <p:nvPr/>
          </p:nvSpPr>
          <p:spPr>
            <a:xfrm>
              <a:off x="8665309" y="2506953"/>
              <a:ext cx="114300" cy="139700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4" name="rc1074"/>
            <p:cNvSpPr/>
            <p:nvPr/>
          </p:nvSpPr>
          <p:spPr>
            <a:xfrm>
              <a:off x="8665309" y="2646653"/>
              <a:ext cx="114300" cy="139700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5" name="rc1075"/>
            <p:cNvSpPr/>
            <p:nvPr/>
          </p:nvSpPr>
          <p:spPr>
            <a:xfrm>
              <a:off x="8665309" y="2786353"/>
              <a:ext cx="114300" cy="139700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6" name="rc1076"/>
            <p:cNvSpPr/>
            <p:nvPr/>
          </p:nvSpPr>
          <p:spPr>
            <a:xfrm>
              <a:off x="8665309" y="2926053"/>
              <a:ext cx="114300" cy="139700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7" name="rc1077"/>
            <p:cNvSpPr/>
            <p:nvPr/>
          </p:nvSpPr>
          <p:spPr>
            <a:xfrm>
              <a:off x="8665309" y="30657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8" name="rc1078"/>
            <p:cNvSpPr/>
            <p:nvPr/>
          </p:nvSpPr>
          <p:spPr>
            <a:xfrm>
              <a:off x="8665309" y="3205453"/>
              <a:ext cx="114300" cy="1397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9" name="rc1079"/>
            <p:cNvSpPr/>
            <p:nvPr/>
          </p:nvSpPr>
          <p:spPr>
            <a:xfrm>
              <a:off x="8665309" y="33451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0" name="rc1080"/>
            <p:cNvSpPr/>
            <p:nvPr/>
          </p:nvSpPr>
          <p:spPr>
            <a:xfrm>
              <a:off x="8665309" y="3484853"/>
              <a:ext cx="114300" cy="139700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1" name="rc1081"/>
            <p:cNvSpPr/>
            <p:nvPr/>
          </p:nvSpPr>
          <p:spPr>
            <a:xfrm>
              <a:off x="8665309" y="3624553"/>
              <a:ext cx="114300" cy="13970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2" name="rc1082"/>
            <p:cNvSpPr/>
            <p:nvPr/>
          </p:nvSpPr>
          <p:spPr>
            <a:xfrm>
              <a:off x="8665309" y="3764253"/>
              <a:ext cx="114300" cy="139700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3" name="rc1083"/>
            <p:cNvSpPr/>
            <p:nvPr/>
          </p:nvSpPr>
          <p:spPr>
            <a:xfrm>
              <a:off x="8779609" y="13893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4" name="rc1084"/>
            <p:cNvSpPr/>
            <p:nvPr/>
          </p:nvSpPr>
          <p:spPr>
            <a:xfrm>
              <a:off x="8779609" y="1529053"/>
              <a:ext cx="114300" cy="1397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5" name="rc1085"/>
            <p:cNvSpPr/>
            <p:nvPr/>
          </p:nvSpPr>
          <p:spPr>
            <a:xfrm>
              <a:off x="8779609" y="1668753"/>
              <a:ext cx="114300" cy="13970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6" name="rc1086"/>
            <p:cNvSpPr/>
            <p:nvPr/>
          </p:nvSpPr>
          <p:spPr>
            <a:xfrm>
              <a:off x="8779609" y="1808453"/>
              <a:ext cx="114300" cy="1397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7" name="rc1087"/>
            <p:cNvSpPr/>
            <p:nvPr/>
          </p:nvSpPr>
          <p:spPr>
            <a:xfrm>
              <a:off x="8779609" y="1948153"/>
              <a:ext cx="114300" cy="139700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8" name="rc1088"/>
            <p:cNvSpPr/>
            <p:nvPr/>
          </p:nvSpPr>
          <p:spPr>
            <a:xfrm>
              <a:off x="8779609" y="2087853"/>
              <a:ext cx="114300" cy="139700"/>
            </a:xfrm>
            <a:prstGeom prst="rect">
              <a:avLst/>
            </a:prstGeom>
            <a:solidFill>
              <a:srgbClr val="B4D6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9" name="rc1089"/>
            <p:cNvSpPr/>
            <p:nvPr/>
          </p:nvSpPr>
          <p:spPr>
            <a:xfrm>
              <a:off x="8779609" y="22275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0" name="rc1090"/>
            <p:cNvSpPr/>
            <p:nvPr/>
          </p:nvSpPr>
          <p:spPr>
            <a:xfrm>
              <a:off x="8779609" y="2367253"/>
              <a:ext cx="114300" cy="13970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1" name="rc1091"/>
            <p:cNvSpPr/>
            <p:nvPr/>
          </p:nvSpPr>
          <p:spPr>
            <a:xfrm>
              <a:off x="8779609" y="2506953"/>
              <a:ext cx="114300" cy="13970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2" name="rc1092"/>
            <p:cNvSpPr/>
            <p:nvPr/>
          </p:nvSpPr>
          <p:spPr>
            <a:xfrm>
              <a:off x="8779609" y="26466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3" name="rc1093"/>
            <p:cNvSpPr/>
            <p:nvPr/>
          </p:nvSpPr>
          <p:spPr>
            <a:xfrm>
              <a:off x="8779609" y="27863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4" name="rc1094"/>
            <p:cNvSpPr/>
            <p:nvPr/>
          </p:nvSpPr>
          <p:spPr>
            <a:xfrm>
              <a:off x="8779609" y="2926053"/>
              <a:ext cx="114300" cy="139700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5" name="rc1095"/>
            <p:cNvSpPr/>
            <p:nvPr/>
          </p:nvSpPr>
          <p:spPr>
            <a:xfrm>
              <a:off x="8779609" y="3065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6" name="rc1096"/>
            <p:cNvSpPr/>
            <p:nvPr/>
          </p:nvSpPr>
          <p:spPr>
            <a:xfrm>
              <a:off x="8779609" y="3205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7" name="rc1097"/>
            <p:cNvSpPr/>
            <p:nvPr/>
          </p:nvSpPr>
          <p:spPr>
            <a:xfrm>
              <a:off x="8779609" y="3345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8" name="rc1098"/>
            <p:cNvSpPr/>
            <p:nvPr/>
          </p:nvSpPr>
          <p:spPr>
            <a:xfrm>
              <a:off x="8779609" y="3484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9" name="rc1099"/>
            <p:cNvSpPr/>
            <p:nvPr/>
          </p:nvSpPr>
          <p:spPr>
            <a:xfrm>
              <a:off x="8779609" y="3624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0" name="rc1100"/>
            <p:cNvSpPr/>
            <p:nvPr/>
          </p:nvSpPr>
          <p:spPr>
            <a:xfrm>
              <a:off x="8779609" y="3764253"/>
              <a:ext cx="114300" cy="139700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1" name="rc1101"/>
            <p:cNvSpPr/>
            <p:nvPr/>
          </p:nvSpPr>
          <p:spPr>
            <a:xfrm>
              <a:off x="8893909" y="1389353"/>
              <a:ext cx="114300" cy="139700"/>
            </a:xfrm>
            <a:prstGeom prst="rect">
              <a:avLst/>
            </a:prstGeom>
            <a:solidFill>
              <a:srgbClr val="B9D9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2" name="rc1102"/>
            <p:cNvSpPr/>
            <p:nvPr/>
          </p:nvSpPr>
          <p:spPr>
            <a:xfrm>
              <a:off x="8893909" y="1529053"/>
              <a:ext cx="114300" cy="1397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3" name="rc1103"/>
            <p:cNvSpPr/>
            <p:nvPr/>
          </p:nvSpPr>
          <p:spPr>
            <a:xfrm>
              <a:off x="8893909" y="1668753"/>
              <a:ext cx="114300" cy="1397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4" name="rc1104"/>
            <p:cNvSpPr/>
            <p:nvPr/>
          </p:nvSpPr>
          <p:spPr>
            <a:xfrm>
              <a:off x="8893909" y="1808453"/>
              <a:ext cx="114300" cy="139700"/>
            </a:xfrm>
            <a:prstGeom prst="rect">
              <a:avLst/>
            </a:prstGeom>
            <a:solidFill>
              <a:srgbClr val="C8E3E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5" name="rc1105"/>
            <p:cNvSpPr/>
            <p:nvPr/>
          </p:nvSpPr>
          <p:spPr>
            <a:xfrm>
              <a:off x="8893909" y="1948153"/>
              <a:ext cx="114300" cy="139700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6" name="rc1106"/>
            <p:cNvSpPr/>
            <p:nvPr/>
          </p:nvSpPr>
          <p:spPr>
            <a:xfrm>
              <a:off x="8893909" y="2087853"/>
              <a:ext cx="114300" cy="139700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7" name="rc1107"/>
            <p:cNvSpPr/>
            <p:nvPr/>
          </p:nvSpPr>
          <p:spPr>
            <a:xfrm>
              <a:off x="8893909" y="2227553"/>
              <a:ext cx="114300" cy="139700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8" name="rc1108"/>
            <p:cNvSpPr/>
            <p:nvPr/>
          </p:nvSpPr>
          <p:spPr>
            <a:xfrm>
              <a:off x="8893909" y="23672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9" name="rc1109"/>
            <p:cNvSpPr/>
            <p:nvPr/>
          </p:nvSpPr>
          <p:spPr>
            <a:xfrm>
              <a:off x="8893909" y="2506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0" name="rc1110"/>
            <p:cNvSpPr/>
            <p:nvPr/>
          </p:nvSpPr>
          <p:spPr>
            <a:xfrm>
              <a:off x="8893909" y="26466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1" name="rc1111"/>
            <p:cNvSpPr/>
            <p:nvPr/>
          </p:nvSpPr>
          <p:spPr>
            <a:xfrm>
              <a:off x="8893909" y="2786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2" name="rc1112"/>
            <p:cNvSpPr/>
            <p:nvPr/>
          </p:nvSpPr>
          <p:spPr>
            <a:xfrm>
              <a:off x="8893909" y="2926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3" name="rc1113"/>
            <p:cNvSpPr/>
            <p:nvPr/>
          </p:nvSpPr>
          <p:spPr>
            <a:xfrm>
              <a:off x="8893909" y="3065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4" name="rc1114"/>
            <p:cNvSpPr/>
            <p:nvPr/>
          </p:nvSpPr>
          <p:spPr>
            <a:xfrm>
              <a:off x="8893909" y="3205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5" name="rc1115"/>
            <p:cNvSpPr/>
            <p:nvPr/>
          </p:nvSpPr>
          <p:spPr>
            <a:xfrm>
              <a:off x="8893909" y="3345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6" name="rc1116"/>
            <p:cNvSpPr/>
            <p:nvPr/>
          </p:nvSpPr>
          <p:spPr>
            <a:xfrm>
              <a:off x="8893909" y="3484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7" name="rc1117"/>
            <p:cNvSpPr/>
            <p:nvPr/>
          </p:nvSpPr>
          <p:spPr>
            <a:xfrm>
              <a:off x="8893909" y="36245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8" name="rc1118"/>
            <p:cNvSpPr/>
            <p:nvPr/>
          </p:nvSpPr>
          <p:spPr>
            <a:xfrm>
              <a:off x="8893909" y="37642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9" name="rc1119"/>
            <p:cNvSpPr/>
            <p:nvPr/>
          </p:nvSpPr>
          <p:spPr>
            <a:xfrm>
              <a:off x="9008209" y="13893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0" name="rc1120"/>
            <p:cNvSpPr/>
            <p:nvPr/>
          </p:nvSpPr>
          <p:spPr>
            <a:xfrm>
              <a:off x="9008209" y="1529053"/>
              <a:ext cx="114300" cy="1397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1" name="rc1121"/>
            <p:cNvSpPr/>
            <p:nvPr/>
          </p:nvSpPr>
          <p:spPr>
            <a:xfrm>
              <a:off x="9008209" y="1668753"/>
              <a:ext cx="114300" cy="1397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2" name="rc1122"/>
            <p:cNvSpPr/>
            <p:nvPr/>
          </p:nvSpPr>
          <p:spPr>
            <a:xfrm>
              <a:off x="9008209" y="1808453"/>
              <a:ext cx="114300" cy="139700"/>
            </a:xfrm>
            <a:prstGeom prst="rect">
              <a:avLst/>
            </a:prstGeom>
            <a:solidFill>
              <a:srgbClr val="ABD0E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3" name="rc1123"/>
            <p:cNvSpPr/>
            <p:nvPr/>
          </p:nvSpPr>
          <p:spPr>
            <a:xfrm>
              <a:off x="9008209" y="19481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4" name="rc1124"/>
            <p:cNvSpPr/>
            <p:nvPr/>
          </p:nvSpPr>
          <p:spPr>
            <a:xfrm>
              <a:off x="9008209" y="20878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5" name="rc1125"/>
            <p:cNvSpPr/>
            <p:nvPr/>
          </p:nvSpPr>
          <p:spPr>
            <a:xfrm>
              <a:off x="9008209" y="22275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6" name="rc1126"/>
            <p:cNvSpPr/>
            <p:nvPr/>
          </p:nvSpPr>
          <p:spPr>
            <a:xfrm>
              <a:off x="9008209" y="2367253"/>
              <a:ext cx="114300" cy="139700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7" name="rc1127"/>
            <p:cNvSpPr/>
            <p:nvPr/>
          </p:nvSpPr>
          <p:spPr>
            <a:xfrm>
              <a:off x="9008209" y="2506953"/>
              <a:ext cx="114300" cy="139700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8" name="rc1128"/>
            <p:cNvSpPr/>
            <p:nvPr/>
          </p:nvSpPr>
          <p:spPr>
            <a:xfrm>
              <a:off x="9008209" y="26466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9" name="rc1129"/>
            <p:cNvSpPr/>
            <p:nvPr/>
          </p:nvSpPr>
          <p:spPr>
            <a:xfrm>
              <a:off x="9008209" y="2786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0" name="rc1130"/>
            <p:cNvSpPr/>
            <p:nvPr/>
          </p:nvSpPr>
          <p:spPr>
            <a:xfrm>
              <a:off x="9008209" y="2926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1" name="rc1131"/>
            <p:cNvSpPr/>
            <p:nvPr/>
          </p:nvSpPr>
          <p:spPr>
            <a:xfrm>
              <a:off x="9008209" y="3065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2" name="rc1132"/>
            <p:cNvSpPr/>
            <p:nvPr/>
          </p:nvSpPr>
          <p:spPr>
            <a:xfrm>
              <a:off x="9008209" y="3205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3" name="rc1133"/>
            <p:cNvSpPr/>
            <p:nvPr/>
          </p:nvSpPr>
          <p:spPr>
            <a:xfrm>
              <a:off x="9008209" y="3345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4" name="rc1134"/>
            <p:cNvSpPr/>
            <p:nvPr/>
          </p:nvSpPr>
          <p:spPr>
            <a:xfrm>
              <a:off x="9008209" y="3484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5" name="rc1135"/>
            <p:cNvSpPr/>
            <p:nvPr/>
          </p:nvSpPr>
          <p:spPr>
            <a:xfrm>
              <a:off x="9008209" y="3624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6" name="rc1136"/>
            <p:cNvSpPr/>
            <p:nvPr/>
          </p:nvSpPr>
          <p:spPr>
            <a:xfrm>
              <a:off x="9008209" y="3764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7" name="rc1137"/>
            <p:cNvSpPr/>
            <p:nvPr/>
          </p:nvSpPr>
          <p:spPr>
            <a:xfrm>
              <a:off x="9122509" y="13893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8" name="rc1138"/>
            <p:cNvSpPr/>
            <p:nvPr/>
          </p:nvSpPr>
          <p:spPr>
            <a:xfrm>
              <a:off x="9122509" y="15290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9" name="rc1139"/>
            <p:cNvSpPr/>
            <p:nvPr/>
          </p:nvSpPr>
          <p:spPr>
            <a:xfrm>
              <a:off x="9122509" y="16687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0" name="rc1140"/>
            <p:cNvSpPr/>
            <p:nvPr/>
          </p:nvSpPr>
          <p:spPr>
            <a:xfrm>
              <a:off x="9122509" y="1808453"/>
              <a:ext cx="114300" cy="139700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1" name="rc1141"/>
            <p:cNvSpPr/>
            <p:nvPr/>
          </p:nvSpPr>
          <p:spPr>
            <a:xfrm>
              <a:off x="9122509" y="19481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2" name="rc1142"/>
            <p:cNvSpPr/>
            <p:nvPr/>
          </p:nvSpPr>
          <p:spPr>
            <a:xfrm>
              <a:off x="9122509" y="20878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3" name="rc1143"/>
            <p:cNvSpPr/>
            <p:nvPr/>
          </p:nvSpPr>
          <p:spPr>
            <a:xfrm>
              <a:off x="9122509" y="22275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4" name="rc1144"/>
            <p:cNvSpPr/>
            <p:nvPr/>
          </p:nvSpPr>
          <p:spPr>
            <a:xfrm>
              <a:off x="9122509" y="2367253"/>
              <a:ext cx="114300" cy="139700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5" name="rc1145"/>
            <p:cNvSpPr/>
            <p:nvPr/>
          </p:nvSpPr>
          <p:spPr>
            <a:xfrm>
              <a:off x="9122509" y="25069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6" name="rc1146"/>
            <p:cNvSpPr/>
            <p:nvPr/>
          </p:nvSpPr>
          <p:spPr>
            <a:xfrm>
              <a:off x="9122509" y="2646653"/>
              <a:ext cx="114300" cy="13970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7" name="rc1147"/>
            <p:cNvSpPr/>
            <p:nvPr/>
          </p:nvSpPr>
          <p:spPr>
            <a:xfrm>
              <a:off x="9122509" y="2786353"/>
              <a:ext cx="114300" cy="13970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8" name="rc1148"/>
            <p:cNvSpPr/>
            <p:nvPr/>
          </p:nvSpPr>
          <p:spPr>
            <a:xfrm>
              <a:off x="9122509" y="2926053"/>
              <a:ext cx="114300" cy="13970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9" name="rc1149"/>
            <p:cNvSpPr/>
            <p:nvPr/>
          </p:nvSpPr>
          <p:spPr>
            <a:xfrm>
              <a:off x="9122509" y="3065753"/>
              <a:ext cx="114300" cy="1397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0" name="rc1150"/>
            <p:cNvSpPr/>
            <p:nvPr/>
          </p:nvSpPr>
          <p:spPr>
            <a:xfrm>
              <a:off x="9122509" y="32054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1" name="rc1151"/>
            <p:cNvSpPr/>
            <p:nvPr/>
          </p:nvSpPr>
          <p:spPr>
            <a:xfrm>
              <a:off x="9122509" y="33451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2" name="rc1152"/>
            <p:cNvSpPr/>
            <p:nvPr/>
          </p:nvSpPr>
          <p:spPr>
            <a:xfrm>
              <a:off x="9122509" y="3484853"/>
              <a:ext cx="114300" cy="13970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3" name="rc1153"/>
            <p:cNvSpPr/>
            <p:nvPr/>
          </p:nvSpPr>
          <p:spPr>
            <a:xfrm>
              <a:off x="9122509" y="36245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4" name="rc1154"/>
            <p:cNvSpPr/>
            <p:nvPr/>
          </p:nvSpPr>
          <p:spPr>
            <a:xfrm>
              <a:off x="9122509" y="3764253"/>
              <a:ext cx="114300" cy="13970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5" name="rc1155"/>
            <p:cNvSpPr/>
            <p:nvPr/>
          </p:nvSpPr>
          <p:spPr>
            <a:xfrm>
              <a:off x="9236809" y="1389353"/>
              <a:ext cx="114300" cy="13970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6" name="rc1156"/>
            <p:cNvSpPr/>
            <p:nvPr/>
          </p:nvSpPr>
          <p:spPr>
            <a:xfrm>
              <a:off x="9236809" y="1529053"/>
              <a:ext cx="114300" cy="1397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7" name="rc1157"/>
            <p:cNvSpPr/>
            <p:nvPr/>
          </p:nvSpPr>
          <p:spPr>
            <a:xfrm>
              <a:off x="9236809" y="16687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8" name="rc1158"/>
            <p:cNvSpPr/>
            <p:nvPr/>
          </p:nvSpPr>
          <p:spPr>
            <a:xfrm>
              <a:off x="9236809" y="1808453"/>
              <a:ext cx="114300" cy="139700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9" name="rc1159"/>
            <p:cNvSpPr/>
            <p:nvPr/>
          </p:nvSpPr>
          <p:spPr>
            <a:xfrm>
              <a:off x="9236809" y="1948153"/>
              <a:ext cx="114300" cy="13970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0" name="rc1160"/>
            <p:cNvSpPr/>
            <p:nvPr/>
          </p:nvSpPr>
          <p:spPr>
            <a:xfrm>
              <a:off x="9236809" y="2087853"/>
              <a:ext cx="114300" cy="1397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1" name="rc1161"/>
            <p:cNvSpPr/>
            <p:nvPr/>
          </p:nvSpPr>
          <p:spPr>
            <a:xfrm>
              <a:off x="9236809" y="2227553"/>
              <a:ext cx="114300" cy="139700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2" name="rc1162"/>
            <p:cNvSpPr/>
            <p:nvPr/>
          </p:nvSpPr>
          <p:spPr>
            <a:xfrm>
              <a:off x="9236809" y="2367253"/>
              <a:ext cx="114300" cy="1397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3" name="rc1163"/>
            <p:cNvSpPr/>
            <p:nvPr/>
          </p:nvSpPr>
          <p:spPr>
            <a:xfrm>
              <a:off x="9236809" y="2506953"/>
              <a:ext cx="114300" cy="139700"/>
            </a:xfrm>
            <a:prstGeom prst="rect">
              <a:avLst/>
            </a:prstGeom>
            <a:solidFill>
              <a:srgbClr val="B9D9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4" name="rc1164"/>
            <p:cNvSpPr/>
            <p:nvPr/>
          </p:nvSpPr>
          <p:spPr>
            <a:xfrm>
              <a:off x="9236809" y="2646653"/>
              <a:ext cx="114300" cy="1397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5" name="rc1165"/>
            <p:cNvSpPr/>
            <p:nvPr/>
          </p:nvSpPr>
          <p:spPr>
            <a:xfrm>
              <a:off x="9236809" y="2786353"/>
              <a:ext cx="114300" cy="139700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6" name="rc1166"/>
            <p:cNvSpPr/>
            <p:nvPr/>
          </p:nvSpPr>
          <p:spPr>
            <a:xfrm>
              <a:off x="9236809" y="2926053"/>
              <a:ext cx="114300" cy="1397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7" name="rc1167"/>
            <p:cNvSpPr/>
            <p:nvPr/>
          </p:nvSpPr>
          <p:spPr>
            <a:xfrm>
              <a:off x="9236809" y="30657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8" name="rc1168"/>
            <p:cNvSpPr/>
            <p:nvPr/>
          </p:nvSpPr>
          <p:spPr>
            <a:xfrm>
              <a:off x="9236809" y="3205453"/>
              <a:ext cx="114300" cy="1397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9" name="rc1169"/>
            <p:cNvSpPr/>
            <p:nvPr/>
          </p:nvSpPr>
          <p:spPr>
            <a:xfrm>
              <a:off x="9236809" y="33451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0" name="rc1170"/>
            <p:cNvSpPr/>
            <p:nvPr/>
          </p:nvSpPr>
          <p:spPr>
            <a:xfrm>
              <a:off x="9236809" y="3484853"/>
              <a:ext cx="114300" cy="139700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1" name="rc1171"/>
            <p:cNvSpPr/>
            <p:nvPr/>
          </p:nvSpPr>
          <p:spPr>
            <a:xfrm>
              <a:off x="9236809" y="3624553"/>
              <a:ext cx="114300" cy="139700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2" name="rc1172"/>
            <p:cNvSpPr/>
            <p:nvPr/>
          </p:nvSpPr>
          <p:spPr>
            <a:xfrm>
              <a:off x="9236809" y="3764253"/>
              <a:ext cx="114300" cy="13970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3" name="rc1173"/>
            <p:cNvSpPr/>
            <p:nvPr/>
          </p:nvSpPr>
          <p:spPr>
            <a:xfrm>
              <a:off x="9351109" y="1389353"/>
              <a:ext cx="114300" cy="139700"/>
            </a:xfrm>
            <a:prstGeom prst="rect">
              <a:avLst/>
            </a:prstGeom>
            <a:solidFill>
              <a:srgbClr val="C8E3E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4" name="rc1174"/>
            <p:cNvSpPr/>
            <p:nvPr/>
          </p:nvSpPr>
          <p:spPr>
            <a:xfrm>
              <a:off x="9351109" y="1529053"/>
              <a:ext cx="114300" cy="1397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5" name="rc1175"/>
            <p:cNvSpPr/>
            <p:nvPr/>
          </p:nvSpPr>
          <p:spPr>
            <a:xfrm>
              <a:off x="9351109" y="1668753"/>
              <a:ext cx="114300" cy="139700"/>
            </a:xfrm>
            <a:prstGeom prst="rect">
              <a:avLst/>
            </a:prstGeom>
            <a:solidFill>
              <a:srgbClr val="C3E0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6" name="rc1176"/>
            <p:cNvSpPr/>
            <p:nvPr/>
          </p:nvSpPr>
          <p:spPr>
            <a:xfrm>
              <a:off x="9351109" y="1808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7" name="rc1177"/>
            <p:cNvSpPr/>
            <p:nvPr/>
          </p:nvSpPr>
          <p:spPr>
            <a:xfrm>
              <a:off x="9351109" y="1948153"/>
              <a:ext cx="114300" cy="139700"/>
            </a:xfrm>
            <a:prstGeom prst="rect">
              <a:avLst/>
            </a:prstGeom>
            <a:solidFill>
              <a:srgbClr val="C8E3E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8" name="rc1178"/>
            <p:cNvSpPr/>
            <p:nvPr/>
          </p:nvSpPr>
          <p:spPr>
            <a:xfrm>
              <a:off x="9351109" y="2087853"/>
              <a:ext cx="114300" cy="13970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9" name="rc1179"/>
            <p:cNvSpPr/>
            <p:nvPr/>
          </p:nvSpPr>
          <p:spPr>
            <a:xfrm>
              <a:off x="9351109" y="2227553"/>
              <a:ext cx="114300" cy="1397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0" name="rc1180"/>
            <p:cNvSpPr/>
            <p:nvPr/>
          </p:nvSpPr>
          <p:spPr>
            <a:xfrm>
              <a:off x="9351109" y="2367253"/>
              <a:ext cx="114300" cy="139700"/>
            </a:xfrm>
            <a:prstGeom prst="rect">
              <a:avLst/>
            </a:prstGeom>
            <a:solidFill>
              <a:srgbClr val="B9D9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1" name="rc1181"/>
            <p:cNvSpPr/>
            <p:nvPr/>
          </p:nvSpPr>
          <p:spPr>
            <a:xfrm>
              <a:off x="9351109" y="2506953"/>
              <a:ext cx="114300" cy="139700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2" name="rc1182"/>
            <p:cNvSpPr/>
            <p:nvPr/>
          </p:nvSpPr>
          <p:spPr>
            <a:xfrm>
              <a:off x="9351109" y="26466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3" name="rc1183"/>
            <p:cNvSpPr/>
            <p:nvPr/>
          </p:nvSpPr>
          <p:spPr>
            <a:xfrm>
              <a:off x="9351109" y="2786353"/>
              <a:ext cx="114300" cy="139700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4" name="rc1184"/>
            <p:cNvSpPr/>
            <p:nvPr/>
          </p:nvSpPr>
          <p:spPr>
            <a:xfrm>
              <a:off x="9351109" y="29260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5" name="rc1185"/>
            <p:cNvSpPr/>
            <p:nvPr/>
          </p:nvSpPr>
          <p:spPr>
            <a:xfrm>
              <a:off x="9351109" y="3065753"/>
              <a:ext cx="114300" cy="139700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6" name="rc1186"/>
            <p:cNvSpPr/>
            <p:nvPr/>
          </p:nvSpPr>
          <p:spPr>
            <a:xfrm>
              <a:off x="9351109" y="3205453"/>
              <a:ext cx="114300" cy="139700"/>
            </a:xfrm>
            <a:prstGeom prst="rect">
              <a:avLst/>
            </a:prstGeom>
            <a:solidFill>
              <a:srgbClr val="C8E3E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7" name="rc1187"/>
            <p:cNvSpPr/>
            <p:nvPr/>
          </p:nvSpPr>
          <p:spPr>
            <a:xfrm>
              <a:off x="9351109" y="3345153"/>
              <a:ext cx="114300" cy="139700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8" name="rc1188"/>
            <p:cNvSpPr/>
            <p:nvPr/>
          </p:nvSpPr>
          <p:spPr>
            <a:xfrm>
              <a:off x="9351109" y="34848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9" name="rc1189"/>
            <p:cNvSpPr/>
            <p:nvPr/>
          </p:nvSpPr>
          <p:spPr>
            <a:xfrm>
              <a:off x="9351109" y="36245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0" name="rc1190"/>
            <p:cNvSpPr/>
            <p:nvPr/>
          </p:nvSpPr>
          <p:spPr>
            <a:xfrm>
              <a:off x="9351109" y="37642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1" name="rc1191"/>
            <p:cNvSpPr/>
            <p:nvPr/>
          </p:nvSpPr>
          <p:spPr>
            <a:xfrm>
              <a:off x="9465409" y="1389353"/>
              <a:ext cx="114300" cy="1397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2" name="rc1192"/>
            <p:cNvSpPr/>
            <p:nvPr/>
          </p:nvSpPr>
          <p:spPr>
            <a:xfrm>
              <a:off x="9465409" y="1529053"/>
              <a:ext cx="114300" cy="1397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3" name="rc1193"/>
            <p:cNvSpPr/>
            <p:nvPr/>
          </p:nvSpPr>
          <p:spPr>
            <a:xfrm>
              <a:off x="9465409" y="1668753"/>
              <a:ext cx="114300" cy="1397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4" name="rc1194"/>
            <p:cNvSpPr/>
            <p:nvPr/>
          </p:nvSpPr>
          <p:spPr>
            <a:xfrm>
              <a:off x="9465409" y="1808453"/>
              <a:ext cx="114300" cy="1397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5" name="rc1195"/>
            <p:cNvSpPr/>
            <p:nvPr/>
          </p:nvSpPr>
          <p:spPr>
            <a:xfrm>
              <a:off x="9465409" y="1948153"/>
              <a:ext cx="114300" cy="1397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6" name="rc1196"/>
            <p:cNvSpPr/>
            <p:nvPr/>
          </p:nvSpPr>
          <p:spPr>
            <a:xfrm>
              <a:off x="9465409" y="2087853"/>
              <a:ext cx="114300" cy="1397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7" name="rc1197"/>
            <p:cNvSpPr/>
            <p:nvPr/>
          </p:nvSpPr>
          <p:spPr>
            <a:xfrm>
              <a:off x="9465409" y="2227553"/>
              <a:ext cx="114300" cy="139700"/>
            </a:xfrm>
            <a:prstGeom prst="rect">
              <a:avLst/>
            </a:prstGeom>
            <a:solidFill>
              <a:srgbClr val="BEDC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8" name="rc1198"/>
            <p:cNvSpPr/>
            <p:nvPr/>
          </p:nvSpPr>
          <p:spPr>
            <a:xfrm>
              <a:off x="9465409" y="2367253"/>
              <a:ext cx="114300" cy="139700"/>
            </a:xfrm>
            <a:prstGeom prst="rect">
              <a:avLst/>
            </a:prstGeom>
            <a:solidFill>
              <a:srgbClr val="B0D3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9" name="rc1199"/>
            <p:cNvSpPr/>
            <p:nvPr/>
          </p:nvSpPr>
          <p:spPr>
            <a:xfrm>
              <a:off x="9465409" y="2506953"/>
              <a:ext cx="114300" cy="13970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0" name="rc1200"/>
            <p:cNvSpPr/>
            <p:nvPr/>
          </p:nvSpPr>
          <p:spPr>
            <a:xfrm>
              <a:off x="9465409" y="2646653"/>
              <a:ext cx="114300" cy="139700"/>
            </a:xfrm>
            <a:prstGeom prst="rect">
              <a:avLst/>
            </a:prstGeom>
            <a:solidFill>
              <a:srgbClr val="BEDC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1" name="rc1201"/>
            <p:cNvSpPr/>
            <p:nvPr/>
          </p:nvSpPr>
          <p:spPr>
            <a:xfrm>
              <a:off x="9465409" y="2786353"/>
              <a:ext cx="114300" cy="139700"/>
            </a:xfrm>
            <a:prstGeom prst="rect">
              <a:avLst/>
            </a:prstGeom>
            <a:solidFill>
              <a:srgbClr val="BEDC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2" name="rc1202"/>
            <p:cNvSpPr/>
            <p:nvPr/>
          </p:nvSpPr>
          <p:spPr>
            <a:xfrm>
              <a:off x="9465409" y="2926053"/>
              <a:ext cx="114300" cy="139700"/>
            </a:xfrm>
            <a:prstGeom prst="rect">
              <a:avLst/>
            </a:prstGeom>
            <a:solidFill>
              <a:srgbClr val="BEDC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3" name="rc1203"/>
            <p:cNvSpPr/>
            <p:nvPr/>
          </p:nvSpPr>
          <p:spPr>
            <a:xfrm>
              <a:off x="9465409" y="3065753"/>
              <a:ext cx="114300" cy="139700"/>
            </a:xfrm>
            <a:prstGeom prst="rect">
              <a:avLst/>
            </a:prstGeom>
            <a:solidFill>
              <a:srgbClr val="B0D3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4" name="rc1204"/>
            <p:cNvSpPr/>
            <p:nvPr/>
          </p:nvSpPr>
          <p:spPr>
            <a:xfrm>
              <a:off x="9465409" y="3205453"/>
              <a:ext cx="114300" cy="139700"/>
            </a:xfrm>
            <a:prstGeom prst="rect">
              <a:avLst/>
            </a:prstGeom>
            <a:solidFill>
              <a:srgbClr val="BEDC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5" name="rc1205"/>
            <p:cNvSpPr/>
            <p:nvPr/>
          </p:nvSpPr>
          <p:spPr>
            <a:xfrm>
              <a:off x="9465409" y="3345153"/>
              <a:ext cx="114300" cy="139700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6" name="rc1206"/>
            <p:cNvSpPr/>
            <p:nvPr/>
          </p:nvSpPr>
          <p:spPr>
            <a:xfrm>
              <a:off x="9465409" y="3484853"/>
              <a:ext cx="114300" cy="139700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7" name="rc1207"/>
            <p:cNvSpPr/>
            <p:nvPr/>
          </p:nvSpPr>
          <p:spPr>
            <a:xfrm>
              <a:off x="9465409" y="36245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8" name="rc1208"/>
            <p:cNvSpPr/>
            <p:nvPr/>
          </p:nvSpPr>
          <p:spPr>
            <a:xfrm>
              <a:off x="9465409" y="3764253"/>
              <a:ext cx="114300" cy="1397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9" name="rc1209"/>
            <p:cNvSpPr/>
            <p:nvPr/>
          </p:nvSpPr>
          <p:spPr>
            <a:xfrm>
              <a:off x="9579709" y="1389353"/>
              <a:ext cx="114300" cy="139700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0" name="rc1210"/>
            <p:cNvSpPr/>
            <p:nvPr/>
          </p:nvSpPr>
          <p:spPr>
            <a:xfrm>
              <a:off x="9579709" y="1529053"/>
              <a:ext cx="114300" cy="139700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1" name="rc1211"/>
            <p:cNvSpPr/>
            <p:nvPr/>
          </p:nvSpPr>
          <p:spPr>
            <a:xfrm>
              <a:off x="9579709" y="1668753"/>
              <a:ext cx="114300" cy="139700"/>
            </a:xfrm>
            <a:prstGeom prst="rect">
              <a:avLst/>
            </a:prstGeom>
            <a:solidFill>
              <a:srgbClr val="A1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2" name="rc1212"/>
            <p:cNvSpPr/>
            <p:nvPr/>
          </p:nvSpPr>
          <p:spPr>
            <a:xfrm>
              <a:off x="9579709" y="1808453"/>
              <a:ext cx="114300" cy="1397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3" name="rc1213"/>
            <p:cNvSpPr/>
            <p:nvPr/>
          </p:nvSpPr>
          <p:spPr>
            <a:xfrm>
              <a:off x="9579709" y="1948153"/>
              <a:ext cx="114300" cy="1397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4" name="rc1214"/>
            <p:cNvSpPr/>
            <p:nvPr/>
          </p:nvSpPr>
          <p:spPr>
            <a:xfrm>
              <a:off x="9579709" y="2087853"/>
              <a:ext cx="114300" cy="1397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5" name="rc1215"/>
            <p:cNvSpPr/>
            <p:nvPr/>
          </p:nvSpPr>
          <p:spPr>
            <a:xfrm>
              <a:off x="9579709" y="22275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6" name="rc1216"/>
            <p:cNvSpPr/>
            <p:nvPr/>
          </p:nvSpPr>
          <p:spPr>
            <a:xfrm>
              <a:off x="9579709" y="2367253"/>
              <a:ext cx="114300" cy="139700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7" name="rc1217"/>
            <p:cNvSpPr/>
            <p:nvPr/>
          </p:nvSpPr>
          <p:spPr>
            <a:xfrm>
              <a:off x="9579709" y="25069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8" name="rc1218"/>
            <p:cNvSpPr/>
            <p:nvPr/>
          </p:nvSpPr>
          <p:spPr>
            <a:xfrm>
              <a:off x="9579709" y="2646653"/>
              <a:ext cx="114300" cy="139700"/>
            </a:xfrm>
            <a:prstGeom prst="rect">
              <a:avLst/>
            </a:prstGeom>
            <a:solidFill>
              <a:srgbClr val="A1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9" name="rc1219"/>
            <p:cNvSpPr/>
            <p:nvPr/>
          </p:nvSpPr>
          <p:spPr>
            <a:xfrm>
              <a:off x="9579709" y="2786353"/>
              <a:ext cx="114300" cy="139700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0" name="rc1220"/>
            <p:cNvSpPr/>
            <p:nvPr/>
          </p:nvSpPr>
          <p:spPr>
            <a:xfrm>
              <a:off x="9579709" y="2926053"/>
              <a:ext cx="114300" cy="139700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1" name="rc1221"/>
            <p:cNvSpPr/>
            <p:nvPr/>
          </p:nvSpPr>
          <p:spPr>
            <a:xfrm>
              <a:off x="9579709" y="30657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2" name="rc1222"/>
            <p:cNvSpPr/>
            <p:nvPr/>
          </p:nvSpPr>
          <p:spPr>
            <a:xfrm>
              <a:off x="9579709" y="3205453"/>
              <a:ext cx="114300" cy="139700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3" name="rc1223"/>
            <p:cNvSpPr/>
            <p:nvPr/>
          </p:nvSpPr>
          <p:spPr>
            <a:xfrm>
              <a:off x="9579709" y="3345153"/>
              <a:ext cx="114300" cy="139700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4" name="rc1224"/>
            <p:cNvSpPr/>
            <p:nvPr/>
          </p:nvSpPr>
          <p:spPr>
            <a:xfrm>
              <a:off x="9579709" y="34848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5" name="rc1225"/>
            <p:cNvSpPr/>
            <p:nvPr/>
          </p:nvSpPr>
          <p:spPr>
            <a:xfrm>
              <a:off x="9579709" y="3624553"/>
              <a:ext cx="114300" cy="139700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6" name="rc1226"/>
            <p:cNvSpPr/>
            <p:nvPr/>
          </p:nvSpPr>
          <p:spPr>
            <a:xfrm>
              <a:off x="9579709" y="37642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7" name="rc1227"/>
            <p:cNvSpPr/>
            <p:nvPr/>
          </p:nvSpPr>
          <p:spPr>
            <a:xfrm>
              <a:off x="9694009" y="13893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8" name="rc1228"/>
            <p:cNvSpPr/>
            <p:nvPr/>
          </p:nvSpPr>
          <p:spPr>
            <a:xfrm>
              <a:off x="9694009" y="1529053"/>
              <a:ext cx="114300" cy="13970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9" name="rc1229"/>
            <p:cNvSpPr/>
            <p:nvPr/>
          </p:nvSpPr>
          <p:spPr>
            <a:xfrm>
              <a:off x="9694009" y="16687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0" name="rc1230"/>
            <p:cNvSpPr/>
            <p:nvPr/>
          </p:nvSpPr>
          <p:spPr>
            <a:xfrm>
              <a:off x="9694009" y="1808453"/>
              <a:ext cx="114300" cy="13970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1" name="rc1231"/>
            <p:cNvSpPr/>
            <p:nvPr/>
          </p:nvSpPr>
          <p:spPr>
            <a:xfrm>
              <a:off x="9694009" y="19481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2" name="rc1232"/>
            <p:cNvSpPr/>
            <p:nvPr/>
          </p:nvSpPr>
          <p:spPr>
            <a:xfrm>
              <a:off x="9694009" y="2087853"/>
              <a:ext cx="114300" cy="139700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3" name="rc1233"/>
            <p:cNvSpPr/>
            <p:nvPr/>
          </p:nvSpPr>
          <p:spPr>
            <a:xfrm>
              <a:off x="9694009" y="22275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4" name="rc1234"/>
            <p:cNvSpPr/>
            <p:nvPr/>
          </p:nvSpPr>
          <p:spPr>
            <a:xfrm>
              <a:off x="9694009" y="2367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5" name="rc1235"/>
            <p:cNvSpPr/>
            <p:nvPr/>
          </p:nvSpPr>
          <p:spPr>
            <a:xfrm>
              <a:off x="9694009" y="2506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6" name="rc1236"/>
            <p:cNvSpPr/>
            <p:nvPr/>
          </p:nvSpPr>
          <p:spPr>
            <a:xfrm>
              <a:off x="9694009" y="26466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7" name="rc1237"/>
            <p:cNvSpPr/>
            <p:nvPr/>
          </p:nvSpPr>
          <p:spPr>
            <a:xfrm>
              <a:off x="9694009" y="2786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8" name="rc1238"/>
            <p:cNvSpPr/>
            <p:nvPr/>
          </p:nvSpPr>
          <p:spPr>
            <a:xfrm>
              <a:off x="9694009" y="2926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9" name="rc1239"/>
            <p:cNvSpPr/>
            <p:nvPr/>
          </p:nvSpPr>
          <p:spPr>
            <a:xfrm>
              <a:off x="9694009" y="30657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0" name="rc1240"/>
            <p:cNvSpPr/>
            <p:nvPr/>
          </p:nvSpPr>
          <p:spPr>
            <a:xfrm>
              <a:off x="9694009" y="32054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1" name="rc1241"/>
            <p:cNvSpPr/>
            <p:nvPr/>
          </p:nvSpPr>
          <p:spPr>
            <a:xfrm>
              <a:off x="9694009" y="33451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2" name="rc1242"/>
            <p:cNvSpPr/>
            <p:nvPr/>
          </p:nvSpPr>
          <p:spPr>
            <a:xfrm>
              <a:off x="9694009" y="3484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3" name="rc1243"/>
            <p:cNvSpPr/>
            <p:nvPr/>
          </p:nvSpPr>
          <p:spPr>
            <a:xfrm>
              <a:off x="9694009" y="3624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4" name="rc1244"/>
            <p:cNvSpPr/>
            <p:nvPr/>
          </p:nvSpPr>
          <p:spPr>
            <a:xfrm>
              <a:off x="9694009" y="3764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5" name="rc1245"/>
            <p:cNvSpPr/>
            <p:nvPr/>
          </p:nvSpPr>
          <p:spPr>
            <a:xfrm>
              <a:off x="9808309" y="1389353"/>
              <a:ext cx="114300" cy="13970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6" name="rc1246"/>
            <p:cNvSpPr/>
            <p:nvPr/>
          </p:nvSpPr>
          <p:spPr>
            <a:xfrm>
              <a:off x="9808309" y="1529053"/>
              <a:ext cx="114300" cy="13970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7" name="rc1247"/>
            <p:cNvSpPr/>
            <p:nvPr/>
          </p:nvSpPr>
          <p:spPr>
            <a:xfrm>
              <a:off x="9808309" y="16687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8" name="rc1248"/>
            <p:cNvSpPr/>
            <p:nvPr/>
          </p:nvSpPr>
          <p:spPr>
            <a:xfrm>
              <a:off x="9808309" y="1808453"/>
              <a:ext cx="114300" cy="139700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9" name="rc1249"/>
            <p:cNvSpPr/>
            <p:nvPr/>
          </p:nvSpPr>
          <p:spPr>
            <a:xfrm>
              <a:off x="9808309" y="19481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0" name="rc1250"/>
            <p:cNvSpPr/>
            <p:nvPr/>
          </p:nvSpPr>
          <p:spPr>
            <a:xfrm>
              <a:off x="9808309" y="2087853"/>
              <a:ext cx="114300" cy="139700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1" name="rc1251"/>
            <p:cNvSpPr/>
            <p:nvPr/>
          </p:nvSpPr>
          <p:spPr>
            <a:xfrm>
              <a:off x="9808309" y="22275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2" name="rc1252"/>
            <p:cNvSpPr/>
            <p:nvPr/>
          </p:nvSpPr>
          <p:spPr>
            <a:xfrm>
              <a:off x="9808309" y="23672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3" name="rc1253"/>
            <p:cNvSpPr/>
            <p:nvPr/>
          </p:nvSpPr>
          <p:spPr>
            <a:xfrm>
              <a:off x="9808309" y="2506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4" name="rc1254"/>
            <p:cNvSpPr/>
            <p:nvPr/>
          </p:nvSpPr>
          <p:spPr>
            <a:xfrm>
              <a:off x="9808309" y="26466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5" name="rc1255"/>
            <p:cNvSpPr/>
            <p:nvPr/>
          </p:nvSpPr>
          <p:spPr>
            <a:xfrm>
              <a:off x="9808309" y="2786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6" name="rc1256"/>
            <p:cNvSpPr/>
            <p:nvPr/>
          </p:nvSpPr>
          <p:spPr>
            <a:xfrm>
              <a:off x="9808309" y="2926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7" name="rc1257"/>
            <p:cNvSpPr/>
            <p:nvPr/>
          </p:nvSpPr>
          <p:spPr>
            <a:xfrm>
              <a:off x="9808309" y="3065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8" name="rc1258"/>
            <p:cNvSpPr/>
            <p:nvPr/>
          </p:nvSpPr>
          <p:spPr>
            <a:xfrm>
              <a:off x="9808309" y="3205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9" name="rc1259"/>
            <p:cNvSpPr/>
            <p:nvPr/>
          </p:nvSpPr>
          <p:spPr>
            <a:xfrm>
              <a:off x="9808309" y="3345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0" name="rc1260"/>
            <p:cNvSpPr/>
            <p:nvPr/>
          </p:nvSpPr>
          <p:spPr>
            <a:xfrm>
              <a:off x="9808309" y="3484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1" name="rc1261"/>
            <p:cNvSpPr/>
            <p:nvPr/>
          </p:nvSpPr>
          <p:spPr>
            <a:xfrm>
              <a:off x="9808309" y="36245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2" name="rc1262"/>
            <p:cNvSpPr/>
            <p:nvPr/>
          </p:nvSpPr>
          <p:spPr>
            <a:xfrm>
              <a:off x="9808309" y="3764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3" name="rc1263"/>
            <p:cNvSpPr/>
            <p:nvPr/>
          </p:nvSpPr>
          <p:spPr>
            <a:xfrm>
              <a:off x="9922609" y="1389353"/>
              <a:ext cx="114300" cy="13970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4" name="rc1264"/>
            <p:cNvSpPr/>
            <p:nvPr/>
          </p:nvSpPr>
          <p:spPr>
            <a:xfrm>
              <a:off x="9922609" y="1529053"/>
              <a:ext cx="114300" cy="139700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5" name="rc1265"/>
            <p:cNvSpPr/>
            <p:nvPr/>
          </p:nvSpPr>
          <p:spPr>
            <a:xfrm>
              <a:off x="9922609" y="1668753"/>
              <a:ext cx="114300" cy="139700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6" name="rc1266"/>
            <p:cNvSpPr/>
            <p:nvPr/>
          </p:nvSpPr>
          <p:spPr>
            <a:xfrm>
              <a:off x="9922609" y="18084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7" name="rc1267"/>
            <p:cNvSpPr/>
            <p:nvPr/>
          </p:nvSpPr>
          <p:spPr>
            <a:xfrm>
              <a:off x="9922609" y="1948153"/>
              <a:ext cx="114300" cy="139700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8" name="rc1268"/>
            <p:cNvSpPr/>
            <p:nvPr/>
          </p:nvSpPr>
          <p:spPr>
            <a:xfrm>
              <a:off x="9922609" y="2087853"/>
              <a:ext cx="114300" cy="139700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9" name="rc1269"/>
            <p:cNvSpPr/>
            <p:nvPr/>
          </p:nvSpPr>
          <p:spPr>
            <a:xfrm>
              <a:off x="9922609" y="22275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0" name="rc1270"/>
            <p:cNvSpPr/>
            <p:nvPr/>
          </p:nvSpPr>
          <p:spPr>
            <a:xfrm>
              <a:off x="9922609" y="23672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1" name="rc1271"/>
            <p:cNvSpPr/>
            <p:nvPr/>
          </p:nvSpPr>
          <p:spPr>
            <a:xfrm>
              <a:off x="9922609" y="2506953"/>
              <a:ext cx="114300" cy="139700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2" name="rc1272"/>
            <p:cNvSpPr/>
            <p:nvPr/>
          </p:nvSpPr>
          <p:spPr>
            <a:xfrm>
              <a:off x="9922609" y="26466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3" name="rc1273"/>
            <p:cNvSpPr/>
            <p:nvPr/>
          </p:nvSpPr>
          <p:spPr>
            <a:xfrm>
              <a:off x="9922609" y="2786353"/>
              <a:ext cx="114300" cy="1397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4" name="rc1274"/>
            <p:cNvSpPr/>
            <p:nvPr/>
          </p:nvSpPr>
          <p:spPr>
            <a:xfrm>
              <a:off x="9922609" y="29260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5" name="rc1275"/>
            <p:cNvSpPr/>
            <p:nvPr/>
          </p:nvSpPr>
          <p:spPr>
            <a:xfrm>
              <a:off x="9922609" y="3065753"/>
              <a:ext cx="114300" cy="1397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6" name="rc1276"/>
            <p:cNvSpPr/>
            <p:nvPr/>
          </p:nvSpPr>
          <p:spPr>
            <a:xfrm>
              <a:off x="9922609" y="3205453"/>
              <a:ext cx="114300" cy="1397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7" name="rc1277"/>
            <p:cNvSpPr/>
            <p:nvPr/>
          </p:nvSpPr>
          <p:spPr>
            <a:xfrm>
              <a:off x="9922609" y="33451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8" name="rc1278"/>
            <p:cNvSpPr/>
            <p:nvPr/>
          </p:nvSpPr>
          <p:spPr>
            <a:xfrm>
              <a:off x="9922609" y="3484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9" name="rc1279"/>
            <p:cNvSpPr/>
            <p:nvPr/>
          </p:nvSpPr>
          <p:spPr>
            <a:xfrm>
              <a:off x="9922609" y="3624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0" name="rc1280"/>
            <p:cNvSpPr/>
            <p:nvPr/>
          </p:nvSpPr>
          <p:spPr>
            <a:xfrm>
              <a:off x="9922609" y="3764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1" name="rc1281"/>
            <p:cNvSpPr/>
            <p:nvPr/>
          </p:nvSpPr>
          <p:spPr>
            <a:xfrm>
              <a:off x="10036909" y="1389353"/>
              <a:ext cx="114300" cy="139700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2" name="rc1282"/>
            <p:cNvSpPr/>
            <p:nvPr/>
          </p:nvSpPr>
          <p:spPr>
            <a:xfrm>
              <a:off x="10036909" y="1529053"/>
              <a:ext cx="114300" cy="1397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3" name="rc1283"/>
            <p:cNvSpPr/>
            <p:nvPr/>
          </p:nvSpPr>
          <p:spPr>
            <a:xfrm>
              <a:off x="10036909" y="1668753"/>
              <a:ext cx="114300" cy="13970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4" name="rc1284"/>
            <p:cNvSpPr/>
            <p:nvPr/>
          </p:nvSpPr>
          <p:spPr>
            <a:xfrm>
              <a:off x="10036909" y="18084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5" name="rc1285"/>
            <p:cNvSpPr/>
            <p:nvPr/>
          </p:nvSpPr>
          <p:spPr>
            <a:xfrm>
              <a:off x="10036909" y="1948153"/>
              <a:ext cx="114300" cy="1397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6" name="rc1286"/>
            <p:cNvSpPr/>
            <p:nvPr/>
          </p:nvSpPr>
          <p:spPr>
            <a:xfrm>
              <a:off x="10036909" y="2087853"/>
              <a:ext cx="114300" cy="1397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7" name="rc1287"/>
            <p:cNvSpPr/>
            <p:nvPr/>
          </p:nvSpPr>
          <p:spPr>
            <a:xfrm>
              <a:off x="10036909" y="22275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8" name="rc1288"/>
            <p:cNvSpPr/>
            <p:nvPr/>
          </p:nvSpPr>
          <p:spPr>
            <a:xfrm>
              <a:off x="10036909" y="2367253"/>
              <a:ext cx="114300" cy="139700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9" name="rc1289"/>
            <p:cNvSpPr/>
            <p:nvPr/>
          </p:nvSpPr>
          <p:spPr>
            <a:xfrm>
              <a:off x="10036909" y="25069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0" name="rc1290"/>
            <p:cNvSpPr/>
            <p:nvPr/>
          </p:nvSpPr>
          <p:spPr>
            <a:xfrm>
              <a:off x="10036909" y="26466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1" name="rc1291"/>
            <p:cNvSpPr/>
            <p:nvPr/>
          </p:nvSpPr>
          <p:spPr>
            <a:xfrm>
              <a:off x="10036909" y="2786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2" name="rc1292"/>
            <p:cNvSpPr/>
            <p:nvPr/>
          </p:nvSpPr>
          <p:spPr>
            <a:xfrm>
              <a:off x="10036909" y="2926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3" name="rc1293"/>
            <p:cNvSpPr/>
            <p:nvPr/>
          </p:nvSpPr>
          <p:spPr>
            <a:xfrm>
              <a:off x="10036909" y="3065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4" name="rc1294"/>
            <p:cNvSpPr/>
            <p:nvPr/>
          </p:nvSpPr>
          <p:spPr>
            <a:xfrm>
              <a:off x="10036909" y="3205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5" name="rc1295"/>
            <p:cNvSpPr/>
            <p:nvPr/>
          </p:nvSpPr>
          <p:spPr>
            <a:xfrm>
              <a:off x="10036909" y="3345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6" name="rc1296"/>
            <p:cNvSpPr/>
            <p:nvPr/>
          </p:nvSpPr>
          <p:spPr>
            <a:xfrm>
              <a:off x="10036909" y="3484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7" name="rc1297"/>
            <p:cNvSpPr/>
            <p:nvPr/>
          </p:nvSpPr>
          <p:spPr>
            <a:xfrm>
              <a:off x="10036909" y="3624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8" name="rc1298"/>
            <p:cNvSpPr/>
            <p:nvPr/>
          </p:nvSpPr>
          <p:spPr>
            <a:xfrm>
              <a:off x="10036909" y="3764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9" name="rc1299"/>
            <p:cNvSpPr/>
            <p:nvPr/>
          </p:nvSpPr>
          <p:spPr>
            <a:xfrm>
              <a:off x="10151209" y="13893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0" name="rc1300"/>
            <p:cNvSpPr/>
            <p:nvPr/>
          </p:nvSpPr>
          <p:spPr>
            <a:xfrm>
              <a:off x="10151209" y="1529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1" name="rc1301"/>
            <p:cNvSpPr/>
            <p:nvPr/>
          </p:nvSpPr>
          <p:spPr>
            <a:xfrm>
              <a:off x="10151209" y="16687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2" name="rc1302"/>
            <p:cNvSpPr/>
            <p:nvPr/>
          </p:nvSpPr>
          <p:spPr>
            <a:xfrm>
              <a:off x="10151209" y="1808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3" name="rc1303"/>
            <p:cNvSpPr/>
            <p:nvPr/>
          </p:nvSpPr>
          <p:spPr>
            <a:xfrm>
              <a:off x="10151209" y="19481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4" name="rc1304"/>
            <p:cNvSpPr/>
            <p:nvPr/>
          </p:nvSpPr>
          <p:spPr>
            <a:xfrm>
              <a:off x="10151209" y="2087853"/>
              <a:ext cx="114300" cy="139700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5" name="rc1305"/>
            <p:cNvSpPr/>
            <p:nvPr/>
          </p:nvSpPr>
          <p:spPr>
            <a:xfrm>
              <a:off x="10151209" y="2227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6" name="rc1306"/>
            <p:cNvSpPr/>
            <p:nvPr/>
          </p:nvSpPr>
          <p:spPr>
            <a:xfrm>
              <a:off x="10151209" y="23672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7" name="rc1307"/>
            <p:cNvSpPr/>
            <p:nvPr/>
          </p:nvSpPr>
          <p:spPr>
            <a:xfrm>
              <a:off x="10151209" y="2506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8" name="rc1308"/>
            <p:cNvSpPr/>
            <p:nvPr/>
          </p:nvSpPr>
          <p:spPr>
            <a:xfrm>
              <a:off x="10151209" y="26466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9" name="rc1309"/>
            <p:cNvSpPr/>
            <p:nvPr/>
          </p:nvSpPr>
          <p:spPr>
            <a:xfrm>
              <a:off x="10151209" y="2786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0" name="rc1310"/>
            <p:cNvSpPr/>
            <p:nvPr/>
          </p:nvSpPr>
          <p:spPr>
            <a:xfrm>
              <a:off x="10151209" y="2926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1" name="rc1311"/>
            <p:cNvSpPr/>
            <p:nvPr/>
          </p:nvSpPr>
          <p:spPr>
            <a:xfrm>
              <a:off x="10151209" y="3065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2" name="rc1312"/>
            <p:cNvSpPr/>
            <p:nvPr/>
          </p:nvSpPr>
          <p:spPr>
            <a:xfrm>
              <a:off x="10151209" y="3205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3" name="rc1313"/>
            <p:cNvSpPr/>
            <p:nvPr/>
          </p:nvSpPr>
          <p:spPr>
            <a:xfrm>
              <a:off x="10151209" y="3345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4" name="rc1314"/>
            <p:cNvSpPr/>
            <p:nvPr/>
          </p:nvSpPr>
          <p:spPr>
            <a:xfrm>
              <a:off x="10151209" y="34848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5" name="rc1315"/>
            <p:cNvSpPr/>
            <p:nvPr/>
          </p:nvSpPr>
          <p:spPr>
            <a:xfrm>
              <a:off x="10151209" y="3624553"/>
              <a:ext cx="114300" cy="1397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6" name="rc1316"/>
            <p:cNvSpPr/>
            <p:nvPr/>
          </p:nvSpPr>
          <p:spPr>
            <a:xfrm>
              <a:off x="10151209" y="3764253"/>
              <a:ext cx="114300" cy="1397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7" name="rc1317"/>
            <p:cNvSpPr/>
            <p:nvPr/>
          </p:nvSpPr>
          <p:spPr>
            <a:xfrm>
              <a:off x="10265509" y="13893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8" name="rc1318"/>
            <p:cNvSpPr/>
            <p:nvPr/>
          </p:nvSpPr>
          <p:spPr>
            <a:xfrm>
              <a:off x="10265509" y="1529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9" name="rc1319"/>
            <p:cNvSpPr/>
            <p:nvPr/>
          </p:nvSpPr>
          <p:spPr>
            <a:xfrm>
              <a:off x="10265509" y="16687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0" name="rc1320"/>
            <p:cNvSpPr/>
            <p:nvPr/>
          </p:nvSpPr>
          <p:spPr>
            <a:xfrm>
              <a:off x="10265509" y="1808453"/>
              <a:ext cx="114300" cy="139700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1" name="rc1321"/>
            <p:cNvSpPr/>
            <p:nvPr/>
          </p:nvSpPr>
          <p:spPr>
            <a:xfrm>
              <a:off x="10265509" y="19481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2" name="rc1322"/>
            <p:cNvSpPr/>
            <p:nvPr/>
          </p:nvSpPr>
          <p:spPr>
            <a:xfrm>
              <a:off x="10265509" y="20878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3" name="rc1323"/>
            <p:cNvSpPr/>
            <p:nvPr/>
          </p:nvSpPr>
          <p:spPr>
            <a:xfrm>
              <a:off x="10265509" y="2227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4" name="rc1324"/>
            <p:cNvSpPr/>
            <p:nvPr/>
          </p:nvSpPr>
          <p:spPr>
            <a:xfrm>
              <a:off x="10265509" y="2367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5" name="rc1325"/>
            <p:cNvSpPr/>
            <p:nvPr/>
          </p:nvSpPr>
          <p:spPr>
            <a:xfrm>
              <a:off x="10265509" y="2506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6" name="rc1326"/>
            <p:cNvSpPr/>
            <p:nvPr/>
          </p:nvSpPr>
          <p:spPr>
            <a:xfrm>
              <a:off x="10265509" y="26466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7" name="rc1327"/>
            <p:cNvSpPr/>
            <p:nvPr/>
          </p:nvSpPr>
          <p:spPr>
            <a:xfrm>
              <a:off x="10265509" y="2786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8" name="rc1328"/>
            <p:cNvSpPr/>
            <p:nvPr/>
          </p:nvSpPr>
          <p:spPr>
            <a:xfrm>
              <a:off x="10265509" y="2926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9" name="rc1329"/>
            <p:cNvSpPr/>
            <p:nvPr/>
          </p:nvSpPr>
          <p:spPr>
            <a:xfrm>
              <a:off x="10265509" y="3065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0" name="rc1330"/>
            <p:cNvSpPr/>
            <p:nvPr/>
          </p:nvSpPr>
          <p:spPr>
            <a:xfrm>
              <a:off x="10265509" y="3205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1" name="rc1331"/>
            <p:cNvSpPr/>
            <p:nvPr/>
          </p:nvSpPr>
          <p:spPr>
            <a:xfrm>
              <a:off x="10265509" y="3345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2" name="rc1332"/>
            <p:cNvSpPr/>
            <p:nvPr/>
          </p:nvSpPr>
          <p:spPr>
            <a:xfrm>
              <a:off x="10265509" y="3484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3" name="rc1333"/>
            <p:cNvSpPr/>
            <p:nvPr/>
          </p:nvSpPr>
          <p:spPr>
            <a:xfrm>
              <a:off x="10265509" y="3624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4" name="rc1334"/>
            <p:cNvSpPr/>
            <p:nvPr/>
          </p:nvSpPr>
          <p:spPr>
            <a:xfrm>
              <a:off x="10265509" y="3764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5" name="rc1335"/>
            <p:cNvSpPr/>
            <p:nvPr/>
          </p:nvSpPr>
          <p:spPr>
            <a:xfrm>
              <a:off x="10379809" y="1389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6" name="rc1336"/>
            <p:cNvSpPr/>
            <p:nvPr/>
          </p:nvSpPr>
          <p:spPr>
            <a:xfrm>
              <a:off x="10379809" y="1529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7" name="rc1337"/>
            <p:cNvSpPr/>
            <p:nvPr/>
          </p:nvSpPr>
          <p:spPr>
            <a:xfrm>
              <a:off x="10379809" y="16687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8" name="rc1338"/>
            <p:cNvSpPr/>
            <p:nvPr/>
          </p:nvSpPr>
          <p:spPr>
            <a:xfrm>
              <a:off x="10379809" y="1808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9" name="rc1339"/>
            <p:cNvSpPr/>
            <p:nvPr/>
          </p:nvSpPr>
          <p:spPr>
            <a:xfrm>
              <a:off x="10379809" y="1948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0" name="rc1340"/>
            <p:cNvSpPr/>
            <p:nvPr/>
          </p:nvSpPr>
          <p:spPr>
            <a:xfrm>
              <a:off x="10379809" y="2087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1" name="rc1341"/>
            <p:cNvSpPr/>
            <p:nvPr/>
          </p:nvSpPr>
          <p:spPr>
            <a:xfrm>
              <a:off x="10379809" y="2227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2" name="rc1342"/>
            <p:cNvSpPr/>
            <p:nvPr/>
          </p:nvSpPr>
          <p:spPr>
            <a:xfrm>
              <a:off x="10379809" y="2367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3" name="rc1343"/>
            <p:cNvSpPr/>
            <p:nvPr/>
          </p:nvSpPr>
          <p:spPr>
            <a:xfrm>
              <a:off x="10379809" y="2506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4" name="rc1344"/>
            <p:cNvSpPr/>
            <p:nvPr/>
          </p:nvSpPr>
          <p:spPr>
            <a:xfrm>
              <a:off x="10379809" y="26466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5" name="rc1345"/>
            <p:cNvSpPr/>
            <p:nvPr/>
          </p:nvSpPr>
          <p:spPr>
            <a:xfrm>
              <a:off x="10379809" y="2786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6" name="rc1346"/>
            <p:cNvSpPr/>
            <p:nvPr/>
          </p:nvSpPr>
          <p:spPr>
            <a:xfrm>
              <a:off x="10379809" y="2926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7" name="rc1347"/>
            <p:cNvSpPr/>
            <p:nvPr/>
          </p:nvSpPr>
          <p:spPr>
            <a:xfrm>
              <a:off x="10379809" y="3065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8" name="rc1348"/>
            <p:cNvSpPr/>
            <p:nvPr/>
          </p:nvSpPr>
          <p:spPr>
            <a:xfrm>
              <a:off x="10379809" y="3205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9" name="rc1349"/>
            <p:cNvSpPr/>
            <p:nvPr/>
          </p:nvSpPr>
          <p:spPr>
            <a:xfrm>
              <a:off x="10379809" y="3345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0" name="rc1350"/>
            <p:cNvSpPr/>
            <p:nvPr/>
          </p:nvSpPr>
          <p:spPr>
            <a:xfrm>
              <a:off x="10379809" y="3484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1" name="rc1351"/>
            <p:cNvSpPr/>
            <p:nvPr/>
          </p:nvSpPr>
          <p:spPr>
            <a:xfrm>
              <a:off x="10379809" y="3624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2" name="rc1352"/>
            <p:cNvSpPr/>
            <p:nvPr/>
          </p:nvSpPr>
          <p:spPr>
            <a:xfrm>
              <a:off x="10379809" y="3764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3" name="rc1353"/>
            <p:cNvSpPr/>
            <p:nvPr/>
          </p:nvSpPr>
          <p:spPr>
            <a:xfrm>
              <a:off x="10494109" y="1389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4" name="rc1354"/>
            <p:cNvSpPr/>
            <p:nvPr/>
          </p:nvSpPr>
          <p:spPr>
            <a:xfrm>
              <a:off x="10494109" y="1529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5" name="rc1355"/>
            <p:cNvSpPr/>
            <p:nvPr/>
          </p:nvSpPr>
          <p:spPr>
            <a:xfrm>
              <a:off x="10494109" y="1668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6" name="rc1356"/>
            <p:cNvSpPr/>
            <p:nvPr/>
          </p:nvSpPr>
          <p:spPr>
            <a:xfrm>
              <a:off x="10494109" y="1808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7" name="rc1357"/>
            <p:cNvSpPr/>
            <p:nvPr/>
          </p:nvSpPr>
          <p:spPr>
            <a:xfrm>
              <a:off x="10494109" y="1948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8" name="rc1358"/>
            <p:cNvSpPr/>
            <p:nvPr/>
          </p:nvSpPr>
          <p:spPr>
            <a:xfrm>
              <a:off x="10494109" y="2087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9" name="rc1359"/>
            <p:cNvSpPr/>
            <p:nvPr/>
          </p:nvSpPr>
          <p:spPr>
            <a:xfrm>
              <a:off x="10494109" y="2227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0" name="rc1360"/>
            <p:cNvSpPr/>
            <p:nvPr/>
          </p:nvSpPr>
          <p:spPr>
            <a:xfrm>
              <a:off x="10494109" y="2367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1" name="rc1361"/>
            <p:cNvSpPr/>
            <p:nvPr/>
          </p:nvSpPr>
          <p:spPr>
            <a:xfrm>
              <a:off x="10494109" y="2506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2" name="rc1362"/>
            <p:cNvSpPr/>
            <p:nvPr/>
          </p:nvSpPr>
          <p:spPr>
            <a:xfrm>
              <a:off x="10494109" y="26466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3" name="rc1363"/>
            <p:cNvSpPr/>
            <p:nvPr/>
          </p:nvSpPr>
          <p:spPr>
            <a:xfrm>
              <a:off x="10494109" y="2786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4" name="rc1364"/>
            <p:cNvSpPr/>
            <p:nvPr/>
          </p:nvSpPr>
          <p:spPr>
            <a:xfrm>
              <a:off x="10494109" y="2926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5" name="rc1365"/>
            <p:cNvSpPr/>
            <p:nvPr/>
          </p:nvSpPr>
          <p:spPr>
            <a:xfrm>
              <a:off x="10494109" y="3065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6" name="rc1366"/>
            <p:cNvSpPr/>
            <p:nvPr/>
          </p:nvSpPr>
          <p:spPr>
            <a:xfrm>
              <a:off x="10494109" y="3205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7" name="rc1367"/>
            <p:cNvSpPr/>
            <p:nvPr/>
          </p:nvSpPr>
          <p:spPr>
            <a:xfrm>
              <a:off x="10494109" y="3345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8" name="rc1368"/>
            <p:cNvSpPr/>
            <p:nvPr/>
          </p:nvSpPr>
          <p:spPr>
            <a:xfrm>
              <a:off x="10494109" y="3484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9" name="rc1369"/>
            <p:cNvSpPr/>
            <p:nvPr/>
          </p:nvSpPr>
          <p:spPr>
            <a:xfrm>
              <a:off x="10494109" y="3624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0" name="rc1370"/>
            <p:cNvSpPr/>
            <p:nvPr/>
          </p:nvSpPr>
          <p:spPr>
            <a:xfrm>
              <a:off x="10494109" y="3764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1" name="tx1371"/>
            <p:cNvSpPr/>
            <p:nvPr/>
          </p:nvSpPr>
          <p:spPr>
            <a:xfrm rot="-16200000">
              <a:off x="2136859" y="4327701"/>
              <a:ext cx="826800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γ-Amino-Butryric Acid</a:t>
              </a:r>
            </a:p>
          </p:txBody>
        </p:sp>
        <p:sp>
          <p:nvSpPr>
            <p:cNvPr id="1372" name="tx1372"/>
            <p:cNvSpPr/>
            <p:nvPr/>
          </p:nvSpPr>
          <p:spPr>
            <a:xfrm rot="-16200000">
              <a:off x="2527902" y="4050958"/>
              <a:ext cx="273314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Inosine</a:t>
              </a:r>
            </a:p>
          </p:txBody>
        </p:sp>
        <p:sp>
          <p:nvSpPr>
            <p:cNvPr id="1373" name="tx1373"/>
            <p:cNvSpPr/>
            <p:nvPr/>
          </p:nvSpPr>
          <p:spPr>
            <a:xfrm rot="-16200000">
              <a:off x="2539469" y="4153691"/>
              <a:ext cx="478779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L-Lactic Acid</a:t>
              </a:r>
            </a:p>
          </p:txBody>
        </p:sp>
        <p:sp>
          <p:nvSpPr>
            <p:cNvPr id="1374" name="tx1374"/>
            <p:cNvSpPr/>
            <p:nvPr/>
          </p:nvSpPr>
          <p:spPr>
            <a:xfrm rot="-16200000">
              <a:off x="2567998" y="4239462"/>
              <a:ext cx="65032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D-Glucose-6-PO4</a:t>
              </a:r>
            </a:p>
          </p:txBody>
        </p:sp>
        <p:sp>
          <p:nvSpPr>
            <p:cNvPr id="1375" name="tx1375"/>
            <p:cNvSpPr/>
            <p:nvPr/>
          </p:nvSpPr>
          <p:spPr>
            <a:xfrm rot="-16200000">
              <a:off x="2725321" y="4196439"/>
              <a:ext cx="564276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L-Aspartic Acid</a:t>
              </a:r>
            </a:p>
          </p:txBody>
        </p:sp>
        <p:sp>
          <p:nvSpPr>
            <p:cNvPr id="1376" name="tx1376"/>
            <p:cNvSpPr/>
            <p:nvPr/>
          </p:nvSpPr>
          <p:spPr>
            <a:xfrm rot="-16200000">
              <a:off x="2886667" y="4149393"/>
              <a:ext cx="470184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α-D-Glucose</a:t>
              </a:r>
            </a:p>
          </p:txBody>
        </p:sp>
        <p:sp>
          <p:nvSpPr>
            <p:cNvPr id="1377" name="tx1377"/>
            <p:cNvSpPr/>
            <p:nvPr/>
          </p:nvSpPr>
          <p:spPr>
            <a:xfrm rot="-16200000">
              <a:off x="3029130" y="4121230"/>
              <a:ext cx="413857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D-Mannitol</a:t>
              </a:r>
            </a:p>
          </p:txBody>
        </p:sp>
        <p:sp>
          <p:nvSpPr>
            <p:cNvPr id="1378" name="tx1378"/>
            <p:cNvSpPr/>
            <p:nvPr/>
          </p:nvSpPr>
          <p:spPr>
            <a:xfrm rot="-16200000">
              <a:off x="3159524" y="4105136"/>
              <a:ext cx="381670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D-Arabitol</a:t>
              </a:r>
            </a:p>
          </p:txBody>
        </p:sp>
        <p:sp>
          <p:nvSpPr>
            <p:cNvPr id="1379" name="tx1379"/>
            <p:cNvSpPr/>
            <p:nvPr/>
          </p:nvSpPr>
          <p:spPr>
            <a:xfrm rot="-16200000">
              <a:off x="3260245" y="4118715"/>
              <a:ext cx="408828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D-Fructose</a:t>
              </a:r>
            </a:p>
          </p:txBody>
        </p:sp>
        <p:sp>
          <p:nvSpPr>
            <p:cNvPr id="1380" name="tx1380"/>
            <p:cNvSpPr/>
            <p:nvPr/>
          </p:nvSpPr>
          <p:spPr>
            <a:xfrm rot="-16200000">
              <a:off x="3364852" y="4128408"/>
              <a:ext cx="428213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D-Mannose</a:t>
              </a:r>
            </a:p>
          </p:txBody>
        </p:sp>
        <p:sp>
          <p:nvSpPr>
            <p:cNvPr id="1381" name="tx1381"/>
            <p:cNvSpPr/>
            <p:nvPr/>
          </p:nvSpPr>
          <p:spPr>
            <a:xfrm rot="-16200000">
              <a:off x="3459584" y="4147976"/>
              <a:ext cx="467349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D-Galactose</a:t>
              </a:r>
            </a:p>
          </p:txBody>
        </p:sp>
        <p:sp>
          <p:nvSpPr>
            <p:cNvPr id="1382" name="tx1382"/>
            <p:cNvSpPr/>
            <p:nvPr/>
          </p:nvSpPr>
          <p:spPr>
            <a:xfrm rot="-16200000">
              <a:off x="3572238" y="4149622"/>
              <a:ext cx="47064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myo-Inositol</a:t>
              </a:r>
            </a:p>
          </p:txBody>
        </p:sp>
        <p:sp>
          <p:nvSpPr>
            <p:cNvPr id="1383" name="tx1383"/>
            <p:cNvSpPr/>
            <p:nvPr/>
          </p:nvSpPr>
          <p:spPr>
            <a:xfrm rot="-16200000">
              <a:off x="3621890" y="4214270"/>
              <a:ext cx="599937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L-Glutamic Acid</a:t>
              </a:r>
            </a:p>
          </p:txBody>
        </p:sp>
        <p:sp>
          <p:nvSpPr>
            <p:cNvPr id="1384" name="tx1384"/>
            <p:cNvSpPr/>
            <p:nvPr/>
          </p:nvSpPr>
          <p:spPr>
            <a:xfrm rot="-16200000">
              <a:off x="3734361" y="4216099"/>
              <a:ext cx="603595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D-Gluconic Acid</a:t>
              </a:r>
            </a:p>
          </p:txBody>
        </p:sp>
        <p:sp>
          <p:nvSpPr>
            <p:cNvPr id="1385" name="tx1385"/>
            <p:cNvSpPr/>
            <p:nvPr/>
          </p:nvSpPr>
          <p:spPr>
            <a:xfrm rot="-16200000">
              <a:off x="3686172" y="4378588"/>
              <a:ext cx="928573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N-Acetyl-D-Glucosamine</a:t>
              </a:r>
            </a:p>
          </p:txBody>
        </p:sp>
        <p:sp>
          <p:nvSpPr>
            <p:cNvPr id="1386" name="tx1386"/>
            <p:cNvSpPr/>
            <p:nvPr/>
          </p:nvSpPr>
          <p:spPr>
            <a:xfrm rot="-16200000">
              <a:off x="4089103" y="4089957"/>
              <a:ext cx="351312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L-Alanine</a:t>
              </a:r>
            </a:p>
          </p:txBody>
        </p:sp>
        <p:sp>
          <p:nvSpPr>
            <p:cNvPr id="1387" name="tx1387"/>
            <p:cNvSpPr/>
            <p:nvPr/>
          </p:nvSpPr>
          <p:spPr>
            <a:xfrm rot="-16200000">
              <a:off x="4177937" y="4115423"/>
              <a:ext cx="402244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L-Histidine</a:t>
              </a:r>
            </a:p>
          </p:txBody>
        </p:sp>
        <p:sp>
          <p:nvSpPr>
            <p:cNvPr id="1388" name="tx1388"/>
            <p:cNvSpPr/>
            <p:nvPr/>
          </p:nvSpPr>
          <p:spPr>
            <a:xfrm rot="-16200000">
              <a:off x="4328950" y="4078710"/>
              <a:ext cx="328818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D-Serine</a:t>
              </a:r>
            </a:p>
          </p:txBody>
        </p:sp>
        <p:sp>
          <p:nvSpPr>
            <p:cNvPr id="1389" name="tx1389"/>
            <p:cNvSpPr/>
            <p:nvPr/>
          </p:nvSpPr>
          <p:spPr>
            <a:xfrm rot="-16200000">
              <a:off x="4471185" y="4050775"/>
              <a:ext cx="272948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Gelatin</a:t>
              </a:r>
            </a:p>
          </p:txBody>
        </p:sp>
        <p:sp>
          <p:nvSpPr>
            <p:cNvPr id="1390" name="tx1390"/>
            <p:cNvSpPr/>
            <p:nvPr/>
          </p:nvSpPr>
          <p:spPr>
            <a:xfrm rot="-16200000">
              <a:off x="4431043" y="4205217"/>
              <a:ext cx="581832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D-Aspartic Acid</a:t>
              </a:r>
            </a:p>
          </p:txBody>
        </p:sp>
        <p:sp>
          <p:nvSpPr>
            <p:cNvPr id="1391" name="tx1391"/>
            <p:cNvSpPr/>
            <p:nvPr/>
          </p:nvSpPr>
          <p:spPr>
            <a:xfrm rot="-16200000">
              <a:off x="4568980" y="4181580"/>
              <a:ext cx="534558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Propionic Acid</a:t>
              </a:r>
            </a:p>
          </p:txBody>
        </p:sp>
        <p:sp>
          <p:nvSpPr>
            <p:cNvPr id="1392" name="tx1392"/>
            <p:cNvSpPr/>
            <p:nvPr/>
          </p:nvSpPr>
          <p:spPr>
            <a:xfrm rot="-16200000">
              <a:off x="4573735" y="4291125"/>
              <a:ext cx="753648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L-Pyroglutamic Acid</a:t>
              </a:r>
            </a:p>
          </p:txBody>
        </p:sp>
        <p:sp>
          <p:nvSpPr>
            <p:cNvPr id="1393" name="tx1393"/>
            <p:cNvSpPr/>
            <p:nvPr/>
          </p:nvSpPr>
          <p:spPr>
            <a:xfrm rot="-16200000">
              <a:off x="4553938" y="4425222"/>
              <a:ext cx="102184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β-Hydroxy-D,L-Butyric Acid</a:t>
              </a:r>
            </a:p>
          </p:txBody>
        </p:sp>
        <p:sp>
          <p:nvSpPr>
            <p:cNvPr id="1394" name="tx1394"/>
            <p:cNvSpPr/>
            <p:nvPr/>
          </p:nvSpPr>
          <p:spPr>
            <a:xfrm rot="-16200000">
              <a:off x="4743173" y="4350287"/>
              <a:ext cx="87197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α-Hydroxy-Butyric Acid</a:t>
              </a:r>
            </a:p>
          </p:txBody>
        </p:sp>
        <p:sp>
          <p:nvSpPr>
            <p:cNvPr id="1395" name="tx1395"/>
            <p:cNvSpPr/>
            <p:nvPr/>
          </p:nvSpPr>
          <p:spPr>
            <a:xfrm rot="-16200000">
              <a:off x="4928705" y="4279055"/>
              <a:ext cx="729508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α-Keto-Butyric Acid</a:t>
              </a:r>
            </a:p>
          </p:txBody>
        </p:sp>
        <p:sp>
          <p:nvSpPr>
            <p:cNvPr id="1396" name="tx1396"/>
            <p:cNvSpPr/>
            <p:nvPr/>
          </p:nvSpPr>
          <p:spPr>
            <a:xfrm rot="-16200000">
              <a:off x="5216284" y="4105776"/>
              <a:ext cx="382950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L-Arginine</a:t>
              </a:r>
            </a:p>
          </p:txBody>
        </p:sp>
        <p:sp>
          <p:nvSpPr>
            <p:cNvPr id="1397" name="tx1397"/>
            <p:cNvSpPr/>
            <p:nvPr/>
          </p:nvSpPr>
          <p:spPr>
            <a:xfrm rot="-16200000">
              <a:off x="5356324" y="4080036"/>
              <a:ext cx="331470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L-Fucose</a:t>
              </a:r>
            </a:p>
          </p:txBody>
        </p:sp>
        <p:sp>
          <p:nvSpPr>
            <p:cNvPr id="1398" name="tx1398"/>
            <p:cNvSpPr/>
            <p:nvPr/>
          </p:nvSpPr>
          <p:spPr>
            <a:xfrm rot="-16200000">
              <a:off x="5446575" y="4104085"/>
              <a:ext cx="379567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D-Sorbitol</a:t>
              </a:r>
            </a:p>
          </p:txBody>
        </p:sp>
        <p:sp>
          <p:nvSpPr>
            <p:cNvPr id="1399" name="tx1399"/>
            <p:cNvSpPr/>
            <p:nvPr/>
          </p:nvSpPr>
          <p:spPr>
            <a:xfrm rot="-16200000">
              <a:off x="5537147" y="4127813"/>
              <a:ext cx="427024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Quinic Acid</a:t>
              </a:r>
            </a:p>
          </p:txBody>
        </p:sp>
        <p:sp>
          <p:nvSpPr>
            <p:cNvPr id="1400" name="tx1400"/>
            <p:cNvSpPr/>
            <p:nvPr/>
          </p:nvSpPr>
          <p:spPr>
            <a:xfrm rot="-16200000">
              <a:off x="5709282" y="4069978"/>
              <a:ext cx="311353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Glycerol</a:t>
              </a:r>
            </a:p>
          </p:txBody>
        </p:sp>
        <p:sp>
          <p:nvSpPr>
            <p:cNvPr id="1401" name="tx1401"/>
            <p:cNvSpPr/>
            <p:nvPr/>
          </p:nvSpPr>
          <p:spPr>
            <a:xfrm rot="-16200000">
              <a:off x="5769907" y="4123653"/>
              <a:ext cx="418703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Acetic Acid</a:t>
              </a:r>
            </a:p>
          </p:txBody>
        </p:sp>
        <p:sp>
          <p:nvSpPr>
            <p:cNvPr id="1402" name="tx1402"/>
            <p:cNvSpPr/>
            <p:nvPr/>
          </p:nvSpPr>
          <p:spPr>
            <a:xfrm rot="-16200000">
              <a:off x="5873006" y="4134854"/>
              <a:ext cx="441106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Formic Acid</a:t>
              </a:r>
            </a:p>
          </p:txBody>
        </p:sp>
        <p:sp>
          <p:nvSpPr>
            <p:cNvPr id="1403" name="tx1403"/>
            <p:cNvSpPr/>
            <p:nvPr/>
          </p:nvSpPr>
          <p:spPr>
            <a:xfrm rot="-16200000">
              <a:off x="6033346" y="4088814"/>
              <a:ext cx="349026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D-Fucose</a:t>
              </a:r>
            </a:p>
          </p:txBody>
        </p:sp>
        <p:sp>
          <p:nvSpPr>
            <p:cNvPr id="1404" name="tx1404"/>
            <p:cNvSpPr/>
            <p:nvPr/>
          </p:nvSpPr>
          <p:spPr>
            <a:xfrm rot="-16200000">
              <a:off x="6142525" y="4093935"/>
              <a:ext cx="359267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Tween 40</a:t>
              </a:r>
            </a:p>
          </p:txBody>
        </p:sp>
        <p:sp>
          <p:nvSpPr>
            <p:cNvPr id="1405" name="tx1405"/>
            <p:cNvSpPr/>
            <p:nvPr/>
          </p:nvSpPr>
          <p:spPr>
            <a:xfrm rot="-16200000">
              <a:off x="6201961" y="4148799"/>
              <a:ext cx="468995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D-Malic Acid</a:t>
              </a:r>
            </a:p>
          </p:txBody>
        </p:sp>
        <p:sp>
          <p:nvSpPr>
            <p:cNvPr id="1406" name="tx1406"/>
            <p:cNvSpPr/>
            <p:nvPr/>
          </p:nvSpPr>
          <p:spPr>
            <a:xfrm rot="-16200000">
              <a:off x="6330663" y="4134397"/>
              <a:ext cx="440192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D-Trehalose</a:t>
              </a:r>
            </a:p>
          </p:txBody>
        </p:sp>
        <p:sp>
          <p:nvSpPr>
            <p:cNvPr id="1407" name="tx1407"/>
            <p:cNvSpPr/>
            <p:nvPr/>
          </p:nvSpPr>
          <p:spPr>
            <a:xfrm rot="-16200000">
              <a:off x="6509428" y="4069932"/>
              <a:ext cx="31126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L-Serine</a:t>
              </a:r>
            </a:p>
          </p:txBody>
        </p:sp>
        <p:sp>
          <p:nvSpPr>
            <p:cNvPr id="1408" name="tx1408"/>
            <p:cNvSpPr/>
            <p:nvPr/>
          </p:nvSpPr>
          <p:spPr>
            <a:xfrm rot="-16200000">
              <a:off x="6576728" y="4116932"/>
              <a:ext cx="405262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Mucic Acid</a:t>
              </a:r>
            </a:p>
          </p:txBody>
        </p:sp>
        <p:sp>
          <p:nvSpPr>
            <p:cNvPr id="1409" name="tx1409"/>
            <p:cNvSpPr/>
            <p:nvPr/>
          </p:nvSpPr>
          <p:spPr>
            <a:xfrm rot="-16200000">
              <a:off x="6573436" y="4234524"/>
              <a:ext cx="640445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D-Saccharic Acid</a:t>
              </a:r>
            </a:p>
          </p:txBody>
        </p:sp>
        <p:sp>
          <p:nvSpPr>
            <p:cNvPr id="1410" name="tx1410"/>
            <p:cNvSpPr/>
            <p:nvPr/>
          </p:nvSpPr>
          <p:spPr>
            <a:xfrm rot="-16200000">
              <a:off x="6815524" y="4106737"/>
              <a:ext cx="384870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Citric Acid</a:t>
              </a:r>
            </a:p>
          </p:txBody>
        </p:sp>
        <p:sp>
          <p:nvSpPr>
            <p:cNvPr id="1411" name="tx1411"/>
            <p:cNvSpPr/>
            <p:nvPr/>
          </p:nvSpPr>
          <p:spPr>
            <a:xfrm rot="-16200000">
              <a:off x="6788915" y="4247646"/>
              <a:ext cx="666689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D-Fructose-6-PO4</a:t>
              </a:r>
            </a:p>
          </p:txBody>
        </p:sp>
        <p:sp>
          <p:nvSpPr>
            <p:cNvPr id="1412" name="tx1412"/>
            <p:cNvSpPr/>
            <p:nvPr/>
          </p:nvSpPr>
          <p:spPr>
            <a:xfrm rot="-16200000">
              <a:off x="7010839" y="4140021"/>
              <a:ext cx="451439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L-Malic Acid</a:t>
              </a:r>
            </a:p>
          </p:txBody>
        </p:sp>
        <p:sp>
          <p:nvSpPr>
            <p:cNvPr id="1413" name="tx1413"/>
            <p:cNvSpPr/>
            <p:nvPr/>
          </p:nvSpPr>
          <p:spPr>
            <a:xfrm rot="-16200000">
              <a:off x="7114852" y="4150308"/>
              <a:ext cx="472013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L-Rhamnose</a:t>
              </a:r>
            </a:p>
          </p:txBody>
        </p:sp>
        <p:sp>
          <p:nvSpPr>
            <p:cNvPr id="1414" name="tx1414"/>
            <p:cNvSpPr/>
            <p:nvPr/>
          </p:nvSpPr>
          <p:spPr>
            <a:xfrm rot="-16200000">
              <a:off x="7226318" y="4153142"/>
              <a:ext cx="477682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D-Cellobiose</a:t>
              </a:r>
            </a:p>
          </p:txBody>
        </p:sp>
        <p:sp>
          <p:nvSpPr>
            <p:cNvPr id="1415" name="tx1415"/>
            <p:cNvSpPr/>
            <p:nvPr/>
          </p:nvSpPr>
          <p:spPr>
            <a:xfrm rot="-16200000">
              <a:off x="7388121" y="4105639"/>
              <a:ext cx="382676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D-Maltose</a:t>
              </a:r>
            </a:p>
          </p:txBody>
        </p:sp>
        <p:sp>
          <p:nvSpPr>
            <p:cNvPr id="1416" name="tx1416"/>
            <p:cNvSpPr/>
            <p:nvPr/>
          </p:nvSpPr>
          <p:spPr>
            <a:xfrm rot="-16200000">
              <a:off x="7282462" y="4325598"/>
              <a:ext cx="822594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β-Methyl-D-Glucoside</a:t>
              </a:r>
            </a:p>
          </p:txBody>
        </p:sp>
        <p:sp>
          <p:nvSpPr>
            <p:cNvPr id="1417" name="tx1417"/>
            <p:cNvSpPr/>
            <p:nvPr/>
          </p:nvSpPr>
          <p:spPr>
            <a:xfrm rot="-16200000">
              <a:off x="7657412" y="4064948"/>
              <a:ext cx="301294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Sucrose</a:t>
              </a:r>
            </a:p>
          </p:txBody>
        </p:sp>
        <p:sp>
          <p:nvSpPr>
            <p:cNvPr id="1418" name="tx1418"/>
            <p:cNvSpPr/>
            <p:nvPr/>
          </p:nvSpPr>
          <p:spPr>
            <a:xfrm rot="-16200000">
              <a:off x="7695131" y="4141529"/>
              <a:ext cx="454456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Gentiobiose</a:t>
              </a:r>
            </a:p>
          </p:txBody>
        </p:sp>
        <p:sp>
          <p:nvSpPr>
            <p:cNvPr id="1419" name="tx1419"/>
            <p:cNvSpPr/>
            <p:nvPr/>
          </p:nvSpPr>
          <p:spPr>
            <a:xfrm rot="-16200000">
              <a:off x="7542792" y="4408168"/>
              <a:ext cx="987734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L-Galactonic Acid Lactone</a:t>
              </a:r>
            </a:p>
          </p:txBody>
        </p:sp>
        <p:sp>
          <p:nvSpPr>
            <p:cNvPr id="1420" name="tx1420"/>
            <p:cNvSpPr/>
            <p:nvPr/>
          </p:nvSpPr>
          <p:spPr>
            <a:xfrm rot="-16200000">
              <a:off x="7772763" y="4292497"/>
              <a:ext cx="75639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D-Galacturonic Acid</a:t>
              </a:r>
            </a:p>
          </p:txBody>
        </p:sp>
        <p:sp>
          <p:nvSpPr>
            <p:cNvPr id="1421" name="tx1421"/>
            <p:cNvSpPr/>
            <p:nvPr/>
          </p:nvSpPr>
          <p:spPr>
            <a:xfrm rot="-16200000">
              <a:off x="7924508" y="4255052"/>
              <a:ext cx="681502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D-Glucuronic Acid</a:t>
              </a:r>
            </a:p>
          </p:txBody>
        </p:sp>
        <p:sp>
          <p:nvSpPr>
            <p:cNvPr id="1422" name="tx1422"/>
            <p:cNvSpPr/>
            <p:nvPr/>
          </p:nvSpPr>
          <p:spPr>
            <a:xfrm rot="-16200000">
              <a:off x="8212224" y="4081636"/>
              <a:ext cx="334670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D-Salicin</a:t>
              </a:r>
            </a:p>
          </p:txBody>
        </p:sp>
        <p:sp>
          <p:nvSpPr>
            <p:cNvPr id="1423" name="tx1423"/>
            <p:cNvSpPr/>
            <p:nvPr/>
          </p:nvSpPr>
          <p:spPr>
            <a:xfrm rot="-16200000">
              <a:off x="8200062" y="4208098"/>
              <a:ext cx="587593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Glycyl-L-Proline</a:t>
              </a:r>
            </a:p>
          </p:txBody>
        </p:sp>
        <p:sp>
          <p:nvSpPr>
            <p:cNvPr id="1424" name="tx1424"/>
            <p:cNvSpPr/>
            <p:nvPr/>
          </p:nvSpPr>
          <p:spPr>
            <a:xfrm rot="-16200000">
              <a:off x="8388063" y="4134397"/>
              <a:ext cx="440192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D-Raffinose</a:t>
              </a:r>
            </a:p>
          </p:txBody>
        </p:sp>
        <p:sp>
          <p:nvSpPr>
            <p:cNvPr id="1425" name="tx1425"/>
            <p:cNvSpPr/>
            <p:nvPr/>
          </p:nvSpPr>
          <p:spPr>
            <a:xfrm rot="-16200000">
              <a:off x="8582602" y="4054159"/>
              <a:ext cx="279714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Dextrin</a:t>
              </a:r>
            </a:p>
          </p:txBody>
        </p:sp>
        <p:sp>
          <p:nvSpPr>
            <p:cNvPr id="1426" name="tx1426"/>
            <p:cNvSpPr/>
            <p:nvPr/>
          </p:nvSpPr>
          <p:spPr>
            <a:xfrm rot="-16200000">
              <a:off x="8721179" y="4029881"/>
              <a:ext cx="231160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Pectin</a:t>
              </a:r>
            </a:p>
          </p:txBody>
        </p:sp>
        <p:sp>
          <p:nvSpPr>
            <p:cNvPr id="1427" name="tx1427"/>
            <p:cNvSpPr/>
            <p:nvPr/>
          </p:nvSpPr>
          <p:spPr>
            <a:xfrm rot="-16200000">
              <a:off x="8430811" y="4434549"/>
              <a:ext cx="1040495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N-Acetyl-β-D-Mannosamine</a:t>
              </a:r>
            </a:p>
          </p:txBody>
        </p:sp>
        <p:sp>
          <p:nvSpPr>
            <p:cNvPr id="1428" name="tx1428"/>
            <p:cNvSpPr/>
            <p:nvPr/>
          </p:nvSpPr>
          <p:spPr>
            <a:xfrm rot="-16200000">
              <a:off x="8836439" y="4143221"/>
              <a:ext cx="457840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α-D-Lactose</a:t>
              </a:r>
            </a:p>
          </p:txBody>
        </p:sp>
        <p:sp>
          <p:nvSpPr>
            <p:cNvPr id="1429" name="tx1429"/>
            <p:cNvSpPr/>
            <p:nvPr/>
          </p:nvSpPr>
          <p:spPr>
            <a:xfrm rot="-16200000">
              <a:off x="8957871" y="4136089"/>
              <a:ext cx="443575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D-Melibiose</a:t>
              </a:r>
            </a:p>
          </p:txBody>
        </p:sp>
        <p:sp>
          <p:nvSpPr>
            <p:cNvPr id="1430" name="tx1430"/>
            <p:cNvSpPr/>
            <p:nvPr/>
          </p:nvSpPr>
          <p:spPr>
            <a:xfrm rot="-16200000">
              <a:off x="8963632" y="4244628"/>
              <a:ext cx="660654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3-Methyl Glucose</a:t>
              </a:r>
            </a:p>
          </p:txBody>
        </p:sp>
        <p:sp>
          <p:nvSpPr>
            <p:cNvPr id="1431" name="tx1431"/>
            <p:cNvSpPr/>
            <p:nvPr/>
          </p:nvSpPr>
          <p:spPr>
            <a:xfrm rot="-16200000">
              <a:off x="9098186" y="4224374"/>
              <a:ext cx="620146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Methyl Pyruvate</a:t>
              </a:r>
            </a:p>
          </p:txBody>
        </p:sp>
        <p:sp>
          <p:nvSpPr>
            <p:cNvPr id="1432" name="tx1432"/>
            <p:cNvSpPr/>
            <p:nvPr/>
          </p:nvSpPr>
          <p:spPr>
            <a:xfrm rot="-16200000">
              <a:off x="9232420" y="4204440"/>
              <a:ext cx="580278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Glucuronamide</a:t>
              </a:r>
            </a:p>
          </p:txBody>
        </p:sp>
        <p:sp>
          <p:nvSpPr>
            <p:cNvPr id="1433" name="tx1433"/>
            <p:cNvSpPr/>
            <p:nvPr/>
          </p:nvSpPr>
          <p:spPr>
            <a:xfrm rot="-16200000">
              <a:off x="9248193" y="4302967"/>
              <a:ext cx="77733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Bromo-Succinic Acid</a:t>
              </a:r>
            </a:p>
          </p:txBody>
        </p:sp>
        <p:sp>
          <p:nvSpPr>
            <p:cNvPr id="1434" name="tx1434"/>
            <p:cNvSpPr/>
            <p:nvPr/>
          </p:nvSpPr>
          <p:spPr>
            <a:xfrm rot="-16200000">
              <a:off x="9249428" y="4416032"/>
              <a:ext cx="1003462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N-Acetyl-D-Galactosamine</a:t>
              </a:r>
            </a:p>
          </p:txBody>
        </p:sp>
        <p:sp>
          <p:nvSpPr>
            <p:cNvPr id="1435" name="tx1435"/>
            <p:cNvSpPr/>
            <p:nvPr/>
          </p:nvSpPr>
          <p:spPr>
            <a:xfrm rot="-16200000">
              <a:off x="9654598" y="4125162"/>
              <a:ext cx="42172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D-Turanose</a:t>
              </a:r>
            </a:p>
          </p:txBody>
        </p:sp>
        <p:sp>
          <p:nvSpPr>
            <p:cNvPr id="1436" name="tx1436"/>
            <p:cNvSpPr/>
            <p:nvPr/>
          </p:nvSpPr>
          <p:spPr>
            <a:xfrm rot="-16200000">
              <a:off x="9664474" y="4229586"/>
              <a:ext cx="630570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Acetoacetic Acid</a:t>
              </a:r>
            </a:p>
          </p:txBody>
        </p:sp>
        <p:sp>
          <p:nvSpPr>
            <p:cNvPr id="1437" name="tx1437"/>
            <p:cNvSpPr/>
            <p:nvPr/>
          </p:nvSpPr>
          <p:spPr>
            <a:xfrm rot="-16200000">
              <a:off x="9595300" y="4413061"/>
              <a:ext cx="997518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D-Lactic Acid Methyl Ester</a:t>
              </a:r>
            </a:p>
          </p:txBody>
        </p:sp>
        <p:sp>
          <p:nvSpPr>
            <p:cNvPr id="1438" name="tx1438"/>
            <p:cNvSpPr/>
            <p:nvPr/>
          </p:nvSpPr>
          <p:spPr>
            <a:xfrm rot="-16200000">
              <a:off x="9826048" y="4296612"/>
              <a:ext cx="76462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α-Keto-Glutaric Acid</a:t>
              </a:r>
            </a:p>
          </p:txBody>
        </p:sp>
        <p:sp>
          <p:nvSpPr>
            <p:cNvPr id="1439" name="tx1439"/>
            <p:cNvSpPr/>
            <p:nvPr/>
          </p:nvSpPr>
          <p:spPr>
            <a:xfrm rot="-16200000">
              <a:off x="9839902" y="4397059"/>
              <a:ext cx="965514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N-Acetyl Neuraminic Acid</a:t>
              </a:r>
            </a:p>
          </p:txBody>
        </p:sp>
        <p:sp>
          <p:nvSpPr>
            <p:cNvPr id="1440" name="tx1440"/>
            <p:cNvSpPr/>
            <p:nvPr/>
          </p:nvSpPr>
          <p:spPr>
            <a:xfrm rot="-16200000">
              <a:off x="10240317" y="4110943"/>
              <a:ext cx="393283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Stachyose</a:t>
              </a:r>
            </a:p>
          </p:txBody>
        </p:sp>
        <p:sp>
          <p:nvSpPr>
            <p:cNvPr id="1441" name="tx1441"/>
            <p:cNvSpPr/>
            <p:nvPr/>
          </p:nvSpPr>
          <p:spPr>
            <a:xfrm rot="-16200000">
              <a:off x="10007831" y="4457729"/>
              <a:ext cx="1086855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p-Hydroxy-Phenylacetic Acid</a:t>
              </a:r>
            </a:p>
          </p:txBody>
        </p:sp>
        <p:sp>
          <p:nvSpPr>
            <p:cNvPr id="1442" name="tx1442"/>
            <p:cNvSpPr/>
            <p:nvPr/>
          </p:nvSpPr>
          <p:spPr>
            <a:xfrm>
              <a:off x="10646509" y="1422170"/>
              <a:ext cx="57817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D011P03_3</a:t>
              </a:r>
            </a:p>
          </p:txBody>
        </p:sp>
        <p:sp>
          <p:nvSpPr>
            <p:cNvPr id="1443" name="tx1443"/>
            <p:cNvSpPr/>
            <p:nvPr/>
          </p:nvSpPr>
          <p:spPr>
            <a:xfrm>
              <a:off x="10646509" y="1561870"/>
              <a:ext cx="57817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D011P03_1</a:t>
              </a:r>
            </a:p>
          </p:txBody>
        </p:sp>
        <p:sp>
          <p:nvSpPr>
            <p:cNvPr id="1444" name="tx1444"/>
            <p:cNvSpPr/>
            <p:nvPr/>
          </p:nvSpPr>
          <p:spPr>
            <a:xfrm>
              <a:off x="10646509" y="1701570"/>
              <a:ext cx="57817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D011P03_2</a:t>
              </a:r>
            </a:p>
          </p:txBody>
        </p:sp>
        <p:sp>
          <p:nvSpPr>
            <p:cNvPr id="1445" name="tx1445"/>
            <p:cNvSpPr/>
            <p:nvPr/>
          </p:nvSpPr>
          <p:spPr>
            <a:xfrm>
              <a:off x="10646509" y="1841270"/>
              <a:ext cx="5928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D119N01_2</a:t>
              </a:r>
            </a:p>
          </p:txBody>
        </p:sp>
        <p:sp>
          <p:nvSpPr>
            <p:cNvPr id="1446" name="tx1446"/>
            <p:cNvSpPr/>
            <p:nvPr/>
          </p:nvSpPr>
          <p:spPr>
            <a:xfrm>
              <a:off x="10646509" y="1980970"/>
              <a:ext cx="5928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D119N01_1</a:t>
              </a:r>
            </a:p>
          </p:txBody>
        </p:sp>
        <p:sp>
          <p:nvSpPr>
            <p:cNvPr id="1447" name="tx1447"/>
            <p:cNvSpPr/>
            <p:nvPr/>
          </p:nvSpPr>
          <p:spPr>
            <a:xfrm>
              <a:off x="10646509" y="2120670"/>
              <a:ext cx="5928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D119N01_3</a:t>
              </a:r>
            </a:p>
          </p:txBody>
        </p:sp>
        <p:sp>
          <p:nvSpPr>
            <p:cNvPr id="1448" name="tx1448"/>
            <p:cNvSpPr/>
            <p:nvPr/>
          </p:nvSpPr>
          <p:spPr>
            <a:xfrm>
              <a:off x="10646509" y="2260370"/>
              <a:ext cx="5928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D113N10_3</a:t>
              </a:r>
            </a:p>
          </p:txBody>
        </p:sp>
        <p:sp>
          <p:nvSpPr>
            <p:cNvPr id="1449" name="tx1449"/>
            <p:cNvSpPr/>
            <p:nvPr/>
          </p:nvSpPr>
          <p:spPr>
            <a:xfrm>
              <a:off x="10646509" y="2400070"/>
              <a:ext cx="5928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D113N10_1</a:t>
              </a:r>
            </a:p>
          </p:txBody>
        </p:sp>
        <p:sp>
          <p:nvSpPr>
            <p:cNvPr id="1450" name="tx1450"/>
            <p:cNvSpPr/>
            <p:nvPr/>
          </p:nvSpPr>
          <p:spPr>
            <a:xfrm>
              <a:off x="10646509" y="2539770"/>
              <a:ext cx="5928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D113N10_2</a:t>
              </a:r>
            </a:p>
          </p:txBody>
        </p:sp>
        <p:sp>
          <p:nvSpPr>
            <p:cNvPr id="1451" name="tx1451"/>
            <p:cNvSpPr/>
            <p:nvPr/>
          </p:nvSpPr>
          <p:spPr>
            <a:xfrm>
              <a:off x="10646509" y="2679470"/>
              <a:ext cx="57817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D014P08_3</a:t>
              </a:r>
            </a:p>
          </p:txBody>
        </p:sp>
        <p:sp>
          <p:nvSpPr>
            <p:cNvPr id="1452" name="tx1452"/>
            <p:cNvSpPr/>
            <p:nvPr/>
          </p:nvSpPr>
          <p:spPr>
            <a:xfrm>
              <a:off x="10646509" y="2819170"/>
              <a:ext cx="57817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D014P08_1</a:t>
              </a:r>
            </a:p>
          </p:txBody>
        </p:sp>
        <p:sp>
          <p:nvSpPr>
            <p:cNvPr id="1453" name="tx1453"/>
            <p:cNvSpPr/>
            <p:nvPr/>
          </p:nvSpPr>
          <p:spPr>
            <a:xfrm>
              <a:off x="10646509" y="2958870"/>
              <a:ext cx="57817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D014P08_2</a:t>
              </a:r>
            </a:p>
          </p:txBody>
        </p:sp>
        <p:sp>
          <p:nvSpPr>
            <p:cNvPr id="1454" name="tx1454"/>
            <p:cNvSpPr/>
            <p:nvPr/>
          </p:nvSpPr>
          <p:spPr>
            <a:xfrm>
              <a:off x="10646509" y="3098570"/>
              <a:ext cx="57817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D053P02_1</a:t>
              </a:r>
            </a:p>
          </p:txBody>
        </p:sp>
        <p:sp>
          <p:nvSpPr>
            <p:cNvPr id="1455" name="tx1455"/>
            <p:cNvSpPr/>
            <p:nvPr/>
          </p:nvSpPr>
          <p:spPr>
            <a:xfrm>
              <a:off x="10646509" y="3238270"/>
              <a:ext cx="57817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D053P02_2</a:t>
              </a:r>
            </a:p>
          </p:txBody>
        </p:sp>
        <p:sp>
          <p:nvSpPr>
            <p:cNvPr id="1456" name="tx1456"/>
            <p:cNvSpPr/>
            <p:nvPr/>
          </p:nvSpPr>
          <p:spPr>
            <a:xfrm>
              <a:off x="10646509" y="3377970"/>
              <a:ext cx="57817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D053P02_3</a:t>
              </a:r>
            </a:p>
          </p:txBody>
        </p:sp>
        <p:sp>
          <p:nvSpPr>
            <p:cNvPr id="1457" name="tx1457"/>
            <p:cNvSpPr/>
            <p:nvPr/>
          </p:nvSpPr>
          <p:spPr>
            <a:xfrm>
              <a:off x="10646509" y="3517670"/>
              <a:ext cx="57817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D112P05_2</a:t>
              </a:r>
            </a:p>
          </p:txBody>
        </p:sp>
        <p:sp>
          <p:nvSpPr>
            <p:cNvPr id="1458" name="tx1458"/>
            <p:cNvSpPr/>
            <p:nvPr/>
          </p:nvSpPr>
          <p:spPr>
            <a:xfrm>
              <a:off x="10646509" y="3657370"/>
              <a:ext cx="57817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D112P05_1</a:t>
              </a:r>
            </a:p>
          </p:txBody>
        </p:sp>
        <p:sp>
          <p:nvSpPr>
            <p:cNvPr id="1459" name="tx1459"/>
            <p:cNvSpPr/>
            <p:nvPr/>
          </p:nvSpPr>
          <p:spPr>
            <a:xfrm>
              <a:off x="10646509" y="3797070"/>
              <a:ext cx="57817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D112P05_3</a:t>
              </a:r>
            </a:p>
          </p:txBody>
        </p:sp>
        <p:sp>
          <p:nvSpPr>
            <p:cNvPr id="1460" name="rc1460"/>
            <p:cNvSpPr/>
            <p:nvPr/>
          </p:nvSpPr>
          <p:spPr>
            <a:xfrm>
              <a:off x="2328009" y="1389353"/>
              <a:ext cx="127000" cy="1397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1" name="rc1461"/>
            <p:cNvSpPr/>
            <p:nvPr/>
          </p:nvSpPr>
          <p:spPr>
            <a:xfrm>
              <a:off x="2328009" y="1529053"/>
              <a:ext cx="127000" cy="1397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2" name="rc1462"/>
            <p:cNvSpPr/>
            <p:nvPr/>
          </p:nvSpPr>
          <p:spPr>
            <a:xfrm>
              <a:off x="2328009" y="1668753"/>
              <a:ext cx="127000" cy="1397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3" name="rc1463"/>
            <p:cNvSpPr/>
            <p:nvPr/>
          </p:nvSpPr>
          <p:spPr>
            <a:xfrm>
              <a:off x="2328009" y="1808453"/>
              <a:ext cx="127000" cy="1397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4" name="rc1464"/>
            <p:cNvSpPr/>
            <p:nvPr/>
          </p:nvSpPr>
          <p:spPr>
            <a:xfrm>
              <a:off x="2328009" y="1948153"/>
              <a:ext cx="127000" cy="1397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5" name="rc1465"/>
            <p:cNvSpPr/>
            <p:nvPr/>
          </p:nvSpPr>
          <p:spPr>
            <a:xfrm>
              <a:off x="2328009" y="2087853"/>
              <a:ext cx="127000" cy="1397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6" name="rc1466"/>
            <p:cNvSpPr/>
            <p:nvPr/>
          </p:nvSpPr>
          <p:spPr>
            <a:xfrm>
              <a:off x="2328009" y="2227553"/>
              <a:ext cx="127000" cy="1397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7" name="rc1467"/>
            <p:cNvSpPr/>
            <p:nvPr/>
          </p:nvSpPr>
          <p:spPr>
            <a:xfrm>
              <a:off x="2328009" y="2367253"/>
              <a:ext cx="127000" cy="1397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8" name="rc1468"/>
            <p:cNvSpPr/>
            <p:nvPr/>
          </p:nvSpPr>
          <p:spPr>
            <a:xfrm>
              <a:off x="2328009" y="2506953"/>
              <a:ext cx="127000" cy="1397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9" name="rc1469"/>
            <p:cNvSpPr/>
            <p:nvPr/>
          </p:nvSpPr>
          <p:spPr>
            <a:xfrm>
              <a:off x="2328009" y="2646653"/>
              <a:ext cx="127000" cy="1397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0" name="rc1470"/>
            <p:cNvSpPr/>
            <p:nvPr/>
          </p:nvSpPr>
          <p:spPr>
            <a:xfrm>
              <a:off x="2328009" y="2786353"/>
              <a:ext cx="127000" cy="1397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1" name="rc1471"/>
            <p:cNvSpPr/>
            <p:nvPr/>
          </p:nvSpPr>
          <p:spPr>
            <a:xfrm>
              <a:off x="2328009" y="2926053"/>
              <a:ext cx="127000" cy="1397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2" name="rc1472"/>
            <p:cNvSpPr/>
            <p:nvPr/>
          </p:nvSpPr>
          <p:spPr>
            <a:xfrm>
              <a:off x="2328009" y="3065753"/>
              <a:ext cx="127000" cy="1397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3" name="rc1473"/>
            <p:cNvSpPr/>
            <p:nvPr/>
          </p:nvSpPr>
          <p:spPr>
            <a:xfrm>
              <a:off x="2328009" y="3205453"/>
              <a:ext cx="127000" cy="1397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4" name="rc1474"/>
            <p:cNvSpPr/>
            <p:nvPr/>
          </p:nvSpPr>
          <p:spPr>
            <a:xfrm>
              <a:off x="2328009" y="3345153"/>
              <a:ext cx="127000" cy="1397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5" name="rc1475"/>
            <p:cNvSpPr/>
            <p:nvPr/>
          </p:nvSpPr>
          <p:spPr>
            <a:xfrm>
              <a:off x="2328009" y="3484853"/>
              <a:ext cx="127000" cy="1397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6" name="rc1476"/>
            <p:cNvSpPr/>
            <p:nvPr/>
          </p:nvSpPr>
          <p:spPr>
            <a:xfrm>
              <a:off x="2328009" y="3624553"/>
              <a:ext cx="127000" cy="1397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7" name="rc1477"/>
            <p:cNvSpPr/>
            <p:nvPr/>
          </p:nvSpPr>
          <p:spPr>
            <a:xfrm>
              <a:off x="2328009" y="3764253"/>
              <a:ext cx="127000" cy="1397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8" name="tx1478"/>
            <p:cNvSpPr/>
            <p:nvPr/>
          </p:nvSpPr>
          <p:spPr>
            <a:xfrm rot="-16200000">
              <a:off x="2168075" y="4119172"/>
              <a:ext cx="446867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Genus</a:t>
              </a:r>
            </a:p>
          </p:txBody>
        </p:sp>
        <p:sp>
          <p:nvSpPr>
            <p:cNvPr id="1479" name="tx1479"/>
            <p:cNvSpPr/>
            <p:nvPr/>
          </p:nvSpPr>
          <p:spPr>
            <a:xfrm>
              <a:off x="11832835" y="1389353"/>
              <a:ext cx="446867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Genus</a:t>
              </a:r>
            </a:p>
          </p:txBody>
        </p:sp>
        <p:sp>
          <p:nvSpPr>
            <p:cNvPr id="1480" name="rc1480"/>
            <p:cNvSpPr/>
            <p:nvPr/>
          </p:nvSpPr>
          <p:spPr>
            <a:xfrm>
              <a:off x="11832835" y="1528296"/>
              <a:ext cx="185257" cy="185257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1" name="rc1481"/>
            <p:cNvSpPr/>
            <p:nvPr/>
          </p:nvSpPr>
          <p:spPr>
            <a:xfrm>
              <a:off x="11832835" y="1713554"/>
              <a:ext cx="185257" cy="185257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2" name="tx1482"/>
            <p:cNvSpPr/>
            <p:nvPr/>
          </p:nvSpPr>
          <p:spPr>
            <a:xfrm>
              <a:off x="12055144" y="1574611"/>
              <a:ext cx="512795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  <p:sp>
          <p:nvSpPr>
            <p:cNvPr id="1483" name="tx1483"/>
            <p:cNvSpPr/>
            <p:nvPr/>
          </p:nvSpPr>
          <p:spPr>
            <a:xfrm>
              <a:off x="12055144" y="1759868"/>
              <a:ext cx="810981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Burkholderia</a:t>
              </a:r>
            </a:p>
          </p:txBody>
        </p:sp>
        <p:sp>
          <p:nvSpPr>
            <p:cNvPr id="1484" name="rc1484"/>
            <p:cNvSpPr/>
            <p:nvPr/>
          </p:nvSpPr>
          <p:spPr>
            <a:xfrm>
              <a:off x="11328306" y="3275303"/>
              <a:ext cx="127000" cy="1905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5" name="rc1485"/>
            <p:cNvSpPr/>
            <p:nvPr/>
          </p:nvSpPr>
          <p:spPr>
            <a:xfrm>
              <a:off x="11328306" y="3256253"/>
              <a:ext cx="127000" cy="1905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6" name="rc1486"/>
            <p:cNvSpPr/>
            <p:nvPr/>
          </p:nvSpPr>
          <p:spPr>
            <a:xfrm>
              <a:off x="11328306" y="3237203"/>
              <a:ext cx="127000" cy="1905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7" name="rc1487"/>
            <p:cNvSpPr/>
            <p:nvPr/>
          </p:nvSpPr>
          <p:spPr>
            <a:xfrm>
              <a:off x="11328306" y="3218153"/>
              <a:ext cx="127000" cy="19049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8" name="rc1488"/>
            <p:cNvSpPr/>
            <p:nvPr/>
          </p:nvSpPr>
          <p:spPr>
            <a:xfrm>
              <a:off x="11328306" y="3199103"/>
              <a:ext cx="127000" cy="1905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9" name="rc1489"/>
            <p:cNvSpPr/>
            <p:nvPr/>
          </p:nvSpPr>
          <p:spPr>
            <a:xfrm>
              <a:off x="11328306" y="3180053"/>
              <a:ext cx="127000" cy="19050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0" name="rc1490"/>
            <p:cNvSpPr/>
            <p:nvPr/>
          </p:nvSpPr>
          <p:spPr>
            <a:xfrm>
              <a:off x="11328306" y="3161003"/>
              <a:ext cx="127000" cy="19049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1" name="rc1491"/>
            <p:cNvSpPr/>
            <p:nvPr/>
          </p:nvSpPr>
          <p:spPr>
            <a:xfrm>
              <a:off x="11328306" y="3141953"/>
              <a:ext cx="127000" cy="1905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2" name="rc1492"/>
            <p:cNvSpPr/>
            <p:nvPr/>
          </p:nvSpPr>
          <p:spPr>
            <a:xfrm>
              <a:off x="11328306" y="3122903"/>
              <a:ext cx="127000" cy="1905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3" name="rc1493"/>
            <p:cNvSpPr/>
            <p:nvPr/>
          </p:nvSpPr>
          <p:spPr>
            <a:xfrm>
              <a:off x="11328306" y="3103853"/>
              <a:ext cx="127000" cy="19049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4" name="rc1494"/>
            <p:cNvSpPr/>
            <p:nvPr/>
          </p:nvSpPr>
          <p:spPr>
            <a:xfrm>
              <a:off x="11328306" y="3084803"/>
              <a:ext cx="127000" cy="19050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5" name="rc1495"/>
            <p:cNvSpPr/>
            <p:nvPr/>
          </p:nvSpPr>
          <p:spPr>
            <a:xfrm>
              <a:off x="11328306" y="3065753"/>
              <a:ext cx="127000" cy="1905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6" name="rc1496"/>
            <p:cNvSpPr/>
            <p:nvPr/>
          </p:nvSpPr>
          <p:spPr>
            <a:xfrm>
              <a:off x="11328306" y="3046703"/>
              <a:ext cx="127000" cy="19049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7" name="rc1497"/>
            <p:cNvSpPr/>
            <p:nvPr/>
          </p:nvSpPr>
          <p:spPr>
            <a:xfrm>
              <a:off x="11328306" y="3027653"/>
              <a:ext cx="127000" cy="19050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8" name="rc1498"/>
            <p:cNvSpPr/>
            <p:nvPr/>
          </p:nvSpPr>
          <p:spPr>
            <a:xfrm>
              <a:off x="11328306" y="3008603"/>
              <a:ext cx="127000" cy="19050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9" name="rc1499"/>
            <p:cNvSpPr/>
            <p:nvPr/>
          </p:nvSpPr>
          <p:spPr>
            <a:xfrm>
              <a:off x="11328306" y="2989553"/>
              <a:ext cx="127000" cy="19049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0" name="rc1500"/>
            <p:cNvSpPr/>
            <p:nvPr/>
          </p:nvSpPr>
          <p:spPr>
            <a:xfrm>
              <a:off x="11328306" y="2970503"/>
              <a:ext cx="127000" cy="19050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1" name="rc1501"/>
            <p:cNvSpPr/>
            <p:nvPr/>
          </p:nvSpPr>
          <p:spPr>
            <a:xfrm>
              <a:off x="11328306" y="2951453"/>
              <a:ext cx="127000" cy="19050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2" name="rc1502"/>
            <p:cNvSpPr/>
            <p:nvPr/>
          </p:nvSpPr>
          <p:spPr>
            <a:xfrm>
              <a:off x="11328306" y="2932403"/>
              <a:ext cx="127000" cy="19049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3" name="rc1503"/>
            <p:cNvSpPr/>
            <p:nvPr/>
          </p:nvSpPr>
          <p:spPr>
            <a:xfrm>
              <a:off x="11328306" y="2913353"/>
              <a:ext cx="127000" cy="19050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4" name="rc1504"/>
            <p:cNvSpPr/>
            <p:nvPr/>
          </p:nvSpPr>
          <p:spPr>
            <a:xfrm>
              <a:off x="11328306" y="2894303"/>
              <a:ext cx="127000" cy="19050"/>
            </a:xfrm>
            <a:prstGeom prst="rect">
              <a:avLst/>
            </a:prstGeom>
            <a:solidFill>
              <a:srgbClr val="A1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5" name="rc1505"/>
            <p:cNvSpPr/>
            <p:nvPr/>
          </p:nvSpPr>
          <p:spPr>
            <a:xfrm>
              <a:off x="11328306" y="2875253"/>
              <a:ext cx="127000" cy="19049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6" name="rc1506"/>
            <p:cNvSpPr/>
            <p:nvPr/>
          </p:nvSpPr>
          <p:spPr>
            <a:xfrm>
              <a:off x="11328306" y="2856203"/>
              <a:ext cx="127000" cy="19050"/>
            </a:xfrm>
            <a:prstGeom prst="rect">
              <a:avLst/>
            </a:prstGeom>
            <a:solidFill>
              <a:srgbClr val="ABD0E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7" name="rc1507"/>
            <p:cNvSpPr/>
            <p:nvPr/>
          </p:nvSpPr>
          <p:spPr>
            <a:xfrm>
              <a:off x="11328306" y="2837153"/>
              <a:ext cx="127000" cy="19050"/>
            </a:xfrm>
            <a:prstGeom prst="rect">
              <a:avLst/>
            </a:prstGeom>
            <a:solidFill>
              <a:srgbClr val="B0D3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8" name="rc1508"/>
            <p:cNvSpPr/>
            <p:nvPr/>
          </p:nvSpPr>
          <p:spPr>
            <a:xfrm>
              <a:off x="11328306" y="2818103"/>
              <a:ext cx="127000" cy="19049"/>
            </a:xfrm>
            <a:prstGeom prst="rect">
              <a:avLst/>
            </a:prstGeom>
            <a:solidFill>
              <a:srgbClr val="B4D6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9" name="rc1509"/>
            <p:cNvSpPr/>
            <p:nvPr/>
          </p:nvSpPr>
          <p:spPr>
            <a:xfrm>
              <a:off x="11328306" y="2799053"/>
              <a:ext cx="127000" cy="19050"/>
            </a:xfrm>
            <a:prstGeom prst="rect">
              <a:avLst/>
            </a:prstGeom>
            <a:solidFill>
              <a:srgbClr val="B9D9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0" name="rc1510"/>
            <p:cNvSpPr/>
            <p:nvPr/>
          </p:nvSpPr>
          <p:spPr>
            <a:xfrm>
              <a:off x="11328306" y="2780003"/>
              <a:ext cx="127000" cy="19050"/>
            </a:xfrm>
            <a:prstGeom prst="rect">
              <a:avLst/>
            </a:prstGeom>
            <a:solidFill>
              <a:srgbClr val="BEDC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1" name="rc1511"/>
            <p:cNvSpPr/>
            <p:nvPr/>
          </p:nvSpPr>
          <p:spPr>
            <a:xfrm>
              <a:off x="11328306" y="2760953"/>
              <a:ext cx="127000" cy="19049"/>
            </a:xfrm>
            <a:prstGeom prst="rect">
              <a:avLst/>
            </a:prstGeom>
            <a:solidFill>
              <a:srgbClr val="C3E0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2" name="rc1512"/>
            <p:cNvSpPr/>
            <p:nvPr/>
          </p:nvSpPr>
          <p:spPr>
            <a:xfrm>
              <a:off x="11328306" y="2741903"/>
              <a:ext cx="127000" cy="19050"/>
            </a:xfrm>
            <a:prstGeom prst="rect">
              <a:avLst/>
            </a:prstGeom>
            <a:solidFill>
              <a:srgbClr val="C8E3E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3" name="rc1513"/>
            <p:cNvSpPr/>
            <p:nvPr/>
          </p:nvSpPr>
          <p:spPr>
            <a:xfrm>
              <a:off x="11328306" y="2722853"/>
              <a:ext cx="127000" cy="1905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4" name="rc1514"/>
            <p:cNvSpPr/>
            <p:nvPr/>
          </p:nvSpPr>
          <p:spPr>
            <a:xfrm>
              <a:off x="11328306" y="2703803"/>
              <a:ext cx="127000" cy="19049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5" name="rc1515"/>
            <p:cNvSpPr/>
            <p:nvPr/>
          </p:nvSpPr>
          <p:spPr>
            <a:xfrm>
              <a:off x="11328306" y="2684753"/>
              <a:ext cx="127000" cy="1905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6" name="rc1516"/>
            <p:cNvSpPr/>
            <p:nvPr/>
          </p:nvSpPr>
          <p:spPr>
            <a:xfrm>
              <a:off x="11328306" y="2665703"/>
              <a:ext cx="127000" cy="19050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7" name="rc1517"/>
            <p:cNvSpPr/>
            <p:nvPr/>
          </p:nvSpPr>
          <p:spPr>
            <a:xfrm>
              <a:off x="11328306" y="2646653"/>
              <a:ext cx="127000" cy="19049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8" name="rc1518"/>
            <p:cNvSpPr/>
            <p:nvPr/>
          </p:nvSpPr>
          <p:spPr>
            <a:xfrm>
              <a:off x="11328306" y="2627603"/>
              <a:ext cx="127000" cy="1905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9" name="rc1519"/>
            <p:cNvSpPr/>
            <p:nvPr/>
          </p:nvSpPr>
          <p:spPr>
            <a:xfrm>
              <a:off x="11328306" y="2608553"/>
              <a:ext cx="127000" cy="19050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0" name="rc1520"/>
            <p:cNvSpPr/>
            <p:nvPr/>
          </p:nvSpPr>
          <p:spPr>
            <a:xfrm>
              <a:off x="11328306" y="2589503"/>
              <a:ext cx="127000" cy="19049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1" name="rc1521"/>
            <p:cNvSpPr/>
            <p:nvPr/>
          </p:nvSpPr>
          <p:spPr>
            <a:xfrm>
              <a:off x="11328306" y="2570453"/>
              <a:ext cx="127000" cy="19050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2" name="rc1522"/>
            <p:cNvSpPr/>
            <p:nvPr/>
          </p:nvSpPr>
          <p:spPr>
            <a:xfrm>
              <a:off x="11328306" y="2551403"/>
              <a:ext cx="127000" cy="1905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3" name="rc1523"/>
            <p:cNvSpPr/>
            <p:nvPr/>
          </p:nvSpPr>
          <p:spPr>
            <a:xfrm>
              <a:off x="11328306" y="2532353"/>
              <a:ext cx="127000" cy="19049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4" name="rc1524"/>
            <p:cNvSpPr/>
            <p:nvPr/>
          </p:nvSpPr>
          <p:spPr>
            <a:xfrm>
              <a:off x="11328306" y="2513303"/>
              <a:ext cx="127000" cy="19050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5" name="rc1525"/>
            <p:cNvSpPr/>
            <p:nvPr/>
          </p:nvSpPr>
          <p:spPr>
            <a:xfrm>
              <a:off x="11328306" y="2494253"/>
              <a:ext cx="127000" cy="1905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6" name="rc1526"/>
            <p:cNvSpPr/>
            <p:nvPr/>
          </p:nvSpPr>
          <p:spPr>
            <a:xfrm>
              <a:off x="11328306" y="2475203"/>
              <a:ext cx="127000" cy="19049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7" name="rc1527"/>
            <p:cNvSpPr/>
            <p:nvPr/>
          </p:nvSpPr>
          <p:spPr>
            <a:xfrm>
              <a:off x="11328306" y="2456153"/>
              <a:ext cx="127000" cy="1905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8" name="rc1528"/>
            <p:cNvSpPr/>
            <p:nvPr/>
          </p:nvSpPr>
          <p:spPr>
            <a:xfrm>
              <a:off x="11328306" y="2437103"/>
              <a:ext cx="127000" cy="1905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9" name="rc1529"/>
            <p:cNvSpPr/>
            <p:nvPr/>
          </p:nvSpPr>
          <p:spPr>
            <a:xfrm>
              <a:off x="11328306" y="2418053"/>
              <a:ext cx="127000" cy="19049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0" name="rc1530"/>
            <p:cNvSpPr/>
            <p:nvPr/>
          </p:nvSpPr>
          <p:spPr>
            <a:xfrm>
              <a:off x="11328306" y="2399003"/>
              <a:ext cx="127000" cy="1905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1" name="rc1531"/>
            <p:cNvSpPr/>
            <p:nvPr/>
          </p:nvSpPr>
          <p:spPr>
            <a:xfrm>
              <a:off x="11328306" y="2379953"/>
              <a:ext cx="127000" cy="1905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2" name="rc1532"/>
            <p:cNvSpPr/>
            <p:nvPr/>
          </p:nvSpPr>
          <p:spPr>
            <a:xfrm>
              <a:off x="11328306" y="2360903"/>
              <a:ext cx="127000" cy="19049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3" name="rc1533"/>
            <p:cNvSpPr/>
            <p:nvPr/>
          </p:nvSpPr>
          <p:spPr>
            <a:xfrm>
              <a:off x="11328306" y="2341853"/>
              <a:ext cx="127000" cy="1905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4" name="rc1534"/>
            <p:cNvSpPr/>
            <p:nvPr/>
          </p:nvSpPr>
          <p:spPr>
            <a:xfrm>
              <a:off x="11328306" y="2322803"/>
              <a:ext cx="127000" cy="1905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5" name="rc1535"/>
            <p:cNvSpPr/>
            <p:nvPr/>
          </p:nvSpPr>
          <p:spPr>
            <a:xfrm>
              <a:off x="11328306" y="2303753"/>
              <a:ext cx="127000" cy="19049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6" name="rc1536"/>
            <p:cNvSpPr/>
            <p:nvPr/>
          </p:nvSpPr>
          <p:spPr>
            <a:xfrm>
              <a:off x="11328306" y="2284703"/>
              <a:ext cx="127000" cy="1905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7" name="rc1537"/>
            <p:cNvSpPr/>
            <p:nvPr/>
          </p:nvSpPr>
          <p:spPr>
            <a:xfrm>
              <a:off x="11328306" y="2265653"/>
              <a:ext cx="127000" cy="1905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8" name="rc1538"/>
            <p:cNvSpPr/>
            <p:nvPr/>
          </p:nvSpPr>
          <p:spPr>
            <a:xfrm>
              <a:off x="11328306" y="2246603"/>
              <a:ext cx="127000" cy="19049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9" name="rc1539"/>
            <p:cNvSpPr/>
            <p:nvPr/>
          </p:nvSpPr>
          <p:spPr>
            <a:xfrm>
              <a:off x="11328306" y="2227553"/>
              <a:ext cx="127000" cy="1905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0" name="rc1540"/>
            <p:cNvSpPr/>
            <p:nvPr/>
          </p:nvSpPr>
          <p:spPr>
            <a:xfrm>
              <a:off x="11328306" y="2208503"/>
              <a:ext cx="127000" cy="1905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1" name="rc1541"/>
            <p:cNvSpPr/>
            <p:nvPr/>
          </p:nvSpPr>
          <p:spPr>
            <a:xfrm>
              <a:off x="11328306" y="2189453"/>
              <a:ext cx="127000" cy="19049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2" name="rc1542"/>
            <p:cNvSpPr/>
            <p:nvPr/>
          </p:nvSpPr>
          <p:spPr>
            <a:xfrm>
              <a:off x="11328306" y="2170403"/>
              <a:ext cx="127000" cy="1905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3" name="rc1543"/>
            <p:cNvSpPr/>
            <p:nvPr/>
          </p:nvSpPr>
          <p:spPr>
            <a:xfrm>
              <a:off x="11328306" y="2151353"/>
              <a:ext cx="127000" cy="1905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4" name="rc1544"/>
            <p:cNvSpPr/>
            <p:nvPr/>
          </p:nvSpPr>
          <p:spPr>
            <a:xfrm>
              <a:off x="11328306" y="2132303"/>
              <a:ext cx="127000" cy="19049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5" name="rc1545"/>
            <p:cNvSpPr/>
            <p:nvPr/>
          </p:nvSpPr>
          <p:spPr>
            <a:xfrm>
              <a:off x="11328306" y="2113253"/>
              <a:ext cx="127000" cy="1905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6" name="rc1546"/>
            <p:cNvSpPr/>
            <p:nvPr/>
          </p:nvSpPr>
          <p:spPr>
            <a:xfrm>
              <a:off x="11328306" y="2094203"/>
              <a:ext cx="127000" cy="19050"/>
            </a:xfrm>
            <a:prstGeom prst="rect">
              <a:avLst/>
            </a:prstGeom>
            <a:solidFill>
              <a:srgbClr val="FEE7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7" name="rc1547"/>
            <p:cNvSpPr/>
            <p:nvPr/>
          </p:nvSpPr>
          <p:spPr>
            <a:xfrm>
              <a:off x="11328306" y="2075153"/>
              <a:ext cx="127000" cy="19049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8" name="rc1548"/>
            <p:cNvSpPr/>
            <p:nvPr/>
          </p:nvSpPr>
          <p:spPr>
            <a:xfrm>
              <a:off x="11328306" y="2056103"/>
              <a:ext cx="127000" cy="1905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9" name="rc1549"/>
            <p:cNvSpPr/>
            <p:nvPr/>
          </p:nvSpPr>
          <p:spPr>
            <a:xfrm>
              <a:off x="11328306" y="2037053"/>
              <a:ext cx="127000" cy="1905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0" name="rc1550"/>
            <p:cNvSpPr/>
            <p:nvPr/>
          </p:nvSpPr>
          <p:spPr>
            <a:xfrm>
              <a:off x="11328306" y="2018003"/>
              <a:ext cx="127000" cy="19049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1" name="rc1551"/>
            <p:cNvSpPr/>
            <p:nvPr/>
          </p:nvSpPr>
          <p:spPr>
            <a:xfrm>
              <a:off x="11328306" y="1998953"/>
              <a:ext cx="127000" cy="1905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2" name="rc1552"/>
            <p:cNvSpPr/>
            <p:nvPr/>
          </p:nvSpPr>
          <p:spPr>
            <a:xfrm>
              <a:off x="11328306" y="1979903"/>
              <a:ext cx="127000" cy="1905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3" name="rc1553"/>
            <p:cNvSpPr/>
            <p:nvPr/>
          </p:nvSpPr>
          <p:spPr>
            <a:xfrm>
              <a:off x="11328306" y="1960853"/>
              <a:ext cx="127000" cy="19049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4" name="rc1554"/>
            <p:cNvSpPr/>
            <p:nvPr/>
          </p:nvSpPr>
          <p:spPr>
            <a:xfrm>
              <a:off x="11328306" y="1941803"/>
              <a:ext cx="127000" cy="1905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5" name="rc1555"/>
            <p:cNvSpPr/>
            <p:nvPr/>
          </p:nvSpPr>
          <p:spPr>
            <a:xfrm>
              <a:off x="11328306" y="1922753"/>
              <a:ext cx="127000" cy="1905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6" name="rc1556"/>
            <p:cNvSpPr/>
            <p:nvPr/>
          </p:nvSpPr>
          <p:spPr>
            <a:xfrm>
              <a:off x="11328306" y="1903703"/>
              <a:ext cx="127000" cy="1905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7" name="rc1557"/>
            <p:cNvSpPr/>
            <p:nvPr/>
          </p:nvSpPr>
          <p:spPr>
            <a:xfrm>
              <a:off x="11328306" y="1884653"/>
              <a:ext cx="127000" cy="19050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8" name="rc1558"/>
            <p:cNvSpPr/>
            <p:nvPr/>
          </p:nvSpPr>
          <p:spPr>
            <a:xfrm>
              <a:off x="11328306" y="1865603"/>
              <a:ext cx="127000" cy="19050"/>
            </a:xfrm>
            <a:prstGeom prst="rect">
              <a:avLst/>
            </a:prstGeom>
            <a:solidFill>
              <a:srgbClr val="FDB77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9" name="rc1559"/>
            <p:cNvSpPr/>
            <p:nvPr/>
          </p:nvSpPr>
          <p:spPr>
            <a:xfrm>
              <a:off x="11328306" y="1846553"/>
              <a:ext cx="127000" cy="19049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0" name="rc1560"/>
            <p:cNvSpPr/>
            <p:nvPr/>
          </p:nvSpPr>
          <p:spPr>
            <a:xfrm>
              <a:off x="11328306" y="1827503"/>
              <a:ext cx="127000" cy="19050"/>
            </a:xfrm>
            <a:prstGeom prst="rect">
              <a:avLst/>
            </a:prstGeom>
            <a:solidFill>
              <a:srgbClr val="FCAD6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1" name="rc1561"/>
            <p:cNvSpPr/>
            <p:nvPr/>
          </p:nvSpPr>
          <p:spPr>
            <a:xfrm>
              <a:off x="11328306" y="1808453"/>
              <a:ext cx="127000" cy="19050"/>
            </a:xfrm>
            <a:prstGeom prst="rect">
              <a:avLst/>
            </a:prstGeom>
            <a:solidFill>
              <a:srgbClr val="FCA86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2" name="rc1562"/>
            <p:cNvSpPr/>
            <p:nvPr/>
          </p:nvSpPr>
          <p:spPr>
            <a:xfrm>
              <a:off x="11328306" y="1789403"/>
              <a:ext cx="127000" cy="19049"/>
            </a:xfrm>
            <a:prstGeom prst="rect">
              <a:avLst/>
            </a:prstGeom>
            <a:solidFill>
              <a:srgbClr val="FCA36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3" name="rc1563"/>
            <p:cNvSpPr/>
            <p:nvPr/>
          </p:nvSpPr>
          <p:spPr>
            <a:xfrm>
              <a:off x="11328306" y="1770353"/>
              <a:ext cx="127000" cy="19050"/>
            </a:xfrm>
            <a:prstGeom prst="rect">
              <a:avLst/>
            </a:prstGeom>
            <a:solidFill>
              <a:srgbClr val="FC9E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4" name="rc1564"/>
            <p:cNvSpPr/>
            <p:nvPr/>
          </p:nvSpPr>
          <p:spPr>
            <a:xfrm>
              <a:off x="11328306" y="1751303"/>
              <a:ext cx="127000" cy="19050"/>
            </a:xfrm>
            <a:prstGeom prst="rect">
              <a:avLst/>
            </a:prstGeom>
            <a:solidFill>
              <a:srgbClr val="FC99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5" name="rc1565"/>
            <p:cNvSpPr/>
            <p:nvPr/>
          </p:nvSpPr>
          <p:spPr>
            <a:xfrm>
              <a:off x="11328306" y="1732253"/>
              <a:ext cx="127000" cy="19049"/>
            </a:xfrm>
            <a:prstGeom prst="rect">
              <a:avLst/>
            </a:prstGeom>
            <a:solidFill>
              <a:srgbClr val="FC945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6" name="rc1566"/>
            <p:cNvSpPr/>
            <p:nvPr/>
          </p:nvSpPr>
          <p:spPr>
            <a:xfrm>
              <a:off x="11328306" y="1713203"/>
              <a:ext cx="127000" cy="19050"/>
            </a:xfrm>
            <a:prstGeom prst="rect">
              <a:avLst/>
            </a:prstGeom>
            <a:solidFill>
              <a:srgbClr val="FC8F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7" name="rc1567"/>
            <p:cNvSpPr/>
            <p:nvPr/>
          </p:nvSpPr>
          <p:spPr>
            <a:xfrm>
              <a:off x="11328306" y="1694153"/>
              <a:ext cx="127000" cy="19049"/>
            </a:xfrm>
            <a:prstGeom prst="rect">
              <a:avLst/>
            </a:prstGeom>
            <a:solidFill>
              <a:srgbClr val="FA8A5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8" name="rc1568"/>
            <p:cNvSpPr/>
            <p:nvPr/>
          </p:nvSpPr>
          <p:spPr>
            <a:xfrm>
              <a:off x="11328306" y="1675103"/>
              <a:ext cx="127000" cy="19049"/>
            </a:xfrm>
            <a:prstGeom prst="rect">
              <a:avLst/>
            </a:prstGeom>
            <a:solidFill>
              <a:srgbClr val="F884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9" name="rc1569"/>
            <p:cNvSpPr/>
            <p:nvPr/>
          </p:nvSpPr>
          <p:spPr>
            <a:xfrm>
              <a:off x="11328306" y="1656053"/>
              <a:ext cx="127000" cy="19050"/>
            </a:xfrm>
            <a:prstGeom prst="rect">
              <a:avLst/>
            </a:prstGeom>
            <a:solidFill>
              <a:srgbClr val="F67E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0" name="rc1570"/>
            <p:cNvSpPr/>
            <p:nvPr/>
          </p:nvSpPr>
          <p:spPr>
            <a:xfrm>
              <a:off x="11328306" y="1637003"/>
              <a:ext cx="127000" cy="19050"/>
            </a:xfrm>
            <a:prstGeom prst="rect">
              <a:avLst/>
            </a:prstGeom>
            <a:solidFill>
              <a:srgbClr val="F4794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1" name="rc1571"/>
            <p:cNvSpPr/>
            <p:nvPr/>
          </p:nvSpPr>
          <p:spPr>
            <a:xfrm>
              <a:off x="11328306" y="1617953"/>
              <a:ext cx="127000" cy="19050"/>
            </a:xfrm>
            <a:prstGeom prst="rect">
              <a:avLst/>
            </a:prstGeom>
            <a:solidFill>
              <a:srgbClr val="F17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2" name="rc1572"/>
            <p:cNvSpPr/>
            <p:nvPr/>
          </p:nvSpPr>
          <p:spPr>
            <a:xfrm>
              <a:off x="11328306" y="1598903"/>
              <a:ext cx="127000" cy="19050"/>
            </a:xfrm>
            <a:prstGeom prst="rect">
              <a:avLst/>
            </a:prstGeom>
            <a:solidFill>
              <a:srgbClr val="EF6D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3" name="rc1573"/>
            <p:cNvSpPr/>
            <p:nvPr/>
          </p:nvSpPr>
          <p:spPr>
            <a:xfrm>
              <a:off x="11328306" y="1579853"/>
              <a:ext cx="127000" cy="19050"/>
            </a:xfrm>
            <a:prstGeom prst="rect">
              <a:avLst/>
            </a:prstGeom>
            <a:solidFill>
              <a:srgbClr val="ED68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4" name="rc1574"/>
            <p:cNvSpPr/>
            <p:nvPr/>
          </p:nvSpPr>
          <p:spPr>
            <a:xfrm>
              <a:off x="11328306" y="1560803"/>
              <a:ext cx="127000" cy="19049"/>
            </a:xfrm>
            <a:prstGeom prst="rect">
              <a:avLst/>
            </a:prstGeom>
            <a:solidFill>
              <a:srgbClr val="EB62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5" name="rc1575"/>
            <p:cNvSpPr/>
            <p:nvPr/>
          </p:nvSpPr>
          <p:spPr>
            <a:xfrm>
              <a:off x="11328306" y="1541753"/>
              <a:ext cx="127000" cy="19050"/>
            </a:xfrm>
            <a:prstGeom prst="rect">
              <a:avLst/>
            </a:prstGeom>
            <a:solidFill>
              <a:srgbClr val="E85D3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6" name="rc1576"/>
            <p:cNvSpPr/>
            <p:nvPr/>
          </p:nvSpPr>
          <p:spPr>
            <a:xfrm>
              <a:off x="11328306" y="1522703"/>
              <a:ext cx="127000" cy="19050"/>
            </a:xfrm>
            <a:prstGeom prst="rect">
              <a:avLst/>
            </a:prstGeom>
            <a:solidFill>
              <a:srgbClr val="E657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7" name="rc1577"/>
            <p:cNvSpPr/>
            <p:nvPr/>
          </p:nvSpPr>
          <p:spPr>
            <a:xfrm>
              <a:off x="11328306" y="1503653"/>
              <a:ext cx="127000" cy="19049"/>
            </a:xfrm>
            <a:prstGeom prst="rect">
              <a:avLst/>
            </a:prstGeom>
            <a:solidFill>
              <a:srgbClr val="E4513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8" name="rc1578"/>
            <p:cNvSpPr/>
            <p:nvPr/>
          </p:nvSpPr>
          <p:spPr>
            <a:xfrm>
              <a:off x="11328306" y="1484603"/>
              <a:ext cx="127000" cy="19050"/>
            </a:xfrm>
            <a:prstGeom prst="rect">
              <a:avLst/>
            </a:prstGeom>
            <a:solidFill>
              <a:srgbClr val="E24C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9" name="rc1579"/>
            <p:cNvSpPr/>
            <p:nvPr/>
          </p:nvSpPr>
          <p:spPr>
            <a:xfrm>
              <a:off x="11328306" y="1465553"/>
              <a:ext cx="127000" cy="19050"/>
            </a:xfrm>
            <a:prstGeom prst="rect">
              <a:avLst/>
            </a:prstGeom>
            <a:solidFill>
              <a:srgbClr val="DF463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0" name="rc1580"/>
            <p:cNvSpPr/>
            <p:nvPr/>
          </p:nvSpPr>
          <p:spPr>
            <a:xfrm>
              <a:off x="11328306" y="1446503"/>
              <a:ext cx="127000" cy="19049"/>
            </a:xfrm>
            <a:prstGeom prst="rect">
              <a:avLst/>
            </a:prstGeom>
            <a:solidFill>
              <a:srgbClr val="DD403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1" name="rc1581"/>
            <p:cNvSpPr/>
            <p:nvPr/>
          </p:nvSpPr>
          <p:spPr>
            <a:xfrm>
              <a:off x="11328306" y="1427453"/>
              <a:ext cx="127000" cy="19050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2" name="rc1582"/>
            <p:cNvSpPr/>
            <p:nvPr/>
          </p:nvSpPr>
          <p:spPr>
            <a:xfrm>
              <a:off x="11328306" y="1408403"/>
              <a:ext cx="127000" cy="19050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3" name="rc1583"/>
            <p:cNvSpPr/>
            <p:nvPr/>
          </p:nvSpPr>
          <p:spPr>
            <a:xfrm>
              <a:off x="11328306" y="1389353"/>
              <a:ext cx="127000" cy="19049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4" name="tx1584"/>
            <p:cNvSpPr/>
            <p:nvPr/>
          </p:nvSpPr>
          <p:spPr>
            <a:xfrm>
              <a:off x="11506106" y="3248039"/>
              <a:ext cx="80832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585" name="tx1585"/>
            <p:cNvSpPr/>
            <p:nvPr/>
          </p:nvSpPr>
          <p:spPr>
            <a:xfrm>
              <a:off x="11506106" y="2994360"/>
              <a:ext cx="202082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0.2</a:t>
              </a:r>
            </a:p>
          </p:txBody>
        </p:sp>
        <p:sp>
          <p:nvSpPr>
            <p:cNvPr id="1586" name="tx1586"/>
            <p:cNvSpPr/>
            <p:nvPr/>
          </p:nvSpPr>
          <p:spPr>
            <a:xfrm>
              <a:off x="11506106" y="2740681"/>
              <a:ext cx="202082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0.4</a:t>
              </a:r>
            </a:p>
          </p:txBody>
        </p:sp>
        <p:sp>
          <p:nvSpPr>
            <p:cNvPr id="1587" name="tx1587"/>
            <p:cNvSpPr/>
            <p:nvPr/>
          </p:nvSpPr>
          <p:spPr>
            <a:xfrm>
              <a:off x="11506106" y="2487003"/>
              <a:ext cx="202082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0.6</a:t>
              </a:r>
            </a:p>
          </p:txBody>
        </p:sp>
        <p:sp>
          <p:nvSpPr>
            <p:cNvPr id="1588" name="tx1588"/>
            <p:cNvSpPr/>
            <p:nvPr/>
          </p:nvSpPr>
          <p:spPr>
            <a:xfrm>
              <a:off x="11506106" y="2233324"/>
              <a:ext cx="202082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0.8</a:t>
              </a:r>
            </a:p>
          </p:txBody>
        </p:sp>
        <p:sp>
          <p:nvSpPr>
            <p:cNvPr id="1589" name="tx1589"/>
            <p:cNvSpPr/>
            <p:nvPr/>
          </p:nvSpPr>
          <p:spPr>
            <a:xfrm>
              <a:off x="11506106" y="1979645"/>
              <a:ext cx="80832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</a:t>
              </a:r>
            </a:p>
          </p:txBody>
        </p:sp>
        <p:sp>
          <p:nvSpPr>
            <p:cNvPr id="1590" name="tx1590"/>
            <p:cNvSpPr/>
            <p:nvPr/>
          </p:nvSpPr>
          <p:spPr>
            <a:xfrm>
              <a:off x="11506106" y="1725967"/>
              <a:ext cx="202082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1.2</a:t>
              </a:r>
            </a:p>
          </p:txBody>
        </p:sp>
        <p:sp>
          <p:nvSpPr>
            <p:cNvPr id="1591" name="tx1591"/>
            <p:cNvSpPr/>
            <p:nvPr/>
          </p:nvSpPr>
          <p:spPr>
            <a:xfrm>
              <a:off x="11506106" y="1472288"/>
              <a:ext cx="202082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1.4</a:t>
              </a:r>
            </a:p>
          </p:txBody>
        </p:sp>
        <p:sp>
          <p:nvSpPr>
            <p:cNvPr id="1592" name="tx1592"/>
            <p:cNvSpPr/>
            <p:nvPr/>
          </p:nvSpPr>
          <p:spPr>
            <a:xfrm>
              <a:off x="2117384" y="841866"/>
              <a:ext cx="119969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1593" name="rc1593"/>
            <p:cNvSpPr/>
            <p:nvPr/>
          </p:nvSpPr>
          <p:spPr>
            <a:xfrm>
              <a:off x="2057400" y="5349081"/>
              <a:ext cx="2743200" cy="2285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rc1594"/>
            <p:cNvSpPr/>
            <p:nvPr/>
          </p:nvSpPr>
          <p:spPr>
            <a:xfrm>
              <a:off x="2434320" y="5399691"/>
              <a:ext cx="2315668" cy="193548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5" name="pl1595"/>
            <p:cNvSpPr/>
            <p:nvPr/>
          </p:nvSpPr>
          <p:spPr>
            <a:xfrm>
              <a:off x="2434320" y="7005968"/>
              <a:ext cx="2315668" cy="0"/>
            </a:xfrm>
            <a:custGeom>
              <a:avLst/>
              <a:pathLst>
                <a:path w="2315668" h="0">
                  <a:moveTo>
                    <a:pt x="0" y="0"/>
                  </a:moveTo>
                  <a:lnTo>
                    <a:pt x="2315668" y="0"/>
                  </a:lnTo>
                  <a:lnTo>
                    <a:pt x="2315668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l1596"/>
            <p:cNvSpPr/>
            <p:nvPr/>
          </p:nvSpPr>
          <p:spPr>
            <a:xfrm>
              <a:off x="2434320" y="6661447"/>
              <a:ext cx="2315668" cy="0"/>
            </a:xfrm>
            <a:custGeom>
              <a:avLst/>
              <a:pathLst>
                <a:path w="2315668" h="0">
                  <a:moveTo>
                    <a:pt x="0" y="0"/>
                  </a:moveTo>
                  <a:lnTo>
                    <a:pt x="2315668" y="0"/>
                  </a:lnTo>
                  <a:lnTo>
                    <a:pt x="2315668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l1597"/>
            <p:cNvSpPr/>
            <p:nvPr/>
          </p:nvSpPr>
          <p:spPr>
            <a:xfrm>
              <a:off x="2434320" y="6316927"/>
              <a:ext cx="2315668" cy="0"/>
            </a:xfrm>
            <a:custGeom>
              <a:avLst/>
              <a:pathLst>
                <a:path w="2315668" h="0">
                  <a:moveTo>
                    <a:pt x="0" y="0"/>
                  </a:moveTo>
                  <a:lnTo>
                    <a:pt x="2315668" y="0"/>
                  </a:lnTo>
                  <a:lnTo>
                    <a:pt x="2315668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l1598"/>
            <p:cNvSpPr/>
            <p:nvPr/>
          </p:nvSpPr>
          <p:spPr>
            <a:xfrm>
              <a:off x="2434320" y="5972406"/>
              <a:ext cx="2315668" cy="0"/>
            </a:xfrm>
            <a:custGeom>
              <a:avLst/>
              <a:pathLst>
                <a:path w="2315668" h="0">
                  <a:moveTo>
                    <a:pt x="0" y="0"/>
                  </a:moveTo>
                  <a:lnTo>
                    <a:pt x="2315668" y="0"/>
                  </a:lnTo>
                  <a:lnTo>
                    <a:pt x="2315668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l1599"/>
            <p:cNvSpPr/>
            <p:nvPr/>
          </p:nvSpPr>
          <p:spPr>
            <a:xfrm>
              <a:off x="2434320" y="5627885"/>
              <a:ext cx="2315668" cy="0"/>
            </a:xfrm>
            <a:custGeom>
              <a:avLst/>
              <a:pathLst>
                <a:path w="2315668" h="0">
                  <a:moveTo>
                    <a:pt x="0" y="0"/>
                  </a:moveTo>
                  <a:lnTo>
                    <a:pt x="2315668" y="0"/>
                  </a:lnTo>
                  <a:lnTo>
                    <a:pt x="2315668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l1600"/>
            <p:cNvSpPr/>
            <p:nvPr/>
          </p:nvSpPr>
          <p:spPr>
            <a:xfrm>
              <a:off x="2816637" y="5399691"/>
              <a:ext cx="0" cy="1935481"/>
            </a:xfrm>
            <a:custGeom>
              <a:avLst/>
              <a:pathLst>
                <a:path w="0" h="1935481">
                  <a:moveTo>
                    <a:pt x="0" y="19354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l1601"/>
            <p:cNvSpPr/>
            <p:nvPr/>
          </p:nvSpPr>
          <p:spPr>
            <a:xfrm>
              <a:off x="3269894" y="5399691"/>
              <a:ext cx="0" cy="1935481"/>
            </a:xfrm>
            <a:custGeom>
              <a:avLst/>
              <a:pathLst>
                <a:path w="0" h="1935481">
                  <a:moveTo>
                    <a:pt x="0" y="19354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l1602"/>
            <p:cNvSpPr/>
            <p:nvPr/>
          </p:nvSpPr>
          <p:spPr>
            <a:xfrm>
              <a:off x="3723152" y="5399691"/>
              <a:ext cx="0" cy="1935481"/>
            </a:xfrm>
            <a:custGeom>
              <a:avLst/>
              <a:pathLst>
                <a:path w="0" h="1935481">
                  <a:moveTo>
                    <a:pt x="0" y="19354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l1603"/>
            <p:cNvSpPr/>
            <p:nvPr/>
          </p:nvSpPr>
          <p:spPr>
            <a:xfrm>
              <a:off x="4176410" y="5399691"/>
              <a:ext cx="0" cy="1935481"/>
            </a:xfrm>
            <a:custGeom>
              <a:avLst/>
              <a:pathLst>
                <a:path w="0" h="1935481">
                  <a:moveTo>
                    <a:pt x="0" y="19354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l1604"/>
            <p:cNvSpPr/>
            <p:nvPr/>
          </p:nvSpPr>
          <p:spPr>
            <a:xfrm>
              <a:off x="4629667" y="5399691"/>
              <a:ext cx="0" cy="1935481"/>
            </a:xfrm>
            <a:custGeom>
              <a:avLst/>
              <a:pathLst>
                <a:path w="0" h="1935481">
                  <a:moveTo>
                    <a:pt x="0" y="19354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t1605"/>
            <p:cNvSpPr/>
            <p:nvPr/>
          </p:nvSpPr>
          <p:spPr>
            <a:xfrm>
              <a:off x="2482103" y="5430192"/>
              <a:ext cx="114950" cy="114950"/>
            </a:xfrm>
            <a:prstGeom prst="ellipse">
              <a:avLst/>
            </a:prstGeom>
            <a:solidFill>
              <a:srgbClr val="E64B35">
                <a:alpha val="100000"/>
              </a:srgbClr>
            </a:solidFill>
            <a:ln w="6545" cap="rnd">
              <a:solidFill>
                <a:srgbClr val="E64B3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t1606"/>
            <p:cNvSpPr/>
            <p:nvPr/>
          </p:nvSpPr>
          <p:spPr>
            <a:xfrm>
              <a:off x="2493761" y="5444410"/>
              <a:ext cx="114950" cy="114950"/>
            </a:xfrm>
            <a:prstGeom prst="ellipse">
              <a:avLst/>
            </a:prstGeom>
            <a:solidFill>
              <a:srgbClr val="E64B35">
                <a:alpha val="100000"/>
              </a:srgbClr>
            </a:solidFill>
            <a:ln w="6545" cap="rnd">
              <a:solidFill>
                <a:srgbClr val="E64B3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t1607"/>
            <p:cNvSpPr/>
            <p:nvPr/>
          </p:nvSpPr>
          <p:spPr>
            <a:xfrm>
              <a:off x="2511540" y="5445642"/>
              <a:ext cx="114950" cy="114950"/>
            </a:xfrm>
            <a:prstGeom prst="ellipse">
              <a:avLst/>
            </a:prstGeom>
            <a:solidFill>
              <a:srgbClr val="E64B35">
                <a:alpha val="100000"/>
              </a:srgbClr>
            </a:solidFill>
            <a:ln w="6545" cap="rnd">
              <a:solidFill>
                <a:srgbClr val="E64B3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t1608"/>
            <p:cNvSpPr/>
            <p:nvPr/>
          </p:nvSpPr>
          <p:spPr>
            <a:xfrm>
              <a:off x="2580041" y="7084252"/>
              <a:ext cx="114950" cy="114950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654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t1609"/>
            <p:cNvSpPr/>
            <p:nvPr/>
          </p:nvSpPr>
          <p:spPr>
            <a:xfrm>
              <a:off x="2508154" y="7189721"/>
              <a:ext cx="114950" cy="114950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654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t1610"/>
            <p:cNvSpPr/>
            <p:nvPr/>
          </p:nvSpPr>
          <p:spPr>
            <a:xfrm>
              <a:off x="2618036" y="7048290"/>
              <a:ext cx="114950" cy="114950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654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t1611"/>
            <p:cNvSpPr/>
            <p:nvPr/>
          </p:nvSpPr>
          <p:spPr>
            <a:xfrm>
              <a:off x="4579149" y="6233342"/>
              <a:ext cx="114950" cy="114950"/>
            </a:xfrm>
            <a:prstGeom prst="ellipse">
              <a:avLst/>
            </a:prstGeom>
            <a:solidFill>
              <a:srgbClr val="4DBBD5">
                <a:alpha val="100000"/>
              </a:srgbClr>
            </a:solidFill>
            <a:ln w="6545" cap="rnd">
              <a:solidFill>
                <a:srgbClr val="4DBBD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t1612"/>
            <p:cNvSpPr/>
            <p:nvPr/>
          </p:nvSpPr>
          <p:spPr>
            <a:xfrm>
              <a:off x="4587256" y="6245513"/>
              <a:ext cx="114950" cy="114950"/>
            </a:xfrm>
            <a:prstGeom prst="ellipse">
              <a:avLst/>
            </a:prstGeom>
            <a:solidFill>
              <a:srgbClr val="4DBBD5">
                <a:alpha val="100000"/>
              </a:srgbClr>
            </a:solidFill>
            <a:ln w="6545" cap="rnd">
              <a:solidFill>
                <a:srgbClr val="4DBBD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t1613"/>
            <p:cNvSpPr/>
            <p:nvPr/>
          </p:nvSpPr>
          <p:spPr>
            <a:xfrm>
              <a:off x="4551733" y="6213699"/>
              <a:ext cx="114950" cy="114950"/>
            </a:xfrm>
            <a:prstGeom prst="ellipse">
              <a:avLst/>
            </a:prstGeom>
            <a:solidFill>
              <a:srgbClr val="4DBBD5">
                <a:alpha val="100000"/>
              </a:srgbClr>
            </a:solidFill>
            <a:ln w="6545" cap="rnd">
              <a:solidFill>
                <a:srgbClr val="4DBBD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l1614"/>
            <p:cNvSpPr/>
            <p:nvPr/>
          </p:nvSpPr>
          <p:spPr>
            <a:xfrm>
              <a:off x="2434320" y="5399691"/>
              <a:ext cx="0" cy="1935481"/>
            </a:xfrm>
            <a:custGeom>
              <a:avLst/>
              <a:pathLst>
                <a:path w="0" h="1935481">
                  <a:moveTo>
                    <a:pt x="0" y="1935481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tx1615"/>
            <p:cNvSpPr/>
            <p:nvPr/>
          </p:nvSpPr>
          <p:spPr>
            <a:xfrm>
              <a:off x="2222808" y="6968935"/>
              <a:ext cx="16596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-10</a:t>
              </a:r>
            </a:p>
          </p:txBody>
        </p:sp>
        <p:sp>
          <p:nvSpPr>
            <p:cNvPr id="1616" name="tx1616"/>
            <p:cNvSpPr/>
            <p:nvPr/>
          </p:nvSpPr>
          <p:spPr>
            <a:xfrm>
              <a:off x="2287456" y="6624414"/>
              <a:ext cx="10131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-5</a:t>
              </a:r>
            </a:p>
          </p:txBody>
        </p:sp>
        <p:sp>
          <p:nvSpPr>
            <p:cNvPr id="1617" name="tx1617"/>
            <p:cNvSpPr/>
            <p:nvPr/>
          </p:nvSpPr>
          <p:spPr>
            <a:xfrm>
              <a:off x="2324123" y="6279893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618" name="tx1618"/>
            <p:cNvSpPr/>
            <p:nvPr/>
          </p:nvSpPr>
          <p:spPr>
            <a:xfrm>
              <a:off x="2324123" y="5935373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1619" name="tx1619"/>
            <p:cNvSpPr/>
            <p:nvPr/>
          </p:nvSpPr>
          <p:spPr>
            <a:xfrm>
              <a:off x="2259475" y="5590852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1620" name="pl1620"/>
            <p:cNvSpPr/>
            <p:nvPr/>
          </p:nvSpPr>
          <p:spPr>
            <a:xfrm>
              <a:off x="2409015" y="7005968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l1621"/>
            <p:cNvSpPr/>
            <p:nvPr/>
          </p:nvSpPr>
          <p:spPr>
            <a:xfrm>
              <a:off x="2409015" y="6661447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l1622"/>
            <p:cNvSpPr/>
            <p:nvPr/>
          </p:nvSpPr>
          <p:spPr>
            <a:xfrm>
              <a:off x="2409015" y="6316927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l1623"/>
            <p:cNvSpPr/>
            <p:nvPr/>
          </p:nvSpPr>
          <p:spPr>
            <a:xfrm>
              <a:off x="2409015" y="597240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l1624"/>
            <p:cNvSpPr/>
            <p:nvPr/>
          </p:nvSpPr>
          <p:spPr>
            <a:xfrm>
              <a:off x="2409015" y="5627885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l1625"/>
            <p:cNvSpPr/>
            <p:nvPr/>
          </p:nvSpPr>
          <p:spPr>
            <a:xfrm>
              <a:off x="2434320" y="7335173"/>
              <a:ext cx="2315668" cy="0"/>
            </a:xfrm>
            <a:custGeom>
              <a:avLst/>
              <a:pathLst>
                <a:path w="2315668" h="0">
                  <a:moveTo>
                    <a:pt x="0" y="0"/>
                  </a:moveTo>
                  <a:lnTo>
                    <a:pt x="2315668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l1626"/>
            <p:cNvSpPr/>
            <p:nvPr/>
          </p:nvSpPr>
          <p:spPr>
            <a:xfrm>
              <a:off x="2816637" y="73351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l1627"/>
            <p:cNvSpPr/>
            <p:nvPr/>
          </p:nvSpPr>
          <p:spPr>
            <a:xfrm>
              <a:off x="3269894" y="73351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l1628"/>
            <p:cNvSpPr/>
            <p:nvPr/>
          </p:nvSpPr>
          <p:spPr>
            <a:xfrm>
              <a:off x="3723152" y="73351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l1629"/>
            <p:cNvSpPr/>
            <p:nvPr/>
          </p:nvSpPr>
          <p:spPr>
            <a:xfrm>
              <a:off x="4176410" y="73351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l1630"/>
            <p:cNvSpPr/>
            <p:nvPr/>
          </p:nvSpPr>
          <p:spPr>
            <a:xfrm>
              <a:off x="4629667" y="73351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tx1631"/>
            <p:cNvSpPr/>
            <p:nvPr/>
          </p:nvSpPr>
          <p:spPr>
            <a:xfrm>
              <a:off x="2765979" y="7380722"/>
              <a:ext cx="10131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-5</a:t>
              </a:r>
            </a:p>
          </p:txBody>
        </p:sp>
        <p:sp>
          <p:nvSpPr>
            <p:cNvPr id="1632" name="tx1632"/>
            <p:cNvSpPr/>
            <p:nvPr/>
          </p:nvSpPr>
          <p:spPr>
            <a:xfrm>
              <a:off x="3237570" y="7380722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633" name="tx1633"/>
            <p:cNvSpPr/>
            <p:nvPr/>
          </p:nvSpPr>
          <p:spPr>
            <a:xfrm>
              <a:off x="3690828" y="7380722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1634" name="tx1634"/>
            <p:cNvSpPr/>
            <p:nvPr/>
          </p:nvSpPr>
          <p:spPr>
            <a:xfrm>
              <a:off x="4111761" y="7380722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1635" name="tx1635"/>
            <p:cNvSpPr/>
            <p:nvPr/>
          </p:nvSpPr>
          <p:spPr>
            <a:xfrm>
              <a:off x="4565019" y="7380722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15</a:t>
              </a:r>
            </a:p>
          </p:txBody>
        </p:sp>
        <p:sp>
          <p:nvSpPr>
            <p:cNvPr id="1636" name="tx1636"/>
            <p:cNvSpPr/>
            <p:nvPr/>
          </p:nvSpPr>
          <p:spPr>
            <a:xfrm>
              <a:off x="3291637" y="7501328"/>
              <a:ext cx="601035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PC1 (52%)</a:t>
              </a:r>
            </a:p>
          </p:txBody>
        </p:sp>
        <p:sp>
          <p:nvSpPr>
            <p:cNvPr id="1637" name="tx1637"/>
            <p:cNvSpPr/>
            <p:nvPr/>
          </p:nvSpPr>
          <p:spPr>
            <a:xfrm rot="-5400000">
              <a:off x="1769340" y="6325781"/>
              <a:ext cx="710031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PC2 (45.2%)</a:t>
              </a:r>
            </a:p>
          </p:txBody>
        </p:sp>
        <p:sp>
          <p:nvSpPr>
            <p:cNvPr id="1638" name="rc1638"/>
            <p:cNvSpPr/>
            <p:nvPr/>
          </p:nvSpPr>
          <p:spPr>
            <a:xfrm>
              <a:off x="2891477" y="5907274"/>
              <a:ext cx="938222" cy="5332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9" name="rc1639"/>
            <p:cNvSpPr/>
            <p:nvPr/>
          </p:nvSpPr>
          <p:spPr>
            <a:xfrm>
              <a:off x="2942087" y="5957884"/>
              <a:ext cx="143999" cy="143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0" name="pt1640"/>
            <p:cNvSpPr/>
            <p:nvPr/>
          </p:nvSpPr>
          <p:spPr>
            <a:xfrm>
              <a:off x="2956612" y="5972409"/>
              <a:ext cx="114950" cy="114950"/>
            </a:xfrm>
            <a:prstGeom prst="ellipse">
              <a:avLst/>
            </a:prstGeom>
            <a:solidFill>
              <a:srgbClr val="4DBBD5">
                <a:alpha val="100000"/>
              </a:srgbClr>
            </a:solidFill>
            <a:ln w="6545" cap="rnd">
              <a:solidFill>
                <a:srgbClr val="4DBBD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" name="pl1641"/>
            <p:cNvSpPr/>
            <p:nvPr/>
          </p:nvSpPr>
          <p:spPr>
            <a:xfrm>
              <a:off x="2956487" y="6029884"/>
              <a:ext cx="115200" cy="0"/>
            </a:xfrm>
            <a:custGeom>
              <a:avLst/>
              <a:pathLst>
                <a:path w="115200" h="0">
                  <a:moveTo>
                    <a:pt x="0" y="0"/>
                  </a:moveTo>
                  <a:lnTo>
                    <a:pt x="115200" y="0"/>
                  </a:lnTo>
                </a:path>
              </a:pathLst>
            </a:custGeom>
            <a:ln w="9855" cap="flat">
              <a:solidFill>
                <a:srgbClr val="4DBBD5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42" name="rc1642"/>
            <p:cNvSpPr/>
            <p:nvPr/>
          </p:nvSpPr>
          <p:spPr>
            <a:xfrm>
              <a:off x="2942087" y="6101884"/>
              <a:ext cx="143999" cy="143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3" name="pt1643"/>
            <p:cNvSpPr/>
            <p:nvPr/>
          </p:nvSpPr>
          <p:spPr>
            <a:xfrm>
              <a:off x="2956612" y="6116409"/>
              <a:ext cx="114950" cy="114950"/>
            </a:xfrm>
            <a:prstGeom prst="ellipse">
              <a:avLst/>
            </a:prstGeom>
            <a:solidFill>
              <a:srgbClr val="E64B35">
                <a:alpha val="100000"/>
              </a:srgbClr>
            </a:solidFill>
            <a:ln w="6545" cap="rnd">
              <a:solidFill>
                <a:srgbClr val="E64B3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" name="pl1644"/>
            <p:cNvSpPr/>
            <p:nvPr/>
          </p:nvSpPr>
          <p:spPr>
            <a:xfrm>
              <a:off x="2956487" y="6173884"/>
              <a:ext cx="115200" cy="0"/>
            </a:xfrm>
            <a:custGeom>
              <a:avLst/>
              <a:pathLst>
                <a:path w="115200" h="0">
                  <a:moveTo>
                    <a:pt x="0" y="0"/>
                  </a:moveTo>
                  <a:lnTo>
                    <a:pt x="115200" y="0"/>
                  </a:lnTo>
                </a:path>
              </a:pathLst>
            </a:custGeom>
            <a:ln w="9855" cap="flat">
              <a:solidFill>
                <a:srgbClr val="E64B35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45" name="rc1645"/>
            <p:cNvSpPr/>
            <p:nvPr/>
          </p:nvSpPr>
          <p:spPr>
            <a:xfrm>
              <a:off x="2942087" y="6245884"/>
              <a:ext cx="143999" cy="143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6" name="pt1646"/>
            <p:cNvSpPr/>
            <p:nvPr/>
          </p:nvSpPr>
          <p:spPr>
            <a:xfrm>
              <a:off x="2956612" y="6260409"/>
              <a:ext cx="114950" cy="114950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654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" name="pl1647"/>
            <p:cNvSpPr/>
            <p:nvPr/>
          </p:nvSpPr>
          <p:spPr>
            <a:xfrm>
              <a:off x="2956487" y="6317884"/>
              <a:ext cx="115200" cy="0"/>
            </a:xfrm>
            <a:custGeom>
              <a:avLst/>
              <a:pathLst>
                <a:path w="115200" h="0">
                  <a:moveTo>
                    <a:pt x="0" y="0"/>
                  </a:moveTo>
                  <a:lnTo>
                    <a:pt x="115200" y="0"/>
                  </a:lnTo>
                </a:path>
              </a:pathLst>
            </a:custGeom>
            <a:ln w="9855" cap="flat">
              <a:solidFill>
                <a:srgbClr val="99999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48" name="tx1648"/>
            <p:cNvSpPr/>
            <p:nvPr/>
          </p:nvSpPr>
          <p:spPr>
            <a:xfrm>
              <a:off x="3136697" y="5997468"/>
              <a:ext cx="35881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  <p:sp>
          <p:nvSpPr>
            <p:cNvPr id="1649" name="tx1649"/>
            <p:cNvSpPr/>
            <p:nvPr/>
          </p:nvSpPr>
          <p:spPr>
            <a:xfrm>
              <a:off x="3136697" y="6141468"/>
              <a:ext cx="56765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Burkholderia</a:t>
              </a:r>
            </a:p>
          </p:txBody>
        </p:sp>
        <p:sp>
          <p:nvSpPr>
            <p:cNvPr id="1650" name="tx1650"/>
            <p:cNvSpPr/>
            <p:nvPr/>
          </p:nvSpPr>
          <p:spPr>
            <a:xfrm>
              <a:off x="3136697" y="6285468"/>
              <a:ext cx="72091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Seed Metabolite</a:t>
              </a:r>
            </a:p>
          </p:txBody>
        </p:sp>
        <p:sp>
          <p:nvSpPr>
            <p:cNvPr id="1651" name="tx1651"/>
            <p:cNvSpPr/>
            <p:nvPr/>
          </p:nvSpPr>
          <p:spPr>
            <a:xfrm>
              <a:off x="2121042" y="5413866"/>
              <a:ext cx="127284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</a:t>
              </a:r>
            </a:p>
          </p:txBody>
        </p:sp>
        <p:sp>
          <p:nvSpPr>
            <p:cNvPr id="1652" name="rc1652"/>
            <p:cNvSpPr/>
            <p:nvPr/>
          </p:nvSpPr>
          <p:spPr>
            <a:xfrm>
              <a:off x="4800600" y="5349081"/>
              <a:ext cx="2743200" cy="2285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" name="rc1653"/>
            <p:cNvSpPr/>
            <p:nvPr/>
          </p:nvSpPr>
          <p:spPr>
            <a:xfrm>
              <a:off x="5100997" y="5508139"/>
              <a:ext cx="2392192" cy="18270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4" name="pl1654"/>
            <p:cNvSpPr/>
            <p:nvPr/>
          </p:nvSpPr>
          <p:spPr>
            <a:xfrm>
              <a:off x="5100997" y="6856357"/>
              <a:ext cx="2392192" cy="0"/>
            </a:xfrm>
            <a:custGeom>
              <a:avLst/>
              <a:pathLst>
                <a:path w="2392192" h="0">
                  <a:moveTo>
                    <a:pt x="0" y="0"/>
                  </a:moveTo>
                  <a:lnTo>
                    <a:pt x="2392192" y="0"/>
                  </a:lnTo>
                  <a:lnTo>
                    <a:pt x="2392192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" name="pl1655"/>
            <p:cNvSpPr/>
            <p:nvPr/>
          </p:nvSpPr>
          <p:spPr>
            <a:xfrm>
              <a:off x="5100997" y="6268483"/>
              <a:ext cx="2392192" cy="0"/>
            </a:xfrm>
            <a:custGeom>
              <a:avLst/>
              <a:pathLst>
                <a:path w="2392192" h="0">
                  <a:moveTo>
                    <a:pt x="0" y="0"/>
                  </a:moveTo>
                  <a:lnTo>
                    <a:pt x="2392192" y="0"/>
                  </a:lnTo>
                  <a:lnTo>
                    <a:pt x="2392192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" name="pl1656"/>
            <p:cNvSpPr/>
            <p:nvPr/>
          </p:nvSpPr>
          <p:spPr>
            <a:xfrm>
              <a:off x="5100997" y="5680609"/>
              <a:ext cx="2392192" cy="0"/>
            </a:xfrm>
            <a:custGeom>
              <a:avLst/>
              <a:pathLst>
                <a:path w="2392192" h="0">
                  <a:moveTo>
                    <a:pt x="0" y="0"/>
                  </a:moveTo>
                  <a:lnTo>
                    <a:pt x="2392192" y="0"/>
                  </a:lnTo>
                  <a:lnTo>
                    <a:pt x="2392192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" name="pl1657"/>
            <p:cNvSpPr/>
            <p:nvPr/>
          </p:nvSpPr>
          <p:spPr>
            <a:xfrm>
              <a:off x="5594157" y="5508139"/>
              <a:ext cx="0" cy="1827033"/>
            </a:xfrm>
            <a:custGeom>
              <a:avLst/>
              <a:pathLst>
                <a:path w="0" h="1827033">
                  <a:moveTo>
                    <a:pt x="0" y="18270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" name="pl1658"/>
            <p:cNvSpPr/>
            <p:nvPr/>
          </p:nvSpPr>
          <p:spPr>
            <a:xfrm>
              <a:off x="6216749" y="5508139"/>
              <a:ext cx="0" cy="1827033"/>
            </a:xfrm>
            <a:custGeom>
              <a:avLst/>
              <a:pathLst>
                <a:path w="0" h="1827033">
                  <a:moveTo>
                    <a:pt x="0" y="18270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" name="pl1659"/>
            <p:cNvSpPr/>
            <p:nvPr/>
          </p:nvSpPr>
          <p:spPr>
            <a:xfrm>
              <a:off x="6839342" y="5508139"/>
              <a:ext cx="0" cy="1827033"/>
            </a:xfrm>
            <a:custGeom>
              <a:avLst/>
              <a:pathLst>
                <a:path w="0" h="1827033">
                  <a:moveTo>
                    <a:pt x="0" y="18270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" name="pl1660"/>
            <p:cNvSpPr/>
            <p:nvPr/>
          </p:nvSpPr>
          <p:spPr>
            <a:xfrm>
              <a:off x="7461934" y="5508139"/>
              <a:ext cx="0" cy="1827033"/>
            </a:xfrm>
            <a:custGeom>
              <a:avLst/>
              <a:pathLst>
                <a:path w="0" h="1827033">
                  <a:moveTo>
                    <a:pt x="0" y="18270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" name="pt1661"/>
            <p:cNvSpPr/>
            <p:nvPr/>
          </p:nvSpPr>
          <p:spPr>
            <a:xfrm>
              <a:off x="5866954" y="669842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" name="pt1662"/>
            <p:cNvSpPr/>
            <p:nvPr/>
          </p:nvSpPr>
          <p:spPr>
            <a:xfrm>
              <a:off x="5598199" y="723186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" name="pt1663"/>
            <p:cNvSpPr/>
            <p:nvPr/>
          </p:nvSpPr>
          <p:spPr>
            <a:xfrm>
              <a:off x="6246913" y="722117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" name="pt1664"/>
            <p:cNvSpPr/>
            <p:nvPr/>
          </p:nvSpPr>
          <p:spPr>
            <a:xfrm>
              <a:off x="5190200" y="702760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" name="pt1665"/>
            <p:cNvSpPr/>
            <p:nvPr/>
          </p:nvSpPr>
          <p:spPr>
            <a:xfrm>
              <a:off x="5623646" y="723506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" name="pt1666"/>
            <p:cNvSpPr/>
            <p:nvPr/>
          </p:nvSpPr>
          <p:spPr>
            <a:xfrm>
              <a:off x="5884751" y="6586160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" name="pt1667"/>
            <p:cNvSpPr/>
            <p:nvPr/>
          </p:nvSpPr>
          <p:spPr>
            <a:xfrm>
              <a:off x="5489036" y="695247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" name="pt1668"/>
            <p:cNvSpPr/>
            <p:nvPr/>
          </p:nvSpPr>
          <p:spPr>
            <a:xfrm>
              <a:off x="6332784" y="695247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" name="pt1669"/>
            <p:cNvSpPr/>
            <p:nvPr/>
          </p:nvSpPr>
          <p:spPr>
            <a:xfrm>
              <a:off x="6121727" y="708573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" name="pt1670"/>
            <p:cNvSpPr/>
            <p:nvPr/>
          </p:nvSpPr>
          <p:spPr>
            <a:xfrm>
              <a:off x="6271775" y="706857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" name="pt1671"/>
            <p:cNvSpPr/>
            <p:nvPr/>
          </p:nvSpPr>
          <p:spPr>
            <a:xfrm>
              <a:off x="5502832" y="5780931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" name="pt1672"/>
            <p:cNvSpPr/>
            <p:nvPr/>
          </p:nvSpPr>
          <p:spPr>
            <a:xfrm>
              <a:off x="6617260" y="683159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" name="pt1673"/>
            <p:cNvSpPr/>
            <p:nvPr/>
          </p:nvSpPr>
          <p:spPr>
            <a:xfrm>
              <a:off x="7364920" y="679028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" name="pt1674"/>
            <p:cNvSpPr/>
            <p:nvPr/>
          </p:nvSpPr>
          <p:spPr>
            <a:xfrm>
              <a:off x="5687535" y="723381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" name="pt1675"/>
            <p:cNvSpPr/>
            <p:nvPr/>
          </p:nvSpPr>
          <p:spPr>
            <a:xfrm>
              <a:off x="5781245" y="6401999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" name="pt1676"/>
            <p:cNvSpPr/>
            <p:nvPr/>
          </p:nvSpPr>
          <p:spPr>
            <a:xfrm>
              <a:off x="5891516" y="6650123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" name="pt1677"/>
            <p:cNvSpPr/>
            <p:nvPr/>
          </p:nvSpPr>
          <p:spPr>
            <a:xfrm>
              <a:off x="6326426" y="720027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" name="pt1678"/>
            <p:cNvSpPr/>
            <p:nvPr/>
          </p:nvSpPr>
          <p:spPr>
            <a:xfrm>
              <a:off x="6252293" y="719606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" name="pt1679"/>
            <p:cNvSpPr/>
            <p:nvPr/>
          </p:nvSpPr>
          <p:spPr>
            <a:xfrm>
              <a:off x="6445124" y="676151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" name="pt1680"/>
            <p:cNvSpPr/>
            <p:nvPr/>
          </p:nvSpPr>
          <p:spPr>
            <a:xfrm>
              <a:off x="6330720" y="683159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" name="pt1681"/>
            <p:cNvSpPr/>
            <p:nvPr/>
          </p:nvSpPr>
          <p:spPr>
            <a:xfrm>
              <a:off x="6286467" y="724255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" name="pt1682"/>
            <p:cNvSpPr/>
            <p:nvPr/>
          </p:nvSpPr>
          <p:spPr>
            <a:xfrm>
              <a:off x="6335712" y="696224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" name="pt1683"/>
            <p:cNvSpPr/>
            <p:nvPr/>
          </p:nvSpPr>
          <p:spPr>
            <a:xfrm>
              <a:off x="6106127" y="718186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" name="pt1684"/>
            <p:cNvSpPr/>
            <p:nvPr/>
          </p:nvSpPr>
          <p:spPr>
            <a:xfrm>
              <a:off x="5646893" y="723093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5" name="pt1685"/>
            <p:cNvSpPr/>
            <p:nvPr/>
          </p:nvSpPr>
          <p:spPr>
            <a:xfrm>
              <a:off x="6021355" y="723186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6" name="pt1686"/>
            <p:cNvSpPr/>
            <p:nvPr/>
          </p:nvSpPr>
          <p:spPr>
            <a:xfrm>
              <a:off x="6055428" y="712346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" name="pt1687"/>
            <p:cNvSpPr/>
            <p:nvPr/>
          </p:nvSpPr>
          <p:spPr>
            <a:xfrm>
              <a:off x="6053968" y="710960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8" name="pt1688"/>
            <p:cNvSpPr/>
            <p:nvPr/>
          </p:nvSpPr>
          <p:spPr>
            <a:xfrm>
              <a:off x="6329237" y="683159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" name="pt1689"/>
            <p:cNvSpPr/>
            <p:nvPr/>
          </p:nvSpPr>
          <p:spPr>
            <a:xfrm>
              <a:off x="6024446" y="719964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" name="pt1690"/>
            <p:cNvSpPr/>
            <p:nvPr/>
          </p:nvSpPr>
          <p:spPr>
            <a:xfrm>
              <a:off x="6159241" y="719724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" name="pt1691"/>
            <p:cNvSpPr/>
            <p:nvPr/>
          </p:nvSpPr>
          <p:spPr>
            <a:xfrm>
              <a:off x="5989927" y="683159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" name="pt1692"/>
            <p:cNvSpPr/>
            <p:nvPr/>
          </p:nvSpPr>
          <p:spPr>
            <a:xfrm>
              <a:off x="5874294" y="694679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" name="pt1693"/>
            <p:cNvSpPr/>
            <p:nvPr/>
          </p:nvSpPr>
          <p:spPr>
            <a:xfrm>
              <a:off x="6462535" y="721610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" name="pt1694"/>
            <p:cNvSpPr/>
            <p:nvPr/>
          </p:nvSpPr>
          <p:spPr>
            <a:xfrm>
              <a:off x="5392375" y="706397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" name="pt1695"/>
            <p:cNvSpPr/>
            <p:nvPr/>
          </p:nvSpPr>
          <p:spPr>
            <a:xfrm>
              <a:off x="6385206" y="686243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" name="pt1696"/>
            <p:cNvSpPr/>
            <p:nvPr/>
          </p:nvSpPr>
          <p:spPr>
            <a:xfrm>
              <a:off x="6315194" y="687252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" name="pt1697"/>
            <p:cNvSpPr/>
            <p:nvPr/>
          </p:nvSpPr>
          <p:spPr>
            <a:xfrm>
              <a:off x="5346894" y="672090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" name="pt1698"/>
            <p:cNvSpPr/>
            <p:nvPr/>
          </p:nvSpPr>
          <p:spPr>
            <a:xfrm>
              <a:off x="6431523" y="718707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" name="pt1699"/>
            <p:cNvSpPr/>
            <p:nvPr/>
          </p:nvSpPr>
          <p:spPr>
            <a:xfrm>
              <a:off x="6283629" y="720027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0" name="pt1700"/>
            <p:cNvSpPr/>
            <p:nvPr/>
          </p:nvSpPr>
          <p:spPr>
            <a:xfrm>
              <a:off x="5926062" y="719207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1" name="pt1701"/>
            <p:cNvSpPr/>
            <p:nvPr/>
          </p:nvSpPr>
          <p:spPr>
            <a:xfrm>
              <a:off x="6672310" y="689880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2" name="pt1702"/>
            <p:cNvSpPr/>
            <p:nvPr/>
          </p:nvSpPr>
          <p:spPr>
            <a:xfrm>
              <a:off x="5741627" y="5889730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" name="pt1703"/>
            <p:cNvSpPr/>
            <p:nvPr/>
          </p:nvSpPr>
          <p:spPr>
            <a:xfrm>
              <a:off x="6441196" y="718335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4" name="pt1704"/>
            <p:cNvSpPr/>
            <p:nvPr/>
          </p:nvSpPr>
          <p:spPr>
            <a:xfrm>
              <a:off x="5654489" y="681535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" name="pt1705"/>
            <p:cNvSpPr/>
            <p:nvPr/>
          </p:nvSpPr>
          <p:spPr>
            <a:xfrm>
              <a:off x="6325900" y="6483684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6" name="pt1706"/>
            <p:cNvSpPr/>
            <p:nvPr/>
          </p:nvSpPr>
          <p:spPr>
            <a:xfrm>
              <a:off x="5567919" y="724255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7" name="pt1707"/>
            <p:cNvSpPr/>
            <p:nvPr/>
          </p:nvSpPr>
          <p:spPr>
            <a:xfrm>
              <a:off x="5819176" y="712178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8" name="pt1708"/>
            <p:cNvSpPr/>
            <p:nvPr/>
          </p:nvSpPr>
          <p:spPr>
            <a:xfrm>
              <a:off x="6252650" y="717881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9" name="pt1709"/>
            <p:cNvSpPr/>
            <p:nvPr/>
          </p:nvSpPr>
          <p:spPr>
            <a:xfrm>
              <a:off x="6067289" y="679302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" name="pt1710"/>
            <p:cNvSpPr/>
            <p:nvPr/>
          </p:nvSpPr>
          <p:spPr>
            <a:xfrm>
              <a:off x="5979141" y="674802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" name="pt1711"/>
            <p:cNvSpPr/>
            <p:nvPr/>
          </p:nvSpPr>
          <p:spPr>
            <a:xfrm>
              <a:off x="6267214" y="683159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" name="pt1712"/>
            <p:cNvSpPr/>
            <p:nvPr/>
          </p:nvSpPr>
          <p:spPr>
            <a:xfrm>
              <a:off x="5971620" y="6126154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" name="pt1713"/>
            <p:cNvSpPr/>
            <p:nvPr/>
          </p:nvSpPr>
          <p:spPr>
            <a:xfrm>
              <a:off x="6221306" y="722838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" name="pt1714"/>
            <p:cNvSpPr/>
            <p:nvPr/>
          </p:nvSpPr>
          <p:spPr>
            <a:xfrm>
              <a:off x="6561276" y="690556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" name="pt1715"/>
            <p:cNvSpPr/>
            <p:nvPr/>
          </p:nvSpPr>
          <p:spPr>
            <a:xfrm>
              <a:off x="6163444" y="6400850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" name="pt1716"/>
            <p:cNvSpPr/>
            <p:nvPr/>
          </p:nvSpPr>
          <p:spPr>
            <a:xfrm>
              <a:off x="6287086" y="718649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" name="pt1717"/>
            <p:cNvSpPr/>
            <p:nvPr/>
          </p:nvSpPr>
          <p:spPr>
            <a:xfrm>
              <a:off x="5858651" y="692409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" name="pt1718"/>
            <p:cNvSpPr/>
            <p:nvPr/>
          </p:nvSpPr>
          <p:spPr>
            <a:xfrm>
              <a:off x="5826001" y="686798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" name="pt1719"/>
            <p:cNvSpPr/>
            <p:nvPr/>
          </p:nvSpPr>
          <p:spPr>
            <a:xfrm>
              <a:off x="5452096" y="692324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" name="pt1720"/>
            <p:cNvSpPr/>
            <p:nvPr/>
          </p:nvSpPr>
          <p:spPr>
            <a:xfrm>
              <a:off x="6254402" y="722838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" name="pt1721"/>
            <p:cNvSpPr/>
            <p:nvPr/>
          </p:nvSpPr>
          <p:spPr>
            <a:xfrm>
              <a:off x="5849685" y="724255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" name="pt1722"/>
            <p:cNvSpPr/>
            <p:nvPr/>
          </p:nvSpPr>
          <p:spPr>
            <a:xfrm>
              <a:off x="6510028" y="6658121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" name="pt1723"/>
            <p:cNvSpPr/>
            <p:nvPr/>
          </p:nvSpPr>
          <p:spPr>
            <a:xfrm>
              <a:off x="6457804" y="666825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" name="pt1724"/>
            <p:cNvSpPr/>
            <p:nvPr/>
          </p:nvSpPr>
          <p:spPr>
            <a:xfrm>
              <a:off x="6037131" y="6126154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" name="pt1725"/>
            <p:cNvSpPr/>
            <p:nvPr/>
          </p:nvSpPr>
          <p:spPr>
            <a:xfrm>
              <a:off x="6142507" y="709627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" name="pt1726"/>
            <p:cNvSpPr/>
            <p:nvPr/>
          </p:nvSpPr>
          <p:spPr>
            <a:xfrm>
              <a:off x="6133092" y="699621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" name="pt1727"/>
            <p:cNvSpPr/>
            <p:nvPr/>
          </p:nvSpPr>
          <p:spPr>
            <a:xfrm>
              <a:off x="5891307" y="6400850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" name="pt1728"/>
            <p:cNvSpPr/>
            <p:nvPr/>
          </p:nvSpPr>
          <p:spPr>
            <a:xfrm>
              <a:off x="6154959" y="719964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" name="pt1729"/>
            <p:cNvSpPr/>
            <p:nvPr/>
          </p:nvSpPr>
          <p:spPr>
            <a:xfrm>
              <a:off x="5926224" y="710995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" name="pt1730"/>
            <p:cNvSpPr/>
            <p:nvPr/>
          </p:nvSpPr>
          <p:spPr>
            <a:xfrm>
              <a:off x="6319942" y="712178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" name="pt1731"/>
            <p:cNvSpPr/>
            <p:nvPr/>
          </p:nvSpPr>
          <p:spPr>
            <a:xfrm>
              <a:off x="6133807" y="716679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" name="pt1732"/>
            <p:cNvSpPr/>
            <p:nvPr/>
          </p:nvSpPr>
          <p:spPr>
            <a:xfrm>
              <a:off x="6133091" y="711423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" name="pt1733"/>
            <p:cNvSpPr/>
            <p:nvPr/>
          </p:nvSpPr>
          <p:spPr>
            <a:xfrm>
              <a:off x="6288331" y="6644749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" name="pt1734"/>
            <p:cNvSpPr/>
            <p:nvPr/>
          </p:nvSpPr>
          <p:spPr>
            <a:xfrm>
              <a:off x="6647619" y="700572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" name="pt1735"/>
            <p:cNvSpPr/>
            <p:nvPr/>
          </p:nvSpPr>
          <p:spPr>
            <a:xfrm>
              <a:off x="6568434" y="699621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" name="pt1736"/>
            <p:cNvSpPr/>
            <p:nvPr/>
          </p:nvSpPr>
          <p:spPr>
            <a:xfrm>
              <a:off x="6123370" y="698744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" name="pt1737"/>
            <p:cNvSpPr/>
            <p:nvPr/>
          </p:nvSpPr>
          <p:spPr>
            <a:xfrm>
              <a:off x="6537337" y="708884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" name="pt1738"/>
            <p:cNvSpPr/>
            <p:nvPr/>
          </p:nvSpPr>
          <p:spPr>
            <a:xfrm>
              <a:off x="6620807" y="689166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" name="pt1739"/>
            <p:cNvSpPr/>
            <p:nvPr/>
          </p:nvSpPr>
          <p:spPr>
            <a:xfrm>
              <a:off x="6183955" y="692680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" name="pt1740"/>
            <p:cNvSpPr/>
            <p:nvPr/>
          </p:nvSpPr>
          <p:spPr>
            <a:xfrm>
              <a:off x="6051084" y="715591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" name="pt1741"/>
            <p:cNvSpPr/>
            <p:nvPr/>
          </p:nvSpPr>
          <p:spPr>
            <a:xfrm>
              <a:off x="6561464" y="683159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" name="pt1742"/>
            <p:cNvSpPr/>
            <p:nvPr/>
          </p:nvSpPr>
          <p:spPr>
            <a:xfrm>
              <a:off x="6243671" y="721809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" name="pt1743"/>
            <p:cNvSpPr/>
            <p:nvPr/>
          </p:nvSpPr>
          <p:spPr>
            <a:xfrm>
              <a:off x="6244342" y="712178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" name="pt1744"/>
            <p:cNvSpPr/>
            <p:nvPr/>
          </p:nvSpPr>
          <p:spPr>
            <a:xfrm>
              <a:off x="6278417" y="683159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" name="pt1745"/>
            <p:cNvSpPr/>
            <p:nvPr/>
          </p:nvSpPr>
          <p:spPr>
            <a:xfrm>
              <a:off x="5392285" y="6400850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" name="pt1746"/>
            <p:cNvSpPr/>
            <p:nvPr/>
          </p:nvSpPr>
          <p:spPr>
            <a:xfrm>
              <a:off x="5871072" y="678732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" name="pt1747"/>
            <p:cNvSpPr/>
            <p:nvPr/>
          </p:nvSpPr>
          <p:spPr>
            <a:xfrm>
              <a:off x="6431501" y="686721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" name="pt1748"/>
            <p:cNvSpPr/>
            <p:nvPr/>
          </p:nvSpPr>
          <p:spPr>
            <a:xfrm>
              <a:off x="6156424" y="712178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" name="pt1749"/>
            <p:cNvSpPr/>
            <p:nvPr/>
          </p:nvSpPr>
          <p:spPr>
            <a:xfrm>
              <a:off x="5467637" y="673126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" name="pt1750"/>
            <p:cNvSpPr/>
            <p:nvPr/>
          </p:nvSpPr>
          <p:spPr>
            <a:xfrm>
              <a:off x="6010964" y="723054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" name="pt1751"/>
            <p:cNvSpPr/>
            <p:nvPr/>
          </p:nvSpPr>
          <p:spPr>
            <a:xfrm>
              <a:off x="5997240" y="718406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" name="pt1752"/>
            <p:cNvSpPr/>
            <p:nvPr/>
          </p:nvSpPr>
          <p:spPr>
            <a:xfrm>
              <a:off x="6145845" y="714489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" name="pt1753"/>
            <p:cNvSpPr/>
            <p:nvPr/>
          </p:nvSpPr>
          <p:spPr>
            <a:xfrm>
              <a:off x="6208743" y="724255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" name="pt1754"/>
            <p:cNvSpPr/>
            <p:nvPr/>
          </p:nvSpPr>
          <p:spPr>
            <a:xfrm>
              <a:off x="5501778" y="668763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" name="pt1755"/>
            <p:cNvSpPr/>
            <p:nvPr/>
          </p:nvSpPr>
          <p:spPr>
            <a:xfrm>
              <a:off x="5938268" y="695247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" name="pt1756"/>
            <p:cNvSpPr/>
            <p:nvPr/>
          </p:nvSpPr>
          <p:spPr>
            <a:xfrm>
              <a:off x="6080377" y="711408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" name="pt1757"/>
            <p:cNvSpPr/>
            <p:nvPr/>
          </p:nvSpPr>
          <p:spPr>
            <a:xfrm>
              <a:off x="6165541" y="714661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" name="pt1758"/>
            <p:cNvSpPr/>
            <p:nvPr/>
          </p:nvSpPr>
          <p:spPr>
            <a:xfrm>
              <a:off x="6388605" y="719207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" name="pt1759"/>
            <p:cNvSpPr/>
            <p:nvPr/>
          </p:nvSpPr>
          <p:spPr>
            <a:xfrm>
              <a:off x="6051968" y="695247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" name="pt1760"/>
            <p:cNvSpPr/>
            <p:nvPr/>
          </p:nvSpPr>
          <p:spPr>
            <a:xfrm>
              <a:off x="6646170" y="669842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" name="pt1761"/>
            <p:cNvSpPr/>
            <p:nvPr/>
          </p:nvSpPr>
          <p:spPr>
            <a:xfrm>
              <a:off x="6423533" y="723381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" name="pl1762"/>
            <p:cNvSpPr/>
            <p:nvPr/>
          </p:nvSpPr>
          <p:spPr>
            <a:xfrm>
              <a:off x="6216749" y="5508139"/>
              <a:ext cx="0" cy="1827033"/>
            </a:xfrm>
            <a:custGeom>
              <a:avLst/>
              <a:pathLst>
                <a:path w="0" h="1827033">
                  <a:moveTo>
                    <a:pt x="0" y="18270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63" name="pl1763"/>
            <p:cNvSpPr/>
            <p:nvPr/>
          </p:nvSpPr>
          <p:spPr>
            <a:xfrm>
              <a:off x="5100997" y="6679390"/>
              <a:ext cx="2392192" cy="0"/>
            </a:xfrm>
            <a:custGeom>
              <a:avLst/>
              <a:pathLst>
                <a:path w="2392192" h="0">
                  <a:moveTo>
                    <a:pt x="0" y="0"/>
                  </a:moveTo>
                  <a:lnTo>
                    <a:pt x="2392192" y="0"/>
                  </a:lnTo>
                  <a:lnTo>
                    <a:pt x="2392192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64" name="tx1764"/>
            <p:cNvSpPr/>
            <p:nvPr/>
          </p:nvSpPr>
          <p:spPr>
            <a:xfrm>
              <a:off x="5187874" y="5547641"/>
              <a:ext cx="868771" cy="79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1">
                  <a:solidFill>
                    <a:srgbClr val="D73027">
                      <a:alpha val="100000"/>
                    </a:srgbClr>
                  </a:solidFill>
                  <a:latin typeface="DejaVu Sans"/>
                  <a:cs typeface="DejaVu Sans"/>
                </a:rPr>
                <a:t>Consumed: 10</a:t>
              </a:r>
            </a:p>
          </p:txBody>
        </p:sp>
        <p:sp>
          <p:nvSpPr>
            <p:cNvPr id="1765" name="tx1765"/>
            <p:cNvSpPr/>
            <p:nvPr/>
          </p:nvSpPr>
          <p:spPr>
            <a:xfrm>
              <a:off x="6686003" y="5547641"/>
              <a:ext cx="733806" cy="79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1">
                  <a:solidFill>
                    <a:srgbClr val="4575B4">
                      <a:alpha val="100000"/>
                    </a:srgbClr>
                  </a:solidFill>
                  <a:latin typeface="DejaVu Sans"/>
                  <a:cs typeface="DejaVu Sans"/>
                </a:rPr>
                <a:t>Produced: 3</a:t>
              </a:r>
            </a:p>
          </p:txBody>
        </p:sp>
        <p:sp>
          <p:nvSpPr>
            <p:cNvPr id="1766" name="pl1766"/>
            <p:cNvSpPr/>
            <p:nvPr/>
          </p:nvSpPr>
          <p:spPr>
            <a:xfrm>
              <a:off x="5100997" y="5508139"/>
              <a:ext cx="0" cy="1827033"/>
            </a:xfrm>
            <a:custGeom>
              <a:avLst/>
              <a:pathLst>
                <a:path w="0" h="1827033">
                  <a:moveTo>
                    <a:pt x="0" y="1827033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" name="tx1767"/>
            <p:cNvSpPr/>
            <p:nvPr/>
          </p:nvSpPr>
          <p:spPr>
            <a:xfrm>
              <a:off x="4990800" y="6819324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</a:t>
              </a:r>
            </a:p>
          </p:txBody>
        </p:sp>
        <p:sp>
          <p:nvSpPr>
            <p:cNvPr id="1768" name="tx1768"/>
            <p:cNvSpPr/>
            <p:nvPr/>
          </p:nvSpPr>
          <p:spPr>
            <a:xfrm>
              <a:off x="4990800" y="6231450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1769" name="tx1769"/>
            <p:cNvSpPr/>
            <p:nvPr/>
          </p:nvSpPr>
          <p:spPr>
            <a:xfrm>
              <a:off x="4990800" y="5643576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</a:t>
              </a:r>
            </a:p>
          </p:txBody>
        </p:sp>
        <p:sp>
          <p:nvSpPr>
            <p:cNvPr id="1770" name="pl1770"/>
            <p:cNvSpPr/>
            <p:nvPr/>
          </p:nvSpPr>
          <p:spPr>
            <a:xfrm>
              <a:off x="5075692" y="6856357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" name="pl1771"/>
            <p:cNvSpPr/>
            <p:nvPr/>
          </p:nvSpPr>
          <p:spPr>
            <a:xfrm>
              <a:off x="5075692" y="626848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" name="pl1772"/>
            <p:cNvSpPr/>
            <p:nvPr/>
          </p:nvSpPr>
          <p:spPr>
            <a:xfrm>
              <a:off x="5075692" y="5680609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" name="pl1773"/>
            <p:cNvSpPr/>
            <p:nvPr/>
          </p:nvSpPr>
          <p:spPr>
            <a:xfrm>
              <a:off x="5100997" y="7335173"/>
              <a:ext cx="2392192" cy="0"/>
            </a:xfrm>
            <a:custGeom>
              <a:avLst/>
              <a:pathLst>
                <a:path w="2392192" h="0">
                  <a:moveTo>
                    <a:pt x="0" y="0"/>
                  </a:moveTo>
                  <a:lnTo>
                    <a:pt x="2392192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" name="pl1774"/>
            <p:cNvSpPr/>
            <p:nvPr/>
          </p:nvSpPr>
          <p:spPr>
            <a:xfrm>
              <a:off x="5594157" y="73351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" name="pl1775"/>
            <p:cNvSpPr/>
            <p:nvPr/>
          </p:nvSpPr>
          <p:spPr>
            <a:xfrm>
              <a:off x="6216749" y="73351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" name="pl1776"/>
            <p:cNvSpPr/>
            <p:nvPr/>
          </p:nvSpPr>
          <p:spPr>
            <a:xfrm>
              <a:off x="6839342" y="73351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" name="pl1777"/>
            <p:cNvSpPr/>
            <p:nvPr/>
          </p:nvSpPr>
          <p:spPr>
            <a:xfrm>
              <a:off x="7461934" y="73351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" name="tx1778"/>
            <p:cNvSpPr/>
            <p:nvPr/>
          </p:nvSpPr>
          <p:spPr>
            <a:xfrm>
              <a:off x="5543499" y="7380722"/>
              <a:ext cx="10131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-4</a:t>
              </a:r>
            </a:p>
          </p:txBody>
        </p:sp>
        <p:sp>
          <p:nvSpPr>
            <p:cNvPr id="1779" name="tx1779"/>
            <p:cNvSpPr/>
            <p:nvPr/>
          </p:nvSpPr>
          <p:spPr>
            <a:xfrm>
              <a:off x="6184425" y="7380722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780" name="tx1780"/>
            <p:cNvSpPr/>
            <p:nvPr/>
          </p:nvSpPr>
          <p:spPr>
            <a:xfrm>
              <a:off x="6807018" y="7380722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1781" name="tx1781"/>
            <p:cNvSpPr/>
            <p:nvPr/>
          </p:nvSpPr>
          <p:spPr>
            <a:xfrm>
              <a:off x="7429610" y="7380722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782" name="tx1782"/>
            <p:cNvSpPr/>
            <p:nvPr/>
          </p:nvSpPr>
          <p:spPr>
            <a:xfrm>
              <a:off x="5785715" y="7501328"/>
              <a:ext cx="1022756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Log2 Fold Change</a:t>
              </a:r>
            </a:p>
          </p:txBody>
        </p:sp>
        <p:sp>
          <p:nvSpPr>
            <p:cNvPr id="1783" name="tx1783"/>
            <p:cNvSpPr/>
            <p:nvPr/>
          </p:nvSpPr>
          <p:spPr>
            <a:xfrm rot="-5400000">
              <a:off x="4870299" y="6693583"/>
              <a:ext cx="28620" cy="769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−</a:t>
              </a:r>
            </a:p>
          </p:txBody>
        </p:sp>
        <p:sp>
          <p:nvSpPr>
            <p:cNvPr id="1784" name="tx1784"/>
            <p:cNvSpPr/>
            <p:nvPr/>
          </p:nvSpPr>
          <p:spPr>
            <a:xfrm rot="-5400000">
              <a:off x="4865590" y="6643825"/>
              <a:ext cx="31729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</a:t>
              </a:r>
            </a:p>
          </p:txBody>
        </p:sp>
        <p:sp>
          <p:nvSpPr>
            <p:cNvPr id="1785" name="tx1785"/>
            <p:cNvSpPr/>
            <p:nvPr/>
          </p:nvSpPr>
          <p:spPr>
            <a:xfrm rot="-5400000">
              <a:off x="4846479" y="6592984"/>
              <a:ext cx="69951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</a:t>
              </a:r>
            </a:p>
          </p:txBody>
        </p:sp>
        <p:sp>
          <p:nvSpPr>
            <p:cNvPr id="1786" name="tx1786"/>
            <p:cNvSpPr/>
            <p:nvPr/>
          </p:nvSpPr>
          <p:spPr>
            <a:xfrm rot="-5400000">
              <a:off x="4845198" y="6521752"/>
              <a:ext cx="72511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</a:t>
              </a:r>
            </a:p>
          </p:txBody>
        </p:sp>
        <p:sp>
          <p:nvSpPr>
            <p:cNvPr id="1787" name="tx1787"/>
            <p:cNvSpPr/>
            <p:nvPr/>
          </p:nvSpPr>
          <p:spPr>
            <a:xfrm rot="-5400000">
              <a:off x="4867309" y="6447046"/>
              <a:ext cx="101864" cy="583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3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1788" name="tx1788"/>
            <p:cNvSpPr/>
            <p:nvPr/>
          </p:nvSpPr>
          <p:spPr>
            <a:xfrm rot="-5400000">
              <a:off x="4851233" y="6353411"/>
              <a:ext cx="47548" cy="961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5" i="0" b="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(</a:t>
              </a:r>
            </a:p>
          </p:txBody>
        </p:sp>
        <p:sp>
          <p:nvSpPr>
            <p:cNvPr id="1789" name="tx1789"/>
            <p:cNvSpPr/>
            <p:nvPr/>
          </p:nvSpPr>
          <p:spPr>
            <a:xfrm rot="-5400000">
              <a:off x="4848582" y="6303211"/>
              <a:ext cx="65745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</a:t>
              </a:r>
            </a:p>
          </p:txBody>
        </p:sp>
        <p:sp>
          <p:nvSpPr>
            <p:cNvPr id="1790" name="tx1790"/>
            <p:cNvSpPr/>
            <p:nvPr/>
          </p:nvSpPr>
          <p:spPr>
            <a:xfrm rot="-5400000">
              <a:off x="4837426" y="6226310"/>
              <a:ext cx="88056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</a:t>
              </a:r>
            </a:p>
          </p:txBody>
        </p:sp>
        <p:sp>
          <p:nvSpPr>
            <p:cNvPr id="1791" name="tx1791"/>
            <p:cNvSpPr/>
            <p:nvPr/>
          </p:nvSpPr>
          <p:spPr>
            <a:xfrm rot="-5400000">
              <a:off x="4841724" y="6142551"/>
              <a:ext cx="79461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</a:t>
              </a:r>
            </a:p>
          </p:txBody>
        </p:sp>
        <p:sp>
          <p:nvSpPr>
            <p:cNvPr id="1792" name="tx1792"/>
            <p:cNvSpPr/>
            <p:nvPr/>
          </p:nvSpPr>
          <p:spPr>
            <a:xfrm rot="-5400000">
              <a:off x="4851233" y="6072599"/>
              <a:ext cx="47548" cy="961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5" i="0" b="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)</a:t>
              </a:r>
            </a:p>
          </p:txBody>
        </p:sp>
        <p:sp>
          <p:nvSpPr>
            <p:cNvPr id="1793" name="tx1793"/>
            <p:cNvSpPr/>
            <p:nvPr/>
          </p:nvSpPr>
          <p:spPr>
            <a:xfrm>
              <a:off x="6066390" y="5412264"/>
              <a:ext cx="461406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666666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  <p:sp>
          <p:nvSpPr>
            <p:cNvPr id="1794" name="tx1794"/>
            <p:cNvSpPr/>
            <p:nvPr/>
          </p:nvSpPr>
          <p:spPr>
            <a:xfrm>
              <a:off x="4853269" y="5413866"/>
              <a:ext cx="105338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</a:t>
              </a:r>
            </a:p>
          </p:txBody>
        </p:sp>
        <p:sp>
          <p:nvSpPr>
            <p:cNvPr id="1795" name="rc1795"/>
            <p:cNvSpPr/>
            <p:nvPr/>
          </p:nvSpPr>
          <p:spPr>
            <a:xfrm>
              <a:off x="7543800" y="5349081"/>
              <a:ext cx="2743200" cy="2285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" name="rc1796"/>
            <p:cNvSpPr/>
            <p:nvPr/>
          </p:nvSpPr>
          <p:spPr>
            <a:xfrm>
              <a:off x="7928932" y="5508139"/>
              <a:ext cx="2307457" cy="18270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97" name="pl1797"/>
            <p:cNvSpPr/>
            <p:nvPr/>
          </p:nvSpPr>
          <p:spPr>
            <a:xfrm>
              <a:off x="7928932" y="7277428"/>
              <a:ext cx="2307457" cy="0"/>
            </a:xfrm>
            <a:custGeom>
              <a:avLst/>
              <a:pathLst>
                <a:path w="2307457" h="0">
                  <a:moveTo>
                    <a:pt x="0" y="0"/>
                  </a:moveTo>
                  <a:lnTo>
                    <a:pt x="2307457" y="0"/>
                  </a:lnTo>
                  <a:lnTo>
                    <a:pt x="230745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" name="pl1798"/>
            <p:cNvSpPr/>
            <p:nvPr/>
          </p:nvSpPr>
          <p:spPr>
            <a:xfrm>
              <a:off x="7928932" y="6891684"/>
              <a:ext cx="2307457" cy="0"/>
            </a:xfrm>
            <a:custGeom>
              <a:avLst/>
              <a:pathLst>
                <a:path w="2307457" h="0">
                  <a:moveTo>
                    <a:pt x="0" y="0"/>
                  </a:moveTo>
                  <a:lnTo>
                    <a:pt x="2307457" y="0"/>
                  </a:lnTo>
                  <a:lnTo>
                    <a:pt x="230745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" name="pl1799"/>
            <p:cNvSpPr/>
            <p:nvPr/>
          </p:nvSpPr>
          <p:spPr>
            <a:xfrm>
              <a:off x="7928932" y="6505940"/>
              <a:ext cx="2307457" cy="0"/>
            </a:xfrm>
            <a:custGeom>
              <a:avLst/>
              <a:pathLst>
                <a:path w="2307457" h="0">
                  <a:moveTo>
                    <a:pt x="0" y="0"/>
                  </a:moveTo>
                  <a:lnTo>
                    <a:pt x="2307457" y="0"/>
                  </a:lnTo>
                  <a:lnTo>
                    <a:pt x="230745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" name="pl1800"/>
            <p:cNvSpPr/>
            <p:nvPr/>
          </p:nvSpPr>
          <p:spPr>
            <a:xfrm>
              <a:off x="7928932" y="6120196"/>
              <a:ext cx="2307457" cy="0"/>
            </a:xfrm>
            <a:custGeom>
              <a:avLst/>
              <a:pathLst>
                <a:path w="2307457" h="0">
                  <a:moveTo>
                    <a:pt x="0" y="0"/>
                  </a:moveTo>
                  <a:lnTo>
                    <a:pt x="2307457" y="0"/>
                  </a:lnTo>
                  <a:lnTo>
                    <a:pt x="230745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" name="pl1801"/>
            <p:cNvSpPr/>
            <p:nvPr/>
          </p:nvSpPr>
          <p:spPr>
            <a:xfrm>
              <a:off x="7928932" y="5734452"/>
              <a:ext cx="2307457" cy="0"/>
            </a:xfrm>
            <a:custGeom>
              <a:avLst/>
              <a:pathLst>
                <a:path w="2307457" h="0">
                  <a:moveTo>
                    <a:pt x="0" y="0"/>
                  </a:moveTo>
                  <a:lnTo>
                    <a:pt x="2307457" y="0"/>
                  </a:lnTo>
                  <a:lnTo>
                    <a:pt x="230745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" name="pl1802"/>
            <p:cNvSpPr/>
            <p:nvPr/>
          </p:nvSpPr>
          <p:spPr>
            <a:xfrm>
              <a:off x="8028871" y="5508139"/>
              <a:ext cx="0" cy="1827033"/>
            </a:xfrm>
            <a:custGeom>
              <a:avLst/>
              <a:pathLst>
                <a:path w="0" h="1827033">
                  <a:moveTo>
                    <a:pt x="0" y="18270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" name="pl1803"/>
            <p:cNvSpPr/>
            <p:nvPr/>
          </p:nvSpPr>
          <p:spPr>
            <a:xfrm>
              <a:off x="8621096" y="5508139"/>
              <a:ext cx="0" cy="1827033"/>
            </a:xfrm>
            <a:custGeom>
              <a:avLst/>
              <a:pathLst>
                <a:path w="0" h="1827033">
                  <a:moveTo>
                    <a:pt x="0" y="18270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" name="pl1804"/>
            <p:cNvSpPr/>
            <p:nvPr/>
          </p:nvSpPr>
          <p:spPr>
            <a:xfrm>
              <a:off x="9213321" y="5508139"/>
              <a:ext cx="0" cy="1827033"/>
            </a:xfrm>
            <a:custGeom>
              <a:avLst/>
              <a:pathLst>
                <a:path w="0" h="1827033">
                  <a:moveTo>
                    <a:pt x="0" y="18270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" name="pl1805"/>
            <p:cNvSpPr/>
            <p:nvPr/>
          </p:nvSpPr>
          <p:spPr>
            <a:xfrm>
              <a:off x="9805546" y="5508139"/>
              <a:ext cx="0" cy="1827033"/>
            </a:xfrm>
            <a:custGeom>
              <a:avLst/>
              <a:pathLst>
                <a:path w="0" h="1827033">
                  <a:moveTo>
                    <a:pt x="0" y="18270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" name="pt1806"/>
            <p:cNvSpPr/>
            <p:nvPr/>
          </p:nvSpPr>
          <p:spPr>
            <a:xfrm>
              <a:off x="8328806" y="6620555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" name="pt1807"/>
            <p:cNvSpPr/>
            <p:nvPr/>
          </p:nvSpPr>
          <p:spPr>
            <a:xfrm>
              <a:off x="8014283" y="721225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" name="pt1808"/>
            <p:cNvSpPr/>
            <p:nvPr/>
          </p:nvSpPr>
          <p:spPr>
            <a:xfrm>
              <a:off x="9341723" y="6501776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" name="pt1809"/>
            <p:cNvSpPr/>
            <p:nvPr/>
          </p:nvSpPr>
          <p:spPr>
            <a:xfrm>
              <a:off x="8106055" y="692513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" name="pt1810"/>
            <p:cNvSpPr/>
            <p:nvPr/>
          </p:nvSpPr>
          <p:spPr>
            <a:xfrm>
              <a:off x="8374056" y="721907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" name="pt1811"/>
            <p:cNvSpPr/>
            <p:nvPr/>
          </p:nvSpPr>
          <p:spPr>
            <a:xfrm>
              <a:off x="8940156" y="6134970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" name="pt1812"/>
            <p:cNvSpPr/>
            <p:nvPr/>
          </p:nvSpPr>
          <p:spPr>
            <a:xfrm>
              <a:off x="8043936" y="684483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" name="pt1813"/>
            <p:cNvSpPr/>
            <p:nvPr/>
          </p:nvSpPr>
          <p:spPr>
            <a:xfrm>
              <a:off x="8831235" y="712597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" name="pt1814"/>
            <p:cNvSpPr/>
            <p:nvPr/>
          </p:nvSpPr>
          <p:spPr>
            <a:xfrm>
              <a:off x="9349370" y="699808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" name="pt1815"/>
            <p:cNvSpPr/>
            <p:nvPr/>
          </p:nvSpPr>
          <p:spPr>
            <a:xfrm>
              <a:off x="9063571" y="6552980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" name="pt1816"/>
            <p:cNvSpPr/>
            <p:nvPr/>
          </p:nvSpPr>
          <p:spPr>
            <a:xfrm>
              <a:off x="8804724" y="5780931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" name="pt1817"/>
            <p:cNvSpPr/>
            <p:nvPr/>
          </p:nvSpPr>
          <p:spPr>
            <a:xfrm>
              <a:off x="9357080" y="686713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" name="pt1818"/>
            <p:cNvSpPr/>
            <p:nvPr/>
          </p:nvSpPr>
          <p:spPr>
            <a:xfrm>
              <a:off x="9589227" y="6464197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" name="pt1819"/>
            <p:cNvSpPr/>
            <p:nvPr/>
          </p:nvSpPr>
          <p:spPr>
            <a:xfrm>
              <a:off x="9212513" y="716110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" name="pt1820"/>
            <p:cNvSpPr/>
            <p:nvPr/>
          </p:nvSpPr>
          <p:spPr>
            <a:xfrm>
              <a:off x="8972397" y="698371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" name="pt1821"/>
            <p:cNvSpPr/>
            <p:nvPr/>
          </p:nvSpPr>
          <p:spPr>
            <a:xfrm>
              <a:off x="8223403" y="721066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" name="pt1822"/>
            <p:cNvSpPr/>
            <p:nvPr/>
          </p:nvSpPr>
          <p:spPr>
            <a:xfrm>
              <a:off x="9211996" y="720051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" name="pt1823"/>
            <p:cNvSpPr/>
            <p:nvPr/>
          </p:nvSpPr>
          <p:spPr>
            <a:xfrm>
              <a:off x="8725703" y="6553381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" name="pt1824"/>
            <p:cNvSpPr/>
            <p:nvPr/>
          </p:nvSpPr>
          <p:spPr>
            <a:xfrm>
              <a:off x="9028022" y="679546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" name="pt1825"/>
            <p:cNvSpPr/>
            <p:nvPr/>
          </p:nvSpPr>
          <p:spPr>
            <a:xfrm>
              <a:off x="9345436" y="666501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" name="pt1826"/>
            <p:cNvSpPr/>
            <p:nvPr/>
          </p:nvSpPr>
          <p:spPr>
            <a:xfrm>
              <a:off x="8589975" y="720863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" name="pt1827"/>
            <p:cNvSpPr/>
            <p:nvPr/>
          </p:nvSpPr>
          <p:spPr>
            <a:xfrm>
              <a:off x="8371370" y="5968425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" name="pt1828"/>
            <p:cNvSpPr/>
            <p:nvPr/>
          </p:nvSpPr>
          <p:spPr>
            <a:xfrm>
              <a:off x="9462989" y="692513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" name="pt1829"/>
            <p:cNvSpPr/>
            <p:nvPr/>
          </p:nvSpPr>
          <p:spPr>
            <a:xfrm>
              <a:off x="9368990" y="6620321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" name="pt1830"/>
            <p:cNvSpPr/>
            <p:nvPr/>
          </p:nvSpPr>
          <p:spPr>
            <a:xfrm>
              <a:off x="9356504" y="666501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" name="pt1831"/>
            <p:cNvSpPr/>
            <p:nvPr/>
          </p:nvSpPr>
          <p:spPr>
            <a:xfrm>
              <a:off x="9343304" y="720890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" name="pt1832"/>
            <p:cNvSpPr/>
            <p:nvPr/>
          </p:nvSpPr>
          <p:spPr>
            <a:xfrm>
              <a:off x="9005070" y="675877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" name="pt1833"/>
            <p:cNvSpPr/>
            <p:nvPr/>
          </p:nvSpPr>
          <p:spPr>
            <a:xfrm>
              <a:off x="8108637" y="720890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" name="pt1834"/>
            <p:cNvSpPr/>
            <p:nvPr/>
          </p:nvSpPr>
          <p:spPr>
            <a:xfrm>
              <a:off x="9210503" y="720890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" name="pt1835"/>
            <p:cNvSpPr/>
            <p:nvPr/>
          </p:nvSpPr>
          <p:spPr>
            <a:xfrm>
              <a:off x="9489188" y="719009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" name="pt1836"/>
            <p:cNvSpPr/>
            <p:nvPr/>
          </p:nvSpPr>
          <p:spPr>
            <a:xfrm>
              <a:off x="9058970" y="719125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" name="pt1837"/>
            <p:cNvSpPr/>
            <p:nvPr/>
          </p:nvSpPr>
          <p:spPr>
            <a:xfrm>
              <a:off x="9438554" y="697624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" name="pt1838"/>
            <p:cNvSpPr/>
            <p:nvPr/>
          </p:nvSpPr>
          <p:spPr>
            <a:xfrm>
              <a:off x="10111971" y="684228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" name="pt1839"/>
            <p:cNvSpPr/>
            <p:nvPr/>
          </p:nvSpPr>
          <p:spPr>
            <a:xfrm>
              <a:off x="8993920" y="693748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" name="pt1840"/>
            <p:cNvSpPr/>
            <p:nvPr/>
          </p:nvSpPr>
          <p:spPr>
            <a:xfrm>
              <a:off x="8680345" y="681799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" name="pt1841"/>
            <p:cNvSpPr/>
            <p:nvPr/>
          </p:nvSpPr>
          <p:spPr>
            <a:xfrm>
              <a:off x="9505410" y="721379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" name="pt1842"/>
            <p:cNvSpPr/>
            <p:nvPr/>
          </p:nvSpPr>
          <p:spPr>
            <a:xfrm>
              <a:off x="9003464" y="719966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" name="pt1843"/>
            <p:cNvSpPr/>
            <p:nvPr/>
          </p:nvSpPr>
          <p:spPr>
            <a:xfrm>
              <a:off x="8154485" y="698361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" name="pt1844"/>
            <p:cNvSpPr/>
            <p:nvPr/>
          </p:nvSpPr>
          <p:spPr>
            <a:xfrm>
              <a:off x="9674203" y="672657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" name="pt1845"/>
            <p:cNvSpPr/>
            <p:nvPr/>
          </p:nvSpPr>
          <p:spPr>
            <a:xfrm>
              <a:off x="8776738" y="711426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" name="pt1846"/>
            <p:cNvSpPr/>
            <p:nvPr/>
          </p:nvSpPr>
          <p:spPr>
            <a:xfrm>
              <a:off x="8770768" y="664035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" name="pt1847"/>
            <p:cNvSpPr/>
            <p:nvPr/>
          </p:nvSpPr>
          <p:spPr>
            <a:xfrm>
              <a:off x="9830612" y="6341019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" name="pt1848"/>
            <p:cNvSpPr/>
            <p:nvPr/>
          </p:nvSpPr>
          <p:spPr>
            <a:xfrm>
              <a:off x="9034287" y="705643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" name="pt1849"/>
            <p:cNvSpPr/>
            <p:nvPr/>
          </p:nvSpPr>
          <p:spPr>
            <a:xfrm>
              <a:off x="9367956" y="691198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" name="pt1850"/>
            <p:cNvSpPr/>
            <p:nvPr/>
          </p:nvSpPr>
          <p:spPr>
            <a:xfrm>
              <a:off x="8048145" y="713311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" name="pt1851"/>
            <p:cNvSpPr/>
            <p:nvPr/>
          </p:nvSpPr>
          <p:spPr>
            <a:xfrm>
              <a:off x="9058262" y="678608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" name="pt1852"/>
            <p:cNvSpPr/>
            <p:nvPr/>
          </p:nvSpPr>
          <p:spPr>
            <a:xfrm>
              <a:off x="8355626" y="6456121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" name="pt1853"/>
            <p:cNvSpPr/>
            <p:nvPr/>
          </p:nvSpPr>
          <p:spPr>
            <a:xfrm>
              <a:off x="8850280" y="709378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" name="pt1854"/>
            <p:cNvSpPr/>
            <p:nvPr/>
          </p:nvSpPr>
          <p:spPr>
            <a:xfrm>
              <a:off x="9500870" y="666501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" name="pt1855"/>
            <p:cNvSpPr/>
            <p:nvPr/>
          </p:nvSpPr>
          <p:spPr>
            <a:xfrm>
              <a:off x="9353170" y="721639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" name="pt1856"/>
            <p:cNvSpPr/>
            <p:nvPr/>
          </p:nvSpPr>
          <p:spPr>
            <a:xfrm>
              <a:off x="8664855" y="6464197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" name="pt1857"/>
            <p:cNvSpPr/>
            <p:nvPr/>
          </p:nvSpPr>
          <p:spPr>
            <a:xfrm>
              <a:off x="8865253" y="710444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" name="pt1858"/>
            <p:cNvSpPr/>
            <p:nvPr/>
          </p:nvSpPr>
          <p:spPr>
            <a:xfrm>
              <a:off x="8100130" y="722540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" name="pt1859"/>
            <p:cNvSpPr/>
            <p:nvPr/>
          </p:nvSpPr>
          <p:spPr>
            <a:xfrm>
              <a:off x="8344591" y="700624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" name="pt1860"/>
            <p:cNvSpPr/>
            <p:nvPr/>
          </p:nvSpPr>
          <p:spPr>
            <a:xfrm>
              <a:off x="9452821" y="6421565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" name="pt1861"/>
            <p:cNvSpPr/>
            <p:nvPr/>
          </p:nvSpPr>
          <p:spPr>
            <a:xfrm>
              <a:off x="9044369" y="702864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" name="pt1862"/>
            <p:cNvSpPr/>
            <p:nvPr/>
          </p:nvSpPr>
          <p:spPr>
            <a:xfrm>
              <a:off x="9151144" y="719125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" name="pt1863"/>
            <p:cNvSpPr/>
            <p:nvPr/>
          </p:nvSpPr>
          <p:spPr>
            <a:xfrm>
              <a:off x="9265490" y="710098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" name="pt1864"/>
            <p:cNvSpPr/>
            <p:nvPr/>
          </p:nvSpPr>
          <p:spPr>
            <a:xfrm>
              <a:off x="9390095" y="701821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" name="pt1865"/>
            <p:cNvSpPr/>
            <p:nvPr/>
          </p:nvSpPr>
          <p:spPr>
            <a:xfrm>
              <a:off x="9335255" y="717849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" name="pt1866"/>
            <p:cNvSpPr/>
            <p:nvPr/>
          </p:nvSpPr>
          <p:spPr>
            <a:xfrm>
              <a:off x="9869548" y="707662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" name="pt1867"/>
            <p:cNvSpPr/>
            <p:nvPr/>
          </p:nvSpPr>
          <p:spPr>
            <a:xfrm>
              <a:off x="9618910" y="673956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" name="pt1868"/>
            <p:cNvSpPr/>
            <p:nvPr/>
          </p:nvSpPr>
          <p:spPr>
            <a:xfrm>
              <a:off x="9066996" y="698292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" name="pt1869"/>
            <p:cNvSpPr/>
            <p:nvPr/>
          </p:nvSpPr>
          <p:spPr>
            <a:xfrm>
              <a:off x="9422068" y="6553381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" name="pt1870"/>
            <p:cNvSpPr/>
            <p:nvPr/>
          </p:nvSpPr>
          <p:spPr>
            <a:xfrm>
              <a:off x="9226579" y="722946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" name="pt1871"/>
            <p:cNvSpPr/>
            <p:nvPr/>
          </p:nvSpPr>
          <p:spPr>
            <a:xfrm>
              <a:off x="9137912" y="684643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" name="pt1872"/>
            <p:cNvSpPr/>
            <p:nvPr/>
          </p:nvSpPr>
          <p:spPr>
            <a:xfrm>
              <a:off x="9058498" y="711540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" name="pt1873"/>
            <p:cNvSpPr/>
            <p:nvPr/>
          </p:nvSpPr>
          <p:spPr>
            <a:xfrm>
              <a:off x="8973885" y="711540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" name="pt1874"/>
            <p:cNvSpPr/>
            <p:nvPr/>
          </p:nvSpPr>
          <p:spPr>
            <a:xfrm>
              <a:off x="8593364" y="683432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" name="pt1875"/>
            <p:cNvSpPr/>
            <p:nvPr/>
          </p:nvSpPr>
          <p:spPr>
            <a:xfrm>
              <a:off x="9071952" y="717159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" name="pt1876"/>
            <p:cNvSpPr/>
            <p:nvPr/>
          </p:nvSpPr>
          <p:spPr>
            <a:xfrm>
              <a:off x="8654746" y="721714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" name="pt1877"/>
            <p:cNvSpPr/>
            <p:nvPr/>
          </p:nvSpPr>
          <p:spPr>
            <a:xfrm>
              <a:off x="9845453" y="712990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" name="pt1878"/>
            <p:cNvSpPr/>
            <p:nvPr/>
          </p:nvSpPr>
          <p:spPr>
            <a:xfrm>
              <a:off x="9074944" y="6552980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" name="pt1879"/>
            <p:cNvSpPr/>
            <p:nvPr/>
          </p:nvSpPr>
          <p:spPr>
            <a:xfrm>
              <a:off x="8827873" y="718617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" name="pt1880"/>
            <p:cNvSpPr/>
            <p:nvPr/>
          </p:nvSpPr>
          <p:spPr>
            <a:xfrm>
              <a:off x="8843197" y="5780931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" name="pt1881"/>
            <p:cNvSpPr/>
            <p:nvPr/>
          </p:nvSpPr>
          <p:spPr>
            <a:xfrm>
              <a:off x="9126731" y="681113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" name="pt1882"/>
            <p:cNvSpPr/>
            <p:nvPr/>
          </p:nvSpPr>
          <p:spPr>
            <a:xfrm>
              <a:off x="9425804" y="710772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" name="pt1883"/>
            <p:cNvSpPr/>
            <p:nvPr/>
          </p:nvSpPr>
          <p:spPr>
            <a:xfrm>
              <a:off x="8997031" y="707089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" name="pt1884"/>
            <p:cNvSpPr/>
            <p:nvPr/>
          </p:nvSpPr>
          <p:spPr>
            <a:xfrm>
              <a:off x="9054518" y="6456121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" name="pt1885"/>
            <p:cNvSpPr/>
            <p:nvPr/>
          </p:nvSpPr>
          <p:spPr>
            <a:xfrm>
              <a:off x="9118279" y="691532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" name="pt1886"/>
            <p:cNvSpPr/>
            <p:nvPr/>
          </p:nvSpPr>
          <p:spPr>
            <a:xfrm>
              <a:off x="9483535" y="681799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" name="pt1887"/>
            <p:cNvSpPr/>
            <p:nvPr/>
          </p:nvSpPr>
          <p:spPr>
            <a:xfrm>
              <a:off x="10067926" y="667576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" name="pt1888"/>
            <p:cNvSpPr/>
            <p:nvPr/>
          </p:nvSpPr>
          <p:spPr>
            <a:xfrm>
              <a:off x="8374622" y="722966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" name="pt1889"/>
            <p:cNvSpPr/>
            <p:nvPr/>
          </p:nvSpPr>
          <p:spPr>
            <a:xfrm>
              <a:off x="8895901" y="719966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" name="pt1890"/>
            <p:cNvSpPr/>
            <p:nvPr/>
          </p:nvSpPr>
          <p:spPr>
            <a:xfrm>
              <a:off x="9703811" y="679546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" name="pt1891"/>
            <p:cNvSpPr/>
            <p:nvPr/>
          </p:nvSpPr>
          <p:spPr>
            <a:xfrm>
              <a:off x="9300426" y="6552980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" name="pt1892"/>
            <p:cNvSpPr/>
            <p:nvPr/>
          </p:nvSpPr>
          <p:spPr>
            <a:xfrm>
              <a:off x="9497247" y="670377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" name="pt1893"/>
            <p:cNvSpPr/>
            <p:nvPr/>
          </p:nvSpPr>
          <p:spPr>
            <a:xfrm>
              <a:off x="9044387" y="720989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" name="pt1894"/>
            <p:cNvSpPr/>
            <p:nvPr/>
          </p:nvSpPr>
          <p:spPr>
            <a:xfrm>
              <a:off x="9272696" y="702375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" name="pt1895"/>
            <p:cNvSpPr/>
            <p:nvPr/>
          </p:nvSpPr>
          <p:spPr>
            <a:xfrm>
              <a:off x="8293617" y="6629653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" name="pt1896"/>
            <p:cNvSpPr/>
            <p:nvPr/>
          </p:nvSpPr>
          <p:spPr>
            <a:xfrm>
              <a:off x="9879999" y="695517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" name="pt1897"/>
            <p:cNvSpPr/>
            <p:nvPr/>
          </p:nvSpPr>
          <p:spPr>
            <a:xfrm>
              <a:off x="8822875" y="714746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" name="pt1898"/>
            <p:cNvSpPr/>
            <p:nvPr/>
          </p:nvSpPr>
          <p:spPr>
            <a:xfrm>
              <a:off x="9514085" y="697624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" name="pt1899"/>
            <p:cNvSpPr/>
            <p:nvPr/>
          </p:nvSpPr>
          <p:spPr>
            <a:xfrm>
              <a:off x="9729315" y="712303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" name="pt1900"/>
            <p:cNvSpPr/>
            <p:nvPr/>
          </p:nvSpPr>
          <p:spPr>
            <a:xfrm>
              <a:off x="9415275" y="692153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" name="pt1901"/>
            <p:cNvSpPr/>
            <p:nvPr/>
          </p:nvSpPr>
          <p:spPr>
            <a:xfrm>
              <a:off x="9562811" y="692539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" name="pt1902"/>
            <p:cNvSpPr/>
            <p:nvPr/>
          </p:nvSpPr>
          <p:spPr>
            <a:xfrm>
              <a:off x="8761635" y="680583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" name="pt1903"/>
            <p:cNvSpPr/>
            <p:nvPr/>
          </p:nvSpPr>
          <p:spPr>
            <a:xfrm>
              <a:off x="9356882" y="721225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" name="pt1904"/>
            <p:cNvSpPr/>
            <p:nvPr/>
          </p:nvSpPr>
          <p:spPr>
            <a:xfrm>
              <a:off x="9138694" y="684483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" name="pt1905"/>
            <p:cNvSpPr/>
            <p:nvPr/>
          </p:nvSpPr>
          <p:spPr>
            <a:xfrm>
              <a:off x="9352309" y="697624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" name="pt1906"/>
            <p:cNvSpPr/>
            <p:nvPr/>
          </p:nvSpPr>
          <p:spPr>
            <a:xfrm>
              <a:off x="9284571" y="711540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" name="pt1907"/>
            <p:cNvSpPr/>
            <p:nvPr/>
          </p:nvSpPr>
          <p:spPr>
            <a:xfrm>
              <a:off x="9925271" y="6421565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" name="pt1908"/>
            <p:cNvSpPr/>
            <p:nvPr/>
          </p:nvSpPr>
          <p:spPr>
            <a:xfrm>
              <a:off x="8761590" y="6456121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" name="pt1909"/>
            <p:cNvSpPr/>
            <p:nvPr/>
          </p:nvSpPr>
          <p:spPr>
            <a:xfrm>
              <a:off x="9285556" y="6616959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" name="pt1910"/>
            <p:cNvSpPr/>
            <p:nvPr/>
          </p:nvSpPr>
          <p:spPr>
            <a:xfrm>
              <a:off x="9266422" y="703566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" name="pt1911"/>
            <p:cNvSpPr/>
            <p:nvPr/>
          </p:nvSpPr>
          <p:spPr>
            <a:xfrm>
              <a:off x="8811137" y="6521460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" name="pt1912"/>
            <p:cNvSpPr/>
            <p:nvPr/>
          </p:nvSpPr>
          <p:spPr>
            <a:xfrm>
              <a:off x="9040077" y="722363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" name="pt1913"/>
            <p:cNvSpPr/>
            <p:nvPr/>
          </p:nvSpPr>
          <p:spPr>
            <a:xfrm>
              <a:off x="9846712" y="714964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" name="pt1914"/>
            <p:cNvSpPr/>
            <p:nvPr/>
          </p:nvSpPr>
          <p:spPr>
            <a:xfrm>
              <a:off x="9239594" y="712972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" name="pt1915"/>
            <p:cNvSpPr/>
            <p:nvPr/>
          </p:nvSpPr>
          <p:spPr>
            <a:xfrm>
              <a:off x="9131376" y="724255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" name="pt1916"/>
            <p:cNvSpPr/>
            <p:nvPr/>
          </p:nvSpPr>
          <p:spPr>
            <a:xfrm>
              <a:off x="9141015" y="679546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" name="pt1917"/>
            <p:cNvSpPr/>
            <p:nvPr/>
          </p:nvSpPr>
          <p:spPr>
            <a:xfrm>
              <a:off x="9387247" y="720863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" name="pt1918"/>
            <p:cNvSpPr/>
            <p:nvPr/>
          </p:nvSpPr>
          <p:spPr>
            <a:xfrm>
              <a:off x="9283884" y="687537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" name="pt1919"/>
            <p:cNvSpPr/>
            <p:nvPr/>
          </p:nvSpPr>
          <p:spPr>
            <a:xfrm>
              <a:off x="9034158" y="719004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" name="pt1920"/>
            <p:cNvSpPr/>
            <p:nvPr/>
          </p:nvSpPr>
          <p:spPr>
            <a:xfrm>
              <a:off x="8996727" y="720989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" name="pt1921"/>
            <p:cNvSpPr/>
            <p:nvPr/>
          </p:nvSpPr>
          <p:spPr>
            <a:xfrm>
              <a:off x="9081534" y="6238360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" name="pt1922"/>
            <p:cNvSpPr/>
            <p:nvPr/>
          </p:nvSpPr>
          <p:spPr>
            <a:xfrm>
              <a:off x="9344157" y="719004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" name="pt1923"/>
            <p:cNvSpPr/>
            <p:nvPr/>
          </p:nvSpPr>
          <p:spPr>
            <a:xfrm>
              <a:off x="8157456" y="6421565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" name="pt1924"/>
            <p:cNvSpPr/>
            <p:nvPr/>
          </p:nvSpPr>
          <p:spPr>
            <a:xfrm>
              <a:off x="9135836" y="667710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" name="pt1925"/>
            <p:cNvSpPr/>
            <p:nvPr/>
          </p:nvSpPr>
          <p:spPr>
            <a:xfrm>
              <a:off x="8984173" y="687400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" name="pt1926"/>
            <p:cNvSpPr/>
            <p:nvPr/>
          </p:nvSpPr>
          <p:spPr>
            <a:xfrm>
              <a:off x="9471234" y="6521460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" name="pt1927"/>
            <p:cNvSpPr/>
            <p:nvPr/>
          </p:nvSpPr>
          <p:spPr>
            <a:xfrm>
              <a:off x="9248527" y="714272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" name="pt1928"/>
            <p:cNvSpPr/>
            <p:nvPr/>
          </p:nvSpPr>
          <p:spPr>
            <a:xfrm>
              <a:off x="9035258" y="692153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" name="pt1929"/>
            <p:cNvSpPr/>
            <p:nvPr/>
          </p:nvSpPr>
          <p:spPr>
            <a:xfrm>
              <a:off x="9021369" y="6492754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" name="pt1930"/>
            <p:cNvSpPr/>
            <p:nvPr/>
          </p:nvSpPr>
          <p:spPr>
            <a:xfrm>
              <a:off x="9230534" y="708610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" name="pt1931"/>
            <p:cNvSpPr/>
            <p:nvPr/>
          </p:nvSpPr>
          <p:spPr>
            <a:xfrm>
              <a:off x="9117004" y="696313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" name="pt1932"/>
            <p:cNvSpPr/>
            <p:nvPr/>
          </p:nvSpPr>
          <p:spPr>
            <a:xfrm>
              <a:off x="9443041" y="713833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" name="pt1933"/>
            <p:cNvSpPr/>
            <p:nvPr/>
          </p:nvSpPr>
          <p:spPr>
            <a:xfrm>
              <a:off x="8268463" y="6553381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" name="pt1934"/>
            <p:cNvSpPr/>
            <p:nvPr/>
          </p:nvSpPr>
          <p:spPr>
            <a:xfrm>
              <a:off x="8774175" y="719076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" name="pt1935"/>
            <p:cNvSpPr/>
            <p:nvPr/>
          </p:nvSpPr>
          <p:spPr>
            <a:xfrm>
              <a:off x="8956051" y="670377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" name="pt1936"/>
            <p:cNvSpPr/>
            <p:nvPr/>
          </p:nvSpPr>
          <p:spPr>
            <a:xfrm>
              <a:off x="9166862" y="699589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" name="pt1937"/>
            <p:cNvSpPr/>
            <p:nvPr/>
          </p:nvSpPr>
          <p:spPr>
            <a:xfrm>
              <a:off x="8311231" y="6548329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" name="pt1938"/>
            <p:cNvSpPr/>
            <p:nvPr/>
          </p:nvSpPr>
          <p:spPr>
            <a:xfrm>
              <a:off x="9059768" y="721677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" name="pt1939"/>
            <p:cNvSpPr/>
            <p:nvPr/>
          </p:nvSpPr>
          <p:spPr>
            <a:xfrm>
              <a:off x="8748562" y="6604648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" name="pt1940"/>
            <p:cNvSpPr/>
            <p:nvPr/>
          </p:nvSpPr>
          <p:spPr>
            <a:xfrm>
              <a:off x="9113359" y="721375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" name="pt1941"/>
            <p:cNvSpPr/>
            <p:nvPr/>
          </p:nvSpPr>
          <p:spPr>
            <a:xfrm>
              <a:off x="9464903" y="712672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" name="pt1942"/>
            <p:cNvSpPr/>
            <p:nvPr/>
          </p:nvSpPr>
          <p:spPr>
            <a:xfrm>
              <a:off x="9269928" y="717404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" name="pt1943"/>
            <p:cNvSpPr/>
            <p:nvPr/>
          </p:nvSpPr>
          <p:spPr>
            <a:xfrm>
              <a:off x="9791385" y="6553381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" name="pt1944"/>
            <p:cNvSpPr/>
            <p:nvPr/>
          </p:nvSpPr>
          <p:spPr>
            <a:xfrm>
              <a:off x="9369413" y="679546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" name="pt1945"/>
            <p:cNvSpPr/>
            <p:nvPr/>
          </p:nvSpPr>
          <p:spPr>
            <a:xfrm>
              <a:off x="9046556" y="697772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" name="pt1946"/>
            <p:cNvSpPr/>
            <p:nvPr/>
          </p:nvSpPr>
          <p:spPr>
            <a:xfrm>
              <a:off x="8931064" y="6456121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" name="pt1947"/>
            <p:cNvSpPr/>
            <p:nvPr/>
          </p:nvSpPr>
          <p:spPr>
            <a:xfrm>
              <a:off x="8331489" y="720937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" name="pt1948"/>
            <p:cNvSpPr/>
            <p:nvPr/>
          </p:nvSpPr>
          <p:spPr>
            <a:xfrm>
              <a:off x="9245374" y="719009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" name="pl1949"/>
            <p:cNvSpPr/>
            <p:nvPr/>
          </p:nvSpPr>
          <p:spPr>
            <a:xfrm>
              <a:off x="9213321" y="5508139"/>
              <a:ext cx="0" cy="1827033"/>
            </a:xfrm>
            <a:custGeom>
              <a:avLst/>
              <a:pathLst>
                <a:path w="0" h="1827033">
                  <a:moveTo>
                    <a:pt x="0" y="18270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50" name="pl1950"/>
            <p:cNvSpPr/>
            <p:nvPr/>
          </p:nvSpPr>
          <p:spPr>
            <a:xfrm>
              <a:off x="7928932" y="6659443"/>
              <a:ext cx="2307457" cy="0"/>
            </a:xfrm>
            <a:custGeom>
              <a:avLst/>
              <a:pathLst>
                <a:path w="2307457" h="0">
                  <a:moveTo>
                    <a:pt x="0" y="0"/>
                  </a:moveTo>
                  <a:lnTo>
                    <a:pt x="2307457" y="0"/>
                  </a:lnTo>
                  <a:lnTo>
                    <a:pt x="2307457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51" name="tx1951"/>
            <p:cNvSpPr/>
            <p:nvPr/>
          </p:nvSpPr>
          <p:spPr>
            <a:xfrm>
              <a:off x="8015809" y="5547641"/>
              <a:ext cx="868771" cy="79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1">
                  <a:solidFill>
                    <a:srgbClr val="D73027">
                      <a:alpha val="100000"/>
                    </a:srgbClr>
                  </a:solidFill>
                  <a:latin typeface="DejaVu Sans"/>
                  <a:cs typeface="DejaVu Sans"/>
                </a:rPr>
                <a:t>Consumed: 21</a:t>
              </a:r>
            </a:p>
          </p:txBody>
        </p:sp>
        <p:sp>
          <p:nvSpPr>
            <p:cNvPr id="1952" name="tx1952"/>
            <p:cNvSpPr/>
            <p:nvPr/>
          </p:nvSpPr>
          <p:spPr>
            <a:xfrm>
              <a:off x="9346221" y="5547641"/>
              <a:ext cx="809244" cy="79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1">
                  <a:solidFill>
                    <a:srgbClr val="4575B4">
                      <a:alpha val="100000"/>
                    </a:srgbClr>
                  </a:solidFill>
                  <a:latin typeface="DejaVu Sans"/>
                  <a:cs typeface="DejaVu Sans"/>
                </a:rPr>
                <a:t>Produced: 11</a:t>
              </a:r>
            </a:p>
          </p:txBody>
        </p:sp>
        <p:sp>
          <p:nvSpPr>
            <p:cNvPr id="1953" name="pl1953"/>
            <p:cNvSpPr/>
            <p:nvPr/>
          </p:nvSpPr>
          <p:spPr>
            <a:xfrm>
              <a:off x="7928932" y="5508139"/>
              <a:ext cx="0" cy="1827033"/>
            </a:xfrm>
            <a:custGeom>
              <a:avLst/>
              <a:pathLst>
                <a:path w="0" h="1827033">
                  <a:moveTo>
                    <a:pt x="0" y="1827033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" name="tx1954"/>
            <p:cNvSpPr/>
            <p:nvPr/>
          </p:nvSpPr>
          <p:spPr>
            <a:xfrm>
              <a:off x="7721808" y="7240395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0.5</a:t>
              </a:r>
            </a:p>
          </p:txBody>
        </p:sp>
        <p:sp>
          <p:nvSpPr>
            <p:cNvPr id="1955" name="tx1955"/>
            <p:cNvSpPr/>
            <p:nvPr/>
          </p:nvSpPr>
          <p:spPr>
            <a:xfrm>
              <a:off x="7721808" y="6854651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</a:t>
              </a:r>
            </a:p>
          </p:txBody>
        </p:sp>
        <p:sp>
          <p:nvSpPr>
            <p:cNvPr id="1956" name="tx1956"/>
            <p:cNvSpPr/>
            <p:nvPr/>
          </p:nvSpPr>
          <p:spPr>
            <a:xfrm>
              <a:off x="7721808" y="6468906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1.5</a:t>
              </a:r>
            </a:p>
          </p:txBody>
        </p:sp>
        <p:sp>
          <p:nvSpPr>
            <p:cNvPr id="1957" name="tx1957"/>
            <p:cNvSpPr/>
            <p:nvPr/>
          </p:nvSpPr>
          <p:spPr>
            <a:xfrm>
              <a:off x="7721808" y="6083162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2.0</a:t>
              </a:r>
            </a:p>
          </p:txBody>
        </p:sp>
        <p:sp>
          <p:nvSpPr>
            <p:cNvPr id="1958" name="tx1958"/>
            <p:cNvSpPr/>
            <p:nvPr/>
          </p:nvSpPr>
          <p:spPr>
            <a:xfrm>
              <a:off x="7721808" y="5697418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2.5</a:t>
              </a:r>
            </a:p>
          </p:txBody>
        </p:sp>
        <p:sp>
          <p:nvSpPr>
            <p:cNvPr id="1959" name="pl1959"/>
            <p:cNvSpPr/>
            <p:nvPr/>
          </p:nvSpPr>
          <p:spPr>
            <a:xfrm>
              <a:off x="7903627" y="7277428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" name="pl1960"/>
            <p:cNvSpPr/>
            <p:nvPr/>
          </p:nvSpPr>
          <p:spPr>
            <a:xfrm>
              <a:off x="7903627" y="6891684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" name="pl1961"/>
            <p:cNvSpPr/>
            <p:nvPr/>
          </p:nvSpPr>
          <p:spPr>
            <a:xfrm>
              <a:off x="7903627" y="6505940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" name="pl1962"/>
            <p:cNvSpPr/>
            <p:nvPr/>
          </p:nvSpPr>
          <p:spPr>
            <a:xfrm>
              <a:off x="7903627" y="612019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" name="pl1963"/>
            <p:cNvSpPr/>
            <p:nvPr/>
          </p:nvSpPr>
          <p:spPr>
            <a:xfrm>
              <a:off x="7903627" y="5734452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" name="pl1964"/>
            <p:cNvSpPr/>
            <p:nvPr/>
          </p:nvSpPr>
          <p:spPr>
            <a:xfrm>
              <a:off x="7928932" y="7335173"/>
              <a:ext cx="2307457" cy="0"/>
            </a:xfrm>
            <a:custGeom>
              <a:avLst/>
              <a:pathLst>
                <a:path w="2307457" h="0">
                  <a:moveTo>
                    <a:pt x="0" y="0"/>
                  </a:moveTo>
                  <a:lnTo>
                    <a:pt x="2307457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" name="pl1965"/>
            <p:cNvSpPr/>
            <p:nvPr/>
          </p:nvSpPr>
          <p:spPr>
            <a:xfrm>
              <a:off x="8028871" y="73351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" name="pl1966"/>
            <p:cNvSpPr/>
            <p:nvPr/>
          </p:nvSpPr>
          <p:spPr>
            <a:xfrm>
              <a:off x="8621096" y="73351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" name="pl1967"/>
            <p:cNvSpPr/>
            <p:nvPr/>
          </p:nvSpPr>
          <p:spPr>
            <a:xfrm>
              <a:off x="9213321" y="73351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" name="pl1968"/>
            <p:cNvSpPr/>
            <p:nvPr/>
          </p:nvSpPr>
          <p:spPr>
            <a:xfrm>
              <a:off x="9805546" y="73351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" name="tx1969"/>
            <p:cNvSpPr/>
            <p:nvPr/>
          </p:nvSpPr>
          <p:spPr>
            <a:xfrm>
              <a:off x="7978214" y="7380722"/>
              <a:ext cx="10131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-6</a:t>
              </a:r>
            </a:p>
          </p:txBody>
        </p:sp>
        <p:sp>
          <p:nvSpPr>
            <p:cNvPr id="1970" name="tx1970"/>
            <p:cNvSpPr/>
            <p:nvPr/>
          </p:nvSpPr>
          <p:spPr>
            <a:xfrm>
              <a:off x="8570439" y="7380722"/>
              <a:ext cx="10131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-3</a:t>
              </a:r>
            </a:p>
          </p:txBody>
        </p:sp>
        <p:sp>
          <p:nvSpPr>
            <p:cNvPr id="1971" name="tx1971"/>
            <p:cNvSpPr/>
            <p:nvPr/>
          </p:nvSpPr>
          <p:spPr>
            <a:xfrm>
              <a:off x="9180997" y="7380722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972" name="tx1972"/>
            <p:cNvSpPr/>
            <p:nvPr/>
          </p:nvSpPr>
          <p:spPr>
            <a:xfrm>
              <a:off x="9773222" y="7380722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</a:t>
              </a:r>
            </a:p>
          </p:txBody>
        </p:sp>
        <p:sp>
          <p:nvSpPr>
            <p:cNvPr id="1973" name="tx1973"/>
            <p:cNvSpPr/>
            <p:nvPr/>
          </p:nvSpPr>
          <p:spPr>
            <a:xfrm>
              <a:off x="8571282" y="7501328"/>
              <a:ext cx="1022756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Log2 Fold Change</a:t>
              </a:r>
            </a:p>
          </p:txBody>
        </p:sp>
        <p:sp>
          <p:nvSpPr>
            <p:cNvPr id="1974" name="tx1974"/>
            <p:cNvSpPr/>
            <p:nvPr/>
          </p:nvSpPr>
          <p:spPr>
            <a:xfrm rot="-5400000">
              <a:off x="7613499" y="6693583"/>
              <a:ext cx="28620" cy="769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−</a:t>
              </a:r>
            </a:p>
          </p:txBody>
        </p:sp>
        <p:sp>
          <p:nvSpPr>
            <p:cNvPr id="1975" name="tx1975"/>
            <p:cNvSpPr/>
            <p:nvPr/>
          </p:nvSpPr>
          <p:spPr>
            <a:xfrm rot="-5400000">
              <a:off x="7608790" y="6643825"/>
              <a:ext cx="31729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</a:t>
              </a:r>
            </a:p>
          </p:txBody>
        </p:sp>
        <p:sp>
          <p:nvSpPr>
            <p:cNvPr id="1976" name="tx1976"/>
            <p:cNvSpPr/>
            <p:nvPr/>
          </p:nvSpPr>
          <p:spPr>
            <a:xfrm rot="-5400000">
              <a:off x="7589679" y="6592984"/>
              <a:ext cx="69951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</a:t>
              </a:r>
            </a:p>
          </p:txBody>
        </p:sp>
        <p:sp>
          <p:nvSpPr>
            <p:cNvPr id="1977" name="tx1977"/>
            <p:cNvSpPr/>
            <p:nvPr/>
          </p:nvSpPr>
          <p:spPr>
            <a:xfrm rot="-5400000">
              <a:off x="7588398" y="6521752"/>
              <a:ext cx="72511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</a:t>
              </a:r>
            </a:p>
          </p:txBody>
        </p:sp>
        <p:sp>
          <p:nvSpPr>
            <p:cNvPr id="1978" name="tx1978"/>
            <p:cNvSpPr/>
            <p:nvPr/>
          </p:nvSpPr>
          <p:spPr>
            <a:xfrm rot="-5400000">
              <a:off x="7610509" y="6447046"/>
              <a:ext cx="101864" cy="583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3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1979" name="tx1979"/>
            <p:cNvSpPr/>
            <p:nvPr/>
          </p:nvSpPr>
          <p:spPr>
            <a:xfrm rot="-5400000">
              <a:off x="7594433" y="6353411"/>
              <a:ext cx="47548" cy="961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5" i="0" b="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(</a:t>
              </a:r>
            </a:p>
          </p:txBody>
        </p:sp>
        <p:sp>
          <p:nvSpPr>
            <p:cNvPr id="1980" name="tx1980"/>
            <p:cNvSpPr/>
            <p:nvPr/>
          </p:nvSpPr>
          <p:spPr>
            <a:xfrm rot="-5400000">
              <a:off x="7591782" y="6303211"/>
              <a:ext cx="65745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</a:t>
              </a:r>
            </a:p>
          </p:txBody>
        </p:sp>
        <p:sp>
          <p:nvSpPr>
            <p:cNvPr id="1981" name="tx1981"/>
            <p:cNvSpPr/>
            <p:nvPr/>
          </p:nvSpPr>
          <p:spPr>
            <a:xfrm rot="-5400000">
              <a:off x="7580626" y="6226310"/>
              <a:ext cx="88056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</a:t>
              </a:r>
            </a:p>
          </p:txBody>
        </p:sp>
        <p:sp>
          <p:nvSpPr>
            <p:cNvPr id="1982" name="tx1982"/>
            <p:cNvSpPr/>
            <p:nvPr/>
          </p:nvSpPr>
          <p:spPr>
            <a:xfrm rot="-5400000">
              <a:off x="7584924" y="6142551"/>
              <a:ext cx="79461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</a:t>
              </a:r>
            </a:p>
          </p:txBody>
        </p:sp>
        <p:sp>
          <p:nvSpPr>
            <p:cNvPr id="1983" name="tx1983"/>
            <p:cNvSpPr/>
            <p:nvPr/>
          </p:nvSpPr>
          <p:spPr>
            <a:xfrm rot="-5400000">
              <a:off x="7594433" y="6072599"/>
              <a:ext cx="47548" cy="961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5" i="0" b="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)</a:t>
              </a:r>
            </a:p>
          </p:txBody>
        </p:sp>
        <p:sp>
          <p:nvSpPr>
            <p:cNvPr id="1984" name="rc1984"/>
            <p:cNvSpPr/>
            <p:nvPr/>
          </p:nvSpPr>
          <p:spPr>
            <a:xfrm>
              <a:off x="9222955" y="5606502"/>
              <a:ext cx="642394" cy="3513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5" name="rc1985"/>
            <p:cNvSpPr/>
            <p:nvPr/>
          </p:nvSpPr>
          <p:spPr>
            <a:xfrm>
              <a:off x="9273565" y="5657112"/>
              <a:ext cx="60732" cy="833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6" name="pt1986"/>
            <p:cNvSpPr/>
            <p:nvPr/>
          </p:nvSpPr>
          <p:spPr>
            <a:xfrm>
              <a:off x="9284398" y="5679272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" name="rc1987"/>
            <p:cNvSpPr/>
            <p:nvPr/>
          </p:nvSpPr>
          <p:spPr>
            <a:xfrm>
              <a:off x="9273565" y="5740500"/>
              <a:ext cx="60732" cy="833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8" name="pt1988"/>
            <p:cNvSpPr/>
            <p:nvPr/>
          </p:nvSpPr>
          <p:spPr>
            <a:xfrm>
              <a:off x="9284398" y="576266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" name="rc1989"/>
            <p:cNvSpPr/>
            <p:nvPr/>
          </p:nvSpPr>
          <p:spPr>
            <a:xfrm>
              <a:off x="9273565" y="5823888"/>
              <a:ext cx="60732" cy="833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0" name="pt1990"/>
            <p:cNvSpPr/>
            <p:nvPr/>
          </p:nvSpPr>
          <p:spPr>
            <a:xfrm>
              <a:off x="9284398" y="5846049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" name="tx1991"/>
            <p:cNvSpPr/>
            <p:nvPr/>
          </p:nvSpPr>
          <p:spPr>
            <a:xfrm>
              <a:off x="9384907" y="5666390"/>
              <a:ext cx="47311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Consumed</a:t>
              </a:r>
            </a:p>
          </p:txBody>
        </p:sp>
        <p:sp>
          <p:nvSpPr>
            <p:cNvPr id="1992" name="tx1992"/>
            <p:cNvSpPr/>
            <p:nvPr/>
          </p:nvSpPr>
          <p:spPr>
            <a:xfrm>
              <a:off x="9384907" y="5749779"/>
              <a:ext cx="293248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NotSig</a:t>
              </a:r>
            </a:p>
          </p:txBody>
        </p:sp>
        <p:sp>
          <p:nvSpPr>
            <p:cNvPr id="1993" name="tx1993"/>
            <p:cNvSpPr/>
            <p:nvPr/>
          </p:nvSpPr>
          <p:spPr>
            <a:xfrm>
              <a:off x="9384907" y="5833167"/>
              <a:ext cx="413766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Produced</a:t>
              </a:r>
            </a:p>
          </p:txBody>
        </p:sp>
        <p:sp>
          <p:nvSpPr>
            <p:cNvPr id="1994" name="tx1994"/>
            <p:cNvSpPr/>
            <p:nvPr/>
          </p:nvSpPr>
          <p:spPr>
            <a:xfrm>
              <a:off x="8717769" y="5412264"/>
              <a:ext cx="729782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666666">
                      <a:alpha val="100000"/>
                    </a:srgbClr>
                  </a:solidFill>
                  <a:latin typeface="DejaVu Sans"/>
                  <a:cs typeface="DejaVu Sans"/>
                </a:rPr>
                <a:t>Burkholderia</a:t>
              </a:r>
            </a:p>
          </p:txBody>
        </p:sp>
        <p:sp>
          <p:nvSpPr>
            <p:cNvPr id="1995" name="tx1995"/>
            <p:cNvSpPr/>
            <p:nvPr/>
          </p:nvSpPr>
          <p:spPr>
            <a:xfrm>
              <a:off x="7607442" y="5413866"/>
              <a:ext cx="127284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</a:t>
              </a:r>
            </a:p>
          </p:txBody>
        </p:sp>
        <p:sp>
          <p:nvSpPr>
            <p:cNvPr id="1996" name="rc1996"/>
            <p:cNvSpPr/>
            <p:nvPr/>
          </p:nvSpPr>
          <p:spPr>
            <a:xfrm>
              <a:off x="10287000" y="5617279"/>
              <a:ext cx="2743200" cy="1749603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1997" name="pg1997"/>
            <p:cNvSpPr/>
            <p:nvPr/>
          </p:nvSpPr>
          <p:spPr>
            <a:xfrm>
              <a:off x="10389502" y="5944212"/>
              <a:ext cx="1025024" cy="1343143"/>
            </a:xfrm>
            <a:custGeom>
              <a:avLst/>
              <a:pathLst>
                <a:path w="1025024" h="1343143">
                  <a:moveTo>
                    <a:pt x="88404" y="88404"/>
                  </a:moveTo>
                  <a:lnTo>
                    <a:pt x="110479" y="68631"/>
                  </a:lnTo>
                  <a:lnTo>
                    <a:pt x="134769" y="51237"/>
                  </a:lnTo>
                  <a:lnTo>
                    <a:pt x="161176" y="36291"/>
                  </a:lnTo>
                  <a:lnTo>
                    <a:pt x="189599" y="23853"/>
                  </a:lnTo>
                  <a:lnTo>
                    <a:pt x="219923" y="13970"/>
                  </a:lnTo>
                  <a:lnTo>
                    <a:pt x="252030" y="6683"/>
                  </a:lnTo>
                  <a:lnTo>
                    <a:pt x="285792" y="2020"/>
                  </a:lnTo>
                  <a:lnTo>
                    <a:pt x="321077" y="0"/>
                  </a:lnTo>
                  <a:lnTo>
                    <a:pt x="357745" y="629"/>
                  </a:lnTo>
                  <a:lnTo>
                    <a:pt x="390890" y="3495"/>
                  </a:lnTo>
                  <a:lnTo>
                    <a:pt x="390944" y="14686"/>
                  </a:lnTo>
                  <a:lnTo>
                    <a:pt x="393587" y="45307"/>
                  </a:lnTo>
                  <a:lnTo>
                    <a:pt x="398721" y="77471"/>
                  </a:lnTo>
                  <a:lnTo>
                    <a:pt x="406327" y="111049"/>
                  </a:lnTo>
                  <a:lnTo>
                    <a:pt x="416375" y="145909"/>
                  </a:lnTo>
                  <a:lnTo>
                    <a:pt x="428825" y="181914"/>
                  </a:lnTo>
                  <a:lnTo>
                    <a:pt x="443628" y="218921"/>
                  </a:lnTo>
                  <a:lnTo>
                    <a:pt x="460726" y="256785"/>
                  </a:lnTo>
                  <a:lnTo>
                    <a:pt x="480050" y="295356"/>
                  </a:lnTo>
                  <a:lnTo>
                    <a:pt x="501526" y="334482"/>
                  </a:lnTo>
                  <a:lnTo>
                    <a:pt x="525067" y="374008"/>
                  </a:lnTo>
                  <a:lnTo>
                    <a:pt x="550581" y="413778"/>
                  </a:lnTo>
                  <a:lnTo>
                    <a:pt x="567988" y="439112"/>
                  </a:lnTo>
                  <a:lnTo>
                    <a:pt x="564770" y="443906"/>
                  </a:lnTo>
                  <a:lnTo>
                    <a:pt x="541121" y="481811"/>
                  </a:lnTo>
                  <a:lnTo>
                    <a:pt x="519381" y="519535"/>
                  </a:lnTo>
                  <a:lnTo>
                    <a:pt x="499638" y="556929"/>
                  </a:lnTo>
                  <a:lnTo>
                    <a:pt x="481967" y="593846"/>
                  </a:lnTo>
                  <a:lnTo>
                    <a:pt x="466440" y="630140"/>
                  </a:lnTo>
                  <a:lnTo>
                    <a:pt x="453117" y="665667"/>
                  </a:lnTo>
                  <a:lnTo>
                    <a:pt x="442052" y="700287"/>
                  </a:lnTo>
                  <a:lnTo>
                    <a:pt x="433287" y="733864"/>
                  </a:lnTo>
                  <a:lnTo>
                    <a:pt x="426857" y="766266"/>
                  </a:lnTo>
                  <a:lnTo>
                    <a:pt x="422789" y="797363"/>
                  </a:lnTo>
                  <a:lnTo>
                    <a:pt x="421096" y="827035"/>
                  </a:lnTo>
                  <a:lnTo>
                    <a:pt x="421788" y="855163"/>
                  </a:lnTo>
                  <a:lnTo>
                    <a:pt x="424860" y="881636"/>
                  </a:lnTo>
                  <a:lnTo>
                    <a:pt x="430300" y="906350"/>
                  </a:lnTo>
                  <a:lnTo>
                    <a:pt x="438088" y="929208"/>
                  </a:lnTo>
                  <a:lnTo>
                    <a:pt x="448192" y="950119"/>
                  </a:lnTo>
                  <a:lnTo>
                    <a:pt x="460573" y="969001"/>
                  </a:lnTo>
                  <a:lnTo>
                    <a:pt x="475181" y="985779"/>
                  </a:lnTo>
                  <a:lnTo>
                    <a:pt x="491959" y="1000387"/>
                  </a:lnTo>
                  <a:lnTo>
                    <a:pt x="510841" y="1012768"/>
                  </a:lnTo>
                  <a:lnTo>
                    <a:pt x="531752" y="1022872"/>
                  </a:lnTo>
                  <a:lnTo>
                    <a:pt x="554610" y="1030660"/>
                  </a:lnTo>
                  <a:lnTo>
                    <a:pt x="579324" y="1036100"/>
                  </a:lnTo>
                  <a:lnTo>
                    <a:pt x="605797" y="1039172"/>
                  </a:lnTo>
                  <a:lnTo>
                    <a:pt x="633925" y="1039864"/>
                  </a:lnTo>
                  <a:lnTo>
                    <a:pt x="663597" y="1038171"/>
                  </a:lnTo>
                  <a:lnTo>
                    <a:pt x="694694" y="1034103"/>
                  </a:lnTo>
                  <a:lnTo>
                    <a:pt x="707449" y="1031572"/>
                  </a:lnTo>
                  <a:lnTo>
                    <a:pt x="708925" y="1057350"/>
                  </a:lnTo>
                  <a:lnTo>
                    <a:pt x="713588" y="1091113"/>
                  </a:lnTo>
                  <a:lnTo>
                    <a:pt x="720875" y="1123220"/>
                  </a:lnTo>
                  <a:lnTo>
                    <a:pt x="730758" y="1153544"/>
                  </a:lnTo>
                  <a:lnTo>
                    <a:pt x="743196" y="1181966"/>
                  </a:lnTo>
                  <a:lnTo>
                    <a:pt x="758142" y="1208374"/>
                  </a:lnTo>
                  <a:lnTo>
                    <a:pt x="775536" y="1232663"/>
                  </a:lnTo>
                  <a:lnTo>
                    <a:pt x="795309" y="1254738"/>
                  </a:lnTo>
                  <a:lnTo>
                    <a:pt x="817384" y="1274512"/>
                  </a:lnTo>
                  <a:lnTo>
                    <a:pt x="841674" y="1291906"/>
                  </a:lnTo>
                  <a:lnTo>
                    <a:pt x="868081" y="1306851"/>
                  </a:lnTo>
                  <a:lnTo>
                    <a:pt x="896504" y="1319290"/>
                  </a:lnTo>
                  <a:lnTo>
                    <a:pt x="926828" y="1329172"/>
                  </a:lnTo>
                  <a:lnTo>
                    <a:pt x="958935" y="1336459"/>
                  </a:lnTo>
                  <a:lnTo>
                    <a:pt x="992697" y="1341122"/>
                  </a:lnTo>
                  <a:lnTo>
                    <a:pt x="1025024" y="1342974"/>
                  </a:lnTo>
                  <a:lnTo>
                    <a:pt x="1022066" y="1343143"/>
                  </a:lnTo>
                  <a:lnTo>
                    <a:pt x="985397" y="1342513"/>
                  </a:lnTo>
                  <a:lnTo>
                    <a:pt x="947491" y="1339236"/>
                  </a:lnTo>
                  <a:lnTo>
                    <a:pt x="908495" y="1333323"/>
                  </a:lnTo>
                  <a:lnTo>
                    <a:pt x="868564" y="1324799"/>
                  </a:lnTo>
                  <a:lnTo>
                    <a:pt x="827856" y="1313697"/>
                  </a:lnTo>
                  <a:lnTo>
                    <a:pt x="786531" y="1300060"/>
                  </a:lnTo>
                  <a:lnTo>
                    <a:pt x="744753" y="1283944"/>
                  </a:lnTo>
                  <a:lnTo>
                    <a:pt x="702685" y="1265410"/>
                  </a:lnTo>
                  <a:lnTo>
                    <a:pt x="660495" y="1244533"/>
                  </a:lnTo>
                  <a:lnTo>
                    <a:pt x="618349" y="1221395"/>
                  </a:lnTo>
                  <a:lnTo>
                    <a:pt x="576412" y="1196086"/>
                  </a:lnTo>
                  <a:lnTo>
                    <a:pt x="534851" y="1168708"/>
                  </a:lnTo>
                  <a:lnTo>
                    <a:pt x="493830" y="1139368"/>
                  </a:lnTo>
                  <a:lnTo>
                    <a:pt x="453510" y="1108181"/>
                  </a:lnTo>
                  <a:lnTo>
                    <a:pt x="414051" y="1075272"/>
                  </a:lnTo>
                  <a:lnTo>
                    <a:pt x="375608" y="1040769"/>
                  </a:lnTo>
                  <a:lnTo>
                    <a:pt x="338333" y="1004809"/>
                  </a:lnTo>
                  <a:lnTo>
                    <a:pt x="302373" y="967535"/>
                  </a:lnTo>
                  <a:lnTo>
                    <a:pt x="267871" y="929092"/>
                  </a:lnTo>
                  <a:lnTo>
                    <a:pt x="234961" y="889632"/>
                  </a:lnTo>
                  <a:lnTo>
                    <a:pt x="203775" y="849312"/>
                  </a:lnTo>
                  <a:lnTo>
                    <a:pt x="174434" y="808291"/>
                  </a:lnTo>
                  <a:lnTo>
                    <a:pt x="147056" y="766730"/>
                  </a:lnTo>
                  <a:lnTo>
                    <a:pt x="121748" y="724794"/>
                  </a:lnTo>
                  <a:lnTo>
                    <a:pt x="98610" y="682647"/>
                  </a:lnTo>
                  <a:lnTo>
                    <a:pt x="77732" y="640457"/>
                  </a:lnTo>
                  <a:lnTo>
                    <a:pt x="59199" y="598390"/>
                  </a:lnTo>
                  <a:lnTo>
                    <a:pt x="43082" y="556611"/>
                  </a:lnTo>
                  <a:lnTo>
                    <a:pt x="29446" y="515286"/>
                  </a:lnTo>
                  <a:lnTo>
                    <a:pt x="18344" y="474578"/>
                  </a:lnTo>
                  <a:lnTo>
                    <a:pt x="9819" y="434647"/>
                  </a:lnTo>
                  <a:lnTo>
                    <a:pt x="3907" y="395652"/>
                  </a:lnTo>
                  <a:lnTo>
                    <a:pt x="629" y="357745"/>
                  </a:lnTo>
                  <a:lnTo>
                    <a:pt x="0" y="321077"/>
                  </a:lnTo>
                  <a:lnTo>
                    <a:pt x="2020" y="285792"/>
                  </a:lnTo>
                  <a:lnTo>
                    <a:pt x="6683" y="252030"/>
                  </a:lnTo>
                  <a:lnTo>
                    <a:pt x="13970" y="219923"/>
                  </a:lnTo>
                  <a:lnTo>
                    <a:pt x="23853" y="189599"/>
                  </a:lnTo>
                  <a:lnTo>
                    <a:pt x="36291" y="161176"/>
                  </a:lnTo>
                  <a:lnTo>
                    <a:pt x="51237" y="134769"/>
                  </a:lnTo>
                  <a:lnTo>
                    <a:pt x="68631" y="110479"/>
                  </a:lnTo>
                  <a:close/>
                </a:path>
              </a:pathLst>
            </a:custGeom>
            <a:solidFill>
              <a:srgbClr val="F0CDC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8" name="pg1998"/>
            <p:cNvSpPr/>
            <p:nvPr/>
          </p:nvSpPr>
          <p:spPr>
            <a:xfrm>
              <a:off x="10780392" y="5947707"/>
              <a:ext cx="404713" cy="435616"/>
            </a:xfrm>
            <a:custGeom>
              <a:avLst/>
              <a:pathLst>
                <a:path w="404713" h="435616">
                  <a:moveTo>
                    <a:pt x="43757" y="6324"/>
                  </a:moveTo>
                  <a:lnTo>
                    <a:pt x="83688" y="14848"/>
                  </a:lnTo>
                  <a:lnTo>
                    <a:pt x="124396" y="25950"/>
                  </a:lnTo>
                  <a:lnTo>
                    <a:pt x="165721" y="39587"/>
                  </a:lnTo>
                  <a:lnTo>
                    <a:pt x="207499" y="55703"/>
                  </a:lnTo>
                  <a:lnTo>
                    <a:pt x="249567" y="74237"/>
                  </a:lnTo>
                  <a:lnTo>
                    <a:pt x="291757" y="95114"/>
                  </a:lnTo>
                  <a:lnTo>
                    <a:pt x="333903" y="118252"/>
                  </a:lnTo>
                  <a:lnTo>
                    <a:pt x="375840" y="143561"/>
                  </a:lnTo>
                  <a:lnTo>
                    <a:pt x="404713" y="162581"/>
                  </a:lnTo>
                  <a:lnTo>
                    <a:pt x="384205" y="182512"/>
                  </a:lnTo>
                  <a:lnTo>
                    <a:pt x="350173" y="217530"/>
                  </a:lnTo>
                  <a:lnTo>
                    <a:pt x="317262" y="253396"/>
                  </a:lnTo>
                  <a:lnTo>
                    <a:pt x="285601" y="289969"/>
                  </a:lnTo>
                  <a:lnTo>
                    <a:pt x="255316" y="327104"/>
                  </a:lnTo>
                  <a:lnTo>
                    <a:pt x="226526" y="364655"/>
                  </a:lnTo>
                  <a:lnTo>
                    <a:pt x="199345" y="402474"/>
                  </a:lnTo>
                  <a:lnTo>
                    <a:pt x="177098" y="435616"/>
                  </a:lnTo>
                  <a:lnTo>
                    <a:pt x="159691" y="410282"/>
                  </a:lnTo>
                  <a:lnTo>
                    <a:pt x="134176" y="370512"/>
                  </a:lnTo>
                  <a:lnTo>
                    <a:pt x="110635" y="330986"/>
                  </a:lnTo>
                  <a:lnTo>
                    <a:pt x="89160" y="291860"/>
                  </a:lnTo>
                  <a:lnTo>
                    <a:pt x="69835" y="253289"/>
                  </a:lnTo>
                  <a:lnTo>
                    <a:pt x="52738" y="215426"/>
                  </a:lnTo>
                  <a:lnTo>
                    <a:pt x="37935" y="178418"/>
                  </a:lnTo>
                  <a:lnTo>
                    <a:pt x="25485" y="142413"/>
                  </a:lnTo>
                  <a:lnTo>
                    <a:pt x="15437" y="107553"/>
                  </a:lnTo>
                  <a:lnTo>
                    <a:pt x="7831" y="73975"/>
                  </a:lnTo>
                  <a:lnTo>
                    <a:pt x="2696" y="41812"/>
                  </a:lnTo>
                  <a:lnTo>
                    <a:pt x="54" y="11190"/>
                  </a:lnTo>
                  <a:lnTo>
                    <a:pt x="0" y="0"/>
                  </a:lnTo>
                  <a:lnTo>
                    <a:pt x="4761" y="4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9" name="pg1999"/>
            <p:cNvSpPr/>
            <p:nvPr/>
          </p:nvSpPr>
          <p:spPr>
            <a:xfrm>
              <a:off x="10957490" y="6110289"/>
              <a:ext cx="457035" cy="531525"/>
            </a:xfrm>
            <a:custGeom>
              <a:avLst/>
              <a:pathLst>
                <a:path w="457035" h="531525">
                  <a:moveTo>
                    <a:pt x="281324" y="37698"/>
                  </a:moveTo>
                  <a:lnTo>
                    <a:pt x="321644" y="68884"/>
                  </a:lnTo>
                  <a:lnTo>
                    <a:pt x="361103" y="101793"/>
                  </a:lnTo>
                  <a:lnTo>
                    <a:pt x="399546" y="136296"/>
                  </a:lnTo>
                  <a:lnTo>
                    <a:pt x="436821" y="172256"/>
                  </a:lnTo>
                  <a:lnTo>
                    <a:pt x="457035" y="193210"/>
                  </a:lnTo>
                  <a:lnTo>
                    <a:pt x="441290" y="209531"/>
                  </a:lnTo>
                  <a:lnTo>
                    <a:pt x="406787" y="247974"/>
                  </a:lnTo>
                  <a:lnTo>
                    <a:pt x="373878" y="287433"/>
                  </a:lnTo>
                  <a:lnTo>
                    <a:pt x="342691" y="327753"/>
                  </a:lnTo>
                  <a:lnTo>
                    <a:pt x="313351" y="368774"/>
                  </a:lnTo>
                  <a:lnTo>
                    <a:pt x="285973" y="410335"/>
                  </a:lnTo>
                  <a:lnTo>
                    <a:pt x="260664" y="452272"/>
                  </a:lnTo>
                  <a:lnTo>
                    <a:pt x="237526" y="494418"/>
                  </a:lnTo>
                  <a:lnTo>
                    <a:pt x="219164" y="531525"/>
                  </a:lnTo>
                  <a:lnTo>
                    <a:pt x="207107" y="519788"/>
                  </a:lnTo>
                  <a:lnTo>
                    <a:pt x="170982" y="482677"/>
                  </a:lnTo>
                  <a:lnTo>
                    <a:pt x="135987" y="444727"/>
                  </a:lnTo>
                  <a:lnTo>
                    <a:pt x="102259" y="406086"/>
                  </a:lnTo>
                  <a:lnTo>
                    <a:pt x="69931" y="366908"/>
                  </a:lnTo>
                  <a:lnTo>
                    <a:pt x="39130" y="327347"/>
                  </a:lnTo>
                  <a:lnTo>
                    <a:pt x="9979" y="287559"/>
                  </a:lnTo>
                  <a:lnTo>
                    <a:pt x="0" y="273034"/>
                  </a:lnTo>
                  <a:lnTo>
                    <a:pt x="22247" y="239892"/>
                  </a:lnTo>
                  <a:lnTo>
                    <a:pt x="49428" y="202074"/>
                  </a:lnTo>
                  <a:lnTo>
                    <a:pt x="78218" y="164523"/>
                  </a:lnTo>
                  <a:lnTo>
                    <a:pt x="108503" y="127388"/>
                  </a:lnTo>
                  <a:lnTo>
                    <a:pt x="140164" y="90815"/>
                  </a:lnTo>
                  <a:lnTo>
                    <a:pt x="173075" y="54949"/>
                  </a:lnTo>
                  <a:lnTo>
                    <a:pt x="207107" y="19931"/>
                  </a:lnTo>
                  <a:lnTo>
                    <a:pt x="227615" y="0"/>
                  </a:lnTo>
                  <a:lnTo>
                    <a:pt x="240303" y="83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0" name="pg2000"/>
            <p:cNvSpPr/>
            <p:nvPr/>
          </p:nvSpPr>
          <p:spPr>
            <a:xfrm>
              <a:off x="11176655" y="6303499"/>
              <a:ext cx="475735" cy="533685"/>
            </a:xfrm>
            <a:custGeom>
              <a:avLst/>
              <a:pathLst>
                <a:path w="475735" h="533685">
                  <a:moveTo>
                    <a:pt x="253616" y="16321"/>
                  </a:moveTo>
                  <a:lnTo>
                    <a:pt x="288119" y="54764"/>
                  </a:lnTo>
                  <a:lnTo>
                    <a:pt x="321028" y="94223"/>
                  </a:lnTo>
                  <a:lnTo>
                    <a:pt x="352215" y="134543"/>
                  </a:lnTo>
                  <a:lnTo>
                    <a:pt x="381555" y="175564"/>
                  </a:lnTo>
                  <a:lnTo>
                    <a:pt x="408933" y="217125"/>
                  </a:lnTo>
                  <a:lnTo>
                    <a:pt x="434241" y="259062"/>
                  </a:lnTo>
                  <a:lnTo>
                    <a:pt x="457380" y="301208"/>
                  </a:lnTo>
                  <a:lnTo>
                    <a:pt x="475735" y="338302"/>
                  </a:lnTo>
                  <a:lnTo>
                    <a:pt x="452781" y="360610"/>
                  </a:lnTo>
                  <a:lnTo>
                    <a:pt x="416915" y="393521"/>
                  </a:lnTo>
                  <a:lnTo>
                    <a:pt x="380342" y="425181"/>
                  </a:lnTo>
                  <a:lnTo>
                    <a:pt x="343207" y="455466"/>
                  </a:lnTo>
                  <a:lnTo>
                    <a:pt x="305656" y="484256"/>
                  </a:lnTo>
                  <a:lnTo>
                    <a:pt x="267837" y="511438"/>
                  </a:lnTo>
                  <a:lnTo>
                    <a:pt x="234695" y="533685"/>
                  </a:lnTo>
                  <a:lnTo>
                    <a:pt x="220171" y="523705"/>
                  </a:lnTo>
                  <a:lnTo>
                    <a:pt x="180383" y="494554"/>
                  </a:lnTo>
                  <a:lnTo>
                    <a:pt x="140821" y="463754"/>
                  </a:lnTo>
                  <a:lnTo>
                    <a:pt x="101643" y="431425"/>
                  </a:lnTo>
                  <a:lnTo>
                    <a:pt x="63003" y="397697"/>
                  </a:lnTo>
                  <a:lnTo>
                    <a:pt x="25052" y="362702"/>
                  </a:lnTo>
                  <a:lnTo>
                    <a:pt x="0" y="338315"/>
                  </a:lnTo>
                  <a:lnTo>
                    <a:pt x="18361" y="301208"/>
                  </a:lnTo>
                  <a:lnTo>
                    <a:pt x="41500" y="259062"/>
                  </a:lnTo>
                  <a:lnTo>
                    <a:pt x="66808" y="217125"/>
                  </a:lnTo>
                  <a:lnTo>
                    <a:pt x="94186" y="175564"/>
                  </a:lnTo>
                  <a:lnTo>
                    <a:pt x="123526" y="134543"/>
                  </a:lnTo>
                  <a:lnTo>
                    <a:pt x="154713" y="94223"/>
                  </a:lnTo>
                  <a:lnTo>
                    <a:pt x="187622" y="54764"/>
                  </a:lnTo>
                  <a:lnTo>
                    <a:pt x="222125" y="16321"/>
                  </a:lnTo>
                  <a:lnTo>
                    <a:pt x="23787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1" name="pg2001"/>
            <p:cNvSpPr/>
            <p:nvPr/>
          </p:nvSpPr>
          <p:spPr>
            <a:xfrm>
              <a:off x="11411351" y="6641801"/>
              <a:ext cx="321294" cy="354595"/>
            </a:xfrm>
            <a:custGeom>
              <a:avLst/>
              <a:pathLst>
                <a:path w="321294" h="354595">
                  <a:moveTo>
                    <a:pt x="243561" y="5096"/>
                  </a:moveTo>
                  <a:lnTo>
                    <a:pt x="262095" y="47163"/>
                  </a:lnTo>
                  <a:lnTo>
                    <a:pt x="278211" y="88942"/>
                  </a:lnTo>
                  <a:lnTo>
                    <a:pt x="291848" y="130267"/>
                  </a:lnTo>
                  <a:lnTo>
                    <a:pt x="302950" y="170975"/>
                  </a:lnTo>
                  <a:lnTo>
                    <a:pt x="311474" y="210905"/>
                  </a:lnTo>
                  <a:lnTo>
                    <a:pt x="317387" y="249901"/>
                  </a:lnTo>
                  <a:lnTo>
                    <a:pt x="320664" y="287808"/>
                  </a:lnTo>
                  <a:lnTo>
                    <a:pt x="321294" y="324476"/>
                  </a:lnTo>
                  <a:lnTo>
                    <a:pt x="319569" y="354595"/>
                  </a:lnTo>
                  <a:lnTo>
                    <a:pt x="293202" y="346995"/>
                  </a:lnTo>
                  <a:lnTo>
                    <a:pt x="257197" y="334545"/>
                  </a:lnTo>
                  <a:lnTo>
                    <a:pt x="220190" y="319742"/>
                  </a:lnTo>
                  <a:lnTo>
                    <a:pt x="182326" y="302644"/>
                  </a:lnTo>
                  <a:lnTo>
                    <a:pt x="143755" y="283320"/>
                  </a:lnTo>
                  <a:lnTo>
                    <a:pt x="104629" y="261845"/>
                  </a:lnTo>
                  <a:lnTo>
                    <a:pt x="65103" y="238303"/>
                  </a:lnTo>
                  <a:lnTo>
                    <a:pt x="25333" y="212789"/>
                  </a:lnTo>
                  <a:lnTo>
                    <a:pt x="0" y="195382"/>
                  </a:lnTo>
                  <a:lnTo>
                    <a:pt x="33142" y="173135"/>
                  </a:lnTo>
                  <a:lnTo>
                    <a:pt x="70960" y="145954"/>
                  </a:lnTo>
                  <a:lnTo>
                    <a:pt x="108511" y="117164"/>
                  </a:lnTo>
                  <a:lnTo>
                    <a:pt x="145646" y="86879"/>
                  </a:lnTo>
                  <a:lnTo>
                    <a:pt x="182219" y="55218"/>
                  </a:lnTo>
                  <a:lnTo>
                    <a:pt x="218085" y="22307"/>
                  </a:lnTo>
                  <a:lnTo>
                    <a:pt x="24103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2" name="pg2002"/>
            <p:cNvSpPr/>
            <p:nvPr/>
          </p:nvSpPr>
          <p:spPr>
            <a:xfrm>
              <a:off x="10810599" y="6383324"/>
              <a:ext cx="366056" cy="600752"/>
            </a:xfrm>
            <a:custGeom>
              <a:avLst/>
              <a:pathLst>
                <a:path w="366056" h="600752">
                  <a:moveTo>
                    <a:pt x="273597" y="594991"/>
                  </a:moveTo>
                  <a:lnTo>
                    <a:pt x="242500" y="599059"/>
                  </a:lnTo>
                  <a:lnTo>
                    <a:pt x="212828" y="600752"/>
                  </a:lnTo>
                  <a:lnTo>
                    <a:pt x="184701" y="600060"/>
                  </a:lnTo>
                  <a:lnTo>
                    <a:pt x="158227" y="596988"/>
                  </a:lnTo>
                  <a:lnTo>
                    <a:pt x="133513" y="591548"/>
                  </a:lnTo>
                  <a:lnTo>
                    <a:pt x="110655" y="583760"/>
                  </a:lnTo>
                  <a:lnTo>
                    <a:pt x="89744" y="573656"/>
                  </a:lnTo>
                  <a:lnTo>
                    <a:pt x="70862" y="561275"/>
                  </a:lnTo>
                  <a:lnTo>
                    <a:pt x="54084" y="546667"/>
                  </a:lnTo>
                  <a:lnTo>
                    <a:pt x="39476" y="529889"/>
                  </a:lnTo>
                  <a:lnTo>
                    <a:pt x="27095" y="511007"/>
                  </a:lnTo>
                  <a:lnTo>
                    <a:pt x="16991" y="490096"/>
                  </a:lnTo>
                  <a:lnTo>
                    <a:pt x="9203" y="467238"/>
                  </a:lnTo>
                  <a:lnTo>
                    <a:pt x="3763" y="442524"/>
                  </a:lnTo>
                  <a:lnTo>
                    <a:pt x="691" y="416051"/>
                  </a:lnTo>
                  <a:lnTo>
                    <a:pt x="0" y="387923"/>
                  </a:lnTo>
                  <a:lnTo>
                    <a:pt x="1692" y="358251"/>
                  </a:lnTo>
                  <a:lnTo>
                    <a:pt x="5760" y="327154"/>
                  </a:lnTo>
                  <a:lnTo>
                    <a:pt x="12190" y="294752"/>
                  </a:lnTo>
                  <a:lnTo>
                    <a:pt x="20955" y="261175"/>
                  </a:lnTo>
                  <a:lnTo>
                    <a:pt x="32021" y="226555"/>
                  </a:lnTo>
                  <a:lnTo>
                    <a:pt x="45343" y="191028"/>
                  </a:lnTo>
                  <a:lnTo>
                    <a:pt x="60870" y="154734"/>
                  </a:lnTo>
                  <a:lnTo>
                    <a:pt x="78541" y="117817"/>
                  </a:lnTo>
                  <a:lnTo>
                    <a:pt x="98284" y="80423"/>
                  </a:lnTo>
                  <a:lnTo>
                    <a:pt x="120024" y="42699"/>
                  </a:lnTo>
                  <a:lnTo>
                    <a:pt x="143673" y="4794"/>
                  </a:lnTo>
                  <a:lnTo>
                    <a:pt x="146891" y="0"/>
                  </a:lnTo>
                  <a:lnTo>
                    <a:pt x="156871" y="14524"/>
                  </a:lnTo>
                  <a:lnTo>
                    <a:pt x="186022" y="54312"/>
                  </a:lnTo>
                  <a:lnTo>
                    <a:pt x="216822" y="93873"/>
                  </a:lnTo>
                  <a:lnTo>
                    <a:pt x="249151" y="133051"/>
                  </a:lnTo>
                  <a:lnTo>
                    <a:pt x="282879" y="171692"/>
                  </a:lnTo>
                  <a:lnTo>
                    <a:pt x="317874" y="209642"/>
                  </a:lnTo>
                  <a:lnTo>
                    <a:pt x="353998" y="246753"/>
                  </a:lnTo>
                  <a:lnTo>
                    <a:pt x="366056" y="258490"/>
                  </a:lnTo>
                  <a:lnTo>
                    <a:pt x="363541" y="263573"/>
                  </a:lnTo>
                  <a:lnTo>
                    <a:pt x="345007" y="305641"/>
                  </a:lnTo>
                  <a:lnTo>
                    <a:pt x="328890" y="347419"/>
                  </a:lnTo>
                  <a:lnTo>
                    <a:pt x="315254" y="388744"/>
                  </a:lnTo>
                  <a:lnTo>
                    <a:pt x="304152" y="429452"/>
                  </a:lnTo>
                  <a:lnTo>
                    <a:pt x="295627" y="469383"/>
                  </a:lnTo>
                  <a:lnTo>
                    <a:pt x="289715" y="508379"/>
                  </a:lnTo>
                  <a:lnTo>
                    <a:pt x="286437" y="546285"/>
                  </a:lnTo>
                  <a:lnTo>
                    <a:pt x="285808" y="582954"/>
                  </a:lnTo>
                  <a:lnTo>
                    <a:pt x="286352" y="592460"/>
                  </a:lnTo>
                  <a:close/>
                </a:path>
              </a:pathLst>
            </a:custGeom>
            <a:solidFill>
              <a:srgbClr val="E6B5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3" name="pg2003"/>
            <p:cNvSpPr/>
            <p:nvPr/>
          </p:nvSpPr>
          <p:spPr>
            <a:xfrm>
              <a:off x="11096407" y="6641814"/>
              <a:ext cx="314943" cy="333969"/>
            </a:xfrm>
            <a:custGeom>
              <a:avLst/>
              <a:pathLst>
                <a:path w="314943" h="333969">
                  <a:moveTo>
                    <a:pt x="310149" y="198588"/>
                  </a:moveTo>
                  <a:lnTo>
                    <a:pt x="272244" y="222237"/>
                  </a:lnTo>
                  <a:lnTo>
                    <a:pt x="234520" y="243976"/>
                  </a:lnTo>
                  <a:lnTo>
                    <a:pt x="197126" y="263720"/>
                  </a:lnTo>
                  <a:lnTo>
                    <a:pt x="160209" y="281390"/>
                  </a:lnTo>
                  <a:lnTo>
                    <a:pt x="123915" y="296917"/>
                  </a:lnTo>
                  <a:lnTo>
                    <a:pt x="88388" y="310240"/>
                  </a:lnTo>
                  <a:lnTo>
                    <a:pt x="53768" y="321305"/>
                  </a:lnTo>
                  <a:lnTo>
                    <a:pt x="20191" y="330070"/>
                  </a:lnTo>
                  <a:lnTo>
                    <a:pt x="544" y="333969"/>
                  </a:lnTo>
                  <a:lnTo>
                    <a:pt x="0" y="324463"/>
                  </a:lnTo>
                  <a:lnTo>
                    <a:pt x="629" y="287795"/>
                  </a:lnTo>
                  <a:lnTo>
                    <a:pt x="3907" y="249888"/>
                  </a:lnTo>
                  <a:lnTo>
                    <a:pt x="9819" y="210892"/>
                  </a:lnTo>
                  <a:lnTo>
                    <a:pt x="18344" y="170962"/>
                  </a:lnTo>
                  <a:lnTo>
                    <a:pt x="29446" y="130254"/>
                  </a:lnTo>
                  <a:lnTo>
                    <a:pt x="43082" y="88929"/>
                  </a:lnTo>
                  <a:lnTo>
                    <a:pt x="59199" y="47150"/>
                  </a:lnTo>
                  <a:lnTo>
                    <a:pt x="77732" y="5083"/>
                  </a:lnTo>
                  <a:lnTo>
                    <a:pt x="80248" y="0"/>
                  </a:lnTo>
                  <a:lnTo>
                    <a:pt x="105301" y="24386"/>
                  </a:lnTo>
                  <a:lnTo>
                    <a:pt x="143251" y="59382"/>
                  </a:lnTo>
                  <a:lnTo>
                    <a:pt x="181892" y="93110"/>
                  </a:lnTo>
                  <a:lnTo>
                    <a:pt x="221070" y="125438"/>
                  </a:lnTo>
                  <a:lnTo>
                    <a:pt x="260631" y="156238"/>
                  </a:lnTo>
                  <a:lnTo>
                    <a:pt x="300419" y="185389"/>
                  </a:lnTo>
                  <a:lnTo>
                    <a:pt x="314943" y="1953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4" name="pg2004"/>
            <p:cNvSpPr/>
            <p:nvPr/>
          </p:nvSpPr>
          <p:spPr>
            <a:xfrm>
              <a:off x="11096951" y="6837184"/>
              <a:ext cx="633969" cy="450001"/>
            </a:xfrm>
            <a:custGeom>
              <a:avLst/>
              <a:pathLst>
                <a:path w="633969" h="450001">
                  <a:moveTo>
                    <a:pt x="633673" y="164378"/>
                  </a:moveTo>
                  <a:lnTo>
                    <a:pt x="629010" y="198140"/>
                  </a:lnTo>
                  <a:lnTo>
                    <a:pt x="621723" y="230247"/>
                  </a:lnTo>
                  <a:lnTo>
                    <a:pt x="611840" y="260571"/>
                  </a:lnTo>
                  <a:lnTo>
                    <a:pt x="599402" y="288994"/>
                  </a:lnTo>
                  <a:lnTo>
                    <a:pt x="584456" y="315401"/>
                  </a:lnTo>
                  <a:lnTo>
                    <a:pt x="567062" y="339691"/>
                  </a:lnTo>
                  <a:lnTo>
                    <a:pt x="547289" y="361766"/>
                  </a:lnTo>
                  <a:lnTo>
                    <a:pt x="525214" y="381539"/>
                  </a:lnTo>
                  <a:lnTo>
                    <a:pt x="500924" y="398933"/>
                  </a:lnTo>
                  <a:lnTo>
                    <a:pt x="474517" y="413879"/>
                  </a:lnTo>
                  <a:lnTo>
                    <a:pt x="446095" y="426317"/>
                  </a:lnTo>
                  <a:lnTo>
                    <a:pt x="415770" y="436200"/>
                  </a:lnTo>
                  <a:lnTo>
                    <a:pt x="383664" y="443487"/>
                  </a:lnTo>
                  <a:lnTo>
                    <a:pt x="349901" y="448150"/>
                  </a:lnTo>
                  <a:lnTo>
                    <a:pt x="317574" y="450001"/>
                  </a:lnTo>
                  <a:lnTo>
                    <a:pt x="285248" y="448150"/>
                  </a:lnTo>
                  <a:lnTo>
                    <a:pt x="251485" y="443487"/>
                  </a:lnTo>
                  <a:lnTo>
                    <a:pt x="219378" y="436200"/>
                  </a:lnTo>
                  <a:lnTo>
                    <a:pt x="189054" y="426317"/>
                  </a:lnTo>
                  <a:lnTo>
                    <a:pt x="160632" y="413879"/>
                  </a:lnTo>
                  <a:lnTo>
                    <a:pt x="134224" y="398933"/>
                  </a:lnTo>
                  <a:lnTo>
                    <a:pt x="109935" y="381539"/>
                  </a:lnTo>
                  <a:lnTo>
                    <a:pt x="87860" y="361766"/>
                  </a:lnTo>
                  <a:lnTo>
                    <a:pt x="68087" y="339691"/>
                  </a:lnTo>
                  <a:lnTo>
                    <a:pt x="50693" y="315401"/>
                  </a:lnTo>
                  <a:lnTo>
                    <a:pt x="35747" y="288994"/>
                  </a:lnTo>
                  <a:lnTo>
                    <a:pt x="23308" y="260571"/>
                  </a:lnTo>
                  <a:lnTo>
                    <a:pt x="13426" y="230247"/>
                  </a:lnTo>
                  <a:lnTo>
                    <a:pt x="6139" y="198140"/>
                  </a:lnTo>
                  <a:lnTo>
                    <a:pt x="1476" y="164378"/>
                  </a:lnTo>
                  <a:lnTo>
                    <a:pt x="0" y="138599"/>
                  </a:lnTo>
                  <a:lnTo>
                    <a:pt x="19646" y="134701"/>
                  </a:lnTo>
                  <a:lnTo>
                    <a:pt x="53224" y="125936"/>
                  </a:lnTo>
                  <a:lnTo>
                    <a:pt x="87844" y="114870"/>
                  </a:lnTo>
                  <a:lnTo>
                    <a:pt x="123371" y="101547"/>
                  </a:lnTo>
                  <a:lnTo>
                    <a:pt x="159665" y="86020"/>
                  </a:lnTo>
                  <a:lnTo>
                    <a:pt x="196581" y="68350"/>
                  </a:lnTo>
                  <a:lnTo>
                    <a:pt x="233975" y="48606"/>
                  </a:lnTo>
                  <a:lnTo>
                    <a:pt x="271700" y="26867"/>
                  </a:lnTo>
                  <a:lnTo>
                    <a:pt x="309605" y="3218"/>
                  </a:lnTo>
                  <a:lnTo>
                    <a:pt x="314399" y="0"/>
                  </a:lnTo>
                  <a:lnTo>
                    <a:pt x="339733" y="17406"/>
                  </a:lnTo>
                  <a:lnTo>
                    <a:pt x="379503" y="42921"/>
                  </a:lnTo>
                  <a:lnTo>
                    <a:pt x="419029" y="66462"/>
                  </a:lnTo>
                  <a:lnTo>
                    <a:pt x="458155" y="87937"/>
                  </a:lnTo>
                  <a:lnTo>
                    <a:pt x="496726" y="107262"/>
                  </a:lnTo>
                  <a:lnTo>
                    <a:pt x="534589" y="124359"/>
                  </a:lnTo>
                  <a:lnTo>
                    <a:pt x="571597" y="139162"/>
                  </a:lnTo>
                  <a:lnTo>
                    <a:pt x="607602" y="151612"/>
                  </a:lnTo>
                  <a:lnTo>
                    <a:pt x="633969" y="1592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5" name="pg2005"/>
            <p:cNvSpPr/>
            <p:nvPr/>
          </p:nvSpPr>
          <p:spPr>
            <a:xfrm>
              <a:off x="10780306" y="5745929"/>
              <a:ext cx="637394" cy="364360"/>
            </a:xfrm>
            <a:custGeom>
              <a:avLst/>
              <a:pathLst>
                <a:path w="637394" h="364360">
                  <a:moveTo>
                    <a:pt x="51052" y="51052"/>
                  </a:moveTo>
                  <a:lnTo>
                    <a:pt x="67896" y="36510"/>
                  </a:lnTo>
                  <a:lnTo>
                    <a:pt x="86975" y="24326"/>
                  </a:lnTo>
                  <a:lnTo>
                    <a:pt x="108214" y="14550"/>
                  </a:lnTo>
                  <a:lnTo>
                    <a:pt x="131528" y="7219"/>
                  </a:lnTo>
                  <a:lnTo>
                    <a:pt x="156827" y="2362"/>
                  </a:lnTo>
                  <a:lnTo>
                    <a:pt x="184009" y="0"/>
                  </a:lnTo>
                  <a:lnTo>
                    <a:pt x="212969" y="140"/>
                  </a:lnTo>
                  <a:lnTo>
                    <a:pt x="243590" y="2782"/>
                  </a:lnTo>
                  <a:lnTo>
                    <a:pt x="275754" y="7917"/>
                  </a:lnTo>
                  <a:lnTo>
                    <a:pt x="309332" y="15523"/>
                  </a:lnTo>
                  <a:lnTo>
                    <a:pt x="344192" y="25571"/>
                  </a:lnTo>
                  <a:lnTo>
                    <a:pt x="380197" y="38021"/>
                  </a:lnTo>
                  <a:lnTo>
                    <a:pt x="417204" y="52824"/>
                  </a:lnTo>
                  <a:lnTo>
                    <a:pt x="455068" y="69921"/>
                  </a:lnTo>
                  <a:lnTo>
                    <a:pt x="493639" y="89246"/>
                  </a:lnTo>
                  <a:lnTo>
                    <a:pt x="532765" y="110721"/>
                  </a:lnTo>
                  <a:lnTo>
                    <a:pt x="572291" y="134262"/>
                  </a:lnTo>
                  <a:lnTo>
                    <a:pt x="612061" y="159777"/>
                  </a:lnTo>
                  <a:lnTo>
                    <a:pt x="637394" y="177183"/>
                  </a:lnTo>
                  <a:lnTo>
                    <a:pt x="604252" y="199431"/>
                  </a:lnTo>
                  <a:lnTo>
                    <a:pt x="566434" y="226612"/>
                  </a:lnTo>
                  <a:lnTo>
                    <a:pt x="528883" y="255402"/>
                  </a:lnTo>
                  <a:lnTo>
                    <a:pt x="491748" y="285687"/>
                  </a:lnTo>
                  <a:lnTo>
                    <a:pt x="455175" y="317348"/>
                  </a:lnTo>
                  <a:lnTo>
                    <a:pt x="419309" y="350259"/>
                  </a:lnTo>
                  <a:lnTo>
                    <a:pt x="404799" y="364360"/>
                  </a:lnTo>
                  <a:lnTo>
                    <a:pt x="375926" y="345339"/>
                  </a:lnTo>
                  <a:lnTo>
                    <a:pt x="333989" y="320031"/>
                  </a:lnTo>
                  <a:lnTo>
                    <a:pt x="291843" y="296893"/>
                  </a:lnTo>
                  <a:lnTo>
                    <a:pt x="249653" y="276015"/>
                  </a:lnTo>
                  <a:lnTo>
                    <a:pt x="207585" y="257482"/>
                  </a:lnTo>
                  <a:lnTo>
                    <a:pt x="165807" y="241365"/>
                  </a:lnTo>
                  <a:lnTo>
                    <a:pt x="124482" y="227729"/>
                  </a:lnTo>
                  <a:lnTo>
                    <a:pt x="83774" y="216627"/>
                  </a:lnTo>
                  <a:lnTo>
                    <a:pt x="43843" y="208102"/>
                  </a:lnTo>
                  <a:lnTo>
                    <a:pt x="4847" y="202190"/>
                  </a:lnTo>
                  <a:lnTo>
                    <a:pt x="85" y="201778"/>
                  </a:lnTo>
                  <a:lnTo>
                    <a:pt x="0" y="184009"/>
                  </a:lnTo>
                  <a:lnTo>
                    <a:pt x="2362" y="156827"/>
                  </a:lnTo>
                  <a:lnTo>
                    <a:pt x="7219" y="131528"/>
                  </a:lnTo>
                  <a:lnTo>
                    <a:pt x="14550" y="108214"/>
                  </a:lnTo>
                  <a:lnTo>
                    <a:pt x="24326" y="86975"/>
                  </a:lnTo>
                  <a:lnTo>
                    <a:pt x="36510" y="67896"/>
                  </a:lnTo>
                  <a:close/>
                </a:path>
              </a:pathLst>
            </a:custGeom>
            <a:solidFill>
              <a:srgbClr val="F8E6E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6" name="pg2006"/>
            <p:cNvSpPr/>
            <p:nvPr/>
          </p:nvSpPr>
          <p:spPr>
            <a:xfrm>
              <a:off x="11185106" y="5923113"/>
              <a:ext cx="458859" cy="380386"/>
            </a:xfrm>
            <a:custGeom>
              <a:avLst/>
              <a:pathLst>
                <a:path w="458859" h="380386">
                  <a:moveTo>
                    <a:pt x="14509" y="173075"/>
                  </a:moveTo>
                  <a:lnTo>
                    <a:pt x="50375" y="140164"/>
                  </a:lnTo>
                  <a:lnTo>
                    <a:pt x="86948" y="108503"/>
                  </a:lnTo>
                  <a:lnTo>
                    <a:pt x="124083" y="78218"/>
                  </a:lnTo>
                  <a:lnTo>
                    <a:pt x="161634" y="49428"/>
                  </a:lnTo>
                  <a:lnTo>
                    <a:pt x="199452" y="22247"/>
                  </a:lnTo>
                  <a:lnTo>
                    <a:pt x="232595" y="0"/>
                  </a:lnTo>
                  <a:lnTo>
                    <a:pt x="247119" y="9979"/>
                  </a:lnTo>
                  <a:lnTo>
                    <a:pt x="286907" y="39130"/>
                  </a:lnTo>
                  <a:lnTo>
                    <a:pt x="326468" y="69931"/>
                  </a:lnTo>
                  <a:lnTo>
                    <a:pt x="365647" y="102259"/>
                  </a:lnTo>
                  <a:lnTo>
                    <a:pt x="404287" y="135987"/>
                  </a:lnTo>
                  <a:lnTo>
                    <a:pt x="442238" y="170982"/>
                  </a:lnTo>
                  <a:lnTo>
                    <a:pt x="458859" y="187162"/>
                  </a:lnTo>
                  <a:lnTo>
                    <a:pt x="446152" y="195533"/>
                  </a:lnTo>
                  <a:lnTo>
                    <a:pt x="405131" y="224874"/>
                  </a:lnTo>
                  <a:lnTo>
                    <a:pt x="364811" y="256060"/>
                  </a:lnTo>
                  <a:lnTo>
                    <a:pt x="325352" y="288970"/>
                  </a:lnTo>
                  <a:lnTo>
                    <a:pt x="286909" y="323472"/>
                  </a:lnTo>
                  <a:lnTo>
                    <a:pt x="249634" y="359432"/>
                  </a:lnTo>
                  <a:lnTo>
                    <a:pt x="229419" y="380386"/>
                  </a:lnTo>
                  <a:lnTo>
                    <a:pt x="209205" y="359432"/>
                  </a:lnTo>
                  <a:lnTo>
                    <a:pt x="171930" y="323472"/>
                  </a:lnTo>
                  <a:lnTo>
                    <a:pt x="133487" y="288970"/>
                  </a:lnTo>
                  <a:lnTo>
                    <a:pt x="94028" y="256060"/>
                  </a:lnTo>
                  <a:lnTo>
                    <a:pt x="53708" y="224874"/>
                  </a:lnTo>
                  <a:lnTo>
                    <a:pt x="12687" y="195533"/>
                  </a:lnTo>
                  <a:lnTo>
                    <a:pt x="0" y="187176"/>
                  </a:lnTo>
                  <a:close/>
                </a:path>
              </a:pathLst>
            </a:custGeom>
            <a:solidFill>
              <a:srgbClr val="FCF2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7" name="pg2007"/>
            <p:cNvSpPr/>
            <p:nvPr/>
          </p:nvSpPr>
          <p:spPr>
            <a:xfrm>
              <a:off x="11414526" y="6110276"/>
              <a:ext cx="457035" cy="531525"/>
            </a:xfrm>
            <a:custGeom>
              <a:avLst/>
              <a:pathLst>
                <a:path w="457035" h="531525">
                  <a:moveTo>
                    <a:pt x="20214" y="172269"/>
                  </a:moveTo>
                  <a:lnTo>
                    <a:pt x="57489" y="136309"/>
                  </a:lnTo>
                  <a:lnTo>
                    <a:pt x="95932" y="101807"/>
                  </a:lnTo>
                  <a:lnTo>
                    <a:pt x="135391" y="68897"/>
                  </a:lnTo>
                  <a:lnTo>
                    <a:pt x="175711" y="37711"/>
                  </a:lnTo>
                  <a:lnTo>
                    <a:pt x="216732" y="8370"/>
                  </a:lnTo>
                  <a:lnTo>
                    <a:pt x="229439" y="0"/>
                  </a:lnTo>
                  <a:lnTo>
                    <a:pt x="249928" y="19944"/>
                  </a:lnTo>
                  <a:lnTo>
                    <a:pt x="286052" y="57054"/>
                  </a:lnTo>
                  <a:lnTo>
                    <a:pt x="321048" y="95005"/>
                  </a:lnTo>
                  <a:lnTo>
                    <a:pt x="354776" y="133645"/>
                  </a:lnTo>
                  <a:lnTo>
                    <a:pt x="387104" y="172823"/>
                  </a:lnTo>
                  <a:lnTo>
                    <a:pt x="417904" y="212385"/>
                  </a:lnTo>
                  <a:lnTo>
                    <a:pt x="447055" y="252173"/>
                  </a:lnTo>
                  <a:lnTo>
                    <a:pt x="457035" y="266697"/>
                  </a:lnTo>
                  <a:lnTo>
                    <a:pt x="434788" y="299839"/>
                  </a:lnTo>
                  <a:lnTo>
                    <a:pt x="407607" y="337658"/>
                  </a:lnTo>
                  <a:lnTo>
                    <a:pt x="378817" y="375209"/>
                  </a:lnTo>
                  <a:lnTo>
                    <a:pt x="348532" y="412344"/>
                  </a:lnTo>
                  <a:lnTo>
                    <a:pt x="316871" y="448917"/>
                  </a:lnTo>
                  <a:lnTo>
                    <a:pt x="283960" y="484783"/>
                  </a:lnTo>
                  <a:lnTo>
                    <a:pt x="249928" y="519801"/>
                  </a:lnTo>
                  <a:lnTo>
                    <a:pt x="237864" y="531525"/>
                  </a:lnTo>
                  <a:lnTo>
                    <a:pt x="219509" y="494431"/>
                  </a:lnTo>
                  <a:lnTo>
                    <a:pt x="196370" y="452285"/>
                  </a:lnTo>
                  <a:lnTo>
                    <a:pt x="171062" y="410348"/>
                  </a:lnTo>
                  <a:lnTo>
                    <a:pt x="143684" y="368787"/>
                  </a:lnTo>
                  <a:lnTo>
                    <a:pt x="114344" y="327766"/>
                  </a:lnTo>
                  <a:lnTo>
                    <a:pt x="83157" y="287446"/>
                  </a:lnTo>
                  <a:lnTo>
                    <a:pt x="50248" y="247987"/>
                  </a:lnTo>
                  <a:lnTo>
                    <a:pt x="15745" y="209544"/>
                  </a:lnTo>
                  <a:lnTo>
                    <a:pt x="0" y="1932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8" name="pg2008"/>
            <p:cNvSpPr/>
            <p:nvPr/>
          </p:nvSpPr>
          <p:spPr>
            <a:xfrm>
              <a:off x="11652391" y="6376973"/>
              <a:ext cx="396355" cy="637394"/>
            </a:xfrm>
            <a:custGeom>
              <a:avLst/>
              <a:pathLst>
                <a:path w="396355" h="637394">
                  <a:moveTo>
                    <a:pt x="236578" y="25333"/>
                  </a:moveTo>
                  <a:lnTo>
                    <a:pt x="262092" y="65103"/>
                  </a:lnTo>
                  <a:lnTo>
                    <a:pt x="285633" y="104629"/>
                  </a:lnTo>
                  <a:lnTo>
                    <a:pt x="307108" y="143755"/>
                  </a:lnTo>
                  <a:lnTo>
                    <a:pt x="326433" y="182326"/>
                  </a:lnTo>
                  <a:lnTo>
                    <a:pt x="343530" y="220190"/>
                  </a:lnTo>
                  <a:lnTo>
                    <a:pt x="358333" y="257197"/>
                  </a:lnTo>
                  <a:lnTo>
                    <a:pt x="370783" y="293202"/>
                  </a:lnTo>
                  <a:lnTo>
                    <a:pt x="380831" y="328062"/>
                  </a:lnTo>
                  <a:lnTo>
                    <a:pt x="388438" y="361640"/>
                  </a:lnTo>
                  <a:lnTo>
                    <a:pt x="393572" y="393804"/>
                  </a:lnTo>
                  <a:lnTo>
                    <a:pt x="396215" y="424425"/>
                  </a:lnTo>
                  <a:lnTo>
                    <a:pt x="396355" y="453385"/>
                  </a:lnTo>
                  <a:lnTo>
                    <a:pt x="393992" y="480567"/>
                  </a:lnTo>
                  <a:lnTo>
                    <a:pt x="389135" y="505866"/>
                  </a:lnTo>
                  <a:lnTo>
                    <a:pt x="381804" y="529180"/>
                  </a:lnTo>
                  <a:lnTo>
                    <a:pt x="372028" y="550419"/>
                  </a:lnTo>
                  <a:lnTo>
                    <a:pt x="359844" y="569498"/>
                  </a:lnTo>
                  <a:lnTo>
                    <a:pt x="345302" y="586342"/>
                  </a:lnTo>
                  <a:lnTo>
                    <a:pt x="328458" y="600884"/>
                  </a:lnTo>
                  <a:lnTo>
                    <a:pt x="309379" y="613068"/>
                  </a:lnTo>
                  <a:lnTo>
                    <a:pt x="288140" y="622844"/>
                  </a:lnTo>
                  <a:lnTo>
                    <a:pt x="264826" y="630175"/>
                  </a:lnTo>
                  <a:lnTo>
                    <a:pt x="239527" y="635032"/>
                  </a:lnTo>
                  <a:lnTo>
                    <a:pt x="212345" y="637394"/>
                  </a:lnTo>
                  <a:lnTo>
                    <a:pt x="183386" y="637254"/>
                  </a:lnTo>
                  <a:lnTo>
                    <a:pt x="152764" y="634612"/>
                  </a:lnTo>
                  <a:lnTo>
                    <a:pt x="120601" y="629477"/>
                  </a:lnTo>
                  <a:lnTo>
                    <a:pt x="87022" y="621871"/>
                  </a:lnTo>
                  <a:lnTo>
                    <a:pt x="78529" y="619423"/>
                  </a:lnTo>
                  <a:lnTo>
                    <a:pt x="80254" y="589304"/>
                  </a:lnTo>
                  <a:lnTo>
                    <a:pt x="79625" y="552636"/>
                  </a:lnTo>
                  <a:lnTo>
                    <a:pt x="76347" y="514729"/>
                  </a:lnTo>
                  <a:lnTo>
                    <a:pt x="70434" y="475734"/>
                  </a:lnTo>
                  <a:lnTo>
                    <a:pt x="61910" y="435803"/>
                  </a:lnTo>
                  <a:lnTo>
                    <a:pt x="50808" y="395095"/>
                  </a:lnTo>
                  <a:lnTo>
                    <a:pt x="37171" y="353770"/>
                  </a:lnTo>
                  <a:lnTo>
                    <a:pt x="21055" y="311991"/>
                  </a:lnTo>
                  <a:lnTo>
                    <a:pt x="2521" y="269924"/>
                  </a:lnTo>
                  <a:lnTo>
                    <a:pt x="0" y="264828"/>
                  </a:lnTo>
                  <a:lnTo>
                    <a:pt x="12064" y="253103"/>
                  </a:lnTo>
                  <a:lnTo>
                    <a:pt x="46095" y="218085"/>
                  </a:lnTo>
                  <a:lnTo>
                    <a:pt x="79006" y="182219"/>
                  </a:lnTo>
                  <a:lnTo>
                    <a:pt x="110667" y="145646"/>
                  </a:lnTo>
                  <a:lnTo>
                    <a:pt x="140952" y="108511"/>
                  </a:lnTo>
                  <a:lnTo>
                    <a:pt x="169742" y="70960"/>
                  </a:lnTo>
                  <a:lnTo>
                    <a:pt x="196923" y="33142"/>
                  </a:lnTo>
                  <a:lnTo>
                    <a:pt x="21917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9" name="pg2009"/>
            <p:cNvSpPr/>
            <p:nvPr/>
          </p:nvSpPr>
          <p:spPr>
            <a:xfrm>
              <a:off x="11417701" y="5776221"/>
              <a:ext cx="599052" cy="334054"/>
            </a:xfrm>
            <a:custGeom>
              <a:avLst/>
              <a:pathLst>
                <a:path w="599052" h="334054">
                  <a:moveTo>
                    <a:pt x="546667" y="54084"/>
                  </a:moveTo>
                  <a:lnTo>
                    <a:pt x="561275" y="70862"/>
                  </a:lnTo>
                  <a:lnTo>
                    <a:pt x="573656" y="89744"/>
                  </a:lnTo>
                  <a:lnTo>
                    <a:pt x="583760" y="110655"/>
                  </a:lnTo>
                  <a:lnTo>
                    <a:pt x="591548" y="133513"/>
                  </a:lnTo>
                  <a:lnTo>
                    <a:pt x="596988" y="158227"/>
                  </a:lnTo>
                  <a:lnTo>
                    <a:pt x="599052" y="176013"/>
                  </a:lnTo>
                  <a:lnTo>
                    <a:pt x="587201" y="177810"/>
                  </a:lnTo>
                  <a:lnTo>
                    <a:pt x="547270" y="186334"/>
                  </a:lnTo>
                  <a:lnTo>
                    <a:pt x="506562" y="197436"/>
                  </a:lnTo>
                  <a:lnTo>
                    <a:pt x="465237" y="211073"/>
                  </a:lnTo>
                  <a:lnTo>
                    <a:pt x="423458" y="227190"/>
                  </a:lnTo>
                  <a:lnTo>
                    <a:pt x="381391" y="245723"/>
                  </a:lnTo>
                  <a:lnTo>
                    <a:pt x="339201" y="266600"/>
                  </a:lnTo>
                  <a:lnTo>
                    <a:pt x="297054" y="289738"/>
                  </a:lnTo>
                  <a:lnTo>
                    <a:pt x="255118" y="315047"/>
                  </a:lnTo>
                  <a:lnTo>
                    <a:pt x="226264" y="334054"/>
                  </a:lnTo>
                  <a:lnTo>
                    <a:pt x="209642" y="317874"/>
                  </a:lnTo>
                  <a:lnTo>
                    <a:pt x="171692" y="282879"/>
                  </a:lnTo>
                  <a:lnTo>
                    <a:pt x="133051" y="249151"/>
                  </a:lnTo>
                  <a:lnTo>
                    <a:pt x="93873" y="216822"/>
                  </a:lnTo>
                  <a:lnTo>
                    <a:pt x="54312" y="186022"/>
                  </a:lnTo>
                  <a:lnTo>
                    <a:pt x="14524" y="156871"/>
                  </a:lnTo>
                  <a:lnTo>
                    <a:pt x="0" y="146891"/>
                  </a:lnTo>
                  <a:lnTo>
                    <a:pt x="4794" y="143673"/>
                  </a:lnTo>
                  <a:lnTo>
                    <a:pt x="42699" y="120024"/>
                  </a:lnTo>
                  <a:lnTo>
                    <a:pt x="80423" y="98284"/>
                  </a:lnTo>
                  <a:lnTo>
                    <a:pt x="117817" y="78541"/>
                  </a:lnTo>
                  <a:lnTo>
                    <a:pt x="154734" y="60870"/>
                  </a:lnTo>
                  <a:lnTo>
                    <a:pt x="191028" y="45343"/>
                  </a:lnTo>
                  <a:lnTo>
                    <a:pt x="226555" y="32021"/>
                  </a:lnTo>
                  <a:lnTo>
                    <a:pt x="261175" y="20955"/>
                  </a:lnTo>
                  <a:lnTo>
                    <a:pt x="294752" y="12190"/>
                  </a:lnTo>
                  <a:lnTo>
                    <a:pt x="327154" y="5760"/>
                  </a:lnTo>
                  <a:lnTo>
                    <a:pt x="358251" y="1692"/>
                  </a:lnTo>
                  <a:lnTo>
                    <a:pt x="387923" y="0"/>
                  </a:lnTo>
                  <a:lnTo>
                    <a:pt x="416051" y="691"/>
                  </a:lnTo>
                  <a:lnTo>
                    <a:pt x="442524" y="3763"/>
                  </a:lnTo>
                  <a:lnTo>
                    <a:pt x="467238" y="9203"/>
                  </a:lnTo>
                  <a:lnTo>
                    <a:pt x="490096" y="16991"/>
                  </a:lnTo>
                  <a:lnTo>
                    <a:pt x="511007" y="27095"/>
                  </a:lnTo>
                  <a:lnTo>
                    <a:pt x="529889" y="39476"/>
                  </a:lnTo>
                  <a:close/>
                </a:path>
              </a:pathLst>
            </a:custGeom>
            <a:solidFill>
              <a:srgbClr val="B854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0" name="pg2010"/>
            <p:cNvSpPr/>
            <p:nvPr/>
          </p:nvSpPr>
          <p:spPr>
            <a:xfrm>
              <a:off x="11643966" y="5952235"/>
              <a:ext cx="374487" cy="424738"/>
            </a:xfrm>
            <a:custGeom>
              <a:avLst/>
              <a:pathLst>
                <a:path w="374487" h="424738">
                  <a:moveTo>
                    <a:pt x="374487" y="36815"/>
                  </a:moveTo>
                  <a:lnTo>
                    <a:pt x="372795" y="66486"/>
                  </a:lnTo>
                  <a:lnTo>
                    <a:pt x="368726" y="97584"/>
                  </a:lnTo>
                  <a:lnTo>
                    <a:pt x="362296" y="129985"/>
                  </a:lnTo>
                  <a:lnTo>
                    <a:pt x="353531" y="163562"/>
                  </a:lnTo>
                  <a:lnTo>
                    <a:pt x="342466" y="198183"/>
                  </a:lnTo>
                  <a:lnTo>
                    <a:pt x="329143" y="233710"/>
                  </a:lnTo>
                  <a:lnTo>
                    <a:pt x="313616" y="270003"/>
                  </a:lnTo>
                  <a:lnTo>
                    <a:pt x="295946" y="306920"/>
                  </a:lnTo>
                  <a:lnTo>
                    <a:pt x="276202" y="344314"/>
                  </a:lnTo>
                  <a:lnTo>
                    <a:pt x="254463" y="382039"/>
                  </a:lnTo>
                  <a:lnTo>
                    <a:pt x="230814" y="419944"/>
                  </a:lnTo>
                  <a:lnTo>
                    <a:pt x="227595" y="424738"/>
                  </a:lnTo>
                  <a:lnTo>
                    <a:pt x="217615" y="410214"/>
                  </a:lnTo>
                  <a:lnTo>
                    <a:pt x="188464" y="370425"/>
                  </a:lnTo>
                  <a:lnTo>
                    <a:pt x="157664" y="330864"/>
                  </a:lnTo>
                  <a:lnTo>
                    <a:pt x="125336" y="291686"/>
                  </a:lnTo>
                  <a:lnTo>
                    <a:pt x="91608" y="253046"/>
                  </a:lnTo>
                  <a:lnTo>
                    <a:pt x="56612" y="215095"/>
                  </a:lnTo>
                  <a:lnTo>
                    <a:pt x="20488" y="177985"/>
                  </a:lnTo>
                  <a:lnTo>
                    <a:pt x="0" y="158040"/>
                  </a:lnTo>
                  <a:lnTo>
                    <a:pt x="28853" y="139033"/>
                  </a:lnTo>
                  <a:lnTo>
                    <a:pt x="70789" y="113725"/>
                  </a:lnTo>
                  <a:lnTo>
                    <a:pt x="112936" y="90587"/>
                  </a:lnTo>
                  <a:lnTo>
                    <a:pt x="155126" y="69710"/>
                  </a:lnTo>
                  <a:lnTo>
                    <a:pt x="197194" y="51176"/>
                  </a:lnTo>
                  <a:lnTo>
                    <a:pt x="238972" y="35059"/>
                  </a:lnTo>
                  <a:lnTo>
                    <a:pt x="280297" y="21423"/>
                  </a:lnTo>
                  <a:lnTo>
                    <a:pt x="321005" y="10321"/>
                  </a:lnTo>
                  <a:lnTo>
                    <a:pt x="360936" y="1796"/>
                  </a:lnTo>
                  <a:lnTo>
                    <a:pt x="372787" y="0"/>
                  </a:lnTo>
                  <a:lnTo>
                    <a:pt x="373796" y="86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1" name="pg2011"/>
            <p:cNvSpPr/>
            <p:nvPr/>
          </p:nvSpPr>
          <p:spPr>
            <a:xfrm>
              <a:off x="11414526" y="5944212"/>
              <a:ext cx="1025024" cy="1343143"/>
            </a:xfrm>
            <a:custGeom>
              <a:avLst/>
              <a:pathLst>
                <a:path w="1025024" h="1343143">
                  <a:moveTo>
                    <a:pt x="936619" y="88404"/>
                  </a:moveTo>
                  <a:lnTo>
                    <a:pt x="956392" y="110479"/>
                  </a:lnTo>
                  <a:lnTo>
                    <a:pt x="973786" y="134769"/>
                  </a:lnTo>
                  <a:lnTo>
                    <a:pt x="988732" y="161176"/>
                  </a:lnTo>
                  <a:lnTo>
                    <a:pt x="1001171" y="189599"/>
                  </a:lnTo>
                  <a:lnTo>
                    <a:pt x="1011053" y="219923"/>
                  </a:lnTo>
                  <a:lnTo>
                    <a:pt x="1018340" y="252030"/>
                  </a:lnTo>
                  <a:lnTo>
                    <a:pt x="1023003" y="285792"/>
                  </a:lnTo>
                  <a:lnTo>
                    <a:pt x="1025024" y="321077"/>
                  </a:lnTo>
                  <a:lnTo>
                    <a:pt x="1024394" y="357745"/>
                  </a:lnTo>
                  <a:lnTo>
                    <a:pt x="1021116" y="395652"/>
                  </a:lnTo>
                  <a:lnTo>
                    <a:pt x="1015204" y="434647"/>
                  </a:lnTo>
                  <a:lnTo>
                    <a:pt x="1006680" y="474578"/>
                  </a:lnTo>
                  <a:lnTo>
                    <a:pt x="995577" y="515286"/>
                  </a:lnTo>
                  <a:lnTo>
                    <a:pt x="981941" y="556611"/>
                  </a:lnTo>
                  <a:lnTo>
                    <a:pt x="965824" y="598390"/>
                  </a:lnTo>
                  <a:lnTo>
                    <a:pt x="947291" y="640457"/>
                  </a:lnTo>
                  <a:lnTo>
                    <a:pt x="926414" y="682647"/>
                  </a:lnTo>
                  <a:lnTo>
                    <a:pt x="903275" y="724794"/>
                  </a:lnTo>
                  <a:lnTo>
                    <a:pt x="877967" y="766730"/>
                  </a:lnTo>
                  <a:lnTo>
                    <a:pt x="850589" y="808291"/>
                  </a:lnTo>
                  <a:lnTo>
                    <a:pt x="821249" y="849312"/>
                  </a:lnTo>
                  <a:lnTo>
                    <a:pt x="790062" y="889632"/>
                  </a:lnTo>
                  <a:lnTo>
                    <a:pt x="757153" y="929092"/>
                  </a:lnTo>
                  <a:lnTo>
                    <a:pt x="722650" y="967535"/>
                  </a:lnTo>
                  <a:lnTo>
                    <a:pt x="686690" y="1004809"/>
                  </a:lnTo>
                  <a:lnTo>
                    <a:pt x="649415" y="1040769"/>
                  </a:lnTo>
                  <a:lnTo>
                    <a:pt x="610972" y="1075272"/>
                  </a:lnTo>
                  <a:lnTo>
                    <a:pt x="571513" y="1108181"/>
                  </a:lnTo>
                  <a:lnTo>
                    <a:pt x="531193" y="1139368"/>
                  </a:lnTo>
                  <a:lnTo>
                    <a:pt x="490172" y="1168708"/>
                  </a:lnTo>
                  <a:lnTo>
                    <a:pt x="448611" y="1196086"/>
                  </a:lnTo>
                  <a:lnTo>
                    <a:pt x="406675" y="1221395"/>
                  </a:lnTo>
                  <a:lnTo>
                    <a:pt x="364528" y="1244533"/>
                  </a:lnTo>
                  <a:lnTo>
                    <a:pt x="322338" y="1265410"/>
                  </a:lnTo>
                  <a:lnTo>
                    <a:pt x="280270" y="1283944"/>
                  </a:lnTo>
                  <a:lnTo>
                    <a:pt x="238492" y="1300060"/>
                  </a:lnTo>
                  <a:lnTo>
                    <a:pt x="197167" y="1313697"/>
                  </a:lnTo>
                  <a:lnTo>
                    <a:pt x="156459" y="1324799"/>
                  </a:lnTo>
                  <a:lnTo>
                    <a:pt x="116528" y="1333323"/>
                  </a:lnTo>
                  <a:lnTo>
                    <a:pt x="77533" y="1339236"/>
                  </a:lnTo>
                  <a:lnTo>
                    <a:pt x="39626" y="1342513"/>
                  </a:lnTo>
                  <a:lnTo>
                    <a:pt x="2958" y="1343143"/>
                  </a:lnTo>
                  <a:lnTo>
                    <a:pt x="0" y="1342974"/>
                  </a:lnTo>
                  <a:lnTo>
                    <a:pt x="32326" y="1341122"/>
                  </a:lnTo>
                  <a:lnTo>
                    <a:pt x="66089" y="1336459"/>
                  </a:lnTo>
                  <a:lnTo>
                    <a:pt x="98195" y="1329172"/>
                  </a:lnTo>
                  <a:lnTo>
                    <a:pt x="128520" y="1319290"/>
                  </a:lnTo>
                  <a:lnTo>
                    <a:pt x="156942" y="1306851"/>
                  </a:lnTo>
                  <a:lnTo>
                    <a:pt x="183350" y="1291906"/>
                  </a:lnTo>
                  <a:lnTo>
                    <a:pt x="207639" y="1274512"/>
                  </a:lnTo>
                  <a:lnTo>
                    <a:pt x="229714" y="1254738"/>
                  </a:lnTo>
                  <a:lnTo>
                    <a:pt x="249487" y="1232663"/>
                  </a:lnTo>
                  <a:lnTo>
                    <a:pt x="266881" y="1208374"/>
                  </a:lnTo>
                  <a:lnTo>
                    <a:pt x="281827" y="1181966"/>
                  </a:lnTo>
                  <a:lnTo>
                    <a:pt x="294266" y="1153544"/>
                  </a:lnTo>
                  <a:lnTo>
                    <a:pt x="304148" y="1123220"/>
                  </a:lnTo>
                  <a:lnTo>
                    <a:pt x="311435" y="1091113"/>
                  </a:lnTo>
                  <a:lnTo>
                    <a:pt x="316098" y="1057350"/>
                  </a:lnTo>
                  <a:lnTo>
                    <a:pt x="316394" y="1052185"/>
                  </a:lnTo>
                  <a:lnTo>
                    <a:pt x="324887" y="1054633"/>
                  </a:lnTo>
                  <a:lnTo>
                    <a:pt x="358465" y="1062239"/>
                  </a:lnTo>
                  <a:lnTo>
                    <a:pt x="390628" y="1067373"/>
                  </a:lnTo>
                  <a:lnTo>
                    <a:pt x="421250" y="1070016"/>
                  </a:lnTo>
                  <a:lnTo>
                    <a:pt x="450209" y="1070156"/>
                  </a:lnTo>
                  <a:lnTo>
                    <a:pt x="477392" y="1067793"/>
                  </a:lnTo>
                  <a:lnTo>
                    <a:pt x="502690" y="1062937"/>
                  </a:lnTo>
                  <a:lnTo>
                    <a:pt x="526005" y="1055606"/>
                  </a:lnTo>
                  <a:lnTo>
                    <a:pt x="547244" y="1045829"/>
                  </a:lnTo>
                  <a:lnTo>
                    <a:pt x="566322" y="1033646"/>
                  </a:lnTo>
                  <a:lnTo>
                    <a:pt x="583166" y="1019103"/>
                  </a:lnTo>
                  <a:lnTo>
                    <a:pt x="597709" y="1002259"/>
                  </a:lnTo>
                  <a:lnTo>
                    <a:pt x="609892" y="983180"/>
                  </a:lnTo>
                  <a:lnTo>
                    <a:pt x="619669" y="961942"/>
                  </a:lnTo>
                  <a:lnTo>
                    <a:pt x="627000" y="938627"/>
                  </a:lnTo>
                  <a:lnTo>
                    <a:pt x="631856" y="913329"/>
                  </a:lnTo>
                  <a:lnTo>
                    <a:pt x="634219" y="886146"/>
                  </a:lnTo>
                  <a:lnTo>
                    <a:pt x="634079" y="857187"/>
                  </a:lnTo>
                  <a:lnTo>
                    <a:pt x="631437" y="826565"/>
                  </a:lnTo>
                  <a:lnTo>
                    <a:pt x="626302" y="794402"/>
                  </a:lnTo>
                  <a:lnTo>
                    <a:pt x="618696" y="760824"/>
                  </a:lnTo>
                  <a:lnTo>
                    <a:pt x="608648" y="725964"/>
                  </a:lnTo>
                  <a:lnTo>
                    <a:pt x="596198" y="689959"/>
                  </a:lnTo>
                  <a:lnTo>
                    <a:pt x="581395" y="652951"/>
                  </a:lnTo>
                  <a:lnTo>
                    <a:pt x="564297" y="615087"/>
                  </a:lnTo>
                  <a:lnTo>
                    <a:pt x="544973" y="576517"/>
                  </a:lnTo>
                  <a:lnTo>
                    <a:pt x="523498" y="537391"/>
                  </a:lnTo>
                  <a:lnTo>
                    <a:pt x="499956" y="497865"/>
                  </a:lnTo>
                  <a:lnTo>
                    <a:pt x="474442" y="458094"/>
                  </a:lnTo>
                  <a:lnTo>
                    <a:pt x="457035" y="432761"/>
                  </a:lnTo>
                  <a:lnTo>
                    <a:pt x="460253" y="427967"/>
                  </a:lnTo>
                  <a:lnTo>
                    <a:pt x="483903" y="390062"/>
                  </a:lnTo>
                  <a:lnTo>
                    <a:pt x="505642" y="352337"/>
                  </a:lnTo>
                  <a:lnTo>
                    <a:pt x="525386" y="314943"/>
                  </a:lnTo>
                  <a:lnTo>
                    <a:pt x="543056" y="278026"/>
                  </a:lnTo>
                  <a:lnTo>
                    <a:pt x="558583" y="241733"/>
                  </a:lnTo>
                  <a:lnTo>
                    <a:pt x="571906" y="206206"/>
                  </a:lnTo>
                  <a:lnTo>
                    <a:pt x="582971" y="171585"/>
                  </a:lnTo>
                  <a:lnTo>
                    <a:pt x="591736" y="138008"/>
                  </a:lnTo>
                  <a:lnTo>
                    <a:pt x="598166" y="105607"/>
                  </a:lnTo>
                  <a:lnTo>
                    <a:pt x="602235" y="74509"/>
                  </a:lnTo>
                  <a:lnTo>
                    <a:pt x="603927" y="44838"/>
                  </a:lnTo>
                  <a:lnTo>
                    <a:pt x="603236" y="16710"/>
                  </a:lnTo>
                  <a:lnTo>
                    <a:pt x="602227" y="8022"/>
                  </a:lnTo>
                  <a:lnTo>
                    <a:pt x="629371" y="3907"/>
                  </a:lnTo>
                  <a:lnTo>
                    <a:pt x="667278" y="629"/>
                  </a:lnTo>
                  <a:lnTo>
                    <a:pt x="703946" y="0"/>
                  </a:lnTo>
                  <a:lnTo>
                    <a:pt x="739231" y="2020"/>
                  </a:lnTo>
                  <a:lnTo>
                    <a:pt x="772994" y="6683"/>
                  </a:lnTo>
                  <a:lnTo>
                    <a:pt x="805100" y="13970"/>
                  </a:lnTo>
                  <a:lnTo>
                    <a:pt x="835425" y="23853"/>
                  </a:lnTo>
                  <a:lnTo>
                    <a:pt x="863847" y="36291"/>
                  </a:lnTo>
                  <a:lnTo>
                    <a:pt x="890255" y="51237"/>
                  </a:lnTo>
                  <a:lnTo>
                    <a:pt x="914544" y="68631"/>
                  </a:lnTo>
                  <a:close/>
                </a:path>
              </a:pathLst>
            </a:custGeom>
            <a:solidFill>
              <a:srgbClr val="CB797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2" name="pl2012"/>
            <p:cNvSpPr/>
            <p:nvPr/>
          </p:nvSpPr>
          <p:spPr>
            <a:xfrm>
              <a:off x="10389502" y="5944212"/>
              <a:ext cx="1343143" cy="1343143"/>
            </a:xfrm>
            <a:custGeom>
              <a:avLst/>
              <a:pathLst>
                <a:path w="1343143" h="1343143">
                  <a:moveTo>
                    <a:pt x="88404" y="88404"/>
                  </a:moveTo>
                  <a:lnTo>
                    <a:pt x="68631" y="110479"/>
                  </a:lnTo>
                  <a:lnTo>
                    <a:pt x="51237" y="134769"/>
                  </a:lnTo>
                  <a:lnTo>
                    <a:pt x="36291" y="161176"/>
                  </a:lnTo>
                  <a:lnTo>
                    <a:pt x="23853" y="189599"/>
                  </a:lnTo>
                  <a:lnTo>
                    <a:pt x="13970" y="219923"/>
                  </a:lnTo>
                  <a:lnTo>
                    <a:pt x="6683" y="252030"/>
                  </a:lnTo>
                  <a:lnTo>
                    <a:pt x="2020" y="285792"/>
                  </a:lnTo>
                  <a:lnTo>
                    <a:pt x="0" y="321077"/>
                  </a:lnTo>
                  <a:lnTo>
                    <a:pt x="629" y="357745"/>
                  </a:lnTo>
                  <a:lnTo>
                    <a:pt x="3907" y="395652"/>
                  </a:lnTo>
                  <a:lnTo>
                    <a:pt x="9819" y="434647"/>
                  </a:lnTo>
                  <a:lnTo>
                    <a:pt x="18344" y="474578"/>
                  </a:lnTo>
                  <a:lnTo>
                    <a:pt x="29446" y="515286"/>
                  </a:lnTo>
                  <a:lnTo>
                    <a:pt x="43082" y="556611"/>
                  </a:lnTo>
                  <a:lnTo>
                    <a:pt x="59199" y="598390"/>
                  </a:lnTo>
                  <a:lnTo>
                    <a:pt x="77732" y="640457"/>
                  </a:lnTo>
                  <a:lnTo>
                    <a:pt x="98610" y="682647"/>
                  </a:lnTo>
                  <a:lnTo>
                    <a:pt x="121748" y="724794"/>
                  </a:lnTo>
                  <a:lnTo>
                    <a:pt x="147056" y="766730"/>
                  </a:lnTo>
                  <a:lnTo>
                    <a:pt x="174434" y="808291"/>
                  </a:lnTo>
                  <a:lnTo>
                    <a:pt x="203775" y="849312"/>
                  </a:lnTo>
                  <a:lnTo>
                    <a:pt x="234961" y="889632"/>
                  </a:lnTo>
                  <a:lnTo>
                    <a:pt x="267871" y="929092"/>
                  </a:lnTo>
                  <a:lnTo>
                    <a:pt x="302373" y="967535"/>
                  </a:lnTo>
                  <a:lnTo>
                    <a:pt x="338333" y="1004809"/>
                  </a:lnTo>
                  <a:lnTo>
                    <a:pt x="375608" y="1040769"/>
                  </a:lnTo>
                  <a:lnTo>
                    <a:pt x="414051" y="1075272"/>
                  </a:lnTo>
                  <a:lnTo>
                    <a:pt x="453510" y="1108181"/>
                  </a:lnTo>
                  <a:lnTo>
                    <a:pt x="493830" y="1139368"/>
                  </a:lnTo>
                  <a:lnTo>
                    <a:pt x="534851" y="1168708"/>
                  </a:lnTo>
                  <a:lnTo>
                    <a:pt x="576412" y="1196086"/>
                  </a:lnTo>
                  <a:lnTo>
                    <a:pt x="618349" y="1221395"/>
                  </a:lnTo>
                  <a:lnTo>
                    <a:pt x="660495" y="1244533"/>
                  </a:lnTo>
                  <a:lnTo>
                    <a:pt x="702685" y="1265410"/>
                  </a:lnTo>
                  <a:lnTo>
                    <a:pt x="744753" y="1283944"/>
                  </a:lnTo>
                  <a:lnTo>
                    <a:pt x="786531" y="1300060"/>
                  </a:lnTo>
                  <a:lnTo>
                    <a:pt x="827856" y="1313697"/>
                  </a:lnTo>
                  <a:lnTo>
                    <a:pt x="868564" y="1324799"/>
                  </a:lnTo>
                  <a:lnTo>
                    <a:pt x="908495" y="1333323"/>
                  </a:lnTo>
                  <a:lnTo>
                    <a:pt x="947491" y="1339236"/>
                  </a:lnTo>
                  <a:lnTo>
                    <a:pt x="985397" y="1342513"/>
                  </a:lnTo>
                  <a:lnTo>
                    <a:pt x="1022066" y="1343143"/>
                  </a:lnTo>
                  <a:lnTo>
                    <a:pt x="1057350" y="1341122"/>
                  </a:lnTo>
                  <a:lnTo>
                    <a:pt x="1091113" y="1336459"/>
                  </a:lnTo>
                  <a:lnTo>
                    <a:pt x="1123220" y="1329172"/>
                  </a:lnTo>
                  <a:lnTo>
                    <a:pt x="1153544" y="1319290"/>
                  </a:lnTo>
                  <a:lnTo>
                    <a:pt x="1181966" y="1306851"/>
                  </a:lnTo>
                  <a:lnTo>
                    <a:pt x="1208374" y="1291906"/>
                  </a:lnTo>
                  <a:lnTo>
                    <a:pt x="1232663" y="1274512"/>
                  </a:lnTo>
                  <a:lnTo>
                    <a:pt x="1254738" y="1254738"/>
                  </a:lnTo>
                  <a:lnTo>
                    <a:pt x="1274512" y="1232663"/>
                  </a:lnTo>
                  <a:lnTo>
                    <a:pt x="1291906" y="1208374"/>
                  </a:lnTo>
                  <a:lnTo>
                    <a:pt x="1306851" y="1181966"/>
                  </a:lnTo>
                  <a:lnTo>
                    <a:pt x="1319290" y="1153544"/>
                  </a:lnTo>
                  <a:lnTo>
                    <a:pt x="1329172" y="1123220"/>
                  </a:lnTo>
                  <a:lnTo>
                    <a:pt x="1336459" y="1091113"/>
                  </a:lnTo>
                  <a:lnTo>
                    <a:pt x="1341122" y="1057350"/>
                  </a:lnTo>
                  <a:lnTo>
                    <a:pt x="1343143" y="1022066"/>
                  </a:lnTo>
                  <a:lnTo>
                    <a:pt x="1342513" y="985397"/>
                  </a:lnTo>
                  <a:lnTo>
                    <a:pt x="1339236" y="947491"/>
                  </a:lnTo>
                  <a:lnTo>
                    <a:pt x="1333323" y="908495"/>
                  </a:lnTo>
                  <a:lnTo>
                    <a:pt x="1324799" y="868564"/>
                  </a:lnTo>
                  <a:lnTo>
                    <a:pt x="1313697" y="827856"/>
                  </a:lnTo>
                  <a:lnTo>
                    <a:pt x="1300060" y="786531"/>
                  </a:lnTo>
                  <a:lnTo>
                    <a:pt x="1283944" y="744753"/>
                  </a:lnTo>
                  <a:lnTo>
                    <a:pt x="1265410" y="702685"/>
                  </a:lnTo>
                  <a:lnTo>
                    <a:pt x="1244533" y="660495"/>
                  </a:lnTo>
                  <a:lnTo>
                    <a:pt x="1221395" y="618349"/>
                  </a:lnTo>
                  <a:lnTo>
                    <a:pt x="1196086" y="576412"/>
                  </a:lnTo>
                  <a:lnTo>
                    <a:pt x="1168708" y="534851"/>
                  </a:lnTo>
                  <a:lnTo>
                    <a:pt x="1139368" y="493830"/>
                  </a:lnTo>
                  <a:lnTo>
                    <a:pt x="1108181" y="453510"/>
                  </a:lnTo>
                  <a:lnTo>
                    <a:pt x="1075272" y="414051"/>
                  </a:lnTo>
                  <a:lnTo>
                    <a:pt x="1040769" y="375608"/>
                  </a:lnTo>
                  <a:lnTo>
                    <a:pt x="1004809" y="338333"/>
                  </a:lnTo>
                  <a:lnTo>
                    <a:pt x="967535" y="302373"/>
                  </a:lnTo>
                  <a:lnTo>
                    <a:pt x="929092" y="267871"/>
                  </a:lnTo>
                  <a:lnTo>
                    <a:pt x="889632" y="234961"/>
                  </a:lnTo>
                  <a:lnTo>
                    <a:pt x="849312" y="203775"/>
                  </a:lnTo>
                  <a:lnTo>
                    <a:pt x="808291" y="174434"/>
                  </a:lnTo>
                  <a:lnTo>
                    <a:pt x="766730" y="147056"/>
                  </a:lnTo>
                  <a:lnTo>
                    <a:pt x="724794" y="121748"/>
                  </a:lnTo>
                  <a:lnTo>
                    <a:pt x="682647" y="98610"/>
                  </a:lnTo>
                  <a:lnTo>
                    <a:pt x="640457" y="77732"/>
                  </a:lnTo>
                  <a:lnTo>
                    <a:pt x="598390" y="59199"/>
                  </a:lnTo>
                  <a:lnTo>
                    <a:pt x="556611" y="43082"/>
                  </a:lnTo>
                  <a:lnTo>
                    <a:pt x="515286" y="29446"/>
                  </a:lnTo>
                  <a:lnTo>
                    <a:pt x="474578" y="18344"/>
                  </a:lnTo>
                  <a:lnTo>
                    <a:pt x="434647" y="9819"/>
                  </a:lnTo>
                  <a:lnTo>
                    <a:pt x="395652" y="3907"/>
                  </a:lnTo>
                  <a:lnTo>
                    <a:pt x="357745" y="629"/>
                  </a:lnTo>
                  <a:lnTo>
                    <a:pt x="321077" y="0"/>
                  </a:lnTo>
                  <a:lnTo>
                    <a:pt x="285792" y="2020"/>
                  </a:lnTo>
                  <a:lnTo>
                    <a:pt x="252030" y="6683"/>
                  </a:lnTo>
                  <a:lnTo>
                    <a:pt x="219923" y="13970"/>
                  </a:lnTo>
                  <a:lnTo>
                    <a:pt x="189599" y="23853"/>
                  </a:lnTo>
                  <a:lnTo>
                    <a:pt x="161176" y="36291"/>
                  </a:lnTo>
                  <a:lnTo>
                    <a:pt x="134769" y="51237"/>
                  </a:lnTo>
                  <a:lnTo>
                    <a:pt x="110479" y="68631"/>
                  </a:lnTo>
                  <a:lnTo>
                    <a:pt x="88404" y="88404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3" name="pl2013"/>
            <p:cNvSpPr/>
            <p:nvPr/>
          </p:nvSpPr>
          <p:spPr>
            <a:xfrm>
              <a:off x="10780306" y="5745929"/>
              <a:ext cx="1268439" cy="1268439"/>
            </a:xfrm>
            <a:custGeom>
              <a:avLst/>
              <a:pathLst>
                <a:path w="1268439" h="1268439">
                  <a:moveTo>
                    <a:pt x="51052" y="51052"/>
                  </a:moveTo>
                  <a:lnTo>
                    <a:pt x="36510" y="67896"/>
                  </a:lnTo>
                  <a:lnTo>
                    <a:pt x="24326" y="86975"/>
                  </a:lnTo>
                  <a:lnTo>
                    <a:pt x="14550" y="108214"/>
                  </a:lnTo>
                  <a:lnTo>
                    <a:pt x="7219" y="131528"/>
                  </a:lnTo>
                  <a:lnTo>
                    <a:pt x="2362" y="156827"/>
                  </a:lnTo>
                  <a:lnTo>
                    <a:pt x="0" y="184009"/>
                  </a:lnTo>
                  <a:lnTo>
                    <a:pt x="140" y="212969"/>
                  </a:lnTo>
                  <a:lnTo>
                    <a:pt x="2782" y="243590"/>
                  </a:lnTo>
                  <a:lnTo>
                    <a:pt x="7917" y="275754"/>
                  </a:lnTo>
                  <a:lnTo>
                    <a:pt x="15523" y="309332"/>
                  </a:lnTo>
                  <a:lnTo>
                    <a:pt x="25571" y="344192"/>
                  </a:lnTo>
                  <a:lnTo>
                    <a:pt x="38021" y="380197"/>
                  </a:lnTo>
                  <a:lnTo>
                    <a:pt x="52824" y="417204"/>
                  </a:lnTo>
                  <a:lnTo>
                    <a:pt x="69921" y="455068"/>
                  </a:lnTo>
                  <a:lnTo>
                    <a:pt x="89246" y="493639"/>
                  </a:lnTo>
                  <a:lnTo>
                    <a:pt x="110721" y="532765"/>
                  </a:lnTo>
                  <a:lnTo>
                    <a:pt x="134262" y="572291"/>
                  </a:lnTo>
                  <a:lnTo>
                    <a:pt x="159777" y="612061"/>
                  </a:lnTo>
                  <a:lnTo>
                    <a:pt x="187163" y="651919"/>
                  </a:lnTo>
                  <a:lnTo>
                    <a:pt x="216314" y="691707"/>
                  </a:lnTo>
                  <a:lnTo>
                    <a:pt x="247115" y="731268"/>
                  </a:lnTo>
                  <a:lnTo>
                    <a:pt x="279443" y="770446"/>
                  </a:lnTo>
                  <a:lnTo>
                    <a:pt x="313171" y="809087"/>
                  </a:lnTo>
                  <a:lnTo>
                    <a:pt x="348166" y="847037"/>
                  </a:lnTo>
                  <a:lnTo>
                    <a:pt x="384291" y="884148"/>
                  </a:lnTo>
                  <a:lnTo>
                    <a:pt x="421401" y="920272"/>
                  </a:lnTo>
                  <a:lnTo>
                    <a:pt x="459352" y="955267"/>
                  </a:lnTo>
                  <a:lnTo>
                    <a:pt x="497992" y="988996"/>
                  </a:lnTo>
                  <a:lnTo>
                    <a:pt x="537170" y="1021324"/>
                  </a:lnTo>
                  <a:lnTo>
                    <a:pt x="576731" y="1052124"/>
                  </a:lnTo>
                  <a:lnTo>
                    <a:pt x="616519" y="1081275"/>
                  </a:lnTo>
                  <a:lnTo>
                    <a:pt x="656377" y="1108662"/>
                  </a:lnTo>
                  <a:lnTo>
                    <a:pt x="696148" y="1134176"/>
                  </a:lnTo>
                  <a:lnTo>
                    <a:pt x="735674" y="1157717"/>
                  </a:lnTo>
                  <a:lnTo>
                    <a:pt x="774800" y="1179193"/>
                  </a:lnTo>
                  <a:lnTo>
                    <a:pt x="813370" y="1198517"/>
                  </a:lnTo>
                  <a:lnTo>
                    <a:pt x="851234" y="1215615"/>
                  </a:lnTo>
                  <a:lnTo>
                    <a:pt x="888242" y="1230418"/>
                  </a:lnTo>
                  <a:lnTo>
                    <a:pt x="924246" y="1242868"/>
                  </a:lnTo>
                  <a:lnTo>
                    <a:pt x="959107" y="1252916"/>
                  </a:lnTo>
                  <a:lnTo>
                    <a:pt x="992685" y="1260522"/>
                  </a:lnTo>
                  <a:lnTo>
                    <a:pt x="1024848" y="1265656"/>
                  </a:lnTo>
                  <a:lnTo>
                    <a:pt x="1055470" y="1268299"/>
                  </a:lnTo>
                  <a:lnTo>
                    <a:pt x="1084429" y="1268439"/>
                  </a:lnTo>
                  <a:lnTo>
                    <a:pt x="1111612" y="1266076"/>
                  </a:lnTo>
                  <a:lnTo>
                    <a:pt x="1136910" y="1261220"/>
                  </a:lnTo>
                  <a:lnTo>
                    <a:pt x="1160225" y="1253889"/>
                  </a:lnTo>
                  <a:lnTo>
                    <a:pt x="1181463" y="1244112"/>
                  </a:lnTo>
                  <a:lnTo>
                    <a:pt x="1200542" y="1231928"/>
                  </a:lnTo>
                  <a:lnTo>
                    <a:pt x="1217386" y="1217386"/>
                  </a:lnTo>
                  <a:lnTo>
                    <a:pt x="1231928" y="1200542"/>
                  </a:lnTo>
                  <a:lnTo>
                    <a:pt x="1244112" y="1181463"/>
                  </a:lnTo>
                  <a:lnTo>
                    <a:pt x="1253889" y="1160225"/>
                  </a:lnTo>
                  <a:lnTo>
                    <a:pt x="1261220" y="1136910"/>
                  </a:lnTo>
                  <a:lnTo>
                    <a:pt x="1266076" y="1111612"/>
                  </a:lnTo>
                  <a:lnTo>
                    <a:pt x="1268439" y="1084429"/>
                  </a:lnTo>
                  <a:lnTo>
                    <a:pt x="1268299" y="1055470"/>
                  </a:lnTo>
                  <a:lnTo>
                    <a:pt x="1265656" y="1024848"/>
                  </a:lnTo>
                  <a:lnTo>
                    <a:pt x="1260522" y="992685"/>
                  </a:lnTo>
                  <a:lnTo>
                    <a:pt x="1252916" y="959107"/>
                  </a:lnTo>
                  <a:lnTo>
                    <a:pt x="1242868" y="924246"/>
                  </a:lnTo>
                  <a:lnTo>
                    <a:pt x="1230418" y="888242"/>
                  </a:lnTo>
                  <a:lnTo>
                    <a:pt x="1215615" y="851234"/>
                  </a:lnTo>
                  <a:lnTo>
                    <a:pt x="1198517" y="813370"/>
                  </a:lnTo>
                  <a:lnTo>
                    <a:pt x="1179193" y="774800"/>
                  </a:lnTo>
                  <a:lnTo>
                    <a:pt x="1157717" y="735674"/>
                  </a:lnTo>
                  <a:lnTo>
                    <a:pt x="1134176" y="696148"/>
                  </a:lnTo>
                  <a:lnTo>
                    <a:pt x="1108662" y="656377"/>
                  </a:lnTo>
                  <a:lnTo>
                    <a:pt x="1081275" y="616519"/>
                  </a:lnTo>
                  <a:lnTo>
                    <a:pt x="1052124" y="576731"/>
                  </a:lnTo>
                  <a:lnTo>
                    <a:pt x="1021324" y="537170"/>
                  </a:lnTo>
                  <a:lnTo>
                    <a:pt x="988996" y="497992"/>
                  </a:lnTo>
                  <a:lnTo>
                    <a:pt x="955267" y="459352"/>
                  </a:lnTo>
                  <a:lnTo>
                    <a:pt x="920272" y="421401"/>
                  </a:lnTo>
                  <a:lnTo>
                    <a:pt x="884148" y="384291"/>
                  </a:lnTo>
                  <a:lnTo>
                    <a:pt x="847037" y="348166"/>
                  </a:lnTo>
                  <a:lnTo>
                    <a:pt x="809087" y="313171"/>
                  </a:lnTo>
                  <a:lnTo>
                    <a:pt x="770446" y="279443"/>
                  </a:lnTo>
                  <a:lnTo>
                    <a:pt x="731268" y="247115"/>
                  </a:lnTo>
                  <a:lnTo>
                    <a:pt x="691707" y="216314"/>
                  </a:lnTo>
                  <a:lnTo>
                    <a:pt x="651919" y="187163"/>
                  </a:lnTo>
                  <a:lnTo>
                    <a:pt x="612061" y="159777"/>
                  </a:lnTo>
                  <a:lnTo>
                    <a:pt x="572291" y="134262"/>
                  </a:lnTo>
                  <a:lnTo>
                    <a:pt x="532765" y="110721"/>
                  </a:lnTo>
                  <a:lnTo>
                    <a:pt x="493639" y="89246"/>
                  </a:lnTo>
                  <a:lnTo>
                    <a:pt x="455068" y="69921"/>
                  </a:lnTo>
                  <a:lnTo>
                    <a:pt x="417204" y="52824"/>
                  </a:lnTo>
                  <a:lnTo>
                    <a:pt x="380197" y="38021"/>
                  </a:lnTo>
                  <a:lnTo>
                    <a:pt x="344192" y="25571"/>
                  </a:lnTo>
                  <a:lnTo>
                    <a:pt x="309332" y="15523"/>
                  </a:lnTo>
                  <a:lnTo>
                    <a:pt x="275754" y="7917"/>
                  </a:lnTo>
                  <a:lnTo>
                    <a:pt x="243590" y="2782"/>
                  </a:lnTo>
                  <a:lnTo>
                    <a:pt x="212969" y="140"/>
                  </a:lnTo>
                  <a:lnTo>
                    <a:pt x="184009" y="0"/>
                  </a:lnTo>
                  <a:lnTo>
                    <a:pt x="156827" y="2362"/>
                  </a:lnTo>
                  <a:lnTo>
                    <a:pt x="131528" y="7219"/>
                  </a:lnTo>
                  <a:lnTo>
                    <a:pt x="108214" y="14550"/>
                  </a:lnTo>
                  <a:lnTo>
                    <a:pt x="86975" y="24326"/>
                  </a:lnTo>
                  <a:lnTo>
                    <a:pt x="67896" y="36510"/>
                  </a:lnTo>
                  <a:lnTo>
                    <a:pt x="51052" y="51052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4" name="pl2014"/>
            <p:cNvSpPr/>
            <p:nvPr/>
          </p:nvSpPr>
          <p:spPr>
            <a:xfrm>
              <a:off x="10810599" y="5776221"/>
              <a:ext cx="1207854" cy="1207854"/>
            </a:xfrm>
            <a:custGeom>
              <a:avLst/>
              <a:pathLst>
                <a:path w="1207854" h="1207854">
                  <a:moveTo>
                    <a:pt x="1153770" y="54084"/>
                  </a:moveTo>
                  <a:lnTo>
                    <a:pt x="1136992" y="39476"/>
                  </a:lnTo>
                  <a:lnTo>
                    <a:pt x="1118110" y="27095"/>
                  </a:lnTo>
                  <a:lnTo>
                    <a:pt x="1097199" y="16991"/>
                  </a:lnTo>
                  <a:lnTo>
                    <a:pt x="1074341" y="9203"/>
                  </a:lnTo>
                  <a:lnTo>
                    <a:pt x="1049626" y="3763"/>
                  </a:lnTo>
                  <a:lnTo>
                    <a:pt x="1023153" y="691"/>
                  </a:lnTo>
                  <a:lnTo>
                    <a:pt x="995025" y="0"/>
                  </a:lnTo>
                  <a:lnTo>
                    <a:pt x="965354" y="1692"/>
                  </a:lnTo>
                  <a:lnTo>
                    <a:pt x="934256" y="5760"/>
                  </a:lnTo>
                  <a:lnTo>
                    <a:pt x="901855" y="12190"/>
                  </a:lnTo>
                  <a:lnTo>
                    <a:pt x="868278" y="20955"/>
                  </a:lnTo>
                  <a:lnTo>
                    <a:pt x="833657" y="32021"/>
                  </a:lnTo>
                  <a:lnTo>
                    <a:pt x="798130" y="45343"/>
                  </a:lnTo>
                  <a:lnTo>
                    <a:pt x="761837" y="60870"/>
                  </a:lnTo>
                  <a:lnTo>
                    <a:pt x="724920" y="78541"/>
                  </a:lnTo>
                  <a:lnTo>
                    <a:pt x="687526" y="98284"/>
                  </a:lnTo>
                  <a:lnTo>
                    <a:pt x="649802" y="120024"/>
                  </a:lnTo>
                  <a:lnTo>
                    <a:pt x="611896" y="143673"/>
                  </a:lnTo>
                  <a:lnTo>
                    <a:pt x="573960" y="169138"/>
                  </a:lnTo>
                  <a:lnTo>
                    <a:pt x="536141" y="196320"/>
                  </a:lnTo>
                  <a:lnTo>
                    <a:pt x="498591" y="225110"/>
                  </a:lnTo>
                  <a:lnTo>
                    <a:pt x="461455" y="255395"/>
                  </a:lnTo>
                  <a:lnTo>
                    <a:pt x="424883" y="287055"/>
                  </a:lnTo>
                  <a:lnTo>
                    <a:pt x="389016" y="319966"/>
                  </a:lnTo>
                  <a:lnTo>
                    <a:pt x="353998" y="353998"/>
                  </a:lnTo>
                  <a:lnTo>
                    <a:pt x="319966" y="389016"/>
                  </a:lnTo>
                  <a:lnTo>
                    <a:pt x="287055" y="424883"/>
                  </a:lnTo>
                  <a:lnTo>
                    <a:pt x="255395" y="461455"/>
                  </a:lnTo>
                  <a:lnTo>
                    <a:pt x="225110" y="498591"/>
                  </a:lnTo>
                  <a:lnTo>
                    <a:pt x="196320" y="536141"/>
                  </a:lnTo>
                  <a:lnTo>
                    <a:pt x="169138" y="573960"/>
                  </a:lnTo>
                  <a:lnTo>
                    <a:pt x="143673" y="611896"/>
                  </a:lnTo>
                  <a:lnTo>
                    <a:pt x="120024" y="649802"/>
                  </a:lnTo>
                  <a:lnTo>
                    <a:pt x="98284" y="687526"/>
                  </a:lnTo>
                  <a:lnTo>
                    <a:pt x="78541" y="724920"/>
                  </a:lnTo>
                  <a:lnTo>
                    <a:pt x="60870" y="761837"/>
                  </a:lnTo>
                  <a:lnTo>
                    <a:pt x="45343" y="798130"/>
                  </a:lnTo>
                  <a:lnTo>
                    <a:pt x="32021" y="833657"/>
                  </a:lnTo>
                  <a:lnTo>
                    <a:pt x="20955" y="868278"/>
                  </a:lnTo>
                  <a:lnTo>
                    <a:pt x="12190" y="901855"/>
                  </a:lnTo>
                  <a:lnTo>
                    <a:pt x="5760" y="934256"/>
                  </a:lnTo>
                  <a:lnTo>
                    <a:pt x="1692" y="965354"/>
                  </a:lnTo>
                  <a:lnTo>
                    <a:pt x="0" y="995025"/>
                  </a:lnTo>
                  <a:lnTo>
                    <a:pt x="691" y="1023153"/>
                  </a:lnTo>
                  <a:lnTo>
                    <a:pt x="3763" y="1049626"/>
                  </a:lnTo>
                  <a:lnTo>
                    <a:pt x="9203" y="1074341"/>
                  </a:lnTo>
                  <a:lnTo>
                    <a:pt x="16991" y="1097199"/>
                  </a:lnTo>
                  <a:lnTo>
                    <a:pt x="27095" y="1118110"/>
                  </a:lnTo>
                  <a:lnTo>
                    <a:pt x="39476" y="1136992"/>
                  </a:lnTo>
                  <a:lnTo>
                    <a:pt x="54084" y="1153770"/>
                  </a:lnTo>
                  <a:lnTo>
                    <a:pt x="70862" y="1168378"/>
                  </a:lnTo>
                  <a:lnTo>
                    <a:pt x="89744" y="1180759"/>
                  </a:lnTo>
                  <a:lnTo>
                    <a:pt x="110655" y="1190863"/>
                  </a:lnTo>
                  <a:lnTo>
                    <a:pt x="133513" y="1198650"/>
                  </a:lnTo>
                  <a:lnTo>
                    <a:pt x="158227" y="1204091"/>
                  </a:lnTo>
                  <a:lnTo>
                    <a:pt x="184701" y="1207163"/>
                  </a:lnTo>
                  <a:lnTo>
                    <a:pt x="212828" y="1207854"/>
                  </a:lnTo>
                  <a:lnTo>
                    <a:pt x="242500" y="1206162"/>
                  </a:lnTo>
                  <a:lnTo>
                    <a:pt x="273597" y="1202093"/>
                  </a:lnTo>
                  <a:lnTo>
                    <a:pt x="305999" y="1195664"/>
                  </a:lnTo>
                  <a:lnTo>
                    <a:pt x="339576" y="1186899"/>
                  </a:lnTo>
                  <a:lnTo>
                    <a:pt x="374196" y="1175833"/>
                  </a:lnTo>
                  <a:lnTo>
                    <a:pt x="409723" y="1162510"/>
                  </a:lnTo>
                  <a:lnTo>
                    <a:pt x="446017" y="1146983"/>
                  </a:lnTo>
                  <a:lnTo>
                    <a:pt x="482934" y="1129313"/>
                  </a:lnTo>
                  <a:lnTo>
                    <a:pt x="520328" y="1109569"/>
                  </a:lnTo>
                  <a:lnTo>
                    <a:pt x="558052" y="1087830"/>
                  </a:lnTo>
                  <a:lnTo>
                    <a:pt x="595957" y="1064181"/>
                  </a:lnTo>
                  <a:lnTo>
                    <a:pt x="633894" y="1038715"/>
                  </a:lnTo>
                  <a:lnTo>
                    <a:pt x="671712" y="1011534"/>
                  </a:lnTo>
                  <a:lnTo>
                    <a:pt x="709263" y="982744"/>
                  </a:lnTo>
                  <a:lnTo>
                    <a:pt x="746398" y="952459"/>
                  </a:lnTo>
                  <a:lnTo>
                    <a:pt x="782971" y="920798"/>
                  </a:lnTo>
                  <a:lnTo>
                    <a:pt x="818837" y="887887"/>
                  </a:lnTo>
                  <a:lnTo>
                    <a:pt x="853855" y="853855"/>
                  </a:lnTo>
                  <a:lnTo>
                    <a:pt x="887887" y="818837"/>
                  </a:lnTo>
                  <a:lnTo>
                    <a:pt x="920798" y="782971"/>
                  </a:lnTo>
                  <a:lnTo>
                    <a:pt x="952459" y="746398"/>
                  </a:lnTo>
                  <a:lnTo>
                    <a:pt x="982744" y="709263"/>
                  </a:lnTo>
                  <a:lnTo>
                    <a:pt x="1011534" y="671712"/>
                  </a:lnTo>
                  <a:lnTo>
                    <a:pt x="1038715" y="633894"/>
                  </a:lnTo>
                  <a:lnTo>
                    <a:pt x="1064181" y="595957"/>
                  </a:lnTo>
                  <a:lnTo>
                    <a:pt x="1087830" y="558052"/>
                  </a:lnTo>
                  <a:lnTo>
                    <a:pt x="1109569" y="520328"/>
                  </a:lnTo>
                  <a:lnTo>
                    <a:pt x="1129313" y="482934"/>
                  </a:lnTo>
                  <a:lnTo>
                    <a:pt x="1146983" y="446017"/>
                  </a:lnTo>
                  <a:lnTo>
                    <a:pt x="1162510" y="409723"/>
                  </a:lnTo>
                  <a:lnTo>
                    <a:pt x="1175833" y="374196"/>
                  </a:lnTo>
                  <a:lnTo>
                    <a:pt x="1186899" y="339576"/>
                  </a:lnTo>
                  <a:lnTo>
                    <a:pt x="1195664" y="305999"/>
                  </a:lnTo>
                  <a:lnTo>
                    <a:pt x="1202093" y="273597"/>
                  </a:lnTo>
                  <a:lnTo>
                    <a:pt x="1206162" y="242500"/>
                  </a:lnTo>
                  <a:lnTo>
                    <a:pt x="1207854" y="212828"/>
                  </a:lnTo>
                  <a:lnTo>
                    <a:pt x="1207163" y="184701"/>
                  </a:lnTo>
                  <a:lnTo>
                    <a:pt x="1204091" y="158227"/>
                  </a:lnTo>
                  <a:lnTo>
                    <a:pt x="1198650" y="133513"/>
                  </a:lnTo>
                  <a:lnTo>
                    <a:pt x="1190863" y="110655"/>
                  </a:lnTo>
                  <a:lnTo>
                    <a:pt x="1180759" y="89744"/>
                  </a:lnTo>
                  <a:lnTo>
                    <a:pt x="1168378" y="70862"/>
                  </a:lnTo>
                  <a:lnTo>
                    <a:pt x="1153770" y="54084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5" name="pl2015"/>
            <p:cNvSpPr/>
            <p:nvPr/>
          </p:nvSpPr>
          <p:spPr>
            <a:xfrm>
              <a:off x="11096407" y="5944212"/>
              <a:ext cx="1343143" cy="1343143"/>
            </a:xfrm>
            <a:custGeom>
              <a:avLst/>
              <a:pathLst>
                <a:path w="1343143" h="1343143">
                  <a:moveTo>
                    <a:pt x="1254738" y="88404"/>
                  </a:moveTo>
                  <a:lnTo>
                    <a:pt x="1232663" y="68631"/>
                  </a:lnTo>
                  <a:lnTo>
                    <a:pt x="1208374" y="51237"/>
                  </a:lnTo>
                  <a:lnTo>
                    <a:pt x="1181966" y="36291"/>
                  </a:lnTo>
                  <a:lnTo>
                    <a:pt x="1153544" y="23853"/>
                  </a:lnTo>
                  <a:lnTo>
                    <a:pt x="1123220" y="13970"/>
                  </a:lnTo>
                  <a:lnTo>
                    <a:pt x="1091113" y="6683"/>
                  </a:lnTo>
                  <a:lnTo>
                    <a:pt x="1057350" y="2020"/>
                  </a:lnTo>
                  <a:lnTo>
                    <a:pt x="1022066" y="0"/>
                  </a:lnTo>
                  <a:lnTo>
                    <a:pt x="985397" y="629"/>
                  </a:lnTo>
                  <a:lnTo>
                    <a:pt x="947491" y="3907"/>
                  </a:lnTo>
                  <a:lnTo>
                    <a:pt x="908495" y="9819"/>
                  </a:lnTo>
                  <a:lnTo>
                    <a:pt x="868564" y="18344"/>
                  </a:lnTo>
                  <a:lnTo>
                    <a:pt x="827856" y="29446"/>
                  </a:lnTo>
                  <a:lnTo>
                    <a:pt x="786531" y="43082"/>
                  </a:lnTo>
                  <a:lnTo>
                    <a:pt x="744753" y="59199"/>
                  </a:lnTo>
                  <a:lnTo>
                    <a:pt x="702685" y="77732"/>
                  </a:lnTo>
                  <a:lnTo>
                    <a:pt x="660495" y="98610"/>
                  </a:lnTo>
                  <a:lnTo>
                    <a:pt x="618349" y="121748"/>
                  </a:lnTo>
                  <a:lnTo>
                    <a:pt x="576412" y="147056"/>
                  </a:lnTo>
                  <a:lnTo>
                    <a:pt x="534851" y="174434"/>
                  </a:lnTo>
                  <a:lnTo>
                    <a:pt x="493830" y="203775"/>
                  </a:lnTo>
                  <a:lnTo>
                    <a:pt x="453510" y="234961"/>
                  </a:lnTo>
                  <a:lnTo>
                    <a:pt x="414051" y="267871"/>
                  </a:lnTo>
                  <a:lnTo>
                    <a:pt x="375608" y="302373"/>
                  </a:lnTo>
                  <a:lnTo>
                    <a:pt x="338333" y="338333"/>
                  </a:lnTo>
                  <a:lnTo>
                    <a:pt x="302373" y="375608"/>
                  </a:lnTo>
                  <a:lnTo>
                    <a:pt x="267871" y="414051"/>
                  </a:lnTo>
                  <a:lnTo>
                    <a:pt x="234961" y="453510"/>
                  </a:lnTo>
                  <a:lnTo>
                    <a:pt x="203775" y="493830"/>
                  </a:lnTo>
                  <a:lnTo>
                    <a:pt x="174434" y="534851"/>
                  </a:lnTo>
                  <a:lnTo>
                    <a:pt x="147056" y="576412"/>
                  </a:lnTo>
                  <a:lnTo>
                    <a:pt x="121748" y="618349"/>
                  </a:lnTo>
                  <a:lnTo>
                    <a:pt x="98610" y="660495"/>
                  </a:lnTo>
                  <a:lnTo>
                    <a:pt x="77732" y="702685"/>
                  </a:lnTo>
                  <a:lnTo>
                    <a:pt x="59199" y="744753"/>
                  </a:lnTo>
                  <a:lnTo>
                    <a:pt x="43082" y="786531"/>
                  </a:lnTo>
                  <a:lnTo>
                    <a:pt x="29446" y="827856"/>
                  </a:lnTo>
                  <a:lnTo>
                    <a:pt x="18344" y="868564"/>
                  </a:lnTo>
                  <a:lnTo>
                    <a:pt x="9819" y="908495"/>
                  </a:lnTo>
                  <a:lnTo>
                    <a:pt x="3907" y="947491"/>
                  </a:lnTo>
                  <a:lnTo>
                    <a:pt x="629" y="985397"/>
                  </a:lnTo>
                  <a:lnTo>
                    <a:pt x="0" y="1022066"/>
                  </a:lnTo>
                  <a:lnTo>
                    <a:pt x="2020" y="1057350"/>
                  </a:lnTo>
                  <a:lnTo>
                    <a:pt x="6683" y="1091113"/>
                  </a:lnTo>
                  <a:lnTo>
                    <a:pt x="13970" y="1123220"/>
                  </a:lnTo>
                  <a:lnTo>
                    <a:pt x="23853" y="1153544"/>
                  </a:lnTo>
                  <a:lnTo>
                    <a:pt x="36291" y="1181966"/>
                  </a:lnTo>
                  <a:lnTo>
                    <a:pt x="51237" y="1208374"/>
                  </a:lnTo>
                  <a:lnTo>
                    <a:pt x="68631" y="1232663"/>
                  </a:lnTo>
                  <a:lnTo>
                    <a:pt x="88404" y="1254738"/>
                  </a:lnTo>
                  <a:lnTo>
                    <a:pt x="110479" y="1274512"/>
                  </a:lnTo>
                  <a:lnTo>
                    <a:pt x="134769" y="1291906"/>
                  </a:lnTo>
                  <a:lnTo>
                    <a:pt x="161176" y="1306851"/>
                  </a:lnTo>
                  <a:lnTo>
                    <a:pt x="189599" y="1319290"/>
                  </a:lnTo>
                  <a:lnTo>
                    <a:pt x="219923" y="1329172"/>
                  </a:lnTo>
                  <a:lnTo>
                    <a:pt x="252030" y="1336459"/>
                  </a:lnTo>
                  <a:lnTo>
                    <a:pt x="285792" y="1341122"/>
                  </a:lnTo>
                  <a:lnTo>
                    <a:pt x="321077" y="1343143"/>
                  </a:lnTo>
                  <a:lnTo>
                    <a:pt x="357745" y="1342513"/>
                  </a:lnTo>
                  <a:lnTo>
                    <a:pt x="395652" y="1339236"/>
                  </a:lnTo>
                  <a:lnTo>
                    <a:pt x="434647" y="1333323"/>
                  </a:lnTo>
                  <a:lnTo>
                    <a:pt x="474578" y="1324799"/>
                  </a:lnTo>
                  <a:lnTo>
                    <a:pt x="515286" y="1313697"/>
                  </a:lnTo>
                  <a:lnTo>
                    <a:pt x="556611" y="1300060"/>
                  </a:lnTo>
                  <a:lnTo>
                    <a:pt x="598390" y="1283944"/>
                  </a:lnTo>
                  <a:lnTo>
                    <a:pt x="640457" y="1265410"/>
                  </a:lnTo>
                  <a:lnTo>
                    <a:pt x="682647" y="1244533"/>
                  </a:lnTo>
                  <a:lnTo>
                    <a:pt x="724794" y="1221395"/>
                  </a:lnTo>
                  <a:lnTo>
                    <a:pt x="766730" y="1196086"/>
                  </a:lnTo>
                  <a:lnTo>
                    <a:pt x="808291" y="1168708"/>
                  </a:lnTo>
                  <a:lnTo>
                    <a:pt x="849312" y="1139368"/>
                  </a:lnTo>
                  <a:lnTo>
                    <a:pt x="889632" y="1108181"/>
                  </a:lnTo>
                  <a:lnTo>
                    <a:pt x="929092" y="1075272"/>
                  </a:lnTo>
                  <a:lnTo>
                    <a:pt x="967535" y="1040769"/>
                  </a:lnTo>
                  <a:lnTo>
                    <a:pt x="1004809" y="1004809"/>
                  </a:lnTo>
                  <a:lnTo>
                    <a:pt x="1040769" y="967535"/>
                  </a:lnTo>
                  <a:lnTo>
                    <a:pt x="1075272" y="929092"/>
                  </a:lnTo>
                  <a:lnTo>
                    <a:pt x="1108181" y="889632"/>
                  </a:lnTo>
                  <a:lnTo>
                    <a:pt x="1139368" y="849312"/>
                  </a:lnTo>
                  <a:lnTo>
                    <a:pt x="1168708" y="808291"/>
                  </a:lnTo>
                  <a:lnTo>
                    <a:pt x="1196086" y="766730"/>
                  </a:lnTo>
                  <a:lnTo>
                    <a:pt x="1221395" y="724794"/>
                  </a:lnTo>
                  <a:lnTo>
                    <a:pt x="1244533" y="682647"/>
                  </a:lnTo>
                  <a:lnTo>
                    <a:pt x="1265410" y="640457"/>
                  </a:lnTo>
                  <a:lnTo>
                    <a:pt x="1283944" y="598390"/>
                  </a:lnTo>
                  <a:lnTo>
                    <a:pt x="1300060" y="556611"/>
                  </a:lnTo>
                  <a:lnTo>
                    <a:pt x="1313697" y="515286"/>
                  </a:lnTo>
                  <a:lnTo>
                    <a:pt x="1324799" y="474578"/>
                  </a:lnTo>
                  <a:lnTo>
                    <a:pt x="1333323" y="434647"/>
                  </a:lnTo>
                  <a:lnTo>
                    <a:pt x="1339236" y="395652"/>
                  </a:lnTo>
                  <a:lnTo>
                    <a:pt x="1342513" y="357745"/>
                  </a:lnTo>
                  <a:lnTo>
                    <a:pt x="1343143" y="321077"/>
                  </a:lnTo>
                  <a:lnTo>
                    <a:pt x="1341122" y="285792"/>
                  </a:lnTo>
                  <a:lnTo>
                    <a:pt x="1336459" y="252030"/>
                  </a:lnTo>
                  <a:lnTo>
                    <a:pt x="1329172" y="219923"/>
                  </a:lnTo>
                  <a:lnTo>
                    <a:pt x="1319290" y="189599"/>
                  </a:lnTo>
                  <a:lnTo>
                    <a:pt x="1306851" y="161176"/>
                  </a:lnTo>
                  <a:lnTo>
                    <a:pt x="1291906" y="134769"/>
                  </a:lnTo>
                  <a:lnTo>
                    <a:pt x="1274512" y="110479"/>
                  </a:lnTo>
                  <a:lnTo>
                    <a:pt x="1254738" y="88404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6" name="tx2016"/>
            <p:cNvSpPr/>
            <p:nvPr/>
          </p:nvSpPr>
          <p:spPr>
            <a:xfrm>
              <a:off x="10117118" y="5720037"/>
              <a:ext cx="615482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  <p:sp>
          <p:nvSpPr>
            <p:cNvPr id="2017" name="tx2017"/>
            <p:cNvSpPr/>
            <p:nvPr/>
          </p:nvSpPr>
          <p:spPr>
            <a:xfrm>
              <a:off x="10019094" y="5939493"/>
              <a:ext cx="811530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Consumed</a:t>
              </a:r>
            </a:p>
          </p:txBody>
        </p:sp>
        <p:sp>
          <p:nvSpPr>
            <p:cNvPr id="2018" name="tx2018"/>
            <p:cNvSpPr/>
            <p:nvPr/>
          </p:nvSpPr>
          <p:spPr>
            <a:xfrm>
              <a:off x="10541261" y="5531529"/>
              <a:ext cx="615482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  <p:sp>
          <p:nvSpPr>
            <p:cNvPr id="2019" name="tx2019"/>
            <p:cNvSpPr/>
            <p:nvPr/>
          </p:nvSpPr>
          <p:spPr>
            <a:xfrm>
              <a:off x="10494215" y="5750985"/>
              <a:ext cx="709574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Produced</a:t>
              </a:r>
            </a:p>
          </p:txBody>
        </p:sp>
        <p:sp>
          <p:nvSpPr>
            <p:cNvPr id="2020" name="tx2020"/>
            <p:cNvSpPr/>
            <p:nvPr/>
          </p:nvSpPr>
          <p:spPr>
            <a:xfrm>
              <a:off x="11422670" y="5555093"/>
              <a:ext cx="973378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Burkholderia</a:t>
              </a:r>
            </a:p>
          </p:txBody>
        </p:sp>
        <p:sp>
          <p:nvSpPr>
            <p:cNvPr id="2021" name="tx2021"/>
            <p:cNvSpPr/>
            <p:nvPr/>
          </p:nvSpPr>
          <p:spPr>
            <a:xfrm>
              <a:off x="11503595" y="5774549"/>
              <a:ext cx="811530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Consumed</a:t>
              </a:r>
            </a:p>
          </p:txBody>
        </p:sp>
        <p:sp>
          <p:nvSpPr>
            <p:cNvPr id="2022" name="tx2022"/>
            <p:cNvSpPr/>
            <p:nvPr/>
          </p:nvSpPr>
          <p:spPr>
            <a:xfrm>
              <a:off x="11941067" y="5720037"/>
              <a:ext cx="973378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Burkholderia</a:t>
              </a:r>
            </a:p>
          </p:txBody>
        </p:sp>
        <p:sp>
          <p:nvSpPr>
            <p:cNvPr id="2023" name="tx2023"/>
            <p:cNvSpPr/>
            <p:nvPr/>
          </p:nvSpPr>
          <p:spPr>
            <a:xfrm>
              <a:off x="12072969" y="5939493"/>
              <a:ext cx="709574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Produced</a:t>
              </a:r>
            </a:p>
          </p:txBody>
        </p:sp>
        <p:sp>
          <p:nvSpPr>
            <p:cNvPr id="2024" name="pg2024"/>
            <p:cNvSpPr/>
            <p:nvPr/>
          </p:nvSpPr>
          <p:spPr>
            <a:xfrm>
              <a:off x="10614460" y="6398839"/>
              <a:ext cx="188457" cy="202539"/>
            </a:xfrm>
            <a:custGeom>
              <a:avLst/>
              <a:pathLst>
                <a:path w="188457" h="202539">
                  <a:moveTo>
                    <a:pt x="27431" y="202539"/>
                  </a:moveTo>
                  <a:lnTo>
                    <a:pt x="161025" y="202539"/>
                  </a:lnTo>
                  <a:lnTo>
                    <a:pt x="159921" y="202517"/>
                  </a:lnTo>
                  <a:lnTo>
                    <a:pt x="164332" y="202339"/>
                  </a:lnTo>
                  <a:lnTo>
                    <a:pt x="168657" y="201456"/>
                  </a:lnTo>
                  <a:lnTo>
                    <a:pt x="172785" y="199891"/>
                  </a:lnTo>
                  <a:lnTo>
                    <a:pt x="176608" y="197683"/>
                  </a:lnTo>
                  <a:lnTo>
                    <a:pt x="180028" y="194891"/>
                  </a:lnTo>
                  <a:lnTo>
                    <a:pt x="182956" y="191587"/>
                  </a:lnTo>
                  <a:lnTo>
                    <a:pt x="185315" y="187855"/>
                  </a:lnTo>
                  <a:lnTo>
                    <a:pt x="187046" y="183794"/>
                  </a:lnTo>
                  <a:lnTo>
                    <a:pt x="188102" y="179508"/>
                  </a:lnTo>
                  <a:lnTo>
                    <a:pt x="188457" y="175107"/>
                  </a:lnTo>
                  <a:lnTo>
                    <a:pt x="188457" y="27432"/>
                  </a:lnTo>
                  <a:lnTo>
                    <a:pt x="188102" y="23031"/>
                  </a:lnTo>
                  <a:lnTo>
                    <a:pt x="187046" y="18745"/>
                  </a:lnTo>
                  <a:lnTo>
                    <a:pt x="185315" y="14683"/>
                  </a:lnTo>
                  <a:lnTo>
                    <a:pt x="182956" y="10952"/>
                  </a:lnTo>
                  <a:lnTo>
                    <a:pt x="180028" y="7647"/>
                  </a:lnTo>
                  <a:lnTo>
                    <a:pt x="176608" y="4855"/>
                  </a:lnTo>
                  <a:lnTo>
                    <a:pt x="172785" y="2648"/>
                  </a:lnTo>
                  <a:lnTo>
                    <a:pt x="168657" y="1083"/>
                  </a:lnTo>
                  <a:lnTo>
                    <a:pt x="164332" y="200"/>
                  </a:lnTo>
                  <a:lnTo>
                    <a:pt x="161025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6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2025" name="tx2025"/>
            <p:cNvSpPr/>
            <p:nvPr/>
          </p:nvSpPr>
          <p:spPr>
            <a:xfrm>
              <a:off x="10660180" y="6444559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2026" name="pg2026"/>
            <p:cNvSpPr/>
            <p:nvPr/>
          </p:nvSpPr>
          <p:spPr>
            <a:xfrm>
              <a:off x="10986595" y="5804347"/>
              <a:ext cx="188457" cy="202539"/>
            </a:xfrm>
            <a:custGeom>
              <a:avLst/>
              <a:pathLst>
                <a:path w="188457" h="202539">
                  <a:moveTo>
                    <a:pt x="27431" y="202539"/>
                  </a:moveTo>
                  <a:lnTo>
                    <a:pt x="161025" y="202539"/>
                  </a:lnTo>
                  <a:lnTo>
                    <a:pt x="159921" y="202517"/>
                  </a:lnTo>
                  <a:lnTo>
                    <a:pt x="164332" y="202339"/>
                  </a:lnTo>
                  <a:lnTo>
                    <a:pt x="168657" y="201456"/>
                  </a:lnTo>
                  <a:lnTo>
                    <a:pt x="172785" y="199891"/>
                  </a:lnTo>
                  <a:lnTo>
                    <a:pt x="176608" y="197683"/>
                  </a:lnTo>
                  <a:lnTo>
                    <a:pt x="180028" y="194891"/>
                  </a:lnTo>
                  <a:lnTo>
                    <a:pt x="182956" y="191587"/>
                  </a:lnTo>
                  <a:lnTo>
                    <a:pt x="185315" y="187855"/>
                  </a:lnTo>
                  <a:lnTo>
                    <a:pt x="187046" y="183794"/>
                  </a:lnTo>
                  <a:lnTo>
                    <a:pt x="188102" y="179508"/>
                  </a:lnTo>
                  <a:lnTo>
                    <a:pt x="188457" y="175107"/>
                  </a:lnTo>
                  <a:lnTo>
                    <a:pt x="188457" y="27432"/>
                  </a:lnTo>
                  <a:lnTo>
                    <a:pt x="188102" y="23031"/>
                  </a:lnTo>
                  <a:lnTo>
                    <a:pt x="187046" y="18745"/>
                  </a:lnTo>
                  <a:lnTo>
                    <a:pt x="185315" y="14683"/>
                  </a:lnTo>
                  <a:lnTo>
                    <a:pt x="182956" y="10952"/>
                  </a:lnTo>
                  <a:lnTo>
                    <a:pt x="180028" y="7647"/>
                  </a:lnTo>
                  <a:lnTo>
                    <a:pt x="176608" y="4855"/>
                  </a:lnTo>
                  <a:lnTo>
                    <a:pt x="172785" y="2648"/>
                  </a:lnTo>
                  <a:lnTo>
                    <a:pt x="168657" y="1083"/>
                  </a:lnTo>
                  <a:lnTo>
                    <a:pt x="164332" y="200"/>
                  </a:lnTo>
                  <a:lnTo>
                    <a:pt x="161025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6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2027" name="tx2027"/>
            <p:cNvSpPr/>
            <p:nvPr/>
          </p:nvSpPr>
          <p:spPr>
            <a:xfrm>
              <a:off x="11032315" y="5850067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2028" name="pg2028"/>
            <p:cNvSpPr/>
            <p:nvPr/>
          </p:nvSpPr>
          <p:spPr>
            <a:xfrm>
              <a:off x="11586116" y="5818913"/>
              <a:ext cx="285475" cy="202539"/>
            </a:xfrm>
            <a:custGeom>
              <a:avLst/>
              <a:pathLst>
                <a:path w="285475" h="202539">
                  <a:moveTo>
                    <a:pt x="27431" y="202539"/>
                  </a:moveTo>
                  <a:lnTo>
                    <a:pt x="258043" y="202539"/>
                  </a:lnTo>
                  <a:lnTo>
                    <a:pt x="256939" y="202517"/>
                  </a:lnTo>
                  <a:lnTo>
                    <a:pt x="261350" y="202339"/>
                  </a:lnTo>
                  <a:lnTo>
                    <a:pt x="265675" y="201456"/>
                  </a:lnTo>
                  <a:lnTo>
                    <a:pt x="269803" y="199891"/>
                  </a:lnTo>
                  <a:lnTo>
                    <a:pt x="273626" y="197683"/>
                  </a:lnTo>
                  <a:lnTo>
                    <a:pt x="277046" y="194891"/>
                  </a:lnTo>
                  <a:lnTo>
                    <a:pt x="279973" y="191587"/>
                  </a:lnTo>
                  <a:lnTo>
                    <a:pt x="282333" y="187855"/>
                  </a:lnTo>
                  <a:lnTo>
                    <a:pt x="284063" y="183794"/>
                  </a:lnTo>
                  <a:lnTo>
                    <a:pt x="285120" y="179508"/>
                  </a:lnTo>
                  <a:lnTo>
                    <a:pt x="285475" y="175107"/>
                  </a:lnTo>
                  <a:lnTo>
                    <a:pt x="285475" y="27432"/>
                  </a:lnTo>
                  <a:lnTo>
                    <a:pt x="285120" y="23031"/>
                  </a:lnTo>
                  <a:lnTo>
                    <a:pt x="284063" y="18745"/>
                  </a:lnTo>
                  <a:lnTo>
                    <a:pt x="282333" y="14683"/>
                  </a:lnTo>
                  <a:lnTo>
                    <a:pt x="279973" y="10952"/>
                  </a:lnTo>
                  <a:lnTo>
                    <a:pt x="277046" y="7647"/>
                  </a:lnTo>
                  <a:lnTo>
                    <a:pt x="273626" y="4855"/>
                  </a:lnTo>
                  <a:lnTo>
                    <a:pt x="269803" y="2648"/>
                  </a:lnTo>
                  <a:lnTo>
                    <a:pt x="265675" y="1083"/>
                  </a:lnTo>
                  <a:lnTo>
                    <a:pt x="261350" y="200"/>
                  </a:lnTo>
                  <a:lnTo>
                    <a:pt x="25804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6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2029" name="tx2029"/>
            <p:cNvSpPr/>
            <p:nvPr/>
          </p:nvSpPr>
          <p:spPr>
            <a:xfrm>
              <a:off x="11631836" y="5864633"/>
              <a:ext cx="194035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14</a:t>
              </a:r>
            </a:p>
          </p:txBody>
        </p:sp>
        <p:sp>
          <p:nvSpPr>
            <p:cNvPr id="2030" name="pg2030"/>
            <p:cNvSpPr/>
            <p:nvPr/>
          </p:nvSpPr>
          <p:spPr>
            <a:xfrm>
              <a:off x="11984550" y="6373418"/>
              <a:ext cx="285475" cy="202539"/>
            </a:xfrm>
            <a:custGeom>
              <a:avLst/>
              <a:pathLst>
                <a:path w="285475" h="202539">
                  <a:moveTo>
                    <a:pt x="27431" y="202539"/>
                  </a:moveTo>
                  <a:lnTo>
                    <a:pt x="258043" y="202539"/>
                  </a:lnTo>
                  <a:lnTo>
                    <a:pt x="256939" y="202517"/>
                  </a:lnTo>
                  <a:lnTo>
                    <a:pt x="261350" y="202339"/>
                  </a:lnTo>
                  <a:lnTo>
                    <a:pt x="265675" y="201456"/>
                  </a:lnTo>
                  <a:lnTo>
                    <a:pt x="269803" y="199891"/>
                  </a:lnTo>
                  <a:lnTo>
                    <a:pt x="273626" y="197683"/>
                  </a:lnTo>
                  <a:lnTo>
                    <a:pt x="277046" y="194891"/>
                  </a:lnTo>
                  <a:lnTo>
                    <a:pt x="279973" y="191587"/>
                  </a:lnTo>
                  <a:lnTo>
                    <a:pt x="282333" y="187855"/>
                  </a:lnTo>
                  <a:lnTo>
                    <a:pt x="284063" y="183794"/>
                  </a:lnTo>
                  <a:lnTo>
                    <a:pt x="285120" y="179508"/>
                  </a:lnTo>
                  <a:lnTo>
                    <a:pt x="285475" y="175107"/>
                  </a:lnTo>
                  <a:lnTo>
                    <a:pt x="285475" y="27432"/>
                  </a:lnTo>
                  <a:lnTo>
                    <a:pt x="285120" y="23031"/>
                  </a:lnTo>
                  <a:lnTo>
                    <a:pt x="284063" y="18745"/>
                  </a:lnTo>
                  <a:lnTo>
                    <a:pt x="282333" y="14683"/>
                  </a:lnTo>
                  <a:lnTo>
                    <a:pt x="279973" y="10952"/>
                  </a:lnTo>
                  <a:lnTo>
                    <a:pt x="277046" y="7647"/>
                  </a:lnTo>
                  <a:lnTo>
                    <a:pt x="273626" y="4855"/>
                  </a:lnTo>
                  <a:lnTo>
                    <a:pt x="269803" y="2648"/>
                  </a:lnTo>
                  <a:lnTo>
                    <a:pt x="265675" y="1083"/>
                  </a:lnTo>
                  <a:lnTo>
                    <a:pt x="261350" y="200"/>
                  </a:lnTo>
                  <a:lnTo>
                    <a:pt x="25804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6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2031" name="tx2031"/>
            <p:cNvSpPr/>
            <p:nvPr/>
          </p:nvSpPr>
          <p:spPr>
            <a:xfrm>
              <a:off x="12030270" y="6419138"/>
              <a:ext cx="194035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11</a:t>
              </a:r>
            </a:p>
          </p:txBody>
        </p:sp>
        <p:sp>
          <p:nvSpPr>
            <p:cNvPr id="2032" name="pg2032"/>
            <p:cNvSpPr/>
            <p:nvPr/>
          </p:nvSpPr>
          <p:spPr>
            <a:xfrm>
              <a:off x="10864279" y="6033772"/>
              <a:ext cx="188457" cy="202539"/>
            </a:xfrm>
            <a:custGeom>
              <a:avLst/>
              <a:pathLst>
                <a:path w="188457" h="202539">
                  <a:moveTo>
                    <a:pt x="27431" y="202539"/>
                  </a:moveTo>
                  <a:lnTo>
                    <a:pt x="161025" y="202539"/>
                  </a:lnTo>
                  <a:lnTo>
                    <a:pt x="159921" y="202517"/>
                  </a:lnTo>
                  <a:lnTo>
                    <a:pt x="164332" y="202339"/>
                  </a:lnTo>
                  <a:lnTo>
                    <a:pt x="168657" y="201456"/>
                  </a:lnTo>
                  <a:lnTo>
                    <a:pt x="172785" y="199891"/>
                  </a:lnTo>
                  <a:lnTo>
                    <a:pt x="176608" y="197683"/>
                  </a:lnTo>
                  <a:lnTo>
                    <a:pt x="180028" y="194891"/>
                  </a:lnTo>
                  <a:lnTo>
                    <a:pt x="182956" y="191587"/>
                  </a:lnTo>
                  <a:lnTo>
                    <a:pt x="185315" y="187855"/>
                  </a:lnTo>
                  <a:lnTo>
                    <a:pt x="187046" y="183794"/>
                  </a:lnTo>
                  <a:lnTo>
                    <a:pt x="188102" y="179508"/>
                  </a:lnTo>
                  <a:lnTo>
                    <a:pt x="188457" y="175107"/>
                  </a:lnTo>
                  <a:lnTo>
                    <a:pt x="188457" y="27431"/>
                  </a:lnTo>
                  <a:lnTo>
                    <a:pt x="188102" y="23031"/>
                  </a:lnTo>
                  <a:lnTo>
                    <a:pt x="187046" y="18745"/>
                  </a:lnTo>
                  <a:lnTo>
                    <a:pt x="185315" y="14683"/>
                  </a:lnTo>
                  <a:lnTo>
                    <a:pt x="182956" y="10952"/>
                  </a:lnTo>
                  <a:lnTo>
                    <a:pt x="180028" y="7647"/>
                  </a:lnTo>
                  <a:lnTo>
                    <a:pt x="176608" y="4855"/>
                  </a:lnTo>
                  <a:lnTo>
                    <a:pt x="172785" y="2648"/>
                  </a:lnTo>
                  <a:lnTo>
                    <a:pt x="168657" y="1083"/>
                  </a:lnTo>
                  <a:lnTo>
                    <a:pt x="164332" y="200"/>
                  </a:lnTo>
                  <a:lnTo>
                    <a:pt x="161025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6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2033" name="tx2033"/>
            <p:cNvSpPr/>
            <p:nvPr/>
          </p:nvSpPr>
          <p:spPr>
            <a:xfrm>
              <a:off x="10909999" y="6079492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2034" name="pg2034"/>
            <p:cNvSpPr/>
            <p:nvPr/>
          </p:nvSpPr>
          <p:spPr>
            <a:xfrm>
              <a:off x="10884665" y="6619104"/>
              <a:ext cx="188457" cy="202539"/>
            </a:xfrm>
            <a:custGeom>
              <a:avLst/>
              <a:pathLst>
                <a:path w="188457" h="202539">
                  <a:moveTo>
                    <a:pt x="27431" y="202539"/>
                  </a:moveTo>
                  <a:lnTo>
                    <a:pt x="161025" y="202539"/>
                  </a:lnTo>
                  <a:lnTo>
                    <a:pt x="159921" y="202517"/>
                  </a:lnTo>
                  <a:lnTo>
                    <a:pt x="164332" y="202339"/>
                  </a:lnTo>
                  <a:lnTo>
                    <a:pt x="168657" y="201456"/>
                  </a:lnTo>
                  <a:lnTo>
                    <a:pt x="172785" y="199891"/>
                  </a:lnTo>
                  <a:lnTo>
                    <a:pt x="176608" y="197683"/>
                  </a:lnTo>
                  <a:lnTo>
                    <a:pt x="180028" y="194891"/>
                  </a:lnTo>
                  <a:lnTo>
                    <a:pt x="182956" y="191587"/>
                  </a:lnTo>
                  <a:lnTo>
                    <a:pt x="185315" y="187855"/>
                  </a:lnTo>
                  <a:lnTo>
                    <a:pt x="187046" y="183794"/>
                  </a:lnTo>
                  <a:lnTo>
                    <a:pt x="188102" y="179508"/>
                  </a:lnTo>
                  <a:lnTo>
                    <a:pt x="188457" y="175107"/>
                  </a:lnTo>
                  <a:lnTo>
                    <a:pt x="188457" y="27431"/>
                  </a:lnTo>
                  <a:lnTo>
                    <a:pt x="188102" y="23031"/>
                  </a:lnTo>
                  <a:lnTo>
                    <a:pt x="187046" y="18745"/>
                  </a:lnTo>
                  <a:lnTo>
                    <a:pt x="185315" y="14683"/>
                  </a:lnTo>
                  <a:lnTo>
                    <a:pt x="182956" y="10952"/>
                  </a:lnTo>
                  <a:lnTo>
                    <a:pt x="180028" y="7647"/>
                  </a:lnTo>
                  <a:lnTo>
                    <a:pt x="176608" y="4855"/>
                  </a:lnTo>
                  <a:lnTo>
                    <a:pt x="172785" y="2648"/>
                  </a:lnTo>
                  <a:lnTo>
                    <a:pt x="168657" y="1083"/>
                  </a:lnTo>
                  <a:lnTo>
                    <a:pt x="164332" y="200"/>
                  </a:lnTo>
                  <a:lnTo>
                    <a:pt x="161025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6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2035" name="tx2035"/>
            <p:cNvSpPr/>
            <p:nvPr/>
          </p:nvSpPr>
          <p:spPr>
            <a:xfrm>
              <a:off x="10930385" y="6664824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2036" name="pg2036"/>
            <p:cNvSpPr/>
            <p:nvPr/>
          </p:nvSpPr>
          <p:spPr>
            <a:xfrm>
              <a:off x="11316578" y="6976783"/>
              <a:ext cx="188457" cy="202539"/>
            </a:xfrm>
            <a:custGeom>
              <a:avLst/>
              <a:pathLst>
                <a:path w="188457" h="202539">
                  <a:moveTo>
                    <a:pt x="27431" y="202539"/>
                  </a:moveTo>
                  <a:lnTo>
                    <a:pt x="161025" y="202539"/>
                  </a:lnTo>
                  <a:lnTo>
                    <a:pt x="159921" y="202517"/>
                  </a:lnTo>
                  <a:lnTo>
                    <a:pt x="164332" y="202339"/>
                  </a:lnTo>
                  <a:lnTo>
                    <a:pt x="168657" y="201456"/>
                  </a:lnTo>
                  <a:lnTo>
                    <a:pt x="172785" y="199891"/>
                  </a:lnTo>
                  <a:lnTo>
                    <a:pt x="176608" y="197683"/>
                  </a:lnTo>
                  <a:lnTo>
                    <a:pt x="180028" y="194891"/>
                  </a:lnTo>
                  <a:lnTo>
                    <a:pt x="182956" y="191587"/>
                  </a:lnTo>
                  <a:lnTo>
                    <a:pt x="185315" y="187855"/>
                  </a:lnTo>
                  <a:lnTo>
                    <a:pt x="187046" y="183794"/>
                  </a:lnTo>
                  <a:lnTo>
                    <a:pt x="188102" y="179508"/>
                  </a:lnTo>
                  <a:lnTo>
                    <a:pt x="188457" y="175107"/>
                  </a:lnTo>
                  <a:lnTo>
                    <a:pt x="188457" y="27432"/>
                  </a:lnTo>
                  <a:lnTo>
                    <a:pt x="188102" y="23031"/>
                  </a:lnTo>
                  <a:lnTo>
                    <a:pt x="187046" y="18745"/>
                  </a:lnTo>
                  <a:lnTo>
                    <a:pt x="185315" y="14683"/>
                  </a:lnTo>
                  <a:lnTo>
                    <a:pt x="182956" y="10952"/>
                  </a:lnTo>
                  <a:lnTo>
                    <a:pt x="180028" y="7647"/>
                  </a:lnTo>
                  <a:lnTo>
                    <a:pt x="176608" y="4855"/>
                  </a:lnTo>
                  <a:lnTo>
                    <a:pt x="172785" y="2648"/>
                  </a:lnTo>
                  <a:lnTo>
                    <a:pt x="168657" y="1083"/>
                  </a:lnTo>
                  <a:lnTo>
                    <a:pt x="164332" y="200"/>
                  </a:lnTo>
                  <a:lnTo>
                    <a:pt x="161025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6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2037" name="tx2037"/>
            <p:cNvSpPr/>
            <p:nvPr/>
          </p:nvSpPr>
          <p:spPr>
            <a:xfrm>
              <a:off x="11362298" y="7022503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2038" name="pg2038"/>
            <p:cNvSpPr/>
            <p:nvPr/>
          </p:nvSpPr>
          <p:spPr>
            <a:xfrm>
              <a:off x="11320584" y="6004640"/>
              <a:ext cx="188457" cy="202539"/>
            </a:xfrm>
            <a:custGeom>
              <a:avLst/>
              <a:pathLst>
                <a:path w="188457" h="202539">
                  <a:moveTo>
                    <a:pt x="27431" y="202539"/>
                  </a:moveTo>
                  <a:lnTo>
                    <a:pt x="161025" y="202539"/>
                  </a:lnTo>
                  <a:lnTo>
                    <a:pt x="159921" y="202517"/>
                  </a:lnTo>
                  <a:lnTo>
                    <a:pt x="164332" y="202339"/>
                  </a:lnTo>
                  <a:lnTo>
                    <a:pt x="168657" y="201456"/>
                  </a:lnTo>
                  <a:lnTo>
                    <a:pt x="172785" y="199891"/>
                  </a:lnTo>
                  <a:lnTo>
                    <a:pt x="176608" y="197683"/>
                  </a:lnTo>
                  <a:lnTo>
                    <a:pt x="180028" y="194891"/>
                  </a:lnTo>
                  <a:lnTo>
                    <a:pt x="182956" y="191587"/>
                  </a:lnTo>
                  <a:lnTo>
                    <a:pt x="185315" y="187855"/>
                  </a:lnTo>
                  <a:lnTo>
                    <a:pt x="187046" y="183794"/>
                  </a:lnTo>
                  <a:lnTo>
                    <a:pt x="188102" y="179508"/>
                  </a:lnTo>
                  <a:lnTo>
                    <a:pt x="188457" y="175107"/>
                  </a:lnTo>
                  <a:lnTo>
                    <a:pt x="188457" y="27432"/>
                  </a:lnTo>
                  <a:lnTo>
                    <a:pt x="188102" y="23031"/>
                  </a:lnTo>
                  <a:lnTo>
                    <a:pt x="187046" y="18745"/>
                  </a:lnTo>
                  <a:lnTo>
                    <a:pt x="185315" y="14683"/>
                  </a:lnTo>
                  <a:lnTo>
                    <a:pt x="182956" y="10952"/>
                  </a:lnTo>
                  <a:lnTo>
                    <a:pt x="180028" y="7647"/>
                  </a:lnTo>
                  <a:lnTo>
                    <a:pt x="176608" y="4855"/>
                  </a:lnTo>
                  <a:lnTo>
                    <a:pt x="172785" y="2648"/>
                  </a:lnTo>
                  <a:lnTo>
                    <a:pt x="168657" y="1083"/>
                  </a:lnTo>
                  <a:lnTo>
                    <a:pt x="164332" y="200"/>
                  </a:lnTo>
                  <a:lnTo>
                    <a:pt x="161025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6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2039" name="tx2039"/>
            <p:cNvSpPr/>
            <p:nvPr/>
          </p:nvSpPr>
          <p:spPr>
            <a:xfrm>
              <a:off x="11366304" y="6050360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</a:t>
              </a:r>
            </a:p>
          </p:txBody>
        </p:sp>
        <p:sp>
          <p:nvSpPr>
            <p:cNvPr id="2040" name="pg2040"/>
            <p:cNvSpPr/>
            <p:nvPr/>
          </p:nvSpPr>
          <p:spPr>
            <a:xfrm>
              <a:off x="11769549" y="6636733"/>
              <a:ext cx="188457" cy="202539"/>
            </a:xfrm>
            <a:custGeom>
              <a:avLst/>
              <a:pathLst>
                <a:path w="188457" h="202539">
                  <a:moveTo>
                    <a:pt x="27431" y="202539"/>
                  </a:moveTo>
                  <a:lnTo>
                    <a:pt x="161025" y="202539"/>
                  </a:lnTo>
                  <a:lnTo>
                    <a:pt x="159921" y="202517"/>
                  </a:lnTo>
                  <a:lnTo>
                    <a:pt x="164332" y="202339"/>
                  </a:lnTo>
                  <a:lnTo>
                    <a:pt x="168657" y="201456"/>
                  </a:lnTo>
                  <a:lnTo>
                    <a:pt x="172785" y="199891"/>
                  </a:lnTo>
                  <a:lnTo>
                    <a:pt x="176608" y="197683"/>
                  </a:lnTo>
                  <a:lnTo>
                    <a:pt x="180028" y="194891"/>
                  </a:lnTo>
                  <a:lnTo>
                    <a:pt x="182956" y="191587"/>
                  </a:lnTo>
                  <a:lnTo>
                    <a:pt x="185315" y="187855"/>
                  </a:lnTo>
                  <a:lnTo>
                    <a:pt x="187046" y="183794"/>
                  </a:lnTo>
                  <a:lnTo>
                    <a:pt x="188102" y="179508"/>
                  </a:lnTo>
                  <a:lnTo>
                    <a:pt x="188457" y="175107"/>
                  </a:lnTo>
                  <a:lnTo>
                    <a:pt x="188457" y="27431"/>
                  </a:lnTo>
                  <a:lnTo>
                    <a:pt x="188102" y="23031"/>
                  </a:lnTo>
                  <a:lnTo>
                    <a:pt x="187046" y="18745"/>
                  </a:lnTo>
                  <a:lnTo>
                    <a:pt x="185315" y="14683"/>
                  </a:lnTo>
                  <a:lnTo>
                    <a:pt x="182956" y="10952"/>
                  </a:lnTo>
                  <a:lnTo>
                    <a:pt x="180028" y="7647"/>
                  </a:lnTo>
                  <a:lnTo>
                    <a:pt x="176608" y="4855"/>
                  </a:lnTo>
                  <a:lnTo>
                    <a:pt x="172785" y="2648"/>
                  </a:lnTo>
                  <a:lnTo>
                    <a:pt x="168657" y="1083"/>
                  </a:lnTo>
                  <a:lnTo>
                    <a:pt x="164332" y="200"/>
                  </a:lnTo>
                  <a:lnTo>
                    <a:pt x="161025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6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2041" name="tx2041"/>
            <p:cNvSpPr/>
            <p:nvPr/>
          </p:nvSpPr>
          <p:spPr>
            <a:xfrm>
              <a:off x="11815269" y="6682453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2042" name="pg2042"/>
            <p:cNvSpPr/>
            <p:nvPr/>
          </p:nvSpPr>
          <p:spPr>
            <a:xfrm>
              <a:off x="11766208" y="6035522"/>
              <a:ext cx="188457" cy="202539"/>
            </a:xfrm>
            <a:custGeom>
              <a:avLst/>
              <a:pathLst>
                <a:path w="188457" h="202539">
                  <a:moveTo>
                    <a:pt x="27431" y="202539"/>
                  </a:moveTo>
                  <a:lnTo>
                    <a:pt x="161025" y="202539"/>
                  </a:lnTo>
                  <a:lnTo>
                    <a:pt x="159921" y="202517"/>
                  </a:lnTo>
                  <a:lnTo>
                    <a:pt x="164332" y="202339"/>
                  </a:lnTo>
                  <a:lnTo>
                    <a:pt x="168657" y="201456"/>
                  </a:lnTo>
                  <a:lnTo>
                    <a:pt x="172785" y="199891"/>
                  </a:lnTo>
                  <a:lnTo>
                    <a:pt x="176608" y="197683"/>
                  </a:lnTo>
                  <a:lnTo>
                    <a:pt x="180028" y="194891"/>
                  </a:lnTo>
                  <a:lnTo>
                    <a:pt x="182956" y="191587"/>
                  </a:lnTo>
                  <a:lnTo>
                    <a:pt x="185315" y="187855"/>
                  </a:lnTo>
                  <a:lnTo>
                    <a:pt x="187046" y="183794"/>
                  </a:lnTo>
                  <a:lnTo>
                    <a:pt x="188102" y="179508"/>
                  </a:lnTo>
                  <a:lnTo>
                    <a:pt x="188457" y="175107"/>
                  </a:lnTo>
                  <a:lnTo>
                    <a:pt x="188457" y="27432"/>
                  </a:lnTo>
                  <a:lnTo>
                    <a:pt x="188102" y="23031"/>
                  </a:lnTo>
                  <a:lnTo>
                    <a:pt x="187046" y="18745"/>
                  </a:lnTo>
                  <a:lnTo>
                    <a:pt x="185315" y="14683"/>
                  </a:lnTo>
                  <a:lnTo>
                    <a:pt x="182956" y="10952"/>
                  </a:lnTo>
                  <a:lnTo>
                    <a:pt x="180028" y="7647"/>
                  </a:lnTo>
                  <a:lnTo>
                    <a:pt x="176608" y="4855"/>
                  </a:lnTo>
                  <a:lnTo>
                    <a:pt x="172785" y="2648"/>
                  </a:lnTo>
                  <a:lnTo>
                    <a:pt x="168657" y="1083"/>
                  </a:lnTo>
                  <a:lnTo>
                    <a:pt x="164332" y="200"/>
                  </a:lnTo>
                  <a:lnTo>
                    <a:pt x="161025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6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2043" name="tx2043"/>
            <p:cNvSpPr/>
            <p:nvPr/>
          </p:nvSpPr>
          <p:spPr>
            <a:xfrm>
              <a:off x="11811928" y="6081242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2044" name="pg2044"/>
            <p:cNvSpPr/>
            <p:nvPr/>
          </p:nvSpPr>
          <p:spPr>
            <a:xfrm>
              <a:off x="11083557" y="6257469"/>
              <a:ext cx="188457" cy="202539"/>
            </a:xfrm>
            <a:custGeom>
              <a:avLst/>
              <a:pathLst>
                <a:path w="188457" h="202539">
                  <a:moveTo>
                    <a:pt x="27431" y="202539"/>
                  </a:moveTo>
                  <a:lnTo>
                    <a:pt x="161025" y="202539"/>
                  </a:lnTo>
                  <a:lnTo>
                    <a:pt x="159921" y="202517"/>
                  </a:lnTo>
                  <a:lnTo>
                    <a:pt x="164332" y="202339"/>
                  </a:lnTo>
                  <a:lnTo>
                    <a:pt x="168657" y="201456"/>
                  </a:lnTo>
                  <a:lnTo>
                    <a:pt x="172785" y="199891"/>
                  </a:lnTo>
                  <a:lnTo>
                    <a:pt x="176608" y="197683"/>
                  </a:lnTo>
                  <a:lnTo>
                    <a:pt x="180028" y="194891"/>
                  </a:lnTo>
                  <a:lnTo>
                    <a:pt x="182956" y="191587"/>
                  </a:lnTo>
                  <a:lnTo>
                    <a:pt x="185315" y="187855"/>
                  </a:lnTo>
                  <a:lnTo>
                    <a:pt x="187046" y="183794"/>
                  </a:lnTo>
                  <a:lnTo>
                    <a:pt x="188102" y="179508"/>
                  </a:lnTo>
                  <a:lnTo>
                    <a:pt x="188457" y="175107"/>
                  </a:lnTo>
                  <a:lnTo>
                    <a:pt x="188457" y="27431"/>
                  </a:lnTo>
                  <a:lnTo>
                    <a:pt x="188102" y="23031"/>
                  </a:lnTo>
                  <a:lnTo>
                    <a:pt x="187046" y="18745"/>
                  </a:lnTo>
                  <a:lnTo>
                    <a:pt x="185315" y="14683"/>
                  </a:lnTo>
                  <a:lnTo>
                    <a:pt x="182956" y="10952"/>
                  </a:lnTo>
                  <a:lnTo>
                    <a:pt x="180028" y="7647"/>
                  </a:lnTo>
                  <a:lnTo>
                    <a:pt x="176608" y="4855"/>
                  </a:lnTo>
                  <a:lnTo>
                    <a:pt x="172785" y="2648"/>
                  </a:lnTo>
                  <a:lnTo>
                    <a:pt x="168657" y="1083"/>
                  </a:lnTo>
                  <a:lnTo>
                    <a:pt x="164332" y="200"/>
                  </a:lnTo>
                  <a:lnTo>
                    <a:pt x="161025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6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2045" name="tx2045"/>
            <p:cNvSpPr/>
            <p:nvPr/>
          </p:nvSpPr>
          <p:spPr>
            <a:xfrm>
              <a:off x="11129277" y="6303189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2046" name="pg2046"/>
            <p:cNvSpPr/>
            <p:nvPr/>
          </p:nvSpPr>
          <p:spPr>
            <a:xfrm>
              <a:off x="11514407" y="6731853"/>
              <a:ext cx="188457" cy="202539"/>
            </a:xfrm>
            <a:custGeom>
              <a:avLst/>
              <a:pathLst>
                <a:path w="188457" h="202539">
                  <a:moveTo>
                    <a:pt x="27431" y="202539"/>
                  </a:moveTo>
                  <a:lnTo>
                    <a:pt x="161025" y="202539"/>
                  </a:lnTo>
                  <a:lnTo>
                    <a:pt x="159921" y="202517"/>
                  </a:lnTo>
                  <a:lnTo>
                    <a:pt x="164332" y="202339"/>
                  </a:lnTo>
                  <a:lnTo>
                    <a:pt x="168657" y="201456"/>
                  </a:lnTo>
                  <a:lnTo>
                    <a:pt x="172785" y="199891"/>
                  </a:lnTo>
                  <a:lnTo>
                    <a:pt x="176608" y="197683"/>
                  </a:lnTo>
                  <a:lnTo>
                    <a:pt x="180028" y="194891"/>
                  </a:lnTo>
                  <a:lnTo>
                    <a:pt x="182956" y="191587"/>
                  </a:lnTo>
                  <a:lnTo>
                    <a:pt x="185315" y="187855"/>
                  </a:lnTo>
                  <a:lnTo>
                    <a:pt x="187046" y="183794"/>
                  </a:lnTo>
                  <a:lnTo>
                    <a:pt x="188102" y="179508"/>
                  </a:lnTo>
                  <a:lnTo>
                    <a:pt x="188457" y="175107"/>
                  </a:lnTo>
                  <a:lnTo>
                    <a:pt x="188457" y="27431"/>
                  </a:lnTo>
                  <a:lnTo>
                    <a:pt x="188102" y="23031"/>
                  </a:lnTo>
                  <a:lnTo>
                    <a:pt x="187046" y="18745"/>
                  </a:lnTo>
                  <a:lnTo>
                    <a:pt x="185315" y="14683"/>
                  </a:lnTo>
                  <a:lnTo>
                    <a:pt x="182956" y="10952"/>
                  </a:lnTo>
                  <a:lnTo>
                    <a:pt x="180028" y="7647"/>
                  </a:lnTo>
                  <a:lnTo>
                    <a:pt x="176608" y="4855"/>
                  </a:lnTo>
                  <a:lnTo>
                    <a:pt x="172785" y="2648"/>
                  </a:lnTo>
                  <a:lnTo>
                    <a:pt x="168657" y="1083"/>
                  </a:lnTo>
                  <a:lnTo>
                    <a:pt x="164332" y="200"/>
                  </a:lnTo>
                  <a:lnTo>
                    <a:pt x="161025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6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2047" name="tx2047"/>
            <p:cNvSpPr/>
            <p:nvPr/>
          </p:nvSpPr>
          <p:spPr>
            <a:xfrm>
              <a:off x="11560127" y="6777573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2048" name="pg2048"/>
            <p:cNvSpPr/>
            <p:nvPr/>
          </p:nvSpPr>
          <p:spPr>
            <a:xfrm>
              <a:off x="11125390" y="6724958"/>
              <a:ext cx="188457" cy="202539"/>
            </a:xfrm>
            <a:custGeom>
              <a:avLst/>
              <a:pathLst>
                <a:path w="188457" h="202539">
                  <a:moveTo>
                    <a:pt x="27431" y="202539"/>
                  </a:moveTo>
                  <a:lnTo>
                    <a:pt x="161025" y="202539"/>
                  </a:lnTo>
                  <a:lnTo>
                    <a:pt x="159921" y="202517"/>
                  </a:lnTo>
                  <a:lnTo>
                    <a:pt x="164332" y="202339"/>
                  </a:lnTo>
                  <a:lnTo>
                    <a:pt x="168657" y="201456"/>
                  </a:lnTo>
                  <a:lnTo>
                    <a:pt x="172785" y="199891"/>
                  </a:lnTo>
                  <a:lnTo>
                    <a:pt x="176608" y="197683"/>
                  </a:lnTo>
                  <a:lnTo>
                    <a:pt x="180028" y="194891"/>
                  </a:lnTo>
                  <a:lnTo>
                    <a:pt x="182956" y="191587"/>
                  </a:lnTo>
                  <a:lnTo>
                    <a:pt x="185315" y="187855"/>
                  </a:lnTo>
                  <a:lnTo>
                    <a:pt x="187046" y="183794"/>
                  </a:lnTo>
                  <a:lnTo>
                    <a:pt x="188102" y="179508"/>
                  </a:lnTo>
                  <a:lnTo>
                    <a:pt x="188457" y="175107"/>
                  </a:lnTo>
                  <a:lnTo>
                    <a:pt x="188457" y="27431"/>
                  </a:lnTo>
                  <a:lnTo>
                    <a:pt x="188102" y="23031"/>
                  </a:lnTo>
                  <a:lnTo>
                    <a:pt x="187046" y="18745"/>
                  </a:lnTo>
                  <a:lnTo>
                    <a:pt x="185315" y="14683"/>
                  </a:lnTo>
                  <a:lnTo>
                    <a:pt x="182956" y="10952"/>
                  </a:lnTo>
                  <a:lnTo>
                    <a:pt x="180028" y="7647"/>
                  </a:lnTo>
                  <a:lnTo>
                    <a:pt x="176608" y="4855"/>
                  </a:lnTo>
                  <a:lnTo>
                    <a:pt x="172785" y="2648"/>
                  </a:lnTo>
                  <a:lnTo>
                    <a:pt x="168657" y="1083"/>
                  </a:lnTo>
                  <a:lnTo>
                    <a:pt x="164332" y="200"/>
                  </a:lnTo>
                  <a:lnTo>
                    <a:pt x="161025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6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2049" name="tx2049"/>
            <p:cNvSpPr/>
            <p:nvPr/>
          </p:nvSpPr>
          <p:spPr>
            <a:xfrm>
              <a:off x="11171110" y="6770678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2050" name="pg2050"/>
            <p:cNvSpPr/>
            <p:nvPr/>
          </p:nvSpPr>
          <p:spPr>
            <a:xfrm>
              <a:off x="11557037" y="6257061"/>
              <a:ext cx="188457" cy="202539"/>
            </a:xfrm>
            <a:custGeom>
              <a:avLst/>
              <a:pathLst>
                <a:path w="188457" h="202539">
                  <a:moveTo>
                    <a:pt x="27431" y="202539"/>
                  </a:moveTo>
                  <a:lnTo>
                    <a:pt x="161025" y="202539"/>
                  </a:lnTo>
                  <a:lnTo>
                    <a:pt x="159921" y="202517"/>
                  </a:lnTo>
                  <a:lnTo>
                    <a:pt x="164332" y="202339"/>
                  </a:lnTo>
                  <a:lnTo>
                    <a:pt x="168657" y="201456"/>
                  </a:lnTo>
                  <a:lnTo>
                    <a:pt x="172785" y="199891"/>
                  </a:lnTo>
                  <a:lnTo>
                    <a:pt x="176608" y="197683"/>
                  </a:lnTo>
                  <a:lnTo>
                    <a:pt x="180028" y="194891"/>
                  </a:lnTo>
                  <a:lnTo>
                    <a:pt x="182956" y="191587"/>
                  </a:lnTo>
                  <a:lnTo>
                    <a:pt x="185315" y="187855"/>
                  </a:lnTo>
                  <a:lnTo>
                    <a:pt x="187046" y="183794"/>
                  </a:lnTo>
                  <a:lnTo>
                    <a:pt x="188102" y="179508"/>
                  </a:lnTo>
                  <a:lnTo>
                    <a:pt x="188457" y="175107"/>
                  </a:lnTo>
                  <a:lnTo>
                    <a:pt x="188457" y="27432"/>
                  </a:lnTo>
                  <a:lnTo>
                    <a:pt x="188102" y="23031"/>
                  </a:lnTo>
                  <a:lnTo>
                    <a:pt x="187046" y="18745"/>
                  </a:lnTo>
                  <a:lnTo>
                    <a:pt x="185315" y="14683"/>
                  </a:lnTo>
                  <a:lnTo>
                    <a:pt x="182956" y="10952"/>
                  </a:lnTo>
                  <a:lnTo>
                    <a:pt x="180028" y="7647"/>
                  </a:lnTo>
                  <a:lnTo>
                    <a:pt x="176608" y="4855"/>
                  </a:lnTo>
                  <a:lnTo>
                    <a:pt x="172785" y="2648"/>
                  </a:lnTo>
                  <a:lnTo>
                    <a:pt x="168657" y="1083"/>
                  </a:lnTo>
                  <a:lnTo>
                    <a:pt x="164332" y="200"/>
                  </a:lnTo>
                  <a:lnTo>
                    <a:pt x="161025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6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2051" name="tx2051"/>
            <p:cNvSpPr/>
            <p:nvPr/>
          </p:nvSpPr>
          <p:spPr>
            <a:xfrm>
              <a:off x="11602757" y="6302781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2052" name="pg2052"/>
            <p:cNvSpPr/>
            <p:nvPr/>
          </p:nvSpPr>
          <p:spPr>
            <a:xfrm>
              <a:off x="11320118" y="6487848"/>
              <a:ext cx="188457" cy="202539"/>
            </a:xfrm>
            <a:custGeom>
              <a:avLst/>
              <a:pathLst>
                <a:path w="188457" h="202539">
                  <a:moveTo>
                    <a:pt x="27431" y="202539"/>
                  </a:moveTo>
                  <a:lnTo>
                    <a:pt x="161025" y="202539"/>
                  </a:lnTo>
                  <a:lnTo>
                    <a:pt x="159921" y="202517"/>
                  </a:lnTo>
                  <a:lnTo>
                    <a:pt x="164332" y="202339"/>
                  </a:lnTo>
                  <a:lnTo>
                    <a:pt x="168657" y="201456"/>
                  </a:lnTo>
                  <a:lnTo>
                    <a:pt x="172785" y="199891"/>
                  </a:lnTo>
                  <a:lnTo>
                    <a:pt x="176608" y="197683"/>
                  </a:lnTo>
                  <a:lnTo>
                    <a:pt x="180028" y="194891"/>
                  </a:lnTo>
                  <a:lnTo>
                    <a:pt x="182956" y="191587"/>
                  </a:lnTo>
                  <a:lnTo>
                    <a:pt x="185315" y="187855"/>
                  </a:lnTo>
                  <a:lnTo>
                    <a:pt x="187046" y="183794"/>
                  </a:lnTo>
                  <a:lnTo>
                    <a:pt x="188102" y="179508"/>
                  </a:lnTo>
                  <a:lnTo>
                    <a:pt x="188457" y="175107"/>
                  </a:lnTo>
                  <a:lnTo>
                    <a:pt x="188457" y="27431"/>
                  </a:lnTo>
                  <a:lnTo>
                    <a:pt x="188102" y="23031"/>
                  </a:lnTo>
                  <a:lnTo>
                    <a:pt x="187046" y="18745"/>
                  </a:lnTo>
                  <a:lnTo>
                    <a:pt x="185315" y="14683"/>
                  </a:lnTo>
                  <a:lnTo>
                    <a:pt x="182956" y="10952"/>
                  </a:lnTo>
                  <a:lnTo>
                    <a:pt x="180028" y="7647"/>
                  </a:lnTo>
                  <a:lnTo>
                    <a:pt x="176608" y="4855"/>
                  </a:lnTo>
                  <a:lnTo>
                    <a:pt x="172785" y="2648"/>
                  </a:lnTo>
                  <a:lnTo>
                    <a:pt x="168657" y="1083"/>
                  </a:lnTo>
                  <a:lnTo>
                    <a:pt x="164332" y="200"/>
                  </a:lnTo>
                  <a:lnTo>
                    <a:pt x="161025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6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2053" name="tx2053"/>
            <p:cNvSpPr/>
            <p:nvPr/>
          </p:nvSpPr>
          <p:spPr>
            <a:xfrm>
              <a:off x="11365838" y="6533568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2054" name="tx2054"/>
            <p:cNvSpPr/>
            <p:nvPr/>
          </p:nvSpPr>
          <p:spPr>
            <a:xfrm>
              <a:off x="12614053" y="5857714"/>
              <a:ext cx="394106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count</a:t>
              </a:r>
            </a:p>
          </p:txBody>
        </p:sp>
        <p:pic>
          <p:nvPicPr>
            <p:cNvPr id="2055" name="pic205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14053" y="6043755"/>
              <a:ext cx="219455" cy="1097280"/>
            </a:xfrm>
            <a:prstGeom prst="rect">
              <a:avLst/>
            </a:prstGeom>
          </p:spPr>
        </p:pic>
        <p:sp>
          <p:nvSpPr>
            <p:cNvPr id="2056" name="pl2056"/>
            <p:cNvSpPr/>
            <p:nvPr/>
          </p:nvSpPr>
          <p:spPr>
            <a:xfrm>
              <a:off x="12789618" y="713920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7" name="pl2057"/>
            <p:cNvSpPr/>
            <p:nvPr/>
          </p:nvSpPr>
          <p:spPr>
            <a:xfrm>
              <a:off x="12789618" y="674862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8" name="pl2058"/>
            <p:cNvSpPr/>
            <p:nvPr/>
          </p:nvSpPr>
          <p:spPr>
            <a:xfrm>
              <a:off x="12789618" y="635804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9" name="pl2059"/>
            <p:cNvSpPr/>
            <p:nvPr/>
          </p:nvSpPr>
          <p:spPr>
            <a:xfrm>
              <a:off x="12614053" y="713920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0" name="pl2060"/>
            <p:cNvSpPr/>
            <p:nvPr/>
          </p:nvSpPr>
          <p:spPr>
            <a:xfrm>
              <a:off x="12614053" y="674862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1" name="pl2061"/>
            <p:cNvSpPr/>
            <p:nvPr/>
          </p:nvSpPr>
          <p:spPr>
            <a:xfrm>
              <a:off x="12614053" y="635804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2" name="tx2062"/>
            <p:cNvSpPr/>
            <p:nvPr/>
          </p:nvSpPr>
          <p:spPr>
            <a:xfrm>
              <a:off x="12903098" y="7098470"/>
              <a:ext cx="71048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2063" name="tx2063"/>
            <p:cNvSpPr/>
            <p:nvPr/>
          </p:nvSpPr>
          <p:spPr>
            <a:xfrm>
              <a:off x="12903098" y="6707890"/>
              <a:ext cx="71048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2064" name="tx2064"/>
            <p:cNvSpPr/>
            <p:nvPr/>
          </p:nvSpPr>
          <p:spPr>
            <a:xfrm>
              <a:off x="12903098" y="6317311"/>
              <a:ext cx="142097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2065" name="tx2065"/>
            <p:cNvSpPr/>
            <p:nvPr/>
          </p:nvSpPr>
          <p:spPr>
            <a:xfrm>
              <a:off x="10347258" y="5413866"/>
              <a:ext cx="120517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</a:t>
              </a:r>
            </a:p>
          </p:txBody>
        </p:sp>
        <p:sp>
          <p:nvSpPr>
            <p:cNvPr id="2066" name="rc2066"/>
            <p:cNvSpPr/>
            <p:nvPr/>
          </p:nvSpPr>
          <p:spPr>
            <a:xfrm>
              <a:off x="2057400" y="7635081"/>
              <a:ext cx="9143999" cy="2286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7" name="rc2067"/>
            <p:cNvSpPr/>
            <p:nvPr/>
          </p:nvSpPr>
          <p:spPr>
            <a:xfrm>
              <a:off x="2882872" y="9252890"/>
              <a:ext cx="7306322" cy="60492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8" name="pl2068"/>
            <p:cNvSpPr/>
            <p:nvPr/>
          </p:nvSpPr>
          <p:spPr>
            <a:xfrm>
              <a:off x="2882872" y="9692838"/>
              <a:ext cx="7306322" cy="0"/>
            </a:xfrm>
            <a:custGeom>
              <a:avLst/>
              <a:pathLst>
                <a:path w="7306322" h="0">
                  <a:moveTo>
                    <a:pt x="0" y="0"/>
                  </a:moveTo>
                  <a:lnTo>
                    <a:pt x="7306322" y="0"/>
                  </a:lnTo>
                  <a:lnTo>
                    <a:pt x="7306322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9" name="pl2069"/>
            <p:cNvSpPr/>
            <p:nvPr/>
          </p:nvSpPr>
          <p:spPr>
            <a:xfrm>
              <a:off x="2882872" y="9417871"/>
              <a:ext cx="7306322" cy="0"/>
            </a:xfrm>
            <a:custGeom>
              <a:avLst/>
              <a:pathLst>
                <a:path w="7306322" h="0">
                  <a:moveTo>
                    <a:pt x="0" y="0"/>
                  </a:moveTo>
                  <a:lnTo>
                    <a:pt x="7306322" y="0"/>
                  </a:lnTo>
                  <a:lnTo>
                    <a:pt x="7306322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0" name="pl2070"/>
            <p:cNvSpPr/>
            <p:nvPr/>
          </p:nvSpPr>
          <p:spPr>
            <a:xfrm>
              <a:off x="2971974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1" name="pl2071"/>
            <p:cNvSpPr/>
            <p:nvPr/>
          </p:nvSpPr>
          <p:spPr>
            <a:xfrm>
              <a:off x="3120476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2" name="pl2072"/>
            <p:cNvSpPr/>
            <p:nvPr/>
          </p:nvSpPr>
          <p:spPr>
            <a:xfrm>
              <a:off x="3268979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3" name="pl2073"/>
            <p:cNvSpPr/>
            <p:nvPr/>
          </p:nvSpPr>
          <p:spPr>
            <a:xfrm>
              <a:off x="3417481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4" name="pl2074"/>
            <p:cNvSpPr/>
            <p:nvPr/>
          </p:nvSpPr>
          <p:spPr>
            <a:xfrm>
              <a:off x="3565984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5" name="pl2075"/>
            <p:cNvSpPr/>
            <p:nvPr/>
          </p:nvSpPr>
          <p:spPr>
            <a:xfrm>
              <a:off x="3714486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6" name="pl2076"/>
            <p:cNvSpPr/>
            <p:nvPr/>
          </p:nvSpPr>
          <p:spPr>
            <a:xfrm>
              <a:off x="3862989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7" name="pl2077"/>
            <p:cNvSpPr/>
            <p:nvPr/>
          </p:nvSpPr>
          <p:spPr>
            <a:xfrm>
              <a:off x="4011491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8" name="pl2078"/>
            <p:cNvSpPr/>
            <p:nvPr/>
          </p:nvSpPr>
          <p:spPr>
            <a:xfrm>
              <a:off x="4159994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9" name="pl2079"/>
            <p:cNvSpPr/>
            <p:nvPr/>
          </p:nvSpPr>
          <p:spPr>
            <a:xfrm>
              <a:off x="4308496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0" name="pl2080"/>
            <p:cNvSpPr/>
            <p:nvPr/>
          </p:nvSpPr>
          <p:spPr>
            <a:xfrm>
              <a:off x="4456999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1" name="pl2081"/>
            <p:cNvSpPr/>
            <p:nvPr/>
          </p:nvSpPr>
          <p:spPr>
            <a:xfrm>
              <a:off x="4605501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2" name="pl2082"/>
            <p:cNvSpPr/>
            <p:nvPr/>
          </p:nvSpPr>
          <p:spPr>
            <a:xfrm>
              <a:off x="4754004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3" name="pl2083"/>
            <p:cNvSpPr/>
            <p:nvPr/>
          </p:nvSpPr>
          <p:spPr>
            <a:xfrm>
              <a:off x="4902506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4" name="pl2084"/>
            <p:cNvSpPr/>
            <p:nvPr/>
          </p:nvSpPr>
          <p:spPr>
            <a:xfrm>
              <a:off x="5051009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5" name="pl2085"/>
            <p:cNvSpPr/>
            <p:nvPr/>
          </p:nvSpPr>
          <p:spPr>
            <a:xfrm>
              <a:off x="5199511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6" name="pl2086"/>
            <p:cNvSpPr/>
            <p:nvPr/>
          </p:nvSpPr>
          <p:spPr>
            <a:xfrm>
              <a:off x="5348014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7" name="pl2087"/>
            <p:cNvSpPr/>
            <p:nvPr/>
          </p:nvSpPr>
          <p:spPr>
            <a:xfrm>
              <a:off x="5496516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8" name="pl2088"/>
            <p:cNvSpPr/>
            <p:nvPr/>
          </p:nvSpPr>
          <p:spPr>
            <a:xfrm>
              <a:off x="5645019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9" name="pl2089"/>
            <p:cNvSpPr/>
            <p:nvPr/>
          </p:nvSpPr>
          <p:spPr>
            <a:xfrm>
              <a:off x="5793521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0" name="pl2090"/>
            <p:cNvSpPr/>
            <p:nvPr/>
          </p:nvSpPr>
          <p:spPr>
            <a:xfrm>
              <a:off x="5942024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1" name="pl2091"/>
            <p:cNvSpPr/>
            <p:nvPr/>
          </p:nvSpPr>
          <p:spPr>
            <a:xfrm>
              <a:off x="6090526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2" name="pl2092"/>
            <p:cNvSpPr/>
            <p:nvPr/>
          </p:nvSpPr>
          <p:spPr>
            <a:xfrm>
              <a:off x="6239029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3" name="pl2093"/>
            <p:cNvSpPr/>
            <p:nvPr/>
          </p:nvSpPr>
          <p:spPr>
            <a:xfrm>
              <a:off x="6387531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4" name="pl2094"/>
            <p:cNvSpPr/>
            <p:nvPr/>
          </p:nvSpPr>
          <p:spPr>
            <a:xfrm>
              <a:off x="6536034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5" name="pl2095"/>
            <p:cNvSpPr/>
            <p:nvPr/>
          </p:nvSpPr>
          <p:spPr>
            <a:xfrm>
              <a:off x="6684536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6" name="pl2096"/>
            <p:cNvSpPr/>
            <p:nvPr/>
          </p:nvSpPr>
          <p:spPr>
            <a:xfrm>
              <a:off x="6833039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7" name="pl2097"/>
            <p:cNvSpPr/>
            <p:nvPr/>
          </p:nvSpPr>
          <p:spPr>
            <a:xfrm>
              <a:off x="6981541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8" name="pl2098"/>
            <p:cNvSpPr/>
            <p:nvPr/>
          </p:nvSpPr>
          <p:spPr>
            <a:xfrm>
              <a:off x="7130044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9" name="pl2099"/>
            <p:cNvSpPr/>
            <p:nvPr/>
          </p:nvSpPr>
          <p:spPr>
            <a:xfrm>
              <a:off x="7278546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0" name="pl2100"/>
            <p:cNvSpPr/>
            <p:nvPr/>
          </p:nvSpPr>
          <p:spPr>
            <a:xfrm>
              <a:off x="7427049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1" name="pl2101"/>
            <p:cNvSpPr/>
            <p:nvPr/>
          </p:nvSpPr>
          <p:spPr>
            <a:xfrm>
              <a:off x="7575551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2" name="pl2102"/>
            <p:cNvSpPr/>
            <p:nvPr/>
          </p:nvSpPr>
          <p:spPr>
            <a:xfrm>
              <a:off x="7724054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3" name="pl2103"/>
            <p:cNvSpPr/>
            <p:nvPr/>
          </p:nvSpPr>
          <p:spPr>
            <a:xfrm>
              <a:off x="7872556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4" name="pl2104"/>
            <p:cNvSpPr/>
            <p:nvPr/>
          </p:nvSpPr>
          <p:spPr>
            <a:xfrm>
              <a:off x="8021059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5" name="pl2105"/>
            <p:cNvSpPr/>
            <p:nvPr/>
          </p:nvSpPr>
          <p:spPr>
            <a:xfrm>
              <a:off x="8169561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6" name="pl2106"/>
            <p:cNvSpPr/>
            <p:nvPr/>
          </p:nvSpPr>
          <p:spPr>
            <a:xfrm>
              <a:off x="8318064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7" name="pl2107"/>
            <p:cNvSpPr/>
            <p:nvPr/>
          </p:nvSpPr>
          <p:spPr>
            <a:xfrm>
              <a:off x="8466566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8" name="pl2108"/>
            <p:cNvSpPr/>
            <p:nvPr/>
          </p:nvSpPr>
          <p:spPr>
            <a:xfrm>
              <a:off x="8615069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9" name="pl2109"/>
            <p:cNvSpPr/>
            <p:nvPr/>
          </p:nvSpPr>
          <p:spPr>
            <a:xfrm>
              <a:off x="8763571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0" name="pl2110"/>
            <p:cNvSpPr/>
            <p:nvPr/>
          </p:nvSpPr>
          <p:spPr>
            <a:xfrm>
              <a:off x="8912074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1" name="pl2111"/>
            <p:cNvSpPr/>
            <p:nvPr/>
          </p:nvSpPr>
          <p:spPr>
            <a:xfrm>
              <a:off x="9060576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2" name="pl2112"/>
            <p:cNvSpPr/>
            <p:nvPr/>
          </p:nvSpPr>
          <p:spPr>
            <a:xfrm>
              <a:off x="9209079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3" name="pl2113"/>
            <p:cNvSpPr/>
            <p:nvPr/>
          </p:nvSpPr>
          <p:spPr>
            <a:xfrm>
              <a:off x="9357581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4" name="pl2114"/>
            <p:cNvSpPr/>
            <p:nvPr/>
          </p:nvSpPr>
          <p:spPr>
            <a:xfrm>
              <a:off x="9506084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5" name="pl2115"/>
            <p:cNvSpPr/>
            <p:nvPr/>
          </p:nvSpPr>
          <p:spPr>
            <a:xfrm>
              <a:off x="9654586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6" name="pl2116"/>
            <p:cNvSpPr/>
            <p:nvPr/>
          </p:nvSpPr>
          <p:spPr>
            <a:xfrm>
              <a:off x="9803089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7" name="pl2117"/>
            <p:cNvSpPr/>
            <p:nvPr/>
          </p:nvSpPr>
          <p:spPr>
            <a:xfrm>
              <a:off x="9951591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8" name="pl2118"/>
            <p:cNvSpPr/>
            <p:nvPr/>
          </p:nvSpPr>
          <p:spPr>
            <a:xfrm>
              <a:off x="10100094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9" name="pt2119"/>
            <p:cNvSpPr/>
            <p:nvPr/>
          </p:nvSpPr>
          <p:spPr>
            <a:xfrm>
              <a:off x="10051400" y="9369177"/>
              <a:ext cx="97387" cy="97387"/>
            </a:xfrm>
            <a:prstGeom prst="ellipse">
              <a:avLst/>
            </a:prstGeom>
            <a:solidFill>
              <a:srgbClr val="E04F3E">
                <a:alpha val="100000"/>
              </a:srgbClr>
            </a:solidFill>
            <a:ln w="6545" cap="rnd">
              <a:solidFill>
                <a:srgbClr val="E04F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0" name="pt2120"/>
            <p:cNvSpPr/>
            <p:nvPr/>
          </p:nvSpPr>
          <p:spPr>
            <a:xfrm>
              <a:off x="9912259" y="9378538"/>
              <a:ext cx="78665" cy="78665"/>
            </a:xfrm>
            <a:prstGeom prst="ellipse">
              <a:avLst/>
            </a:prstGeom>
            <a:solidFill>
              <a:srgbClr val="7D97C7">
                <a:alpha val="100000"/>
              </a:srgbClr>
            </a:solidFill>
            <a:ln w="6545" cap="rnd">
              <a:solidFill>
                <a:srgbClr val="7D97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1" name="pt2121"/>
            <p:cNvSpPr/>
            <p:nvPr/>
          </p:nvSpPr>
          <p:spPr>
            <a:xfrm>
              <a:off x="9762253" y="9377035"/>
              <a:ext cx="81670" cy="81670"/>
            </a:xfrm>
            <a:prstGeom prst="ellipse">
              <a:avLst/>
            </a:prstGeom>
            <a:solidFill>
              <a:srgbClr val="EA715D">
                <a:alpha val="100000"/>
              </a:srgbClr>
            </a:solidFill>
            <a:ln w="6545" cap="rnd">
              <a:solidFill>
                <a:srgbClr val="EA71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2" name="pt2122"/>
            <p:cNvSpPr/>
            <p:nvPr/>
          </p:nvSpPr>
          <p:spPr>
            <a:xfrm>
              <a:off x="9607561" y="9370846"/>
              <a:ext cx="94049" cy="94049"/>
            </a:xfrm>
            <a:prstGeom prst="ellipse">
              <a:avLst/>
            </a:prstGeom>
            <a:solidFill>
              <a:srgbClr val="7E98C7">
                <a:alpha val="100000"/>
              </a:srgbClr>
            </a:solidFill>
            <a:ln w="6545" cap="rnd">
              <a:solidFill>
                <a:srgbClr val="7E98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3" name="pt2123"/>
            <p:cNvSpPr/>
            <p:nvPr/>
          </p:nvSpPr>
          <p:spPr>
            <a:xfrm>
              <a:off x="9445510" y="9357297"/>
              <a:ext cx="121147" cy="121147"/>
            </a:xfrm>
            <a:prstGeom prst="ellipse">
              <a:avLst/>
            </a:prstGeom>
            <a:solidFill>
              <a:srgbClr val="EB7662">
                <a:alpha val="100000"/>
              </a:srgbClr>
            </a:solidFill>
            <a:ln w="6545" cap="rnd">
              <a:solidFill>
                <a:srgbClr val="EB76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4" name="pt2124"/>
            <p:cNvSpPr/>
            <p:nvPr/>
          </p:nvSpPr>
          <p:spPr>
            <a:xfrm>
              <a:off x="9319567" y="9379857"/>
              <a:ext cx="76027" cy="76027"/>
            </a:xfrm>
            <a:prstGeom prst="ellipse">
              <a:avLst/>
            </a:prstGeom>
            <a:solidFill>
              <a:srgbClr val="EC7865">
                <a:alpha val="100000"/>
              </a:srgbClr>
            </a:solidFill>
            <a:ln w="6545" cap="rnd">
              <a:solidFill>
                <a:srgbClr val="EC786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5" name="pt2125"/>
            <p:cNvSpPr/>
            <p:nvPr/>
          </p:nvSpPr>
          <p:spPr>
            <a:xfrm>
              <a:off x="9174885" y="9383677"/>
              <a:ext cx="68387" cy="68387"/>
            </a:xfrm>
            <a:prstGeom prst="ellipse">
              <a:avLst/>
            </a:prstGeom>
            <a:solidFill>
              <a:srgbClr val="ED7C69">
                <a:alpha val="100000"/>
              </a:srgbClr>
            </a:solidFill>
            <a:ln w="6545" cap="rnd">
              <a:solidFill>
                <a:srgbClr val="ED7C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6" name="pt2126"/>
            <p:cNvSpPr/>
            <p:nvPr/>
          </p:nvSpPr>
          <p:spPr>
            <a:xfrm>
              <a:off x="9012083" y="9369377"/>
              <a:ext cx="96987" cy="96987"/>
            </a:xfrm>
            <a:prstGeom prst="ellipse">
              <a:avLst/>
            </a:prstGeom>
            <a:solidFill>
              <a:srgbClr val="EE7F6C">
                <a:alpha val="100000"/>
              </a:srgbClr>
            </a:solidFill>
            <a:ln w="6545" cap="rnd">
              <a:solidFill>
                <a:srgbClr val="EE7F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7" name="pt2127"/>
            <p:cNvSpPr/>
            <p:nvPr/>
          </p:nvSpPr>
          <p:spPr>
            <a:xfrm>
              <a:off x="8872343" y="9378140"/>
              <a:ext cx="79461" cy="79461"/>
            </a:xfrm>
            <a:prstGeom prst="ellipse">
              <a:avLst/>
            </a:prstGeom>
            <a:solidFill>
              <a:srgbClr val="8FA5CE">
                <a:alpha val="100000"/>
              </a:srgbClr>
            </a:solidFill>
            <a:ln w="6545" cap="rnd">
              <a:solidFill>
                <a:srgbClr val="8FA5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8" name="pt2128"/>
            <p:cNvSpPr/>
            <p:nvPr/>
          </p:nvSpPr>
          <p:spPr>
            <a:xfrm>
              <a:off x="8705651" y="9359950"/>
              <a:ext cx="115840" cy="115840"/>
            </a:xfrm>
            <a:prstGeom prst="ellipse">
              <a:avLst/>
            </a:prstGeom>
            <a:solidFill>
              <a:srgbClr val="92A6CF">
                <a:alpha val="100000"/>
              </a:srgbClr>
            </a:solidFill>
            <a:ln w="6545" cap="rnd">
              <a:solidFill>
                <a:srgbClr val="92A6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9" name="pt2129"/>
            <p:cNvSpPr/>
            <p:nvPr/>
          </p:nvSpPr>
          <p:spPr>
            <a:xfrm>
              <a:off x="8574588" y="9377390"/>
              <a:ext cx="80961" cy="80961"/>
            </a:xfrm>
            <a:prstGeom prst="ellipse">
              <a:avLst/>
            </a:prstGeom>
            <a:solidFill>
              <a:srgbClr val="93A7CF">
                <a:alpha val="100000"/>
              </a:srgbClr>
            </a:solidFill>
            <a:ln w="6545" cap="rnd">
              <a:solidFill>
                <a:srgbClr val="93A7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0" name="pt2130"/>
            <p:cNvSpPr/>
            <p:nvPr/>
          </p:nvSpPr>
          <p:spPr>
            <a:xfrm>
              <a:off x="8429576" y="9380880"/>
              <a:ext cx="73980" cy="73980"/>
            </a:xfrm>
            <a:prstGeom prst="ellipse">
              <a:avLst/>
            </a:prstGeom>
            <a:solidFill>
              <a:srgbClr val="F18C7A">
                <a:alpha val="100000"/>
              </a:srgbClr>
            </a:solidFill>
            <a:ln w="6545" cap="rnd">
              <a:solidFill>
                <a:srgbClr val="F18C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1" name="pt2131"/>
            <p:cNvSpPr/>
            <p:nvPr/>
          </p:nvSpPr>
          <p:spPr>
            <a:xfrm>
              <a:off x="8275916" y="9375723"/>
              <a:ext cx="84295" cy="84295"/>
            </a:xfrm>
            <a:prstGeom prst="ellipse">
              <a:avLst/>
            </a:prstGeom>
            <a:solidFill>
              <a:srgbClr val="96AAD1">
                <a:alpha val="100000"/>
              </a:srgbClr>
            </a:solidFill>
            <a:ln w="6545" cap="rnd">
              <a:solidFill>
                <a:srgbClr val="96AA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2" name="pt2132"/>
            <p:cNvSpPr/>
            <p:nvPr/>
          </p:nvSpPr>
          <p:spPr>
            <a:xfrm>
              <a:off x="8132571" y="9380880"/>
              <a:ext cx="73980" cy="73980"/>
            </a:xfrm>
            <a:prstGeom prst="ellipse">
              <a:avLst/>
            </a:prstGeom>
            <a:solidFill>
              <a:srgbClr val="97AAD1">
                <a:alpha val="100000"/>
              </a:srgbClr>
            </a:solidFill>
            <a:ln w="6545" cap="rnd">
              <a:solidFill>
                <a:srgbClr val="97AA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3" name="pt2133"/>
            <p:cNvSpPr/>
            <p:nvPr/>
          </p:nvSpPr>
          <p:spPr>
            <a:xfrm>
              <a:off x="7974034" y="9370846"/>
              <a:ext cx="94049" cy="94049"/>
            </a:xfrm>
            <a:prstGeom prst="ellipse">
              <a:avLst/>
            </a:prstGeom>
            <a:solidFill>
              <a:srgbClr val="F28E7C">
                <a:alpha val="100000"/>
              </a:srgbClr>
            </a:solidFill>
            <a:ln w="6545" cap="rnd">
              <a:solidFill>
                <a:srgbClr val="F28E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4" name="pt2134"/>
            <p:cNvSpPr/>
            <p:nvPr/>
          </p:nvSpPr>
          <p:spPr>
            <a:xfrm>
              <a:off x="7819583" y="9364897"/>
              <a:ext cx="105946" cy="105946"/>
            </a:xfrm>
            <a:prstGeom prst="ellipse">
              <a:avLst/>
            </a:prstGeom>
            <a:solidFill>
              <a:srgbClr val="F2907E">
                <a:alpha val="100000"/>
              </a:srgbClr>
            </a:solidFill>
            <a:ln w="6545" cap="rnd">
              <a:solidFill>
                <a:srgbClr val="F290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5" name="pt2135"/>
            <p:cNvSpPr/>
            <p:nvPr/>
          </p:nvSpPr>
          <p:spPr>
            <a:xfrm>
              <a:off x="7679907" y="9373724"/>
              <a:ext cx="88294" cy="88294"/>
            </a:xfrm>
            <a:prstGeom prst="ellipse">
              <a:avLst/>
            </a:prstGeom>
            <a:solidFill>
              <a:srgbClr val="F2917E">
                <a:alpha val="100000"/>
              </a:srgbClr>
            </a:solidFill>
            <a:ln w="6545" cap="rnd">
              <a:solidFill>
                <a:srgbClr val="F291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6" name="pt2136"/>
            <p:cNvSpPr/>
            <p:nvPr/>
          </p:nvSpPr>
          <p:spPr>
            <a:xfrm>
              <a:off x="7545177" y="9387497"/>
              <a:ext cx="60747" cy="60747"/>
            </a:xfrm>
            <a:prstGeom prst="ellipse">
              <a:avLst/>
            </a:prstGeom>
            <a:solidFill>
              <a:srgbClr val="9AACD2">
                <a:alpha val="100000"/>
              </a:srgbClr>
            </a:solidFill>
            <a:ln w="6545" cap="rnd">
              <a:solidFill>
                <a:srgbClr val="9AACD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7" name="pt2137"/>
            <p:cNvSpPr/>
            <p:nvPr/>
          </p:nvSpPr>
          <p:spPr>
            <a:xfrm>
              <a:off x="7396675" y="9387497"/>
              <a:ext cx="60747" cy="60747"/>
            </a:xfrm>
            <a:prstGeom prst="ellipse">
              <a:avLst/>
            </a:prstGeom>
            <a:solidFill>
              <a:srgbClr val="F2917F">
                <a:alpha val="100000"/>
              </a:srgbClr>
            </a:solidFill>
            <a:ln w="6545" cap="rnd">
              <a:solidFill>
                <a:srgbClr val="F291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8" name="pt2138"/>
            <p:cNvSpPr/>
            <p:nvPr/>
          </p:nvSpPr>
          <p:spPr>
            <a:xfrm>
              <a:off x="7230877" y="9370201"/>
              <a:ext cx="95339" cy="95339"/>
            </a:xfrm>
            <a:prstGeom prst="ellipse">
              <a:avLst/>
            </a:prstGeom>
            <a:solidFill>
              <a:srgbClr val="F2917F">
                <a:alpha val="100000"/>
              </a:srgbClr>
            </a:solidFill>
            <a:ln w="6545" cap="rnd">
              <a:solidFill>
                <a:srgbClr val="F291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9" name="pt2139"/>
            <p:cNvSpPr/>
            <p:nvPr/>
          </p:nvSpPr>
          <p:spPr>
            <a:xfrm>
              <a:off x="7096969" y="9384796"/>
              <a:ext cx="66150" cy="66150"/>
            </a:xfrm>
            <a:prstGeom prst="ellipse">
              <a:avLst/>
            </a:prstGeom>
            <a:solidFill>
              <a:srgbClr val="F29280">
                <a:alpha val="100000"/>
              </a:srgbClr>
            </a:solidFill>
            <a:ln w="6545" cap="rnd">
              <a:solidFill>
                <a:srgbClr val="F292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0" name="pt2140"/>
            <p:cNvSpPr/>
            <p:nvPr/>
          </p:nvSpPr>
          <p:spPr>
            <a:xfrm>
              <a:off x="6941428" y="9377758"/>
              <a:ext cx="80226" cy="80226"/>
            </a:xfrm>
            <a:prstGeom prst="ellipse">
              <a:avLst/>
            </a:prstGeom>
            <a:solidFill>
              <a:srgbClr val="F39482">
                <a:alpha val="100000"/>
              </a:srgbClr>
            </a:solidFill>
            <a:ln w="6545" cap="rnd">
              <a:solidFill>
                <a:srgbClr val="F394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1" name="pt2141"/>
            <p:cNvSpPr/>
            <p:nvPr/>
          </p:nvSpPr>
          <p:spPr>
            <a:xfrm>
              <a:off x="6789432" y="9374264"/>
              <a:ext cx="87213" cy="87213"/>
            </a:xfrm>
            <a:prstGeom prst="ellipse">
              <a:avLst/>
            </a:prstGeom>
            <a:solidFill>
              <a:srgbClr val="F39482">
                <a:alpha val="100000"/>
              </a:srgbClr>
            </a:solidFill>
            <a:ln w="6545" cap="rnd">
              <a:solidFill>
                <a:srgbClr val="F394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2" name="pt2142"/>
            <p:cNvSpPr/>
            <p:nvPr/>
          </p:nvSpPr>
          <p:spPr>
            <a:xfrm>
              <a:off x="6644056" y="9377390"/>
              <a:ext cx="80961" cy="80961"/>
            </a:xfrm>
            <a:prstGeom prst="ellipse">
              <a:avLst/>
            </a:prstGeom>
            <a:solidFill>
              <a:srgbClr val="9DAFD3">
                <a:alpha val="100000"/>
              </a:srgbClr>
            </a:solidFill>
            <a:ln w="6545" cap="rnd">
              <a:solidFill>
                <a:srgbClr val="9DAF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3" name="pt2143"/>
            <p:cNvSpPr/>
            <p:nvPr/>
          </p:nvSpPr>
          <p:spPr>
            <a:xfrm>
              <a:off x="6495921" y="9377758"/>
              <a:ext cx="80226" cy="80226"/>
            </a:xfrm>
            <a:prstGeom prst="ellipse">
              <a:avLst/>
            </a:prstGeom>
            <a:solidFill>
              <a:srgbClr val="F49A88">
                <a:alpha val="100000"/>
              </a:srgbClr>
            </a:solidFill>
            <a:ln w="6545" cap="rnd">
              <a:solidFill>
                <a:srgbClr val="F49A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4" name="pt2144"/>
            <p:cNvSpPr/>
            <p:nvPr/>
          </p:nvSpPr>
          <p:spPr>
            <a:xfrm>
              <a:off x="6340506" y="9370846"/>
              <a:ext cx="94049" cy="94049"/>
            </a:xfrm>
            <a:prstGeom prst="ellipse">
              <a:avLst/>
            </a:prstGeom>
            <a:solidFill>
              <a:srgbClr val="F49A89">
                <a:alpha val="100000"/>
              </a:srgbClr>
            </a:solidFill>
            <a:ln w="6545" cap="rnd">
              <a:solidFill>
                <a:srgbClr val="F49A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5" name="pt2145"/>
            <p:cNvSpPr/>
            <p:nvPr/>
          </p:nvSpPr>
          <p:spPr>
            <a:xfrm>
              <a:off x="6192448" y="9371290"/>
              <a:ext cx="93161" cy="93161"/>
            </a:xfrm>
            <a:prstGeom prst="ellipse">
              <a:avLst/>
            </a:prstGeom>
            <a:solidFill>
              <a:srgbClr val="F59D8C">
                <a:alpha val="100000"/>
              </a:srgbClr>
            </a:solidFill>
            <a:ln w="6545" cap="rnd">
              <a:solidFill>
                <a:srgbClr val="F59D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6" name="pt2146"/>
            <p:cNvSpPr/>
            <p:nvPr/>
          </p:nvSpPr>
          <p:spPr>
            <a:xfrm>
              <a:off x="6007152" y="9334497"/>
              <a:ext cx="166748" cy="166748"/>
            </a:xfrm>
            <a:prstGeom prst="ellipse">
              <a:avLst/>
            </a:prstGeom>
            <a:solidFill>
              <a:srgbClr val="F6A798">
                <a:alpha val="100000"/>
              </a:srgbClr>
            </a:solidFill>
            <a:ln w="6545" cap="rnd">
              <a:solidFill>
                <a:srgbClr val="F6A7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7" name="pt2147"/>
            <p:cNvSpPr/>
            <p:nvPr/>
          </p:nvSpPr>
          <p:spPr>
            <a:xfrm>
              <a:off x="5830346" y="9306193"/>
              <a:ext cx="223355" cy="223355"/>
            </a:xfrm>
            <a:prstGeom prst="ellipse">
              <a:avLst/>
            </a:prstGeom>
            <a:solidFill>
              <a:srgbClr val="F6A899">
                <a:alpha val="100000"/>
              </a:srgbClr>
            </a:solidFill>
            <a:ln w="6545" cap="rnd">
              <a:solidFill>
                <a:srgbClr val="F6A8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8" name="pt2148"/>
            <p:cNvSpPr/>
            <p:nvPr/>
          </p:nvSpPr>
          <p:spPr>
            <a:xfrm>
              <a:off x="9908548" y="9649794"/>
              <a:ext cx="86086" cy="86086"/>
            </a:xfrm>
            <a:prstGeom prst="ellipse">
              <a:avLst/>
            </a:prstGeom>
            <a:solidFill>
              <a:srgbClr val="F39380">
                <a:alpha val="100000"/>
              </a:srgbClr>
            </a:solidFill>
            <a:ln w="6545" cap="rnd">
              <a:solidFill>
                <a:srgbClr val="F393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9" name="pt2149"/>
            <p:cNvSpPr/>
            <p:nvPr/>
          </p:nvSpPr>
          <p:spPr>
            <a:xfrm>
              <a:off x="9606707" y="9644959"/>
              <a:ext cx="95758" cy="95758"/>
            </a:xfrm>
            <a:prstGeom prst="ellipse">
              <a:avLst/>
            </a:prstGeom>
            <a:solidFill>
              <a:srgbClr val="D73027">
                <a:alpha val="100000"/>
              </a:srgbClr>
            </a:solidFill>
            <a:ln w="6545" cap="rnd">
              <a:solidFill>
                <a:srgbClr val="D730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0" name="pt2150"/>
            <p:cNvSpPr/>
            <p:nvPr/>
          </p:nvSpPr>
          <p:spPr>
            <a:xfrm>
              <a:off x="9167900" y="9651659"/>
              <a:ext cx="82357" cy="82357"/>
            </a:xfrm>
            <a:prstGeom prst="ellipse">
              <a:avLst/>
            </a:prstGeom>
            <a:solidFill>
              <a:srgbClr val="EF8471">
                <a:alpha val="100000"/>
              </a:srgbClr>
            </a:solidFill>
            <a:ln w="6545" cap="rnd">
              <a:solidFill>
                <a:srgbClr val="EF847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1" name="pt2151"/>
            <p:cNvSpPr/>
            <p:nvPr/>
          </p:nvSpPr>
          <p:spPr>
            <a:xfrm>
              <a:off x="8268782" y="9643556"/>
              <a:ext cx="98563" cy="98563"/>
            </a:xfrm>
            <a:prstGeom prst="ellipse">
              <a:avLst/>
            </a:prstGeom>
            <a:solidFill>
              <a:srgbClr val="F49B8A">
                <a:alpha val="100000"/>
              </a:srgbClr>
            </a:solidFill>
            <a:ln w="6545" cap="rnd">
              <a:solidFill>
                <a:srgbClr val="F49B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2" name="pt2152"/>
            <p:cNvSpPr/>
            <p:nvPr/>
          </p:nvSpPr>
          <p:spPr>
            <a:xfrm>
              <a:off x="7974478" y="9646257"/>
              <a:ext cx="93161" cy="93161"/>
            </a:xfrm>
            <a:prstGeom prst="ellipse">
              <a:avLst/>
            </a:prstGeom>
            <a:solidFill>
              <a:srgbClr val="F49887">
                <a:alpha val="100000"/>
              </a:srgbClr>
            </a:solidFill>
            <a:ln w="6545" cap="rnd">
              <a:solidFill>
                <a:srgbClr val="F498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3" name="pt2153"/>
            <p:cNvSpPr/>
            <p:nvPr/>
          </p:nvSpPr>
          <p:spPr>
            <a:xfrm>
              <a:off x="6490621" y="9647425"/>
              <a:ext cx="90826" cy="90826"/>
            </a:xfrm>
            <a:prstGeom prst="ellipse">
              <a:avLst/>
            </a:prstGeom>
            <a:solidFill>
              <a:srgbClr val="EF8471">
                <a:alpha val="100000"/>
              </a:srgbClr>
            </a:solidFill>
            <a:ln w="6545" cap="rnd">
              <a:solidFill>
                <a:srgbClr val="EF847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4" name="pt2154"/>
            <p:cNvSpPr/>
            <p:nvPr/>
          </p:nvSpPr>
          <p:spPr>
            <a:xfrm>
              <a:off x="5744047" y="9643364"/>
              <a:ext cx="98947" cy="98947"/>
            </a:xfrm>
            <a:prstGeom prst="ellipse">
              <a:avLst/>
            </a:prstGeom>
            <a:solidFill>
              <a:srgbClr val="E25644">
                <a:alpha val="100000"/>
              </a:srgbClr>
            </a:solidFill>
            <a:ln w="6545" cap="rnd">
              <a:solidFill>
                <a:srgbClr val="E256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5" name="pt2155"/>
            <p:cNvSpPr/>
            <p:nvPr/>
          </p:nvSpPr>
          <p:spPr>
            <a:xfrm>
              <a:off x="5597776" y="9645595"/>
              <a:ext cx="94485" cy="94485"/>
            </a:xfrm>
            <a:prstGeom prst="ellipse">
              <a:avLst/>
            </a:prstGeom>
            <a:solidFill>
              <a:srgbClr val="829BC9">
                <a:alpha val="100000"/>
              </a:srgbClr>
            </a:solidFill>
            <a:ln w="6545" cap="rnd">
              <a:solidFill>
                <a:srgbClr val="829BC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6" name="pt2156"/>
            <p:cNvSpPr/>
            <p:nvPr/>
          </p:nvSpPr>
          <p:spPr>
            <a:xfrm>
              <a:off x="5446852" y="9643174"/>
              <a:ext cx="99327" cy="99327"/>
            </a:xfrm>
            <a:prstGeom prst="ellipse">
              <a:avLst/>
            </a:prstGeom>
            <a:solidFill>
              <a:srgbClr val="879FCB">
                <a:alpha val="100000"/>
              </a:srgbClr>
            </a:solidFill>
            <a:ln w="6545" cap="rnd">
              <a:solidFill>
                <a:srgbClr val="879F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7" name="pt2157"/>
            <p:cNvSpPr/>
            <p:nvPr/>
          </p:nvSpPr>
          <p:spPr>
            <a:xfrm>
              <a:off x="5300989" y="9645813"/>
              <a:ext cx="94049" cy="94049"/>
            </a:xfrm>
            <a:prstGeom prst="ellipse">
              <a:avLst/>
            </a:prstGeom>
            <a:solidFill>
              <a:srgbClr val="8DA3CD">
                <a:alpha val="100000"/>
              </a:srgbClr>
            </a:solidFill>
            <a:ln w="6545" cap="rnd">
              <a:solidFill>
                <a:srgbClr val="8DA3C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8" name="pt2158"/>
            <p:cNvSpPr/>
            <p:nvPr/>
          </p:nvSpPr>
          <p:spPr>
            <a:xfrm>
              <a:off x="5159398" y="9652725"/>
              <a:ext cx="80226" cy="80226"/>
            </a:xfrm>
            <a:prstGeom prst="ellipse">
              <a:avLst/>
            </a:prstGeom>
            <a:solidFill>
              <a:srgbClr val="96A9D0">
                <a:alpha val="100000"/>
              </a:srgbClr>
            </a:solidFill>
            <a:ln w="6545" cap="rnd">
              <a:solidFill>
                <a:srgbClr val="96A9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9" name="pt2159"/>
            <p:cNvSpPr/>
            <p:nvPr/>
          </p:nvSpPr>
          <p:spPr>
            <a:xfrm>
              <a:off x="5005355" y="9647184"/>
              <a:ext cx="91307" cy="91307"/>
            </a:xfrm>
            <a:prstGeom prst="ellipse">
              <a:avLst/>
            </a:prstGeom>
            <a:solidFill>
              <a:srgbClr val="97ABD1">
                <a:alpha val="100000"/>
              </a:srgbClr>
            </a:solidFill>
            <a:ln w="6545" cap="rnd">
              <a:solidFill>
                <a:srgbClr val="97AB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0" name="pt2160"/>
            <p:cNvSpPr/>
            <p:nvPr/>
          </p:nvSpPr>
          <p:spPr>
            <a:xfrm>
              <a:off x="4856382" y="9646714"/>
              <a:ext cx="92248" cy="92248"/>
            </a:xfrm>
            <a:prstGeom prst="ellipse">
              <a:avLst/>
            </a:prstGeom>
            <a:solidFill>
              <a:srgbClr val="F28E7B">
                <a:alpha val="100000"/>
              </a:srgbClr>
            </a:solidFill>
            <a:ln w="6545" cap="rnd">
              <a:solidFill>
                <a:srgbClr val="F28E7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1" name="pt2161"/>
            <p:cNvSpPr/>
            <p:nvPr/>
          </p:nvSpPr>
          <p:spPr>
            <a:xfrm>
              <a:off x="4687390" y="9626224"/>
              <a:ext cx="133227" cy="133227"/>
            </a:xfrm>
            <a:prstGeom prst="ellipse">
              <a:avLst/>
            </a:prstGeom>
            <a:solidFill>
              <a:srgbClr val="F2907D">
                <a:alpha val="100000"/>
              </a:srgbClr>
            </a:solidFill>
            <a:ln w="6545" cap="rnd">
              <a:solidFill>
                <a:srgbClr val="F290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2" name="pt2162"/>
            <p:cNvSpPr/>
            <p:nvPr/>
          </p:nvSpPr>
          <p:spPr>
            <a:xfrm>
              <a:off x="4533985" y="9621321"/>
              <a:ext cx="143032" cy="143032"/>
            </a:xfrm>
            <a:prstGeom prst="ellipse">
              <a:avLst/>
            </a:prstGeom>
            <a:solidFill>
              <a:srgbClr val="F2917F">
                <a:alpha val="100000"/>
              </a:srgbClr>
            </a:solidFill>
            <a:ln w="6545" cap="rnd">
              <a:solidFill>
                <a:srgbClr val="F291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3" name="pt2163"/>
            <p:cNvSpPr/>
            <p:nvPr/>
          </p:nvSpPr>
          <p:spPr>
            <a:xfrm>
              <a:off x="4411108" y="9646947"/>
              <a:ext cx="91781" cy="91781"/>
            </a:xfrm>
            <a:prstGeom prst="ellipse">
              <a:avLst/>
            </a:prstGeom>
            <a:solidFill>
              <a:srgbClr val="F29280">
                <a:alpha val="100000"/>
              </a:srgbClr>
            </a:solidFill>
            <a:ln w="6545" cap="rnd">
              <a:solidFill>
                <a:srgbClr val="F292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4" name="pt2164"/>
            <p:cNvSpPr/>
            <p:nvPr/>
          </p:nvSpPr>
          <p:spPr>
            <a:xfrm>
              <a:off x="4268765" y="9653107"/>
              <a:ext cx="79461" cy="79461"/>
            </a:xfrm>
            <a:prstGeom prst="ellipse">
              <a:avLst/>
            </a:prstGeom>
            <a:solidFill>
              <a:srgbClr val="F29280">
                <a:alpha val="100000"/>
              </a:srgbClr>
            </a:solidFill>
            <a:ln w="6545" cap="rnd">
              <a:solidFill>
                <a:srgbClr val="F292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5" name="pt2165"/>
            <p:cNvSpPr/>
            <p:nvPr/>
          </p:nvSpPr>
          <p:spPr>
            <a:xfrm>
              <a:off x="4121078" y="9653922"/>
              <a:ext cx="77831" cy="77831"/>
            </a:xfrm>
            <a:prstGeom prst="ellipse">
              <a:avLst/>
            </a:prstGeom>
            <a:solidFill>
              <a:srgbClr val="9BAED3">
                <a:alpha val="100000"/>
              </a:srgbClr>
            </a:solidFill>
            <a:ln w="6545" cap="rnd">
              <a:solidFill>
                <a:srgbClr val="9BAE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6" name="pt2166"/>
            <p:cNvSpPr/>
            <p:nvPr/>
          </p:nvSpPr>
          <p:spPr>
            <a:xfrm>
              <a:off x="3935919" y="9617265"/>
              <a:ext cx="151145" cy="151145"/>
            </a:xfrm>
            <a:prstGeom prst="ellipse">
              <a:avLst/>
            </a:prstGeom>
            <a:solidFill>
              <a:srgbClr val="F39381">
                <a:alpha val="100000"/>
              </a:srgbClr>
            </a:solidFill>
            <a:ln w="6545" cap="rnd">
              <a:solidFill>
                <a:srgbClr val="F393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7" name="pt2167"/>
            <p:cNvSpPr/>
            <p:nvPr/>
          </p:nvSpPr>
          <p:spPr>
            <a:xfrm>
              <a:off x="3820535" y="9650384"/>
              <a:ext cx="84907" cy="84907"/>
            </a:xfrm>
            <a:prstGeom prst="ellipse">
              <a:avLst/>
            </a:prstGeom>
            <a:solidFill>
              <a:srgbClr val="9CAED3">
                <a:alpha val="100000"/>
              </a:srgbClr>
            </a:solidFill>
            <a:ln w="6545" cap="rnd">
              <a:solidFill>
                <a:srgbClr val="9CAE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8" name="pt2168"/>
            <p:cNvSpPr/>
            <p:nvPr/>
          </p:nvSpPr>
          <p:spPr>
            <a:xfrm>
              <a:off x="3677496" y="9655848"/>
              <a:ext cx="73980" cy="73980"/>
            </a:xfrm>
            <a:prstGeom prst="ellipse">
              <a:avLst/>
            </a:prstGeom>
            <a:solidFill>
              <a:srgbClr val="9DAFD3">
                <a:alpha val="100000"/>
              </a:srgbClr>
            </a:solidFill>
            <a:ln w="6545" cap="rnd">
              <a:solidFill>
                <a:srgbClr val="9DAF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9" name="pt2169"/>
            <p:cNvSpPr/>
            <p:nvPr/>
          </p:nvSpPr>
          <p:spPr>
            <a:xfrm>
              <a:off x="3520093" y="9646947"/>
              <a:ext cx="91781" cy="91781"/>
            </a:xfrm>
            <a:prstGeom prst="ellipse">
              <a:avLst/>
            </a:prstGeom>
            <a:solidFill>
              <a:srgbClr val="9FB0D4">
                <a:alpha val="100000"/>
              </a:srgbClr>
            </a:solidFill>
            <a:ln w="6545" cap="rnd">
              <a:solidFill>
                <a:srgbClr val="9FB0D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0" name="pt2170"/>
            <p:cNvSpPr/>
            <p:nvPr/>
          </p:nvSpPr>
          <p:spPr>
            <a:xfrm>
              <a:off x="3379961" y="9655317"/>
              <a:ext cx="75041" cy="75041"/>
            </a:xfrm>
            <a:prstGeom prst="ellipse">
              <a:avLst/>
            </a:prstGeom>
            <a:solidFill>
              <a:srgbClr val="F39786">
                <a:alpha val="100000"/>
              </a:srgbClr>
            </a:solidFill>
            <a:ln w="6545" cap="rnd">
              <a:solidFill>
                <a:srgbClr val="F3978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1" name="pt2171"/>
            <p:cNvSpPr/>
            <p:nvPr/>
          </p:nvSpPr>
          <p:spPr>
            <a:xfrm>
              <a:off x="3227800" y="9651659"/>
              <a:ext cx="82357" cy="82357"/>
            </a:xfrm>
            <a:prstGeom prst="ellipse">
              <a:avLst/>
            </a:prstGeom>
            <a:solidFill>
              <a:srgbClr val="F39786">
                <a:alpha val="100000"/>
              </a:srgbClr>
            </a:solidFill>
            <a:ln w="6545" cap="rnd">
              <a:solidFill>
                <a:srgbClr val="F3978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2" name="pt2172"/>
            <p:cNvSpPr/>
            <p:nvPr/>
          </p:nvSpPr>
          <p:spPr>
            <a:xfrm>
              <a:off x="3073896" y="9646257"/>
              <a:ext cx="93161" cy="93161"/>
            </a:xfrm>
            <a:prstGeom prst="ellipse">
              <a:avLst/>
            </a:prstGeom>
            <a:solidFill>
              <a:srgbClr val="F49C8B">
                <a:alpha val="100000"/>
              </a:srgbClr>
            </a:solidFill>
            <a:ln w="6545" cap="rnd">
              <a:solidFill>
                <a:srgbClr val="F49C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3" name="pt2173"/>
            <p:cNvSpPr/>
            <p:nvPr/>
          </p:nvSpPr>
          <p:spPr>
            <a:xfrm>
              <a:off x="2883730" y="9604594"/>
              <a:ext cx="176487" cy="176487"/>
            </a:xfrm>
            <a:prstGeom prst="ellipse">
              <a:avLst/>
            </a:prstGeom>
            <a:solidFill>
              <a:srgbClr val="B7C3DE">
                <a:alpha val="100000"/>
              </a:srgbClr>
            </a:solidFill>
            <a:ln w="6545" cap="rnd">
              <a:solidFill>
                <a:srgbClr val="B7C3D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4" name="pl2174"/>
            <p:cNvSpPr/>
            <p:nvPr/>
          </p:nvSpPr>
          <p:spPr>
            <a:xfrm>
              <a:off x="2882872" y="9252890"/>
              <a:ext cx="7306322" cy="0"/>
            </a:xfrm>
            <a:custGeom>
              <a:avLst/>
              <a:pathLst>
                <a:path w="7306322" h="0">
                  <a:moveTo>
                    <a:pt x="0" y="0"/>
                  </a:moveTo>
                  <a:lnTo>
                    <a:pt x="7306322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5" name="pl2175"/>
            <p:cNvSpPr/>
            <p:nvPr/>
          </p:nvSpPr>
          <p:spPr>
            <a:xfrm>
              <a:off x="2971974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6" name="pl2176"/>
            <p:cNvSpPr/>
            <p:nvPr/>
          </p:nvSpPr>
          <p:spPr>
            <a:xfrm>
              <a:off x="3120476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7" name="pl2177"/>
            <p:cNvSpPr/>
            <p:nvPr/>
          </p:nvSpPr>
          <p:spPr>
            <a:xfrm>
              <a:off x="3268979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8" name="pl2178"/>
            <p:cNvSpPr/>
            <p:nvPr/>
          </p:nvSpPr>
          <p:spPr>
            <a:xfrm>
              <a:off x="3417481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9" name="pl2179"/>
            <p:cNvSpPr/>
            <p:nvPr/>
          </p:nvSpPr>
          <p:spPr>
            <a:xfrm>
              <a:off x="3565984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0" name="pl2180"/>
            <p:cNvSpPr/>
            <p:nvPr/>
          </p:nvSpPr>
          <p:spPr>
            <a:xfrm>
              <a:off x="3714486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1" name="pl2181"/>
            <p:cNvSpPr/>
            <p:nvPr/>
          </p:nvSpPr>
          <p:spPr>
            <a:xfrm>
              <a:off x="3862989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2" name="pl2182"/>
            <p:cNvSpPr/>
            <p:nvPr/>
          </p:nvSpPr>
          <p:spPr>
            <a:xfrm>
              <a:off x="4011491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3" name="pl2183"/>
            <p:cNvSpPr/>
            <p:nvPr/>
          </p:nvSpPr>
          <p:spPr>
            <a:xfrm>
              <a:off x="4159994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4" name="pl2184"/>
            <p:cNvSpPr/>
            <p:nvPr/>
          </p:nvSpPr>
          <p:spPr>
            <a:xfrm>
              <a:off x="4308496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5" name="pl2185"/>
            <p:cNvSpPr/>
            <p:nvPr/>
          </p:nvSpPr>
          <p:spPr>
            <a:xfrm>
              <a:off x="4456999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6" name="pl2186"/>
            <p:cNvSpPr/>
            <p:nvPr/>
          </p:nvSpPr>
          <p:spPr>
            <a:xfrm>
              <a:off x="4605501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7" name="pl2187"/>
            <p:cNvSpPr/>
            <p:nvPr/>
          </p:nvSpPr>
          <p:spPr>
            <a:xfrm>
              <a:off x="4754004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8" name="pl2188"/>
            <p:cNvSpPr/>
            <p:nvPr/>
          </p:nvSpPr>
          <p:spPr>
            <a:xfrm>
              <a:off x="4902506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9" name="pl2189"/>
            <p:cNvSpPr/>
            <p:nvPr/>
          </p:nvSpPr>
          <p:spPr>
            <a:xfrm>
              <a:off x="5051009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0" name="pl2190"/>
            <p:cNvSpPr/>
            <p:nvPr/>
          </p:nvSpPr>
          <p:spPr>
            <a:xfrm>
              <a:off x="5199511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1" name="pl2191"/>
            <p:cNvSpPr/>
            <p:nvPr/>
          </p:nvSpPr>
          <p:spPr>
            <a:xfrm>
              <a:off x="5348014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2" name="pl2192"/>
            <p:cNvSpPr/>
            <p:nvPr/>
          </p:nvSpPr>
          <p:spPr>
            <a:xfrm>
              <a:off x="5496516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3" name="pl2193"/>
            <p:cNvSpPr/>
            <p:nvPr/>
          </p:nvSpPr>
          <p:spPr>
            <a:xfrm>
              <a:off x="5645019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4" name="pl2194"/>
            <p:cNvSpPr/>
            <p:nvPr/>
          </p:nvSpPr>
          <p:spPr>
            <a:xfrm>
              <a:off x="5793521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5" name="pl2195"/>
            <p:cNvSpPr/>
            <p:nvPr/>
          </p:nvSpPr>
          <p:spPr>
            <a:xfrm>
              <a:off x="5942024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6" name="pl2196"/>
            <p:cNvSpPr/>
            <p:nvPr/>
          </p:nvSpPr>
          <p:spPr>
            <a:xfrm>
              <a:off x="6090526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7" name="pl2197"/>
            <p:cNvSpPr/>
            <p:nvPr/>
          </p:nvSpPr>
          <p:spPr>
            <a:xfrm>
              <a:off x="6239029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8" name="pl2198"/>
            <p:cNvSpPr/>
            <p:nvPr/>
          </p:nvSpPr>
          <p:spPr>
            <a:xfrm>
              <a:off x="6387531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9" name="pl2199"/>
            <p:cNvSpPr/>
            <p:nvPr/>
          </p:nvSpPr>
          <p:spPr>
            <a:xfrm>
              <a:off x="6536034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0" name="pl2200"/>
            <p:cNvSpPr/>
            <p:nvPr/>
          </p:nvSpPr>
          <p:spPr>
            <a:xfrm>
              <a:off x="6684536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1" name="pl2201"/>
            <p:cNvSpPr/>
            <p:nvPr/>
          </p:nvSpPr>
          <p:spPr>
            <a:xfrm>
              <a:off x="6833039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2" name="pl2202"/>
            <p:cNvSpPr/>
            <p:nvPr/>
          </p:nvSpPr>
          <p:spPr>
            <a:xfrm>
              <a:off x="6981541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3" name="pl2203"/>
            <p:cNvSpPr/>
            <p:nvPr/>
          </p:nvSpPr>
          <p:spPr>
            <a:xfrm>
              <a:off x="7130044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4" name="pl2204"/>
            <p:cNvSpPr/>
            <p:nvPr/>
          </p:nvSpPr>
          <p:spPr>
            <a:xfrm>
              <a:off x="7278546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5" name="pl2205"/>
            <p:cNvSpPr/>
            <p:nvPr/>
          </p:nvSpPr>
          <p:spPr>
            <a:xfrm>
              <a:off x="7427049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6" name="pl2206"/>
            <p:cNvSpPr/>
            <p:nvPr/>
          </p:nvSpPr>
          <p:spPr>
            <a:xfrm>
              <a:off x="7575551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7" name="pl2207"/>
            <p:cNvSpPr/>
            <p:nvPr/>
          </p:nvSpPr>
          <p:spPr>
            <a:xfrm>
              <a:off x="7724054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8" name="pl2208"/>
            <p:cNvSpPr/>
            <p:nvPr/>
          </p:nvSpPr>
          <p:spPr>
            <a:xfrm>
              <a:off x="7872556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9" name="pl2209"/>
            <p:cNvSpPr/>
            <p:nvPr/>
          </p:nvSpPr>
          <p:spPr>
            <a:xfrm>
              <a:off x="8021059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0" name="pl2210"/>
            <p:cNvSpPr/>
            <p:nvPr/>
          </p:nvSpPr>
          <p:spPr>
            <a:xfrm>
              <a:off x="8169561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1" name="pl2211"/>
            <p:cNvSpPr/>
            <p:nvPr/>
          </p:nvSpPr>
          <p:spPr>
            <a:xfrm>
              <a:off x="8318064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2" name="pl2212"/>
            <p:cNvSpPr/>
            <p:nvPr/>
          </p:nvSpPr>
          <p:spPr>
            <a:xfrm>
              <a:off x="8466566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3" name="pl2213"/>
            <p:cNvSpPr/>
            <p:nvPr/>
          </p:nvSpPr>
          <p:spPr>
            <a:xfrm>
              <a:off x="8615069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4" name="pl2214"/>
            <p:cNvSpPr/>
            <p:nvPr/>
          </p:nvSpPr>
          <p:spPr>
            <a:xfrm>
              <a:off x="8763571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5" name="pl2215"/>
            <p:cNvSpPr/>
            <p:nvPr/>
          </p:nvSpPr>
          <p:spPr>
            <a:xfrm>
              <a:off x="8912074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6" name="pl2216"/>
            <p:cNvSpPr/>
            <p:nvPr/>
          </p:nvSpPr>
          <p:spPr>
            <a:xfrm>
              <a:off x="9060576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7" name="pl2217"/>
            <p:cNvSpPr/>
            <p:nvPr/>
          </p:nvSpPr>
          <p:spPr>
            <a:xfrm>
              <a:off x="9209079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8" name="pl2218"/>
            <p:cNvSpPr/>
            <p:nvPr/>
          </p:nvSpPr>
          <p:spPr>
            <a:xfrm>
              <a:off x="9357581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9" name="pl2219"/>
            <p:cNvSpPr/>
            <p:nvPr/>
          </p:nvSpPr>
          <p:spPr>
            <a:xfrm>
              <a:off x="9506084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0" name="pl2220"/>
            <p:cNvSpPr/>
            <p:nvPr/>
          </p:nvSpPr>
          <p:spPr>
            <a:xfrm>
              <a:off x="9654586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1" name="pl2221"/>
            <p:cNvSpPr/>
            <p:nvPr/>
          </p:nvSpPr>
          <p:spPr>
            <a:xfrm>
              <a:off x="9803089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2" name="pl2222"/>
            <p:cNvSpPr/>
            <p:nvPr/>
          </p:nvSpPr>
          <p:spPr>
            <a:xfrm>
              <a:off x="9951591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3" name="pl2223"/>
            <p:cNvSpPr/>
            <p:nvPr/>
          </p:nvSpPr>
          <p:spPr>
            <a:xfrm>
              <a:off x="10100094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4" name="tx2224"/>
            <p:cNvSpPr/>
            <p:nvPr/>
          </p:nvSpPr>
          <p:spPr>
            <a:xfrm rot="-2700000">
              <a:off x="2648021" y="8425250"/>
              <a:ext cx="2055571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Microbial metabolism in diverse environments</a:t>
              </a:r>
            </a:p>
          </p:txBody>
        </p:sp>
        <p:sp>
          <p:nvSpPr>
            <p:cNvPr id="2225" name="tx2225"/>
            <p:cNvSpPr/>
            <p:nvPr/>
          </p:nvSpPr>
          <p:spPr>
            <a:xfrm rot="-2700000">
              <a:off x="2827417" y="8499833"/>
              <a:ext cx="184461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Biosynthesis of various nucleotide sugars</a:t>
              </a:r>
            </a:p>
          </p:txBody>
        </p:sp>
        <p:sp>
          <p:nvSpPr>
            <p:cNvPr id="2226" name="tx2226"/>
            <p:cNvSpPr/>
            <p:nvPr/>
          </p:nvSpPr>
          <p:spPr>
            <a:xfrm rot="-2700000">
              <a:off x="3082834" y="8757947"/>
              <a:ext cx="111456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beta-Alanine metabolism</a:t>
              </a:r>
            </a:p>
          </p:txBody>
        </p:sp>
        <p:sp>
          <p:nvSpPr>
            <p:cNvPr id="2227" name="tx2227"/>
            <p:cNvSpPr/>
            <p:nvPr/>
          </p:nvSpPr>
          <p:spPr>
            <a:xfrm rot="-2700000">
              <a:off x="3201099" y="8684948"/>
              <a:ext cx="1321033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Cyanoamino acid metabolism</a:t>
              </a:r>
            </a:p>
          </p:txBody>
        </p:sp>
        <p:sp>
          <p:nvSpPr>
            <p:cNvPr id="2228" name="tx2228"/>
            <p:cNvSpPr/>
            <p:nvPr/>
          </p:nvSpPr>
          <p:spPr>
            <a:xfrm rot="-2700000">
              <a:off x="3370867" y="8736287"/>
              <a:ext cx="1175826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Phenylalanine metabolism</a:t>
              </a:r>
            </a:p>
          </p:txBody>
        </p:sp>
        <p:sp>
          <p:nvSpPr>
            <p:cNvPr id="2229" name="tx2229"/>
            <p:cNvSpPr/>
            <p:nvPr/>
          </p:nvSpPr>
          <p:spPr>
            <a:xfrm rot="-2700000">
              <a:off x="3563881" y="8843748"/>
              <a:ext cx="87188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Xylene degradation</a:t>
              </a:r>
            </a:p>
          </p:txBody>
        </p:sp>
        <p:sp>
          <p:nvSpPr>
            <p:cNvPr id="2230" name="tx2230"/>
            <p:cNvSpPr/>
            <p:nvPr/>
          </p:nvSpPr>
          <p:spPr>
            <a:xfrm rot="-2700000">
              <a:off x="3663279" y="8725198"/>
              <a:ext cx="120719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Peptidoglycan biosynthesis</a:t>
              </a:r>
            </a:p>
          </p:txBody>
        </p:sp>
        <p:sp>
          <p:nvSpPr>
            <p:cNvPr id="2231" name="tx2231"/>
            <p:cNvSpPr/>
            <p:nvPr/>
          </p:nvSpPr>
          <p:spPr>
            <a:xfrm rot="-2700000">
              <a:off x="3877438" y="8883707"/>
              <a:ext cx="75886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ABC transporters</a:t>
              </a:r>
            </a:p>
          </p:txBody>
        </p:sp>
        <p:sp>
          <p:nvSpPr>
            <p:cNvPr id="2232" name="tx2232"/>
            <p:cNvSpPr/>
            <p:nvPr/>
          </p:nvSpPr>
          <p:spPr>
            <a:xfrm rot="-2700000">
              <a:off x="4026208" y="8884353"/>
              <a:ext cx="757031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RNA degradation</a:t>
              </a:r>
            </a:p>
          </p:txBody>
        </p:sp>
        <p:sp>
          <p:nvSpPr>
            <p:cNvPr id="2233" name="tx2233"/>
            <p:cNvSpPr/>
            <p:nvPr/>
          </p:nvSpPr>
          <p:spPr>
            <a:xfrm rot="-2700000">
              <a:off x="4151986" y="8829491"/>
              <a:ext cx="912205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Styrene degradation</a:t>
              </a:r>
            </a:p>
          </p:txBody>
        </p:sp>
        <p:sp>
          <p:nvSpPr>
            <p:cNvPr id="2234" name="tx2234"/>
            <p:cNvSpPr/>
            <p:nvPr/>
          </p:nvSpPr>
          <p:spPr>
            <a:xfrm rot="-2700000">
              <a:off x="4169457" y="8513153"/>
              <a:ext cx="1806945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Nicotinate and nicotinamide metabolism</a:t>
              </a:r>
            </a:p>
          </p:txBody>
        </p:sp>
        <p:sp>
          <p:nvSpPr>
            <p:cNvPr id="2235" name="tx2235"/>
            <p:cNvSpPr/>
            <p:nvPr/>
          </p:nvSpPr>
          <p:spPr>
            <a:xfrm rot="-2700000">
              <a:off x="4428409" y="8779802"/>
              <a:ext cx="1052748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Two-component system</a:t>
              </a:r>
            </a:p>
          </p:txBody>
        </p:sp>
        <p:sp>
          <p:nvSpPr>
            <p:cNvPr id="2236" name="tx2236"/>
            <p:cNvSpPr/>
            <p:nvPr/>
          </p:nvSpPr>
          <p:spPr>
            <a:xfrm rot="-2700000">
              <a:off x="4624262" y="8894117"/>
              <a:ext cx="729416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Quorum sensing</a:t>
              </a:r>
            </a:p>
          </p:txBody>
        </p:sp>
        <p:sp>
          <p:nvSpPr>
            <p:cNvPr id="2237" name="tx2237"/>
            <p:cNvSpPr/>
            <p:nvPr/>
          </p:nvSpPr>
          <p:spPr>
            <a:xfrm rot="-2700000">
              <a:off x="4725588" y="8780222"/>
              <a:ext cx="105156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Tryptophan metabolism</a:t>
              </a:r>
            </a:p>
          </p:txBody>
        </p:sp>
        <p:sp>
          <p:nvSpPr>
            <p:cNvPr id="2238" name="tx2238"/>
            <p:cNvSpPr/>
            <p:nvPr/>
          </p:nvSpPr>
          <p:spPr>
            <a:xfrm rot="-2700000">
              <a:off x="4843545" y="8706480"/>
              <a:ext cx="1260134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Pentose phosphate pathway</a:t>
              </a:r>
            </a:p>
          </p:txBody>
        </p:sp>
        <p:sp>
          <p:nvSpPr>
            <p:cNvPr id="2239" name="tx2239"/>
            <p:cNvSpPr/>
            <p:nvPr/>
          </p:nvSpPr>
          <p:spPr>
            <a:xfrm rot="-2700000">
              <a:off x="4975630" y="8666844"/>
              <a:ext cx="137224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Inositol phosphate metabolism</a:t>
              </a:r>
            </a:p>
          </p:txBody>
        </p:sp>
        <p:sp>
          <p:nvSpPr>
            <p:cNvPr id="2240" name="tx2240"/>
            <p:cNvSpPr/>
            <p:nvPr/>
          </p:nvSpPr>
          <p:spPr>
            <a:xfrm rot="-2700000">
              <a:off x="5049344" y="8486287"/>
              <a:ext cx="188293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Valine, leucine and isoleucine degradation</a:t>
              </a:r>
            </a:p>
          </p:txBody>
        </p:sp>
        <p:sp>
          <p:nvSpPr>
            <p:cNvPr id="2241" name="tx2241"/>
            <p:cNvSpPr/>
            <p:nvPr/>
          </p:nvSpPr>
          <p:spPr>
            <a:xfrm rot="-2700000">
              <a:off x="5329333" y="8803725"/>
              <a:ext cx="985083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Benzoate degradation</a:t>
              </a:r>
            </a:p>
          </p:txBody>
        </p:sp>
        <p:sp>
          <p:nvSpPr>
            <p:cNvPr id="2242" name="tx2242"/>
            <p:cNvSpPr/>
            <p:nvPr/>
          </p:nvSpPr>
          <p:spPr>
            <a:xfrm rot="-2700000">
              <a:off x="5383214" y="8575289"/>
              <a:ext cx="1631198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Degradation of aromatic compounds</a:t>
              </a:r>
            </a:p>
          </p:txBody>
        </p:sp>
        <p:sp>
          <p:nvSpPr>
            <p:cNvPr id="2243" name="tx2243"/>
            <p:cNvSpPr/>
            <p:nvPr/>
          </p:nvSpPr>
          <p:spPr>
            <a:xfrm rot="-2700000">
              <a:off x="5633489" y="8820989"/>
              <a:ext cx="936254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Bacterial chemotaxis</a:t>
              </a:r>
            </a:p>
          </p:txBody>
        </p:sp>
        <p:sp>
          <p:nvSpPr>
            <p:cNvPr id="2244" name="tx2244"/>
            <p:cNvSpPr/>
            <p:nvPr/>
          </p:nvSpPr>
          <p:spPr>
            <a:xfrm rot="-2700000">
              <a:off x="5789330" y="8838705"/>
              <a:ext cx="886145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Metabolic pathways</a:t>
              </a:r>
            </a:p>
          </p:txBody>
        </p:sp>
        <p:sp>
          <p:nvSpPr>
            <p:cNvPr id="2245" name="tx2245"/>
            <p:cNvSpPr/>
            <p:nvPr/>
          </p:nvSpPr>
          <p:spPr>
            <a:xfrm rot="-2700000">
              <a:off x="5816308" y="8545320"/>
              <a:ext cx="1715963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Biosynthesis of secondary metabolites</a:t>
              </a:r>
            </a:p>
          </p:txBody>
        </p:sp>
        <p:sp>
          <p:nvSpPr>
            <p:cNvPr id="2246" name="tx2246"/>
            <p:cNvSpPr/>
            <p:nvPr/>
          </p:nvSpPr>
          <p:spPr>
            <a:xfrm rot="-2700000">
              <a:off x="6043095" y="8734315"/>
              <a:ext cx="1181404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Bacterial secretion system</a:t>
              </a:r>
            </a:p>
          </p:txBody>
        </p:sp>
        <p:sp>
          <p:nvSpPr>
            <p:cNvPr id="2247" name="tx2247"/>
            <p:cNvSpPr/>
            <p:nvPr/>
          </p:nvSpPr>
          <p:spPr>
            <a:xfrm rot="-2700000">
              <a:off x="6159191" y="8656079"/>
              <a:ext cx="140268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Starch and sucrose metabolism</a:t>
              </a:r>
            </a:p>
          </p:txBody>
        </p:sp>
        <p:sp>
          <p:nvSpPr>
            <p:cNvPr id="2248" name="tx2248"/>
            <p:cNvSpPr/>
            <p:nvPr/>
          </p:nvSpPr>
          <p:spPr>
            <a:xfrm rot="-2700000">
              <a:off x="6281889" y="8593781"/>
              <a:ext cx="1578894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Pantothenate and CoA biosynthesis</a:t>
              </a:r>
            </a:p>
          </p:txBody>
        </p:sp>
        <p:sp>
          <p:nvSpPr>
            <p:cNvPr id="2249" name="tx2249"/>
            <p:cNvSpPr/>
            <p:nvPr/>
          </p:nvSpPr>
          <p:spPr>
            <a:xfrm rot="-2700000">
              <a:off x="6506573" y="8777700"/>
              <a:ext cx="105869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Propanoate metabolism</a:t>
              </a:r>
            </a:p>
          </p:txBody>
        </p:sp>
        <p:sp>
          <p:nvSpPr>
            <p:cNvPr id="2250" name="tx2250"/>
            <p:cNvSpPr/>
            <p:nvPr/>
          </p:nvSpPr>
          <p:spPr>
            <a:xfrm rot="-2700000">
              <a:off x="6690977" y="8864374"/>
              <a:ext cx="813541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Sulfur metabolism</a:t>
              </a:r>
            </a:p>
          </p:txBody>
        </p:sp>
        <p:sp>
          <p:nvSpPr>
            <p:cNvPr id="2251" name="tx2251"/>
            <p:cNvSpPr/>
            <p:nvPr/>
          </p:nvSpPr>
          <p:spPr>
            <a:xfrm rot="-2700000">
              <a:off x="6819353" y="8815784"/>
              <a:ext cx="950976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Arginine biosynthesis</a:t>
              </a:r>
            </a:p>
          </p:txBody>
        </p:sp>
        <p:sp>
          <p:nvSpPr>
            <p:cNvPr id="2252" name="tx2252"/>
            <p:cNvSpPr/>
            <p:nvPr/>
          </p:nvSpPr>
          <p:spPr>
            <a:xfrm rot="-2700000">
              <a:off x="7031048" y="8968344"/>
              <a:ext cx="51947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Sulfur cycle</a:t>
              </a:r>
            </a:p>
          </p:txBody>
        </p:sp>
        <p:sp>
          <p:nvSpPr>
            <p:cNvPr id="2253" name="tx2253"/>
            <p:cNvSpPr/>
            <p:nvPr/>
          </p:nvSpPr>
          <p:spPr>
            <a:xfrm rot="-2700000">
              <a:off x="7011733" y="8563198"/>
              <a:ext cx="1665396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Cysteine and methionine metabolism</a:t>
              </a:r>
            </a:p>
          </p:txBody>
        </p:sp>
        <p:sp>
          <p:nvSpPr>
            <p:cNvPr id="2254" name="tx2254"/>
            <p:cNvSpPr/>
            <p:nvPr/>
          </p:nvSpPr>
          <p:spPr>
            <a:xfrm rot="-2700000">
              <a:off x="7120103" y="8466308"/>
              <a:ext cx="193944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Chloroalkane and chloroalkene degradation</a:t>
              </a:r>
            </a:p>
          </p:txBody>
        </p:sp>
        <p:sp>
          <p:nvSpPr>
            <p:cNvPr id="2255" name="tx2255"/>
            <p:cNvSpPr/>
            <p:nvPr/>
          </p:nvSpPr>
          <p:spPr>
            <a:xfrm rot="-2700000">
              <a:off x="7402784" y="8790244"/>
              <a:ext cx="1023213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Lipoic acid metabolism</a:t>
              </a:r>
            </a:p>
          </p:txBody>
        </p:sp>
        <p:sp>
          <p:nvSpPr>
            <p:cNvPr id="2256" name="tx2256"/>
            <p:cNvSpPr/>
            <p:nvPr/>
          </p:nvSpPr>
          <p:spPr>
            <a:xfrm rot="-2700000">
              <a:off x="7482108" y="8623233"/>
              <a:ext cx="149559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Phosphotransferase system (PTS)</a:t>
              </a:r>
            </a:p>
          </p:txBody>
        </p:sp>
        <p:sp>
          <p:nvSpPr>
            <p:cNvPr id="2257" name="tx2257"/>
            <p:cNvSpPr/>
            <p:nvPr/>
          </p:nvSpPr>
          <p:spPr>
            <a:xfrm rot="-2700000">
              <a:off x="7727709" y="8857650"/>
              <a:ext cx="832561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Purine metabolism</a:t>
              </a:r>
            </a:p>
          </p:txBody>
        </p:sp>
        <p:sp>
          <p:nvSpPr>
            <p:cNvPr id="2258" name="tx2258"/>
            <p:cNvSpPr/>
            <p:nvPr/>
          </p:nvSpPr>
          <p:spPr>
            <a:xfrm rot="-2700000">
              <a:off x="7848358" y="8790405"/>
              <a:ext cx="1022756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Pyrimidine metabolism</a:t>
              </a:r>
            </a:p>
          </p:txBody>
        </p:sp>
        <p:sp>
          <p:nvSpPr>
            <p:cNvPr id="2259" name="tx2259"/>
            <p:cNvSpPr/>
            <p:nvPr/>
          </p:nvSpPr>
          <p:spPr>
            <a:xfrm rot="-2700000">
              <a:off x="7978810" y="8746826"/>
              <a:ext cx="1146017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D-Amino acid metabolism</a:t>
              </a:r>
            </a:p>
          </p:txBody>
        </p:sp>
        <p:sp>
          <p:nvSpPr>
            <p:cNvPr id="2260" name="tx2260"/>
            <p:cNvSpPr/>
            <p:nvPr/>
          </p:nvSpPr>
          <p:spPr>
            <a:xfrm rot="-2700000">
              <a:off x="8150988" y="8803984"/>
              <a:ext cx="984351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Fatty acid metabolism</a:t>
              </a:r>
            </a:p>
          </p:txBody>
        </p:sp>
        <p:sp>
          <p:nvSpPr>
            <p:cNvPr id="2261" name="tx2261"/>
            <p:cNvSpPr/>
            <p:nvPr/>
          </p:nvSpPr>
          <p:spPr>
            <a:xfrm rot="-2700000">
              <a:off x="8305784" y="8819178"/>
              <a:ext cx="941374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Histidine metabolism</a:t>
              </a:r>
            </a:p>
          </p:txBody>
        </p:sp>
        <p:sp>
          <p:nvSpPr>
            <p:cNvPr id="2262" name="tx2262"/>
            <p:cNvSpPr/>
            <p:nvPr/>
          </p:nvSpPr>
          <p:spPr>
            <a:xfrm rot="-2700000">
              <a:off x="8386300" y="8655044"/>
              <a:ext cx="1405615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Other carbon fixation pathways</a:t>
              </a:r>
            </a:p>
          </p:txBody>
        </p:sp>
        <p:sp>
          <p:nvSpPr>
            <p:cNvPr id="2263" name="tx2263"/>
            <p:cNvSpPr/>
            <p:nvPr/>
          </p:nvSpPr>
          <p:spPr>
            <a:xfrm rot="-2700000">
              <a:off x="8612913" y="8843619"/>
              <a:ext cx="872246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Carbon metabolism</a:t>
              </a:r>
            </a:p>
          </p:txBody>
        </p:sp>
        <p:sp>
          <p:nvSpPr>
            <p:cNvPr id="2264" name="tx2264"/>
            <p:cNvSpPr/>
            <p:nvPr/>
          </p:nvSpPr>
          <p:spPr>
            <a:xfrm rot="-2700000">
              <a:off x="8676730" y="8639171"/>
              <a:ext cx="145051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Arginine and proline metabolism</a:t>
              </a:r>
            </a:p>
          </p:txBody>
        </p:sp>
        <p:sp>
          <p:nvSpPr>
            <p:cNvPr id="2265" name="tx2265"/>
            <p:cNvSpPr/>
            <p:nvPr/>
          </p:nvSpPr>
          <p:spPr>
            <a:xfrm rot="-2700000">
              <a:off x="8764825" y="8493335"/>
              <a:ext cx="1862998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Glycine, serine and threonine metabolism</a:t>
              </a:r>
            </a:p>
          </p:txBody>
        </p:sp>
        <p:sp>
          <p:nvSpPr>
            <p:cNvPr id="2266" name="tx2266"/>
            <p:cNvSpPr/>
            <p:nvPr/>
          </p:nvSpPr>
          <p:spPr>
            <a:xfrm rot="-2700000">
              <a:off x="9049314" y="8821635"/>
              <a:ext cx="934425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Nitrogen metabolism</a:t>
              </a:r>
            </a:p>
          </p:txBody>
        </p:sp>
        <p:sp>
          <p:nvSpPr>
            <p:cNvPr id="2267" name="tx2267"/>
            <p:cNvSpPr/>
            <p:nvPr/>
          </p:nvSpPr>
          <p:spPr>
            <a:xfrm rot="-2700000">
              <a:off x="9056862" y="8481341"/>
              <a:ext cx="189692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Valine, leucine and isoleucine biosynthesis</a:t>
              </a:r>
            </a:p>
          </p:txBody>
        </p:sp>
        <p:sp>
          <p:nvSpPr>
            <p:cNvPr id="2268" name="tx2268"/>
            <p:cNvSpPr/>
            <p:nvPr/>
          </p:nvSpPr>
          <p:spPr>
            <a:xfrm rot="-2700000">
              <a:off x="9302155" y="8715014"/>
              <a:ext cx="1235994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Biosynthesis of amino acids</a:t>
              </a:r>
            </a:p>
          </p:txBody>
        </p:sp>
        <p:sp>
          <p:nvSpPr>
            <p:cNvPr id="2269" name="tx2269"/>
            <p:cNvSpPr/>
            <p:nvPr/>
          </p:nvSpPr>
          <p:spPr>
            <a:xfrm rot="-2700000">
              <a:off x="9509806" y="8857811"/>
              <a:ext cx="832104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Flagellar assembly</a:t>
              </a:r>
            </a:p>
          </p:txBody>
        </p:sp>
        <p:sp>
          <p:nvSpPr>
            <p:cNvPr id="2270" name="tx2270"/>
            <p:cNvSpPr/>
            <p:nvPr/>
          </p:nvSpPr>
          <p:spPr>
            <a:xfrm rot="-2700000">
              <a:off x="9437798" y="8325451"/>
              <a:ext cx="2337846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Phenylalanine, tyrosine and tryptophan biosynthesis</a:t>
              </a:r>
            </a:p>
          </p:txBody>
        </p:sp>
        <p:sp>
          <p:nvSpPr>
            <p:cNvPr id="2271" name="tx2271"/>
            <p:cNvSpPr/>
            <p:nvPr/>
          </p:nvSpPr>
          <p:spPr>
            <a:xfrm rot="-2700000">
              <a:off x="9769410" y="8767517"/>
              <a:ext cx="1087495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Citrate cycle (TCA cycle)</a:t>
              </a:r>
            </a:p>
          </p:txBody>
        </p:sp>
        <p:sp>
          <p:nvSpPr>
            <p:cNvPr id="2272" name="tx2272"/>
            <p:cNvSpPr/>
            <p:nvPr/>
          </p:nvSpPr>
          <p:spPr>
            <a:xfrm rot="-2700000">
              <a:off x="10012855" y="8996729"/>
              <a:ext cx="439186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Ribosome</a:t>
              </a:r>
            </a:p>
          </p:txBody>
        </p:sp>
        <p:sp>
          <p:nvSpPr>
            <p:cNvPr id="2273" name="pl2273"/>
            <p:cNvSpPr/>
            <p:nvPr/>
          </p:nvSpPr>
          <p:spPr>
            <a:xfrm>
              <a:off x="2882872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4" name="tx2274"/>
            <p:cNvSpPr/>
            <p:nvPr/>
          </p:nvSpPr>
          <p:spPr>
            <a:xfrm>
              <a:off x="2026342" y="9647529"/>
              <a:ext cx="810981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1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Burkholderia</a:t>
              </a:r>
            </a:p>
          </p:txBody>
        </p:sp>
        <p:sp>
          <p:nvSpPr>
            <p:cNvPr id="2275" name="tx2275"/>
            <p:cNvSpPr/>
            <p:nvPr/>
          </p:nvSpPr>
          <p:spPr>
            <a:xfrm>
              <a:off x="2318858" y="9370642"/>
              <a:ext cx="518464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1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  <p:sp>
          <p:nvSpPr>
            <p:cNvPr id="2276" name="pl2276"/>
            <p:cNvSpPr/>
            <p:nvPr/>
          </p:nvSpPr>
          <p:spPr>
            <a:xfrm>
              <a:off x="2857567" y="9692838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7" name="pl2277"/>
            <p:cNvSpPr/>
            <p:nvPr/>
          </p:nvSpPr>
          <p:spPr>
            <a:xfrm>
              <a:off x="2857567" y="9417871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8" name="tx2278"/>
            <p:cNvSpPr/>
            <p:nvPr/>
          </p:nvSpPr>
          <p:spPr>
            <a:xfrm>
              <a:off x="2096079" y="7699866"/>
              <a:ext cx="77358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</a:t>
              </a:r>
            </a:p>
          </p:txBody>
        </p:sp>
        <p:sp>
          <p:nvSpPr>
            <p:cNvPr id="2279" name="rc2279"/>
            <p:cNvSpPr/>
            <p:nvPr/>
          </p:nvSpPr>
          <p:spPr>
            <a:xfrm>
              <a:off x="11203919" y="8015820"/>
              <a:ext cx="1823760" cy="3815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0" name="tx2280"/>
            <p:cNvSpPr/>
            <p:nvPr/>
          </p:nvSpPr>
          <p:spPr>
            <a:xfrm>
              <a:off x="11254530" y="8169548"/>
              <a:ext cx="20464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NES</a:t>
              </a:r>
            </a:p>
          </p:txBody>
        </p:sp>
        <p:pic>
          <p:nvPicPr>
            <p:cNvPr id="2281" name="pic228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14029" y="8066430"/>
              <a:ext cx="1463040" cy="146304"/>
            </a:xfrm>
            <a:prstGeom prst="rect">
              <a:avLst/>
            </a:prstGeom>
          </p:spPr>
        </p:pic>
        <p:sp>
          <p:nvSpPr>
            <p:cNvPr id="2282" name="pl2282"/>
            <p:cNvSpPr/>
            <p:nvPr/>
          </p:nvSpPr>
          <p:spPr>
            <a:xfrm>
              <a:off x="11559095" y="8200587"/>
              <a:ext cx="0" cy="12146"/>
            </a:xfrm>
            <a:custGeom>
              <a:avLst/>
              <a:pathLst>
                <a:path w="0" h="12146">
                  <a:moveTo>
                    <a:pt x="0" y="0"/>
                  </a:moveTo>
                  <a:lnTo>
                    <a:pt x="0" y="12146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3" name="pl2283"/>
            <p:cNvSpPr/>
            <p:nvPr/>
          </p:nvSpPr>
          <p:spPr>
            <a:xfrm>
              <a:off x="11842892" y="8200587"/>
              <a:ext cx="0" cy="12146"/>
            </a:xfrm>
            <a:custGeom>
              <a:avLst/>
              <a:pathLst>
                <a:path w="0" h="12146">
                  <a:moveTo>
                    <a:pt x="0" y="0"/>
                  </a:moveTo>
                  <a:lnTo>
                    <a:pt x="0" y="12146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4" name="pl2284"/>
            <p:cNvSpPr/>
            <p:nvPr/>
          </p:nvSpPr>
          <p:spPr>
            <a:xfrm>
              <a:off x="12126689" y="8200587"/>
              <a:ext cx="0" cy="12146"/>
            </a:xfrm>
            <a:custGeom>
              <a:avLst/>
              <a:pathLst>
                <a:path w="0" h="12146">
                  <a:moveTo>
                    <a:pt x="0" y="0"/>
                  </a:moveTo>
                  <a:lnTo>
                    <a:pt x="0" y="12146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5" name="pl2285"/>
            <p:cNvSpPr/>
            <p:nvPr/>
          </p:nvSpPr>
          <p:spPr>
            <a:xfrm>
              <a:off x="12410486" y="8200587"/>
              <a:ext cx="0" cy="12146"/>
            </a:xfrm>
            <a:custGeom>
              <a:avLst/>
              <a:pathLst>
                <a:path w="0" h="12146">
                  <a:moveTo>
                    <a:pt x="0" y="0"/>
                  </a:moveTo>
                  <a:lnTo>
                    <a:pt x="0" y="12146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6" name="pl2286"/>
            <p:cNvSpPr/>
            <p:nvPr/>
          </p:nvSpPr>
          <p:spPr>
            <a:xfrm>
              <a:off x="12694283" y="8200587"/>
              <a:ext cx="0" cy="12146"/>
            </a:xfrm>
            <a:custGeom>
              <a:avLst/>
              <a:pathLst>
                <a:path w="0" h="12146">
                  <a:moveTo>
                    <a:pt x="0" y="0"/>
                  </a:moveTo>
                  <a:lnTo>
                    <a:pt x="0" y="12146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7" name="pl2287"/>
            <p:cNvSpPr/>
            <p:nvPr/>
          </p:nvSpPr>
          <p:spPr>
            <a:xfrm>
              <a:off x="11559095" y="8066430"/>
              <a:ext cx="0" cy="12146"/>
            </a:xfrm>
            <a:custGeom>
              <a:avLst/>
              <a:pathLst>
                <a:path w="0" h="12146">
                  <a:moveTo>
                    <a:pt x="0" y="12146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8" name="pl2288"/>
            <p:cNvSpPr/>
            <p:nvPr/>
          </p:nvSpPr>
          <p:spPr>
            <a:xfrm>
              <a:off x="11842892" y="8066430"/>
              <a:ext cx="0" cy="12146"/>
            </a:xfrm>
            <a:custGeom>
              <a:avLst/>
              <a:pathLst>
                <a:path w="0" h="12146">
                  <a:moveTo>
                    <a:pt x="0" y="12146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9" name="pl2289"/>
            <p:cNvSpPr/>
            <p:nvPr/>
          </p:nvSpPr>
          <p:spPr>
            <a:xfrm>
              <a:off x="12126689" y="8066430"/>
              <a:ext cx="0" cy="12146"/>
            </a:xfrm>
            <a:custGeom>
              <a:avLst/>
              <a:pathLst>
                <a:path w="0" h="12146">
                  <a:moveTo>
                    <a:pt x="0" y="12146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0" name="pl2290"/>
            <p:cNvSpPr/>
            <p:nvPr/>
          </p:nvSpPr>
          <p:spPr>
            <a:xfrm>
              <a:off x="12410486" y="8066430"/>
              <a:ext cx="0" cy="12146"/>
            </a:xfrm>
            <a:custGeom>
              <a:avLst/>
              <a:pathLst>
                <a:path w="0" h="12146">
                  <a:moveTo>
                    <a:pt x="0" y="12146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1" name="pl2291"/>
            <p:cNvSpPr/>
            <p:nvPr/>
          </p:nvSpPr>
          <p:spPr>
            <a:xfrm>
              <a:off x="12694283" y="8066430"/>
              <a:ext cx="0" cy="12146"/>
            </a:xfrm>
            <a:custGeom>
              <a:avLst/>
              <a:pathLst>
                <a:path w="0" h="12146">
                  <a:moveTo>
                    <a:pt x="0" y="12146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2" name="tx2292"/>
            <p:cNvSpPr/>
            <p:nvPr/>
          </p:nvSpPr>
          <p:spPr>
            <a:xfrm>
              <a:off x="11514792" y="8263344"/>
              <a:ext cx="88605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-2</a:t>
              </a:r>
            </a:p>
          </p:txBody>
        </p:sp>
        <p:sp>
          <p:nvSpPr>
            <p:cNvPr id="2293" name="tx2293"/>
            <p:cNvSpPr/>
            <p:nvPr/>
          </p:nvSpPr>
          <p:spPr>
            <a:xfrm>
              <a:off x="11798589" y="8263344"/>
              <a:ext cx="88605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-1</a:t>
              </a:r>
            </a:p>
          </p:txBody>
        </p:sp>
        <p:sp>
          <p:nvSpPr>
            <p:cNvPr id="2294" name="tx2294"/>
            <p:cNvSpPr/>
            <p:nvPr/>
          </p:nvSpPr>
          <p:spPr>
            <a:xfrm>
              <a:off x="12098434" y="8263344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2295" name="tx2295"/>
            <p:cNvSpPr/>
            <p:nvPr/>
          </p:nvSpPr>
          <p:spPr>
            <a:xfrm>
              <a:off x="12382231" y="8263344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</a:t>
              </a:r>
            </a:p>
          </p:txBody>
        </p:sp>
        <p:sp>
          <p:nvSpPr>
            <p:cNvPr id="2296" name="tx2296"/>
            <p:cNvSpPr/>
            <p:nvPr/>
          </p:nvSpPr>
          <p:spPr>
            <a:xfrm>
              <a:off x="12666028" y="8263344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2297" name="rc2297"/>
            <p:cNvSpPr/>
            <p:nvPr/>
          </p:nvSpPr>
          <p:spPr>
            <a:xfrm>
              <a:off x="11040485" y="9165365"/>
              <a:ext cx="1989714" cy="36843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8" name="tx2298"/>
            <p:cNvSpPr/>
            <p:nvPr/>
          </p:nvSpPr>
          <p:spPr>
            <a:xfrm>
              <a:off x="11091095" y="9312548"/>
              <a:ext cx="68515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Gene set size</a:t>
              </a:r>
            </a:p>
          </p:txBody>
        </p:sp>
        <p:sp>
          <p:nvSpPr>
            <p:cNvPr id="2299" name="rc2299"/>
            <p:cNvSpPr/>
            <p:nvPr/>
          </p:nvSpPr>
          <p:spPr>
            <a:xfrm>
              <a:off x="11761364" y="9215975"/>
              <a:ext cx="183171" cy="26721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0" name="pt2300"/>
            <p:cNvSpPr/>
            <p:nvPr/>
          </p:nvSpPr>
          <p:spPr>
            <a:xfrm>
              <a:off x="11780730" y="9277361"/>
              <a:ext cx="144439" cy="14443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654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1" name="rc2301"/>
            <p:cNvSpPr/>
            <p:nvPr/>
          </p:nvSpPr>
          <p:spPr>
            <a:xfrm>
              <a:off x="12194041" y="9215975"/>
              <a:ext cx="230850" cy="26721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2" name="pt2302"/>
            <p:cNvSpPr/>
            <p:nvPr/>
          </p:nvSpPr>
          <p:spPr>
            <a:xfrm>
              <a:off x="12219300" y="9259415"/>
              <a:ext cx="180332" cy="18033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654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3" name="rc2303"/>
            <p:cNvSpPr/>
            <p:nvPr/>
          </p:nvSpPr>
          <p:spPr>
            <a:xfrm>
              <a:off x="12674397" y="9215975"/>
              <a:ext cx="267211" cy="26721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4" name="pt2304"/>
            <p:cNvSpPr/>
            <p:nvPr/>
          </p:nvSpPr>
          <p:spPr>
            <a:xfrm>
              <a:off x="12704150" y="9245728"/>
              <a:ext cx="207705" cy="207705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654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5" name="tx2305"/>
            <p:cNvSpPr/>
            <p:nvPr/>
          </p:nvSpPr>
          <p:spPr>
            <a:xfrm>
              <a:off x="11995146" y="9317166"/>
              <a:ext cx="16952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250</a:t>
              </a:r>
            </a:p>
          </p:txBody>
        </p:sp>
        <p:sp>
          <p:nvSpPr>
            <p:cNvPr id="2306" name="tx2306"/>
            <p:cNvSpPr/>
            <p:nvPr/>
          </p:nvSpPr>
          <p:spPr>
            <a:xfrm>
              <a:off x="12475502" y="9317166"/>
              <a:ext cx="16952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500</a:t>
              </a:r>
            </a:p>
          </p:txBody>
        </p:sp>
        <p:sp>
          <p:nvSpPr>
            <p:cNvPr id="2307" name="tx2307"/>
            <p:cNvSpPr/>
            <p:nvPr/>
          </p:nvSpPr>
          <p:spPr>
            <a:xfrm>
              <a:off x="12992219" y="9317166"/>
              <a:ext cx="16952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750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gaoch</cp:lastModifiedBy>
  <cp:revision>7</cp:revision>
  <dcterms:created xsi:type="dcterms:W3CDTF">2015-07-14T21:05:00Z</dcterms:created>
  <dcterms:modified xsi:type="dcterms:W3CDTF">2026-10-14T11:10:51Z</dcterms:modified>
</cp:coreProperties>
</file>