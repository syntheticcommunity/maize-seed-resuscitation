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514600" y="777081"/>
            <a:ext cx="10058400" cy="9144000"/>
            <a:chOff x="2514600" y="777081"/>
            <a:chExt cx="10058400" cy="9144000"/>
          </a:xfrm>
        </p:grpSpPr>
        <p:sp>
          <p:nvSpPr>
            <p:cNvPr id="3" name="rc3"/>
            <p:cNvSpPr/>
            <p:nvPr/>
          </p:nvSpPr>
          <p:spPr>
            <a:xfrm>
              <a:off x="2514600" y="777081"/>
              <a:ext cx="100584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514600" y="777081"/>
              <a:ext cx="10058399" cy="9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39905" y="827691"/>
              <a:ext cx="2496055" cy="3033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035960" y="827691"/>
              <a:ext cx="2438173" cy="3033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474134" y="827691"/>
              <a:ext cx="2513154" cy="3033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9987289" y="827691"/>
              <a:ext cx="2535100" cy="3033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057602" y="1151890"/>
              <a:ext cx="19277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57602" y="3003958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057602" y="266079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057602" y="2317626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057602" y="1974459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57602" y="1631293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57602" y="1288127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83325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92863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02401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11938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21476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31014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4055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650089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859627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508109" y="2691677"/>
              <a:ext cx="188583" cy="17158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508109" y="2863260"/>
              <a:ext cx="188583" cy="140698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717646" y="2701972"/>
              <a:ext cx="188583" cy="9608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717646" y="2798058"/>
              <a:ext cx="188583" cy="205899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555797" y="2873555"/>
              <a:ext cx="188583" cy="4117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55797" y="2914735"/>
              <a:ext cx="188583" cy="89223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298571" y="1885236"/>
              <a:ext cx="188583" cy="53533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298571" y="2420576"/>
              <a:ext cx="188583" cy="583382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927184" y="2739720"/>
              <a:ext cx="188583" cy="13726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927184" y="2876987"/>
              <a:ext cx="188583" cy="126971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089033" y="1240084"/>
              <a:ext cx="188583" cy="62456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089033" y="1864646"/>
              <a:ext cx="188583" cy="1139312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346260" y="2866692"/>
              <a:ext cx="188583" cy="7892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4346260" y="2945620"/>
              <a:ext cx="188583" cy="58338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4136722" y="2750015"/>
              <a:ext cx="188583" cy="3088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136722" y="2780900"/>
              <a:ext cx="188583" cy="223058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765335" y="2509799"/>
              <a:ext cx="188583" cy="18874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765335" y="2698540"/>
              <a:ext cx="188583" cy="305417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745948" y="1345916"/>
              <a:ext cx="970131" cy="970131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842997" y="1442929"/>
              <a:ext cx="388016" cy="700129"/>
            </a:xfrm>
            <a:custGeom>
              <a:avLst/>
              <a:pathLst>
                <a:path w="388016" h="700129">
                  <a:moveTo>
                    <a:pt x="388016" y="388052"/>
                  </a:moveTo>
                  <a:lnTo>
                    <a:pt x="388016" y="374671"/>
                  </a:lnTo>
                  <a:lnTo>
                    <a:pt x="388016" y="361290"/>
                  </a:lnTo>
                  <a:lnTo>
                    <a:pt x="388016" y="347909"/>
                  </a:lnTo>
                  <a:lnTo>
                    <a:pt x="388016" y="334527"/>
                  </a:lnTo>
                  <a:lnTo>
                    <a:pt x="388016" y="321146"/>
                  </a:lnTo>
                  <a:lnTo>
                    <a:pt x="388016" y="307765"/>
                  </a:lnTo>
                  <a:lnTo>
                    <a:pt x="388016" y="294384"/>
                  </a:lnTo>
                  <a:lnTo>
                    <a:pt x="388016" y="281003"/>
                  </a:lnTo>
                  <a:lnTo>
                    <a:pt x="388016" y="267622"/>
                  </a:lnTo>
                  <a:lnTo>
                    <a:pt x="388016" y="254241"/>
                  </a:lnTo>
                  <a:lnTo>
                    <a:pt x="388016" y="240860"/>
                  </a:lnTo>
                  <a:lnTo>
                    <a:pt x="388016" y="227479"/>
                  </a:lnTo>
                  <a:lnTo>
                    <a:pt x="388016" y="214097"/>
                  </a:lnTo>
                  <a:lnTo>
                    <a:pt x="388016" y="200716"/>
                  </a:lnTo>
                  <a:lnTo>
                    <a:pt x="388016" y="187335"/>
                  </a:lnTo>
                  <a:lnTo>
                    <a:pt x="388016" y="173954"/>
                  </a:lnTo>
                  <a:lnTo>
                    <a:pt x="388016" y="160573"/>
                  </a:lnTo>
                  <a:lnTo>
                    <a:pt x="388016" y="147192"/>
                  </a:lnTo>
                  <a:lnTo>
                    <a:pt x="388016" y="133811"/>
                  </a:lnTo>
                  <a:lnTo>
                    <a:pt x="388016" y="120430"/>
                  </a:lnTo>
                  <a:lnTo>
                    <a:pt x="388016" y="107048"/>
                  </a:lnTo>
                  <a:lnTo>
                    <a:pt x="388016" y="93667"/>
                  </a:lnTo>
                  <a:lnTo>
                    <a:pt x="388016" y="80286"/>
                  </a:lnTo>
                  <a:lnTo>
                    <a:pt x="388016" y="66905"/>
                  </a:lnTo>
                  <a:lnTo>
                    <a:pt x="388016" y="53524"/>
                  </a:lnTo>
                  <a:lnTo>
                    <a:pt x="388016" y="40143"/>
                  </a:lnTo>
                  <a:lnTo>
                    <a:pt x="388016" y="26762"/>
                  </a:lnTo>
                  <a:lnTo>
                    <a:pt x="388016" y="13381"/>
                  </a:lnTo>
                  <a:lnTo>
                    <a:pt x="388016" y="0"/>
                  </a:lnTo>
                  <a:lnTo>
                    <a:pt x="374882" y="222"/>
                  </a:lnTo>
                  <a:lnTo>
                    <a:pt x="361763" y="889"/>
                  </a:lnTo>
                  <a:lnTo>
                    <a:pt x="348673" y="1999"/>
                  </a:lnTo>
                  <a:lnTo>
                    <a:pt x="335629" y="3552"/>
                  </a:lnTo>
                  <a:lnTo>
                    <a:pt x="322645" y="5545"/>
                  </a:lnTo>
                  <a:lnTo>
                    <a:pt x="309736" y="7977"/>
                  </a:lnTo>
                  <a:lnTo>
                    <a:pt x="296916" y="10844"/>
                  </a:lnTo>
                  <a:lnTo>
                    <a:pt x="284201" y="14144"/>
                  </a:lnTo>
                  <a:lnTo>
                    <a:pt x="271605" y="17872"/>
                  </a:lnTo>
                  <a:lnTo>
                    <a:pt x="259142" y="22024"/>
                  </a:lnTo>
                  <a:lnTo>
                    <a:pt x="246827" y="26596"/>
                  </a:lnTo>
                  <a:lnTo>
                    <a:pt x="234674" y="31582"/>
                  </a:lnTo>
                  <a:lnTo>
                    <a:pt x="222697" y="36976"/>
                  </a:lnTo>
                  <a:lnTo>
                    <a:pt x="210908" y="42773"/>
                  </a:lnTo>
                  <a:lnTo>
                    <a:pt x="199323" y="48965"/>
                  </a:lnTo>
                  <a:lnTo>
                    <a:pt x="187954" y="55546"/>
                  </a:lnTo>
                  <a:lnTo>
                    <a:pt x="176815" y="62508"/>
                  </a:lnTo>
                  <a:lnTo>
                    <a:pt x="165917" y="69843"/>
                  </a:lnTo>
                  <a:lnTo>
                    <a:pt x="155274" y="77543"/>
                  </a:lnTo>
                  <a:lnTo>
                    <a:pt x="144898" y="85599"/>
                  </a:lnTo>
                  <a:lnTo>
                    <a:pt x="134800" y="94001"/>
                  </a:lnTo>
                  <a:lnTo>
                    <a:pt x="124992" y="102740"/>
                  </a:lnTo>
                  <a:lnTo>
                    <a:pt x="115486" y="111806"/>
                  </a:lnTo>
                  <a:lnTo>
                    <a:pt x="106292" y="121188"/>
                  </a:lnTo>
                  <a:lnTo>
                    <a:pt x="97421" y="130877"/>
                  </a:lnTo>
                  <a:lnTo>
                    <a:pt x="88883" y="140860"/>
                  </a:lnTo>
                  <a:lnTo>
                    <a:pt x="80688" y="151126"/>
                  </a:lnTo>
                  <a:lnTo>
                    <a:pt x="72844" y="161664"/>
                  </a:lnTo>
                  <a:lnTo>
                    <a:pt x="65363" y="172462"/>
                  </a:lnTo>
                  <a:lnTo>
                    <a:pt x="58250" y="183506"/>
                  </a:lnTo>
                  <a:lnTo>
                    <a:pt x="51516" y="194785"/>
                  </a:lnTo>
                  <a:lnTo>
                    <a:pt x="45167" y="206285"/>
                  </a:lnTo>
                  <a:lnTo>
                    <a:pt x="39212" y="217993"/>
                  </a:lnTo>
                  <a:lnTo>
                    <a:pt x="33655" y="229897"/>
                  </a:lnTo>
                  <a:lnTo>
                    <a:pt x="28505" y="241981"/>
                  </a:lnTo>
                  <a:lnTo>
                    <a:pt x="23767" y="254233"/>
                  </a:lnTo>
                  <a:lnTo>
                    <a:pt x="19447" y="266639"/>
                  </a:lnTo>
                  <a:lnTo>
                    <a:pt x="15548" y="279183"/>
                  </a:lnTo>
                  <a:lnTo>
                    <a:pt x="12077" y="291853"/>
                  </a:lnTo>
                  <a:lnTo>
                    <a:pt x="9036" y="304632"/>
                  </a:lnTo>
                  <a:lnTo>
                    <a:pt x="6430" y="317507"/>
                  </a:lnTo>
                  <a:lnTo>
                    <a:pt x="4261" y="330463"/>
                  </a:lnTo>
                  <a:lnTo>
                    <a:pt x="2532" y="343485"/>
                  </a:lnTo>
                  <a:lnTo>
                    <a:pt x="1244" y="356558"/>
                  </a:lnTo>
                  <a:lnTo>
                    <a:pt x="400" y="369667"/>
                  </a:lnTo>
                  <a:lnTo>
                    <a:pt x="0" y="382797"/>
                  </a:lnTo>
                  <a:lnTo>
                    <a:pt x="44" y="395934"/>
                  </a:lnTo>
                  <a:lnTo>
                    <a:pt x="533" y="409061"/>
                  </a:lnTo>
                  <a:lnTo>
                    <a:pt x="1466" y="422164"/>
                  </a:lnTo>
                  <a:lnTo>
                    <a:pt x="2842" y="435228"/>
                  </a:lnTo>
                  <a:lnTo>
                    <a:pt x="4660" y="448238"/>
                  </a:lnTo>
                  <a:lnTo>
                    <a:pt x="6916" y="461179"/>
                  </a:lnTo>
                  <a:lnTo>
                    <a:pt x="9610" y="474036"/>
                  </a:lnTo>
                  <a:lnTo>
                    <a:pt x="12737" y="486794"/>
                  </a:lnTo>
                  <a:lnTo>
                    <a:pt x="16294" y="499440"/>
                  </a:lnTo>
                  <a:lnTo>
                    <a:pt x="20277" y="511958"/>
                  </a:lnTo>
                  <a:lnTo>
                    <a:pt x="24682" y="524333"/>
                  </a:lnTo>
                  <a:lnTo>
                    <a:pt x="29503" y="536553"/>
                  </a:lnTo>
                  <a:lnTo>
                    <a:pt x="34734" y="548603"/>
                  </a:lnTo>
                  <a:lnTo>
                    <a:pt x="40371" y="560468"/>
                  </a:lnTo>
                  <a:lnTo>
                    <a:pt x="46406" y="572136"/>
                  </a:lnTo>
                  <a:lnTo>
                    <a:pt x="52832" y="583593"/>
                  </a:lnTo>
                  <a:lnTo>
                    <a:pt x="59643" y="594826"/>
                  </a:lnTo>
                  <a:lnTo>
                    <a:pt x="66830" y="605822"/>
                  </a:lnTo>
                  <a:lnTo>
                    <a:pt x="74384" y="616568"/>
                  </a:lnTo>
                  <a:lnTo>
                    <a:pt x="82299" y="627053"/>
                  </a:lnTo>
                  <a:lnTo>
                    <a:pt x="90563" y="637263"/>
                  </a:lnTo>
                  <a:lnTo>
                    <a:pt x="99169" y="647189"/>
                  </a:lnTo>
                  <a:lnTo>
                    <a:pt x="108105" y="656817"/>
                  </a:lnTo>
                  <a:lnTo>
                    <a:pt x="117363" y="666137"/>
                  </a:lnTo>
                  <a:lnTo>
                    <a:pt x="126930" y="675138"/>
                  </a:lnTo>
                  <a:lnTo>
                    <a:pt x="136797" y="683811"/>
                  </a:lnTo>
                  <a:lnTo>
                    <a:pt x="146951" y="692144"/>
                  </a:lnTo>
                  <a:lnTo>
                    <a:pt x="157382" y="700129"/>
                  </a:lnTo>
                  <a:lnTo>
                    <a:pt x="165335" y="689368"/>
                  </a:lnTo>
                  <a:lnTo>
                    <a:pt x="173288" y="678607"/>
                  </a:lnTo>
                  <a:lnTo>
                    <a:pt x="181240" y="667845"/>
                  </a:lnTo>
                  <a:lnTo>
                    <a:pt x="189193" y="657084"/>
                  </a:lnTo>
                  <a:lnTo>
                    <a:pt x="197146" y="646323"/>
                  </a:lnTo>
                  <a:lnTo>
                    <a:pt x="205099" y="635562"/>
                  </a:lnTo>
                  <a:lnTo>
                    <a:pt x="213052" y="624800"/>
                  </a:lnTo>
                  <a:lnTo>
                    <a:pt x="221005" y="614039"/>
                  </a:lnTo>
                  <a:lnTo>
                    <a:pt x="228958" y="603278"/>
                  </a:lnTo>
                  <a:lnTo>
                    <a:pt x="236911" y="592516"/>
                  </a:lnTo>
                  <a:lnTo>
                    <a:pt x="244864" y="581755"/>
                  </a:lnTo>
                  <a:lnTo>
                    <a:pt x="252817" y="570994"/>
                  </a:lnTo>
                  <a:lnTo>
                    <a:pt x="260770" y="560233"/>
                  </a:lnTo>
                  <a:lnTo>
                    <a:pt x="268723" y="549471"/>
                  </a:lnTo>
                  <a:lnTo>
                    <a:pt x="276675" y="538710"/>
                  </a:lnTo>
                  <a:lnTo>
                    <a:pt x="284628" y="527949"/>
                  </a:lnTo>
                  <a:lnTo>
                    <a:pt x="292581" y="517187"/>
                  </a:lnTo>
                  <a:lnTo>
                    <a:pt x="300534" y="506426"/>
                  </a:lnTo>
                  <a:lnTo>
                    <a:pt x="308487" y="495665"/>
                  </a:lnTo>
                  <a:lnTo>
                    <a:pt x="316440" y="484904"/>
                  </a:lnTo>
                  <a:lnTo>
                    <a:pt x="324393" y="474142"/>
                  </a:lnTo>
                  <a:lnTo>
                    <a:pt x="332346" y="463381"/>
                  </a:lnTo>
                  <a:lnTo>
                    <a:pt x="340299" y="452620"/>
                  </a:lnTo>
                  <a:lnTo>
                    <a:pt x="348252" y="441858"/>
                  </a:lnTo>
                  <a:lnTo>
                    <a:pt x="356205" y="431097"/>
                  </a:lnTo>
                  <a:lnTo>
                    <a:pt x="364158" y="420336"/>
                  </a:lnTo>
                  <a:lnTo>
                    <a:pt x="372110" y="409574"/>
                  </a:lnTo>
                  <a:lnTo>
                    <a:pt x="380063" y="398813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000379" y="1442929"/>
              <a:ext cx="618681" cy="776084"/>
            </a:xfrm>
            <a:custGeom>
              <a:avLst/>
              <a:pathLst>
                <a:path w="618681" h="776084">
                  <a:moveTo>
                    <a:pt x="230634" y="388052"/>
                  </a:moveTo>
                  <a:lnTo>
                    <a:pt x="222681" y="398813"/>
                  </a:lnTo>
                  <a:lnTo>
                    <a:pt x="214728" y="409574"/>
                  </a:lnTo>
                  <a:lnTo>
                    <a:pt x="206775" y="420336"/>
                  </a:lnTo>
                  <a:lnTo>
                    <a:pt x="198822" y="431097"/>
                  </a:lnTo>
                  <a:lnTo>
                    <a:pt x="190870" y="441858"/>
                  </a:lnTo>
                  <a:lnTo>
                    <a:pt x="182917" y="452620"/>
                  </a:lnTo>
                  <a:lnTo>
                    <a:pt x="174964" y="463381"/>
                  </a:lnTo>
                  <a:lnTo>
                    <a:pt x="167011" y="474142"/>
                  </a:lnTo>
                  <a:lnTo>
                    <a:pt x="159058" y="484904"/>
                  </a:lnTo>
                  <a:lnTo>
                    <a:pt x="151105" y="495665"/>
                  </a:lnTo>
                  <a:lnTo>
                    <a:pt x="143152" y="506426"/>
                  </a:lnTo>
                  <a:lnTo>
                    <a:pt x="135199" y="517187"/>
                  </a:lnTo>
                  <a:lnTo>
                    <a:pt x="127246" y="527949"/>
                  </a:lnTo>
                  <a:lnTo>
                    <a:pt x="119293" y="538710"/>
                  </a:lnTo>
                  <a:lnTo>
                    <a:pt x="111340" y="549471"/>
                  </a:lnTo>
                  <a:lnTo>
                    <a:pt x="103387" y="560233"/>
                  </a:lnTo>
                  <a:lnTo>
                    <a:pt x="95435" y="570994"/>
                  </a:lnTo>
                  <a:lnTo>
                    <a:pt x="87482" y="581755"/>
                  </a:lnTo>
                  <a:lnTo>
                    <a:pt x="79529" y="592516"/>
                  </a:lnTo>
                  <a:lnTo>
                    <a:pt x="71576" y="603278"/>
                  </a:lnTo>
                  <a:lnTo>
                    <a:pt x="63623" y="614039"/>
                  </a:lnTo>
                  <a:lnTo>
                    <a:pt x="55670" y="624800"/>
                  </a:lnTo>
                  <a:lnTo>
                    <a:pt x="47717" y="635562"/>
                  </a:lnTo>
                  <a:lnTo>
                    <a:pt x="39764" y="646323"/>
                  </a:lnTo>
                  <a:lnTo>
                    <a:pt x="31811" y="657084"/>
                  </a:lnTo>
                  <a:lnTo>
                    <a:pt x="23858" y="667845"/>
                  </a:lnTo>
                  <a:lnTo>
                    <a:pt x="15905" y="678607"/>
                  </a:lnTo>
                  <a:lnTo>
                    <a:pt x="7952" y="689368"/>
                  </a:lnTo>
                  <a:lnTo>
                    <a:pt x="0" y="700129"/>
                  </a:lnTo>
                  <a:lnTo>
                    <a:pt x="10753" y="707797"/>
                  </a:lnTo>
                  <a:lnTo>
                    <a:pt x="21761" y="715094"/>
                  </a:lnTo>
                  <a:lnTo>
                    <a:pt x="33011" y="722013"/>
                  </a:lnTo>
                  <a:lnTo>
                    <a:pt x="44490" y="728545"/>
                  </a:lnTo>
                  <a:lnTo>
                    <a:pt x="56185" y="734682"/>
                  </a:lnTo>
                  <a:lnTo>
                    <a:pt x="68082" y="740417"/>
                  </a:lnTo>
                  <a:lnTo>
                    <a:pt x="80167" y="745745"/>
                  </a:lnTo>
                  <a:lnTo>
                    <a:pt x="92426" y="750658"/>
                  </a:lnTo>
                  <a:lnTo>
                    <a:pt x="104846" y="755151"/>
                  </a:lnTo>
                  <a:lnTo>
                    <a:pt x="117411" y="759219"/>
                  </a:lnTo>
                  <a:lnTo>
                    <a:pt x="130107" y="762857"/>
                  </a:lnTo>
                  <a:lnTo>
                    <a:pt x="142920" y="766061"/>
                  </a:lnTo>
                  <a:lnTo>
                    <a:pt x="155834" y="768827"/>
                  </a:lnTo>
                  <a:lnTo>
                    <a:pt x="168835" y="771152"/>
                  </a:lnTo>
                  <a:lnTo>
                    <a:pt x="181908" y="773033"/>
                  </a:lnTo>
                  <a:lnTo>
                    <a:pt x="195037" y="774468"/>
                  </a:lnTo>
                  <a:lnTo>
                    <a:pt x="208207" y="775456"/>
                  </a:lnTo>
                  <a:lnTo>
                    <a:pt x="221404" y="775995"/>
                  </a:lnTo>
                  <a:lnTo>
                    <a:pt x="234611" y="776084"/>
                  </a:lnTo>
                  <a:lnTo>
                    <a:pt x="247813" y="775724"/>
                  </a:lnTo>
                  <a:lnTo>
                    <a:pt x="260995" y="774915"/>
                  </a:lnTo>
                  <a:lnTo>
                    <a:pt x="274143" y="773658"/>
                  </a:lnTo>
                  <a:lnTo>
                    <a:pt x="287240" y="771954"/>
                  </a:lnTo>
                  <a:lnTo>
                    <a:pt x="300271" y="769805"/>
                  </a:lnTo>
                  <a:lnTo>
                    <a:pt x="313222" y="767214"/>
                  </a:lnTo>
                  <a:lnTo>
                    <a:pt x="326077" y="764184"/>
                  </a:lnTo>
                  <a:lnTo>
                    <a:pt x="338821" y="760718"/>
                  </a:lnTo>
                  <a:lnTo>
                    <a:pt x="351440" y="756821"/>
                  </a:lnTo>
                  <a:lnTo>
                    <a:pt x="363919" y="752496"/>
                  </a:lnTo>
                  <a:lnTo>
                    <a:pt x="376244" y="747750"/>
                  </a:lnTo>
                  <a:lnTo>
                    <a:pt x="388400" y="742586"/>
                  </a:lnTo>
                  <a:lnTo>
                    <a:pt x="400373" y="737012"/>
                  </a:lnTo>
                  <a:lnTo>
                    <a:pt x="412150" y="731034"/>
                  </a:lnTo>
                  <a:lnTo>
                    <a:pt x="423717" y="724658"/>
                  </a:lnTo>
                  <a:lnTo>
                    <a:pt x="435059" y="717893"/>
                  </a:lnTo>
                  <a:lnTo>
                    <a:pt x="446165" y="710745"/>
                  </a:lnTo>
                  <a:lnTo>
                    <a:pt x="457022" y="703224"/>
                  </a:lnTo>
                  <a:lnTo>
                    <a:pt x="467616" y="695337"/>
                  </a:lnTo>
                  <a:lnTo>
                    <a:pt x="477936" y="687095"/>
                  </a:lnTo>
                  <a:lnTo>
                    <a:pt x="487969" y="678506"/>
                  </a:lnTo>
                  <a:lnTo>
                    <a:pt x="497704" y="669581"/>
                  </a:lnTo>
                  <a:lnTo>
                    <a:pt x="507129" y="660329"/>
                  </a:lnTo>
                  <a:lnTo>
                    <a:pt x="516235" y="650763"/>
                  </a:lnTo>
                  <a:lnTo>
                    <a:pt x="525009" y="640892"/>
                  </a:lnTo>
                  <a:lnTo>
                    <a:pt x="533443" y="630728"/>
                  </a:lnTo>
                  <a:lnTo>
                    <a:pt x="541526" y="620283"/>
                  </a:lnTo>
                  <a:lnTo>
                    <a:pt x="549248" y="609568"/>
                  </a:lnTo>
                  <a:lnTo>
                    <a:pt x="556602" y="598598"/>
                  </a:lnTo>
                  <a:lnTo>
                    <a:pt x="563578" y="587383"/>
                  </a:lnTo>
                  <a:lnTo>
                    <a:pt x="570169" y="575938"/>
                  </a:lnTo>
                  <a:lnTo>
                    <a:pt x="576366" y="564275"/>
                  </a:lnTo>
                  <a:lnTo>
                    <a:pt x="582162" y="552407"/>
                  </a:lnTo>
                  <a:lnTo>
                    <a:pt x="587552" y="540350"/>
                  </a:lnTo>
                  <a:lnTo>
                    <a:pt x="592527" y="528116"/>
                  </a:lnTo>
                  <a:lnTo>
                    <a:pt x="597084" y="515719"/>
                  </a:lnTo>
                  <a:lnTo>
                    <a:pt x="601216" y="503175"/>
                  </a:lnTo>
                  <a:lnTo>
                    <a:pt x="604919" y="490498"/>
                  </a:lnTo>
                  <a:lnTo>
                    <a:pt x="608189" y="477702"/>
                  </a:lnTo>
                  <a:lnTo>
                    <a:pt x="611021" y="464802"/>
                  </a:lnTo>
                  <a:lnTo>
                    <a:pt x="613412" y="451813"/>
                  </a:lnTo>
                  <a:lnTo>
                    <a:pt x="615361" y="438750"/>
                  </a:lnTo>
                  <a:lnTo>
                    <a:pt x="616863" y="425628"/>
                  </a:lnTo>
                  <a:lnTo>
                    <a:pt x="617918" y="412463"/>
                  </a:lnTo>
                  <a:lnTo>
                    <a:pt x="618524" y="399270"/>
                  </a:lnTo>
                  <a:lnTo>
                    <a:pt x="618681" y="386064"/>
                  </a:lnTo>
                  <a:lnTo>
                    <a:pt x="618389" y="372860"/>
                  </a:lnTo>
                  <a:lnTo>
                    <a:pt x="617647" y="359673"/>
                  </a:lnTo>
                  <a:lnTo>
                    <a:pt x="616458" y="346520"/>
                  </a:lnTo>
                  <a:lnTo>
                    <a:pt x="614821" y="333414"/>
                  </a:lnTo>
                  <a:lnTo>
                    <a:pt x="612739" y="320372"/>
                  </a:lnTo>
                  <a:lnTo>
                    <a:pt x="610215" y="307408"/>
                  </a:lnTo>
                  <a:lnTo>
                    <a:pt x="607250" y="294538"/>
                  </a:lnTo>
                  <a:lnTo>
                    <a:pt x="603850" y="281776"/>
                  </a:lnTo>
                  <a:lnTo>
                    <a:pt x="600017" y="269137"/>
                  </a:lnTo>
                  <a:lnTo>
                    <a:pt x="595757" y="256636"/>
                  </a:lnTo>
                  <a:lnTo>
                    <a:pt x="591073" y="244287"/>
                  </a:lnTo>
                  <a:lnTo>
                    <a:pt x="585972" y="232105"/>
                  </a:lnTo>
                  <a:lnTo>
                    <a:pt x="580459" y="220103"/>
                  </a:lnTo>
                  <a:lnTo>
                    <a:pt x="574542" y="208296"/>
                  </a:lnTo>
                  <a:lnTo>
                    <a:pt x="568225" y="196697"/>
                  </a:lnTo>
                  <a:lnTo>
                    <a:pt x="561518" y="185319"/>
                  </a:lnTo>
                  <a:lnTo>
                    <a:pt x="554427" y="174177"/>
                  </a:lnTo>
                  <a:lnTo>
                    <a:pt x="546962" y="163282"/>
                  </a:lnTo>
                  <a:lnTo>
                    <a:pt x="539130" y="152648"/>
                  </a:lnTo>
                  <a:lnTo>
                    <a:pt x="530940" y="142286"/>
                  </a:lnTo>
                  <a:lnTo>
                    <a:pt x="522403" y="132209"/>
                  </a:lnTo>
                  <a:lnTo>
                    <a:pt x="513528" y="122428"/>
                  </a:lnTo>
                  <a:lnTo>
                    <a:pt x="504325" y="112955"/>
                  </a:lnTo>
                  <a:lnTo>
                    <a:pt x="494805" y="103801"/>
                  </a:lnTo>
                  <a:lnTo>
                    <a:pt x="484979" y="94976"/>
                  </a:lnTo>
                  <a:lnTo>
                    <a:pt x="474858" y="86490"/>
                  </a:lnTo>
                  <a:lnTo>
                    <a:pt x="464455" y="78354"/>
                  </a:lnTo>
                  <a:lnTo>
                    <a:pt x="453780" y="70577"/>
                  </a:lnTo>
                  <a:lnTo>
                    <a:pt x="442847" y="63167"/>
                  </a:lnTo>
                  <a:lnTo>
                    <a:pt x="431669" y="56134"/>
                  </a:lnTo>
                  <a:lnTo>
                    <a:pt x="420257" y="49485"/>
                  </a:lnTo>
                  <a:lnTo>
                    <a:pt x="408626" y="43228"/>
                  </a:lnTo>
                  <a:lnTo>
                    <a:pt x="396789" y="37371"/>
                  </a:lnTo>
                  <a:lnTo>
                    <a:pt x="384759" y="31920"/>
                  </a:lnTo>
                  <a:lnTo>
                    <a:pt x="372550" y="26881"/>
                  </a:lnTo>
                  <a:lnTo>
                    <a:pt x="360178" y="22261"/>
                  </a:lnTo>
                  <a:lnTo>
                    <a:pt x="347655" y="18064"/>
                  </a:lnTo>
                  <a:lnTo>
                    <a:pt x="334996" y="14296"/>
                  </a:lnTo>
                  <a:lnTo>
                    <a:pt x="322217" y="10961"/>
                  </a:lnTo>
                  <a:lnTo>
                    <a:pt x="309332" y="8063"/>
                  </a:lnTo>
                  <a:lnTo>
                    <a:pt x="296355" y="5605"/>
                  </a:lnTo>
                  <a:lnTo>
                    <a:pt x="283303" y="3590"/>
                  </a:lnTo>
                  <a:lnTo>
                    <a:pt x="270189" y="2021"/>
                  </a:lnTo>
                  <a:lnTo>
                    <a:pt x="257030" y="898"/>
                  </a:lnTo>
                  <a:lnTo>
                    <a:pt x="243839" y="224"/>
                  </a:lnTo>
                  <a:lnTo>
                    <a:pt x="230634" y="0"/>
                  </a:lnTo>
                  <a:lnTo>
                    <a:pt x="230634" y="13381"/>
                  </a:lnTo>
                  <a:lnTo>
                    <a:pt x="230634" y="26762"/>
                  </a:lnTo>
                  <a:lnTo>
                    <a:pt x="230634" y="40143"/>
                  </a:lnTo>
                  <a:lnTo>
                    <a:pt x="230634" y="53524"/>
                  </a:lnTo>
                  <a:lnTo>
                    <a:pt x="230634" y="66905"/>
                  </a:lnTo>
                  <a:lnTo>
                    <a:pt x="230634" y="80286"/>
                  </a:lnTo>
                  <a:lnTo>
                    <a:pt x="230634" y="93667"/>
                  </a:lnTo>
                  <a:lnTo>
                    <a:pt x="230634" y="107048"/>
                  </a:lnTo>
                  <a:lnTo>
                    <a:pt x="230634" y="120430"/>
                  </a:lnTo>
                  <a:lnTo>
                    <a:pt x="230634" y="133811"/>
                  </a:lnTo>
                  <a:lnTo>
                    <a:pt x="230634" y="147192"/>
                  </a:lnTo>
                  <a:lnTo>
                    <a:pt x="230634" y="160573"/>
                  </a:lnTo>
                  <a:lnTo>
                    <a:pt x="230634" y="173954"/>
                  </a:lnTo>
                  <a:lnTo>
                    <a:pt x="230634" y="187335"/>
                  </a:lnTo>
                  <a:lnTo>
                    <a:pt x="230634" y="200716"/>
                  </a:lnTo>
                  <a:lnTo>
                    <a:pt x="230634" y="214097"/>
                  </a:lnTo>
                  <a:lnTo>
                    <a:pt x="230634" y="227479"/>
                  </a:lnTo>
                  <a:lnTo>
                    <a:pt x="230634" y="240860"/>
                  </a:lnTo>
                  <a:lnTo>
                    <a:pt x="230634" y="254241"/>
                  </a:lnTo>
                  <a:lnTo>
                    <a:pt x="230634" y="267622"/>
                  </a:lnTo>
                  <a:lnTo>
                    <a:pt x="230634" y="281003"/>
                  </a:lnTo>
                  <a:lnTo>
                    <a:pt x="230634" y="294384"/>
                  </a:lnTo>
                  <a:lnTo>
                    <a:pt x="230634" y="307765"/>
                  </a:lnTo>
                  <a:lnTo>
                    <a:pt x="230634" y="321146"/>
                  </a:lnTo>
                  <a:lnTo>
                    <a:pt x="230634" y="334527"/>
                  </a:lnTo>
                  <a:lnTo>
                    <a:pt x="230634" y="347909"/>
                  </a:lnTo>
                  <a:lnTo>
                    <a:pt x="230634" y="361290"/>
                  </a:lnTo>
                  <a:lnTo>
                    <a:pt x="230634" y="374671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981990" y="1668432"/>
              <a:ext cx="129479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97682" y="1803721"/>
              <a:ext cx="29809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39.9%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57371" y="1789845"/>
              <a:ext cx="11585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EP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266252" y="1925134"/>
              <a:ext cx="29809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60.1%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05760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947405" y="2966925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818109" y="262375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818109" y="2280593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818109" y="1937426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818109" y="1594260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818109" y="1251094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3032297" y="300395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032297" y="266079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32297" y="231762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32297" y="197445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32297" y="16312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32297" y="12881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57602" y="309215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3325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92863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602401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811938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021476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231014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440552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650089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859627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 rot="-1800000">
              <a:off x="2819120" y="3235290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74" name="tx74"/>
            <p:cNvSpPr/>
            <p:nvPr/>
          </p:nvSpPr>
          <p:spPr>
            <a:xfrm rot="-1800000">
              <a:off x="2796005" y="3297629"/>
              <a:ext cx="65955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75" name="tx75"/>
            <p:cNvSpPr/>
            <p:nvPr/>
          </p:nvSpPr>
          <p:spPr>
            <a:xfrm rot="-1800000">
              <a:off x="3257135" y="3230215"/>
              <a:ext cx="38990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76" name="tx76"/>
            <p:cNvSpPr/>
            <p:nvPr/>
          </p:nvSpPr>
          <p:spPr>
            <a:xfrm rot="-1800000">
              <a:off x="3225147" y="3294931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77" name="tx77"/>
            <p:cNvSpPr/>
            <p:nvPr/>
          </p:nvSpPr>
          <p:spPr>
            <a:xfrm rot="-1800000">
              <a:off x="3587996" y="3253852"/>
              <a:ext cx="4844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78" name="tx78"/>
            <p:cNvSpPr/>
            <p:nvPr/>
          </p:nvSpPr>
          <p:spPr>
            <a:xfrm rot="-1800000">
              <a:off x="3347498" y="3374438"/>
              <a:ext cx="9667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79" name="tx79"/>
            <p:cNvSpPr/>
            <p:nvPr/>
          </p:nvSpPr>
          <p:spPr>
            <a:xfrm rot="-1800000">
              <a:off x="3719134" y="3331004"/>
              <a:ext cx="7930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80" name="tx80"/>
            <p:cNvSpPr/>
            <p:nvPr/>
          </p:nvSpPr>
          <p:spPr>
            <a:xfrm rot="-1800000">
              <a:off x="3924491" y="3332125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81" name="tx81"/>
            <p:cNvSpPr/>
            <p:nvPr/>
          </p:nvSpPr>
          <p:spPr>
            <a:xfrm rot="-1800000">
              <a:off x="4608976" y="3204863"/>
              <a:ext cx="28849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39831" y="3728840"/>
              <a:ext cx="36329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2187608" y="2080370"/>
              <a:ext cx="107954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Number of isolates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565484" y="896772"/>
              <a:ext cx="11996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5495776" y="1151890"/>
              <a:ext cx="19277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495776" y="2746448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495776" y="2284549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495776" y="1778353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495776" y="1316454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836061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23923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681070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08424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291974" y="1196159"/>
              <a:ext cx="87849" cy="87849"/>
            </a:xfrm>
            <a:prstGeom prst="ellipse">
              <a:avLst/>
            </a:prstGeom>
            <a:solidFill>
              <a:srgbClr val="00B3F2">
                <a:alpha val="69803"/>
              </a:srgbClr>
            </a:solidFill>
            <a:ln w="6545" cap="rnd">
              <a:solidFill>
                <a:srgbClr val="00B3F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693995" y="1902345"/>
              <a:ext cx="87849" cy="87849"/>
            </a:xfrm>
            <a:prstGeom prst="ellipse">
              <a:avLst/>
            </a:prstGeom>
            <a:solidFill>
              <a:srgbClr val="B2A100">
                <a:alpha val="69803"/>
              </a:srgbClr>
            </a:solidFill>
            <a:ln w="6545" cap="rnd">
              <a:solidFill>
                <a:srgbClr val="B2A1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145182" y="3048227"/>
              <a:ext cx="87849" cy="87849"/>
            </a:xfrm>
            <a:prstGeom prst="ellipse">
              <a:avLst/>
            </a:prstGeom>
            <a:solidFill>
              <a:srgbClr val="F166E8">
                <a:alpha val="69803"/>
              </a:srgbClr>
            </a:solidFill>
            <a:ln w="6545" cap="rnd">
              <a:solidFill>
                <a:srgbClr val="F166E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110098" y="2272982"/>
              <a:ext cx="87849" cy="87849"/>
            </a:xfrm>
            <a:prstGeom prst="ellipse">
              <a:avLst/>
            </a:prstGeom>
            <a:solidFill>
              <a:srgbClr val="89AC00">
                <a:alpha val="69803"/>
              </a:srgbClr>
            </a:solidFill>
            <a:ln w="6545" cap="rnd">
              <a:solidFill>
                <a:srgbClr val="89AC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865290" y="2826143"/>
              <a:ext cx="87849" cy="87849"/>
            </a:xfrm>
            <a:prstGeom prst="ellipse">
              <a:avLst/>
            </a:prstGeom>
            <a:solidFill>
              <a:srgbClr val="9C8DFF">
                <a:alpha val="69803"/>
              </a:srgbClr>
            </a:solidFill>
            <a:ln w="6545" cap="rnd">
              <a:solidFill>
                <a:srgbClr val="9C8D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810185" y="1971425"/>
              <a:ext cx="87849" cy="87849"/>
            </a:xfrm>
            <a:prstGeom prst="ellipse">
              <a:avLst/>
            </a:prstGeom>
            <a:solidFill>
              <a:srgbClr val="FF689E">
                <a:alpha val="69803"/>
              </a:srgbClr>
            </a:solidFill>
            <a:ln w="6545" cap="rnd">
              <a:solidFill>
                <a:srgbClr val="FF689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739671" y="2695742"/>
              <a:ext cx="87849" cy="87849"/>
            </a:xfrm>
            <a:prstGeom prst="ellipse">
              <a:avLst/>
            </a:prstGeom>
            <a:solidFill>
              <a:srgbClr val="00BCD6">
                <a:alpha val="69803"/>
              </a:srgbClr>
            </a:solidFill>
            <a:ln w="6545" cap="rnd">
              <a:solidFill>
                <a:srgbClr val="00BCD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627576" y="1971425"/>
              <a:ext cx="87849" cy="87849"/>
            </a:xfrm>
            <a:prstGeom prst="ellipse">
              <a:avLst/>
            </a:prstGeom>
            <a:solidFill>
              <a:srgbClr val="D09400">
                <a:alpha val="69803"/>
              </a:srgbClr>
            </a:solidFill>
            <a:ln w="6545" cap="rnd">
              <a:solidFill>
                <a:srgbClr val="D09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539477" y="3048227"/>
              <a:ext cx="87849" cy="87849"/>
            </a:xfrm>
            <a:prstGeom prst="ellipse">
              <a:avLst/>
            </a:prstGeom>
            <a:solidFill>
              <a:srgbClr val="D277FF">
                <a:alpha val="69803"/>
              </a:srgbClr>
            </a:solidFill>
            <a:ln w="6545" cap="rnd">
              <a:solidFill>
                <a:srgbClr val="D277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451852" y="1373819"/>
              <a:ext cx="87849" cy="87849"/>
            </a:xfrm>
            <a:prstGeom prst="ellipse">
              <a:avLst/>
            </a:prstGeom>
            <a:solidFill>
              <a:srgbClr val="45B500">
                <a:alpha val="69803"/>
              </a:srgbClr>
            </a:solidFill>
            <a:ln w="6545" cap="rnd">
              <a:solidFill>
                <a:srgbClr val="45B5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451852" y="1971425"/>
              <a:ext cx="87849" cy="87849"/>
            </a:xfrm>
            <a:prstGeom prst="ellipse">
              <a:avLst/>
            </a:prstGeom>
            <a:solidFill>
              <a:srgbClr val="00C087">
                <a:alpha val="69803"/>
              </a:srgbClr>
            </a:solidFill>
            <a:ln w="6545" cap="rnd">
              <a:solidFill>
                <a:srgbClr val="00C0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451852" y="2173056"/>
              <a:ext cx="87849" cy="87849"/>
            </a:xfrm>
            <a:prstGeom prst="ellipse">
              <a:avLst/>
            </a:prstGeom>
            <a:solidFill>
              <a:srgbClr val="FF61C7">
                <a:alpha val="69803"/>
              </a:srgbClr>
            </a:solidFill>
            <a:ln w="6545" cap="rnd">
              <a:solidFill>
                <a:srgbClr val="FF61C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451852" y="2327661"/>
              <a:ext cx="87849" cy="87849"/>
            </a:xfrm>
            <a:prstGeom prst="ellipse">
              <a:avLst/>
            </a:prstGeom>
            <a:solidFill>
              <a:srgbClr val="00BC51">
                <a:alpha val="69803"/>
              </a:srgbClr>
            </a:solidFill>
            <a:ln w="6545" cap="rnd">
              <a:solidFill>
                <a:srgbClr val="00BC5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451852" y="2596355"/>
              <a:ext cx="87849" cy="87849"/>
            </a:xfrm>
            <a:prstGeom prst="ellipse">
              <a:avLst/>
            </a:prstGeom>
            <a:solidFill>
              <a:srgbClr val="E7851E">
                <a:alpha val="69803"/>
              </a:srgbClr>
            </a:solidFill>
            <a:ln w="6545" cap="rnd">
              <a:solidFill>
                <a:srgbClr val="E785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451852" y="2724750"/>
              <a:ext cx="87849" cy="87849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6545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451852" y="2789560"/>
              <a:ext cx="87849" cy="87849"/>
            </a:xfrm>
            <a:prstGeom prst="ellipse">
              <a:avLst/>
            </a:prstGeom>
            <a:solidFill>
              <a:srgbClr val="00C0B2">
                <a:alpha val="69803"/>
              </a:srgbClr>
            </a:solidFill>
            <a:ln w="6545" cap="rnd">
              <a:solidFill>
                <a:srgbClr val="00C0B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451852" y="2960034"/>
              <a:ext cx="87849" cy="87849"/>
            </a:xfrm>
            <a:prstGeom prst="ellipse">
              <a:avLst/>
            </a:prstGeom>
            <a:solidFill>
              <a:srgbClr val="28A3FF">
                <a:alpha val="69803"/>
              </a:srgbClr>
            </a:solidFill>
            <a:ln w="6545" cap="rnd">
              <a:solidFill>
                <a:srgbClr val="28A3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71501" y="1412329"/>
              <a:ext cx="1664398" cy="1106939"/>
            </a:xfrm>
            <a:custGeom>
              <a:avLst/>
              <a:pathLst>
                <a:path w="1664398" h="1106939">
                  <a:moveTo>
                    <a:pt x="0" y="1106939"/>
                  </a:moveTo>
                  <a:lnTo>
                    <a:pt x="21068" y="1092927"/>
                  </a:lnTo>
                  <a:lnTo>
                    <a:pt x="42136" y="1078915"/>
                  </a:lnTo>
                  <a:lnTo>
                    <a:pt x="63204" y="1064903"/>
                  </a:lnTo>
                  <a:lnTo>
                    <a:pt x="84273" y="1050891"/>
                  </a:lnTo>
                  <a:lnTo>
                    <a:pt x="105341" y="1036879"/>
                  </a:lnTo>
                  <a:lnTo>
                    <a:pt x="126409" y="1022867"/>
                  </a:lnTo>
                  <a:lnTo>
                    <a:pt x="147478" y="1008855"/>
                  </a:lnTo>
                  <a:lnTo>
                    <a:pt x="168546" y="994843"/>
                  </a:lnTo>
                  <a:lnTo>
                    <a:pt x="189614" y="980832"/>
                  </a:lnTo>
                  <a:lnTo>
                    <a:pt x="210683" y="966820"/>
                  </a:lnTo>
                  <a:lnTo>
                    <a:pt x="231751" y="952808"/>
                  </a:lnTo>
                  <a:lnTo>
                    <a:pt x="252819" y="938796"/>
                  </a:lnTo>
                  <a:lnTo>
                    <a:pt x="273888" y="924784"/>
                  </a:lnTo>
                  <a:lnTo>
                    <a:pt x="294956" y="910772"/>
                  </a:lnTo>
                  <a:lnTo>
                    <a:pt x="316024" y="896760"/>
                  </a:lnTo>
                  <a:lnTo>
                    <a:pt x="337093" y="882748"/>
                  </a:lnTo>
                  <a:lnTo>
                    <a:pt x="358161" y="868736"/>
                  </a:lnTo>
                  <a:lnTo>
                    <a:pt x="379229" y="854725"/>
                  </a:lnTo>
                  <a:lnTo>
                    <a:pt x="400298" y="840713"/>
                  </a:lnTo>
                  <a:lnTo>
                    <a:pt x="421366" y="826701"/>
                  </a:lnTo>
                  <a:lnTo>
                    <a:pt x="442434" y="812689"/>
                  </a:lnTo>
                  <a:lnTo>
                    <a:pt x="463503" y="798677"/>
                  </a:lnTo>
                  <a:lnTo>
                    <a:pt x="484571" y="784665"/>
                  </a:lnTo>
                  <a:lnTo>
                    <a:pt x="505639" y="770653"/>
                  </a:lnTo>
                  <a:lnTo>
                    <a:pt x="526708" y="756641"/>
                  </a:lnTo>
                  <a:lnTo>
                    <a:pt x="547776" y="742629"/>
                  </a:lnTo>
                  <a:lnTo>
                    <a:pt x="568844" y="728618"/>
                  </a:lnTo>
                  <a:lnTo>
                    <a:pt x="589913" y="714606"/>
                  </a:lnTo>
                  <a:lnTo>
                    <a:pt x="610981" y="700594"/>
                  </a:lnTo>
                  <a:lnTo>
                    <a:pt x="632049" y="686582"/>
                  </a:lnTo>
                  <a:lnTo>
                    <a:pt x="653118" y="672570"/>
                  </a:lnTo>
                  <a:lnTo>
                    <a:pt x="674186" y="658558"/>
                  </a:lnTo>
                  <a:lnTo>
                    <a:pt x="695254" y="644546"/>
                  </a:lnTo>
                  <a:lnTo>
                    <a:pt x="716323" y="630534"/>
                  </a:lnTo>
                  <a:lnTo>
                    <a:pt x="737391" y="616522"/>
                  </a:lnTo>
                  <a:lnTo>
                    <a:pt x="758459" y="602511"/>
                  </a:lnTo>
                  <a:lnTo>
                    <a:pt x="779528" y="588499"/>
                  </a:lnTo>
                  <a:lnTo>
                    <a:pt x="800596" y="574487"/>
                  </a:lnTo>
                  <a:lnTo>
                    <a:pt x="821664" y="560475"/>
                  </a:lnTo>
                  <a:lnTo>
                    <a:pt x="842733" y="546463"/>
                  </a:lnTo>
                  <a:lnTo>
                    <a:pt x="863801" y="532451"/>
                  </a:lnTo>
                  <a:lnTo>
                    <a:pt x="884869" y="518439"/>
                  </a:lnTo>
                  <a:lnTo>
                    <a:pt x="905938" y="504427"/>
                  </a:lnTo>
                  <a:lnTo>
                    <a:pt x="927006" y="490416"/>
                  </a:lnTo>
                  <a:lnTo>
                    <a:pt x="948074" y="476404"/>
                  </a:lnTo>
                  <a:lnTo>
                    <a:pt x="969143" y="462392"/>
                  </a:lnTo>
                  <a:lnTo>
                    <a:pt x="990211" y="448380"/>
                  </a:lnTo>
                  <a:lnTo>
                    <a:pt x="1011279" y="434368"/>
                  </a:lnTo>
                  <a:lnTo>
                    <a:pt x="1032348" y="420356"/>
                  </a:lnTo>
                  <a:lnTo>
                    <a:pt x="1053416" y="406344"/>
                  </a:lnTo>
                  <a:lnTo>
                    <a:pt x="1074484" y="392332"/>
                  </a:lnTo>
                  <a:lnTo>
                    <a:pt x="1095553" y="378320"/>
                  </a:lnTo>
                  <a:lnTo>
                    <a:pt x="1116621" y="364309"/>
                  </a:lnTo>
                  <a:lnTo>
                    <a:pt x="1137689" y="350297"/>
                  </a:lnTo>
                  <a:lnTo>
                    <a:pt x="1158758" y="336285"/>
                  </a:lnTo>
                  <a:lnTo>
                    <a:pt x="1179826" y="322273"/>
                  </a:lnTo>
                  <a:lnTo>
                    <a:pt x="1200894" y="308261"/>
                  </a:lnTo>
                  <a:lnTo>
                    <a:pt x="1221963" y="294249"/>
                  </a:lnTo>
                  <a:lnTo>
                    <a:pt x="1243031" y="280237"/>
                  </a:lnTo>
                  <a:lnTo>
                    <a:pt x="1264099" y="266225"/>
                  </a:lnTo>
                  <a:lnTo>
                    <a:pt x="1285168" y="252213"/>
                  </a:lnTo>
                  <a:lnTo>
                    <a:pt x="1306236" y="238202"/>
                  </a:lnTo>
                  <a:lnTo>
                    <a:pt x="1327304" y="224190"/>
                  </a:lnTo>
                  <a:lnTo>
                    <a:pt x="1348373" y="210178"/>
                  </a:lnTo>
                  <a:lnTo>
                    <a:pt x="1369441" y="196166"/>
                  </a:lnTo>
                  <a:lnTo>
                    <a:pt x="1390509" y="182154"/>
                  </a:lnTo>
                  <a:lnTo>
                    <a:pt x="1411578" y="168142"/>
                  </a:lnTo>
                  <a:lnTo>
                    <a:pt x="1432646" y="154130"/>
                  </a:lnTo>
                  <a:lnTo>
                    <a:pt x="1453714" y="140118"/>
                  </a:lnTo>
                  <a:lnTo>
                    <a:pt x="1474783" y="126106"/>
                  </a:lnTo>
                  <a:lnTo>
                    <a:pt x="1495851" y="112095"/>
                  </a:lnTo>
                  <a:lnTo>
                    <a:pt x="1516919" y="98083"/>
                  </a:lnTo>
                  <a:lnTo>
                    <a:pt x="1537988" y="84071"/>
                  </a:lnTo>
                  <a:lnTo>
                    <a:pt x="1559056" y="70059"/>
                  </a:lnTo>
                  <a:lnTo>
                    <a:pt x="1580124" y="56047"/>
                  </a:lnTo>
                  <a:lnTo>
                    <a:pt x="1601193" y="42035"/>
                  </a:lnTo>
                  <a:lnTo>
                    <a:pt x="1622261" y="28023"/>
                  </a:lnTo>
                  <a:lnTo>
                    <a:pt x="1643329" y="14011"/>
                  </a:lnTo>
                  <a:lnTo>
                    <a:pt x="1664398" y="0"/>
                  </a:lnTo>
                </a:path>
              </a:pathLst>
            </a:custGeom>
            <a:ln w="1897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202487" y="3020654"/>
              <a:ext cx="433334" cy="69356"/>
            </a:xfrm>
            <a:custGeom>
              <a:avLst/>
              <a:pathLst>
                <a:path w="433334" h="69356">
                  <a:moveTo>
                    <a:pt x="433334" y="0"/>
                  </a:moveTo>
                  <a:lnTo>
                    <a:pt x="0" y="69356"/>
                  </a:lnTo>
                </a:path>
              </a:pathLst>
            </a:custGeom>
            <a:ln w="13550" cap="rnd">
              <a:solidFill>
                <a:srgbClr val="F166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921771" y="2875165"/>
              <a:ext cx="168319" cy="68325"/>
            </a:xfrm>
            <a:custGeom>
              <a:avLst/>
              <a:pathLst>
                <a:path w="168319" h="68325">
                  <a:moveTo>
                    <a:pt x="168319" y="6832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9C8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96131" y="2661868"/>
              <a:ext cx="177023" cy="72653"/>
            </a:xfrm>
            <a:custGeom>
              <a:avLst/>
              <a:pathLst>
                <a:path w="177023" h="72653">
                  <a:moveTo>
                    <a:pt x="177023" y="0"/>
                  </a:moveTo>
                  <a:lnTo>
                    <a:pt x="0" y="72653"/>
                  </a:lnTo>
                </a:path>
              </a:pathLst>
            </a:custGeom>
            <a:ln w="13550" cap="rnd">
              <a:solidFill>
                <a:srgbClr val="00BC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509323" y="2217302"/>
              <a:ext cx="377405" cy="8946"/>
            </a:xfrm>
            <a:custGeom>
              <a:avLst/>
              <a:pathLst>
                <a:path w="377405" h="8946">
                  <a:moveTo>
                    <a:pt x="377405" y="894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61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498605" y="2533166"/>
              <a:ext cx="20031" cy="93861"/>
            </a:xfrm>
            <a:custGeom>
              <a:avLst/>
              <a:pathLst>
                <a:path w="20031" h="93861">
                  <a:moveTo>
                    <a:pt x="20031" y="0"/>
                  </a:moveTo>
                  <a:lnTo>
                    <a:pt x="0" y="93861"/>
                  </a:lnTo>
                </a:path>
              </a:pathLst>
            </a:custGeom>
            <a:ln w="13550" cap="rnd">
              <a:solidFill>
                <a:srgbClr val="E78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509311" y="2769332"/>
              <a:ext cx="685817" cy="33346"/>
            </a:xfrm>
            <a:custGeom>
              <a:avLst/>
              <a:pathLst>
                <a:path w="685817" h="33346">
                  <a:moveTo>
                    <a:pt x="685817" y="3334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6984861" y="1213444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3F2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592831" y="1833997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2A1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658682" y="2993763"/>
              <a:ext cx="53556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166E8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161457" y="2376797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89AC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112950" y="2920504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8DF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5913224" y="2055661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89E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996015" y="2632242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CD6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5541496" y="2075689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094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5661316" y="2993763"/>
              <a:ext cx="5238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277FF">
                      <a:alpha val="100000"/>
                    </a:srgbClr>
                  </a:solidFill>
                  <a:latin typeface="DejaVu Sans"/>
                  <a:cs typeface="DejaVu Sans"/>
                </a:rPr>
                <a:t>Siphonobacter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5555219" y="1391375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45B5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41496" y="1902543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7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909588" y="2199916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1C7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555438" y="2344049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C51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541496" y="2488375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7851E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217989" y="2776384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564618" y="2776549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2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541496" y="2920336"/>
              <a:ext cx="26673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8A3FF">
                      <a:alpha val="100000"/>
                    </a:srgbClr>
                  </a:solidFill>
                  <a:latin typeface="DejaVu Sans"/>
                  <a:cs typeface="DejaVu Sans"/>
                </a:rPr>
                <a:t>Priestia</a:t>
              </a:r>
            </a:p>
          </p:txBody>
        </p:sp>
        <p:sp>
          <p:nvSpPr>
            <p:cNvPr id="135" name="pl135"/>
            <p:cNvSpPr/>
            <p:nvPr/>
          </p:nvSpPr>
          <p:spPr>
            <a:xfrm>
              <a:off x="5495776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5385579" y="2709415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385579" y="224751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320931" y="1741320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5320931" y="127942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140" name="pl140"/>
            <p:cNvSpPr/>
            <p:nvPr/>
          </p:nvSpPr>
          <p:spPr>
            <a:xfrm>
              <a:off x="5470471" y="274644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470471" y="228454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470471" y="177835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470471" y="13164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495776" y="309215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836061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239232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681070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084242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5803736" y="313770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06908" y="313770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616422" y="313770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7019593" y="313770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077202" y="3728840"/>
              <a:ext cx="76489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Amplicon (%)</a:t>
              </a:r>
            </a:p>
          </p:txBody>
        </p:sp>
        <p:sp>
          <p:nvSpPr>
            <p:cNvPr id="154" name="tx154"/>
            <p:cNvSpPr/>
            <p:nvPr/>
          </p:nvSpPr>
          <p:spPr>
            <a:xfrm rot="-5400000">
              <a:off x="4871161" y="2080370"/>
              <a:ext cx="71807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Isolation (%)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5596045" y="1056701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0.16, P = 0.534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061265" y="896772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8008931" y="1151890"/>
              <a:ext cx="19277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008931" y="2769581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008931" y="2383263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008931" y="2030751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008931" y="1644433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008931" y="129192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328808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705693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9049596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9426481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9770384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8513690" y="2217723"/>
              <a:ext cx="33646" cy="3364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6545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8296712" y="2118204"/>
              <a:ext cx="33646" cy="33646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6545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9304330" y="1795562"/>
              <a:ext cx="33646" cy="33646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6545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9284961" y="1795562"/>
              <a:ext cx="33646" cy="33646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6545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9017499" y="2059702"/>
              <a:ext cx="33646" cy="33646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6545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9639772" y="1320872"/>
              <a:ext cx="33646" cy="33646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6545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8079733" y="2764725"/>
              <a:ext cx="33646" cy="33646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6545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8079733" y="2987135"/>
              <a:ext cx="33646" cy="33646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6545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8296712" y="2470715"/>
              <a:ext cx="33646" cy="33646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6545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8882650" y="2042354"/>
              <a:ext cx="33646" cy="33646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6545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9257117" y="1855633"/>
              <a:ext cx="33646" cy="33646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6545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688869" y="2634624"/>
              <a:ext cx="33646" cy="33646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6545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8688869" y="2282112"/>
              <a:ext cx="33646" cy="33646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6545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9832230" y="1223260"/>
              <a:ext cx="33646" cy="33646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6545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8423636" y="2987135"/>
              <a:ext cx="33646" cy="33646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6545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8688869" y="2987135"/>
              <a:ext cx="33646" cy="33646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6545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8079733" y="2470715"/>
              <a:ext cx="33646" cy="33646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6545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8947648" y="1967394"/>
              <a:ext cx="33646" cy="33646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6545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9271348" y="1906672"/>
              <a:ext cx="33646" cy="33646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6545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96556" y="1366841"/>
              <a:ext cx="1752497" cy="1456379"/>
            </a:xfrm>
            <a:custGeom>
              <a:avLst/>
              <a:pathLst>
                <a:path w="1752497" h="1456379">
                  <a:moveTo>
                    <a:pt x="0" y="1456379"/>
                  </a:moveTo>
                  <a:lnTo>
                    <a:pt x="22183" y="1437944"/>
                  </a:lnTo>
                  <a:lnTo>
                    <a:pt x="44367" y="1419509"/>
                  </a:lnTo>
                  <a:lnTo>
                    <a:pt x="66550" y="1401074"/>
                  </a:lnTo>
                  <a:lnTo>
                    <a:pt x="88734" y="1382639"/>
                  </a:lnTo>
                  <a:lnTo>
                    <a:pt x="110917" y="1364203"/>
                  </a:lnTo>
                  <a:lnTo>
                    <a:pt x="133101" y="1345768"/>
                  </a:lnTo>
                  <a:lnTo>
                    <a:pt x="155284" y="1327333"/>
                  </a:lnTo>
                  <a:lnTo>
                    <a:pt x="177468" y="1308898"/>
                  </a:lnTo>
                  <a:lnTo>
                    <a:pt x="199651" y="1290463"/>
                  </a:lnTo>
                  <a:lnTo>
                    <a:pt x="221835" y="1272028"/>
                  </a:lnTo>
                  <a:lnTo>
                    <a:pt x="244018" y="1253592"/>
                  </a:lnTo>
                  <a:lnTo>
                    <a:pt x="266202" y="1235157"/>
                  </a:lnTo>
                  <a:lnTo>
                    <a:pt x="288385" y="1216722"/>
                  </a:lnTo>
                  <a:lnTo>
                    <a:pt x="310569" y="1198287"/>
                  </a:lnTo>
                  <a:lnTo>
                    <a:pt x="332752" y="1179852"/>
                  </a:lnTo>
                  <a:lnTo>
                    <a:pt x="354936" y="1161416"/>
                  </a:lnTo>
                  <a:lnTo>
                    <a:pt x="377119" y="1142981"/>
                  </a:lnTo>
                  <a:lnTo>
                    <a:pt x="399303" y="1124546"/>
                  </a:lnTo>
                  <a:lnTo>
                    <a:pt x="421486" y="1106111"/>
                  </a:lnTo>
                  <a:lnTo>
                    <a:pt x="443670" y="1087676"/>
                  </a:lnTo>
                  <a:lnTo>
                    <a:pt x="465853" y="1069240"/>
                  </a:lnTo>
                  <a:lnTo>
                    <a:pt x="488037" y="1050805"/>
                  </a:lnTo>
                  <a:lnTo>
                    <a:pt x="510220" y="1032370"/>
                  </a:lnTo>
                  <a:lnTo>
                    <a:pt x="532404" y="1013935"/>
                  </a:lnTo>
                  <a:lnTo>
                    <a:pt x="554587" y="995500"/>
                  </a:lnTo>
                  <a:lnTo>
                    <a:pt x="576771" y="977065"/>
                  </a:lnTo>
                  <a:lnTo>
                    <a:pt x="598954" y="958629"/>
                  </a:lnTo>
                  <a:lnTo>
                    <a:pt x="621138" y="940194"/>
                  </a:lnTo>
                  <a:lnTo>
                    <a:pt x="643321" y="921759"/>
                  </a:lnTo>
                  <a:lnTo>
                    <a:pt x="665505" y="903324"/>
                  </a:lnTo>
                  <a:lnTo>
                    <a:pt x="687688" y="884889"/>
                  </a:lnTo>
                  <a:lnTo>
                    <a:pt x="709872" y="866453"/>
                  </a:lnTo>
                  <a:lnTo>
                    <a:pt x="732056" y="848018"/>
                  </a:lnTo>
                  <a:lnTo>
                    <a:pt x="754239" y="829583"/>
                  </a:lnTo>
                  <a:lnTo>
                    <a:pt x="776423" y="811148"/>
                  </a:lnTo>
                  <a:lnTo>
                    <a:pt x="798606" y="792713"/>
                  </a:lnTo>
                  <a:lnTo>
                    <a:pt x="820790" y="774277"/>
                  </a:lnTo>
                  <a:lnTo>
                    <a:pt x="842973" y="755842"/>
                  </a:lnTo>
                  <a:lnTo>
                    <a:pt x="865157" y="737407"/>
                  </a:lnTo>
                  <a:lnTo>
                    <a:pt x="887340" y="718972"/>
                  </a:lnTo>
                  <a:lnTo>
                    <a:pt x="909524" y="700537"/>
                  </a:lnTo>
                  <a:lnTo>
                    <a:pt x="931707" y="682101"/>
                  </a:lnTo>
                  <a:lnTo>
                    <a:pt x="953891" y="663666"/>
                  </a:lnTo>
                  <a:lnTo>
                    <a:pt x="976074" y="645231"/>
                  </a:lnTo>
                  <a:lnTo>
                    <a:pt x="998258" y="626796"/>
                  </a:lnTo>
                  <a:lnTo>
                    <a:pt x="1020441" y="608361"/>
                  </a:lnTo>
                  <a:lnTo>
                    <a:pt x="1042625" y="589926"/>
                  </a:lnTo>
                  <a:lnTo>
                    <a:pt x="1064808" y="571490"/>
                  </a:lnTo>
                  <a:lnTo>
                    <a:pt x="1086992" y="553055"/>
                  </a:lnTo>
                  <a:lnTo>
                    <a:pt x="1109175" y="534620"/>
                  </a:lnTo>
                  <a:lnTo>
                    <a:pt x="1131359" y="516185"/>
                  </a:lnTo>
                  <a:lnTo>
                    <a:pt x="1153542" y="497750"/>
                  </a:lnTo>
                  <a:lnTo>
                    <a:pt x="1175726" y="479314"/>
                  </a:lnTo>
                  <a:lnTo>
                    <a:pt x="1197909" y="460879"/>
                  </a:lnTo>
                  <a:lnTo>
                    <a:pt x="1220093" y="442444"/>
                  </a:lnTo>
                  <a:lnTo>
                    <a:pt x="1242276" y="424009"/>
                  </a:lnTo>
                  <a:lnTo>
                    <a:pt x="1264460" y="405574"/>
                  </a:lnTo>
                  <a:lnTo>
                    <a:pt x="1286643" y="387138"/>
                  </a:lnTo>
                  <a:lnTo>
                    <a:pt x="1308827" y="368703"/>
                  </a:lnTo>
                  <a:lnTo>
                    <a:pt x="1331010" y="350268"/>
                  </a:lnTo>
                  <a:lnTo>
                    <a:pt x="1353194" y="331833"/>
                  </a:lnTo>
                  <a:lnTo>
                    <a:pt x="1375377" y="313398"/>
                  </a:lnTo>
                  <a:lnTo>
                    <a:pt x="1397561" y="294963"/>
                  </a:lnTo>
                  <a:lnTo>
                    <a:pt x="1419744" y="276527"/>
                  </a:lnTo>
                  <a:lnTo>
                    <a:pt x="1441928" y="258092"/>
                  </a:lnTo>
                  <a:lnTo>
                    <a:pt x="1464112" y="239657"/>
                  </a:lnTo>
                  <a:lnTo>
                    <a:pt x="1486295" y="221222"/>
                  </a:lnTo>
                  <a:lnTo>
                    <a:pt x="1508479" y="202787"/>
                  </a:lnTo>
                  <a:lnTo>
                    <a:pt x="1530662" y="184351"/>
                  </a:lnTo>
                  <a:lnTo>
                    <a:pt x="1552846" y="165916"/>
                  </a:lnTo>
                  <a:lnTo>
                    <a:pt x="1575029" y="147481"/>
                  </a:lnTo>
                  <a:lnTo>
                    <a:pt x="1597213" y="129046"/>
                  </a:lnTo>
                  <a:lnTo>
                    <a:pt x="1619396" y="110611"/>
                  </a:lnTo>
                  <a:lnTo>
                    <a:pt x="1641580" y="92175"/>
                  </a:lnTo>
                  <a:lnTo>
                    <a:pt x="1663763" y="73740"/>
                  </a:lnTo>
                  <a:lnTo>
                    <a:pt x="1685947" y="55305"/>
                  </a:lnTo>
                  <a:lnTo>
                    <a:pt x="1708130" y="36870"/>
                  </a:lnTo>
                  <a:lnTo>
                    <a:pt x="1730314" y="18435"/>
                  </a:lnTo>
                  <a:lnTo>
                    <a:pt x="1752497" y="0"/>
                  </a:lnTo>
                </a:path>
              </a:pathLst>
            </a:custGeom>
            <a:ln w="1897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9046671" y="2082107"/>
              <a:ext cx="254408" cy="114993"/>
            </a:xfrm>
            <a:custGeom>
              <a:avLst/>
              <a:pathLst>
                <a:path w="254408" h="114993">
                  <a:moveTo>
                    <a:pt x="254408" y="1149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105967" y="2925343"/>
              <a:ext cx="66477" cy="68865"/>
            </a:xfrm>
            <a:custGeom>
              <a:avLst/>
              <a:pathLst>
                <a:path w="66477" h="68865">
                  <a:moveTo>
                    <a:pt x="66477" y="0"/>
                  </a:moveTo>
                  <a:lnTo>
                    <a:pt x="0" y="68865"/>
                  </a:lnTo>
                </a:path>
              </a:pathLst>
            </a:custGeom>
            <a:ln w="1355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907852" y="2069827"/>
              <a:ext cx="124198" cy="157868"/>
            </a:xfrm>
            <a:custGeom>
              <a:avLst/>
              <a:pathLst>
                <a:path w="124198" h="157868">
                  <a:moveTo>
                    <a:pt x="124198" y="15786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718076" y="2571038"/>
              <a:ext cx="168610" cy="74906"/>
            </a:xfrm>
            <a:custGeom>
              <a:avLst/>
              <a:pathLst>
                <a:path w="168610" h="74906">
                  <a:moveTo>
                    <a:pt x="168610" y="0"/>
                  </a:moveTo>
                  <a:lnTo>
                    <a:pt x="0" y="74906"/>
                  </a:lnTo>
                </a:path>
              </a:pathLst>
            </a:custGeom>
            <a:ln w="1355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719243" y="3003987"/>
              <a:ext cx="146273" cy="306"/>
            </a:xfrm>
            <a:custGeom>
              <a:avLst/>
              <a:pathLst>
                <a:path w="146273" h="306">
                  <a:moveTo>
                    <a:pt x="146273" y="30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796287" y="1849884"/>
              <a:ext cx="157595" cy="125876"/>
            </a:xfrm>
            <a:custGeom>
              <a:avLst/>
              <a:pathLst>
                <a:path w="157595" h="125876">
                  <a:moveTo>
                    <a:pt x="0" y="0"/>
                  </a:moveTo>
                  <a:lnTo>
                    <a:pt x="157595" y="125876"/>
                  </a:lnTo>
                </a:path>
              </a:pathLst>
            </a:custGeom>
            <a:ln w="13550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tx194"/>
            <p:cNvSpPr/>
            <p:nvPr/>
          </p:nvSpPr>
          <p:spPr>
            <a:xfrm>
              <a:off x="8394165" y="2121932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8054651" y="1977816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9842C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9381085" y="1839860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691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8946122" y="1695745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9D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9323939" y="2173585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A7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9336686" y="1397546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6FB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155950" y="2683194"/>
              <a:ext cx="48326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813">
                      <a:alpha val="100000"/>
                    </a:srgbClr>
                  </a:solidFill>
                  <a:latin typeface="DejaVu Sans"/>
                  <a:cs typeface="DejaVu Sans"/>
                </a:rPr>
                <a:t>Enterococcus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054651" y="2849814"/>
              <a:ext cx="7250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61">
                      <a:alpha val="100000"/>
                    </a:srgbClr>
                  </a:solidFill>
                  <a:latin typeface="DejaVu Sans"/>
                  <a:cs typeface="DejaVu Sans"/>
                </a:rPr>
                <a:t>Escherichia-Shigella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221298" y="2538948"/>
              <a:ext cx="61273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E">
                      <a:alpha val="100000"/>
                    </a:srgbClr>
                  </a:solidFill>
                  <a:latin typeface="DejaVu Sans"/>
                  <a:cs typeface="DejaVu Sans"/>
                </a:rPr>
                <a:t>Exiguobacterium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8859192" y="2250555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4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8863102" y="1839986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D4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8909547" y="2540985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5EE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647638" y="2394730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A7FF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9498274" y="1197635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7F96FF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8360084" y="2993763"/>
              <a:ext cx="43690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81FF">
                      <a:alpha val="100000"/>
                    </a:srgbClr>
                  </a:solidFill>
                  <a:latin typeface="DejaVu Sans"/>
                  <a:cs typeface="DejaVu Sans"/>
                </a:rPr>
                <a:t>Phytobacter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8888377" y="2977959"/>
              <a:ext cx="26673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26EF7">
                      <a:alpha val="100000"/>
                    </a:srgbClr>
                  </a:solidFill>
                  <a:latin typeface="DejaVu Sans"/>
                  <a:cs typeface="DejaVu Sans"/>
                </a:rPr>
                <a:t>Priestia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054651" y="2374400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763D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209700" y="1817364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2BF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9093251" y="1984111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A9A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8008931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7801808" y="273254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7801808" y="2346230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7801808" y="199371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7737159" y="1607400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7737159" y="1254889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219" name="pl219"/>
            <p:cNvSpPr/>
            <p:nvPr/>
          </p:nvSpPr>
          <p:spPr>
            <a:xfrm>
              <a:off x="7983626" y="276958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83626" y="238326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83626" y="20307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83626" y="164443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83626" y="12919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8008931" y="309215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8328808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8705693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049596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9426481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9770384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8248021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624905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968809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9313369" y="3137701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9657273" y="3137701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7981824" y="3728840"/>
              <a:ext cx="198196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Inbred line relative abundance (%)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5400000">
              <a:off x="6695316" y="2080370"/>
              <a:ext cx="19022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Landrace relative abundance (%)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109200" y="1056701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0.86, P &lt; 0.001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7499439" y="896772"/>
              <a:ext cx="10533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10544032" y="1151890"/>
              <a:ext cx="19277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0544032" y="305802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0544032" y="2358388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0544032" y="1658754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  <a:lnTo>
                    <a:pt x="19277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0803345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11208794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1157876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1984211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2354179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1315104" y="2395875"/>
              <a:ext cx="33646" cy="3364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6545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0848257" y="2164301"/>
              <a:ext cx="33646" cy="33646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6545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1932243" y="1858776"/>
              <a:ext cx="33646" cy="33646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6545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1736984" y="1743079"/>
              <a:ext cx="33646" cy="33646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6545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1451649" y="1997171"/>
              <a:ext cx="33646" cy="33646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6545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2315419" y="1426636"/>
              <a:ext cx="33646" cy="33646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6545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10614833" y="2776524"/>
              <a:ext cx="33646" cy="33646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6545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0614833" y="2987135"/>
              <a:ext cx="33646" cy="33646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6545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0848257" y="2498112"/>
              <a:ext cx="33646" cy="33646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6545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11422347" y="2062065"/>
              <a:ext cx="33646" cy="33646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6545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1857098" y="1889967"/>
              <a:ext cx="33646" cy="33646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6545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0984801" y="2776524"/>
              <a:ext cx="33646" cy="33646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6545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0848257" y="2355302"/>
              <a:ext cx="33646" cy="33646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6545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0614833" y="2987135"/>
              <a:ext cx="33646" cy="33646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6545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1354769" y="2395875"/>
              <a:ext cx="33646" cy="33646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6545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2367331" y="1223260"/>
              <a:ext cx="33646" cy="33646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6545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0614833" y="2498112"/>
              <a:ext cx="33646" cy="33646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6545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1670740" y="2126271"/>
              <a:ext cx="33646" cy="33646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6545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1354769" y="1718759"/>
              <a:ext cx="33646" cy="33646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6545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0631656" y="1392177"/>
              <a:ext cx="1752497" cy="1365548"/>
            </a:xfrm>
            <a:custGeom>
              <a:avLst/>
              <a:pathLst>
                <a:path w="1752497" h="1365548">
                  <a:moveTo>
                    <a:pt x="0" y="1365548"/>
                  </a:moveTo>
                  <a:lnTo>
                    <a:pt x="22183" y="1348262"/>
                  </a:lnTo>
                  <a:lnTo>
                    <a:pt x="44367" y="1330977"/>
                  </a:lnTo>
                  <a:lnTo>
                    <a:pt x="66550" y="1313691"/>
                  </a:lnTo>
                  <a:lnTo>
                    <a:pt x="88734" y="1296406"/>
                  </a:lnTo>
                  <a:lnTo>
                    <a:pt x="110917" y="1279120"/>
                  </a:lnTo>
                  <a:lnTo>
                    <a:pt x="133101" y="1261835"/>
                  </a:lnTo>
                  <a:lnTo>
                    <a:pt x="155284" y="1244550"/>
                  </a:lnTo>
                  <a:lnTo>
                    <a:pt x="177468" y="1227264"/>
                  </a:lnTo>
                  <a:lnTo>
                    <a:pt x="199651" y="1209979"/>
                  </a:lnTo>
                  <a:lnTo>
                    <a:pt x="221835" y="1192693"/>
                  </a:lnTo>
                  <a:lnTo>
                    <a:pt x="244018" y="1175408"/>
                  </a:lnTo>
                  <a:lnTo>
                    <a:pt x="266202" y="1158123"/>
                  </a:lnTo>
                  <a:lnTo>
                    <a:pt x="288385" y="1140837"/>
                  </a:lnTo>
                  <a:lnTo>
                    <a:pt x="310569" y="1123552"/>
                  </a:lnTo>
                  <a:lnTo>
                    <a:pt x="332752" y="1106266"/>
                  </a:lnTo>
                  <a:lnTo>
                    <a:pt x="354936" y="1088981"/>
                  </a:lnTo>
                  <a:lnTo>
                    <a:pt x="377119" y="1071695"/>
                  </a:lnTo>
                  <a:lnTo>
                    <a:pt x="399303" y="1054410"/>
                  </a:lnTo>
                  <a:lnTo>
                    <a:pt x="421486" y="1037125"/>
                  </a:lnTo>
                  <a:lnTo>
                    <a:pt x="443670" y="1019839"/>
                  </a:lnTo>
                  <a:lnTo>
                    <a:pt x="465853" y="1002554"/>
                  </a:lnTo>
                  <a:lnTo>
                    <a:pt x="488037" y="985268"/>
                  </a:lnTo>
                  <a:lnTo>
                    <a:pt x="510220" y="967983"/>
                  </a:lnTo>
                  <a:lnTo>
                    <a:pt x="532404" y="950698"/>
                  </a:lnTo>
                  <a:lnTo>
                    <a:pt x="554587" y="933412"/>
                  </a:lnTo>
                  <a:lnTo>
                    <a:pt x="576771" y="916127"/>
                  </a:lnTo>
                  <a:lnTo>
                    <a:pt x="598954" y="898841"/>
                  </a:lnTo>
                  <a:lnTo>
                    <a:pt x="621138" y="881556"/>
                  </a:lnTo>
                  <a:lnTo>
                    <a:pt x="643321" y="864270"/>
                  </a:lnTo>
                  <a:lnTo>
                    <a:pt x="665505" y="846985"/>
                  </a:lnTo>
                  <a:lnTo>
                    <a:pt x="687688" y="829700"/>
                  </a:lnTo>
                  <a:lnTo>
                    <a:pt x="709872" y="812414"/>
                  </a:lnTo>
                  <a:lnTo>
                    <a:pt x="732056" y="795129"/>
                  </a:lnTo>
                  <a:lnTo>
                    <a:pt x="754239" y="777843"/>
                  </a:lnTo>
                  <a:lnTo>
                    <a:pt x="776423" y="760558"/>
                  </a:lnTo>
                  <a:lnTo>
                    <a:pt x="798606" y="743272"/>
                  </a:lnTo>
                  <a:lnTo>
                    <a:pt x="820790" y="725987"/>
                  </a:lnTo>
                  <a:lnTo>
                    <a:pt x="842973" y="708702"/>
                  </a:lnTo>
                  <a:lnTo>
                    <a:pt x="865157" y="691416"/>
                  </a:lnTo>
                  <a:lnTo>
                    <a:pt x="887340" y="674131"/>
                  </a:lnTo>
                  <a:lnTo>
                    <a:pt x="909524" y="656845"/>
                  </a:lnTo>
                  <a:lnTo>
                    <a:pt x="931707" y="639560"/>
                  </a:lnTo>
                  <a:lnTo>
                    <a:pt x="953891" y="622275"/>
                  </a:lnTo>
                  <a:lnTo>
                    <a:pt x="976074" y="604989"/>
                  </a:lnTo>
                  <a:lnTo>
                    <a:pt x="998258" y="587704"/>
                  </a:lnTo>
                  <a:lnTo>
                    <a:pt x="1020441" y="570418"/>
                  </a:lnTo>
                  <a:lnTo>
                    <a:pt x="1042625" y="553133"/>
                  </a:lnTo>
                  <a:lnTo>
                    <a:pt x="1064808" y="535847"/>
                  </a:lnTo>
                  <a:lnTo>
                    <a:pt x="1086992" y="518562"/>
                  </a:lnTo>
                  <a:lnTo>
                    <a:pt x="1109175" y="501277"/>
                  </a:lnTo>
                  <a:lnTo>
                    <a:pt x="1131359" y="483991"/>
                  </a:lnTo>
                  <a:lnTo>
                    <a:pt x="1153542" y="466706"/>
                  </a:lnTo>
                  <a:lnTo>
                    <a:pt x="1175726" y="449420"/>
                  </a:lnTo>
                  <a:lnTo>
                    <a:pt x="1197909" y="432135"/>
                  </a:lnTo>
                  <a:lnTo>
                    <a:pt x="1220093" y="414850"/>
                  </a:lnTo>
                  <a:lnTo>
                    <a:pt x="1242276" y="397564"/>
                  </a:lnTo>
                  <a:lnTo>
                    <a:pt x="1264460" y="380279"/>
                  </a:lnTo>
                  <a:lnTo>
                    <a:pt x="1286643" y="362993"/>
                  </a:lnTo>
                  <a:lnTo>
                    <a:pt x="1308827" y="345708"/>
                  </a:lnTo>
                  <a:lnTo>
                    <a:pt x="1331010" y="328422"/>
                  </a:lnTo>
                  <a:lnTo>
                    <a:pt x="1353194" y="311137"/>
                  </a:lnTo>
                  <a:lnTo>
                    <a:pt x="1375377" y="293852"/>
                  </a:lnTo>
                  <a:lnTo>
                    <a:pt x="1397561" y="276566"/>
                  </a:lnTo>
                  <a:lnTo>
                    <a:pt x="1419744" y="259281"/>
                  </a:lnTo>
                  <a:lnTo>
                    <a:pt x="1441928" y="241995"/>
                  </a:lnTo>
                  <a:lnTo>
                    <a:pt x="1464112" y="224710"/>
                  </a:lnTo>
                  <a:lnTo>
                    <a:pt x="1486295" y="207425"/>
                  </a:lnTo>
                  <a:lnTo>
                    <a:pt x="1508479" y="190139"/>
                  </a:lnTo>
                  <a:lnTo>
                    <a:pt x="1530662" y="172854"/>
                  </a:lnTo>
                  <a:lnTo>
                    <a:pt x="1552846" y="155568"/>
                  </a:lnTo>
                  <a:lnTo>
                    <a:pt x="1575029" y="138283"/>
                  </a:lnTo>
                  <a:lnTo>
                    <a:pt x="1597213" y="120997"/>
                  </a:lnTo>
                  <a:lnTo>
                    <a:pt x="1619396" y="103712"/>
                  </a:lnTo>
                  <a:lnTo>
                    <a:pt x="1641580" y="86427"/>
                  </a:lnTo>
                  <a:lnTo>
                    <a:pt x="1663763" y="69141"/>
                  </a:lnTo>
                  <a:lnTo>
                    <a:pt x="1685947" y="51856"/>
                  </a:lnTo>
                  <a:lnTo>
                    <a:pt x="1708130" y="34570"/>
                  </a:lnTo>
                  <a:lnTo>
                    <a:pt x="1730314" y="17285"/>
                  </a:lnTo>
                  <a:lnTo>
                    <a:pt x="1752497" y="0"/>
                  </a:lnTo>
                </a:path>
              </a:pathLst>
            </a:custGeom>
            <a:ln w="18970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0645207" y="3004059"/>
              <a:ext cx="335948" cy="2504"/>
            </a:xfrm>
            <a:custGeom>
              <a:avLst/>
              <a:pathLst>
                <a:path w="335948" h="2504">
                  <a:moveTo>
                    <a:pt x="335948" y="25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1013933" y="2799014"/>
              <a:ext cx="127520" cy="58710"/>
            </a:xfrm>
            <a:custGeom>
              <a:avLst/>
              <a:pathLst>
                <a:path w="127520" h="58710">
                  <a:moveTo>
                    <a:pt x="127520" y="5871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11384313" y="2417368"/>
              <a:ext cx="102824" cy="37746"/>
            </a:xfrm>
            <a:custGeom>
              <a:avLst/>
              <a:pathLst>
                <a:path w="102824" h="37746">
                  <a:moveTo>
                    <a:pt x="102824" y="3774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11695103" y="2154354"/>
              <a:ext cx="56075" cy="83740"/>
            </a:xfrm>
            <a:custGeom>
              <a:avLst/>
              <a:pathLst>
                <a:path w="56075" h="83740">
                  <a:moveTo>
                    <a:pt x="56075" y="8374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11147570" y="2287743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10589933" y="2068748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9842C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11896510" y="1762734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691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11530096" y="1618575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9D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1099162" y="1901416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A7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1804653" y="1417111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6FB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589752" y="2719021"/>
              <a:ext cx="48326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813">
                      <a:alpha val="100000"/>
                    </a:srgbClr>
                  </a:solidFill>
                  <a:latin typeface="DejaVu Sans"/>
                  <a:cs typeface="DejaVu Sans"/>
                </a:rPr>
                <a:t>Enterococcus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1004015" y="2980229"/>
              <a:ext cx="7250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61">
                      <a:alpha val="100000"/>
                    </a:srgbClr>
                  </a:solidFill>
                  <a:latin typeface="DejaVu Sans"/>
                  <a:cs typeface="DejaVu Sans"/>
                </a:rPr>
                <a:t>Escherichia-Shigella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806766" y="2431896"/>
              <a:ext cx="61273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E">
                      <a:alpha val="100000"/>
                    </a:srgbClr>
                  </a:solidFill>
                  <a:latin typeface="DejaVu Sans"/>
                  <a:cs typeface="DejaVu Sans"/>
                </a:rPr>
                <a:t>Exiguobacterium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1099486" y="2138945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4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11787670" y="1966893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DD4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11164314" y="2835975"/>
              <a:ext cx="4732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5EE">
                      <a:alpha val="100000"/>
                    </a:srgbClr>
                  </a:solidFill>
                  <a:latin typeface="DejaVu Sans"/>
                  <a:cs typeface="DejaVu Sans"/>
                </a:rPr>
                <a:t>Lysinibacillus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10589752" y="2259250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A7FF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0691647" y="2983259"/>
              <a:ext cx="222656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7F96FF">
                      <a:alpha val="100000"/>
                    </a:srgbClr>
                  </a:solidFill>
                  <a:latin typeface="DejaVu Sans"/>
                  <a:cs typeface="DejaVu Sans"/>
                </a:rPr>
                <a:t>Niallia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11509998" y="2431918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C81FF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12033053" y="1215028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26EF7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10589752" y="2574741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763D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11774038" y="2226823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2BF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10751700" y="1623085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A9A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291" name="pl291"/>
            <p:cNvSpPr/>
            <p:nvPr/>
          </p:nvSpPr>
          <p:spPr>
            <a:xfrm>
              <a:off x="10544032" y="1151890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tx292"/>
            <p:cNvSpPr/>
            <p:nvPr/>
          </p:nvSpPr>
          <p:spPr>
            <a:xfrm>
              <a:off x="10336908" y="302098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10336908" y="232135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10272260" y="1621720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295" name="pl295"/>
            <p:cNvSpPr/>
            <p:nvPr/>
          </p:nvSpPr>
          <p:spPr>
            <a:xfrm>
              <a:off x="10518726" y="30580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518726" y="235838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0518726" y="16587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10544032" y="3092152"/>
              <a:ext cx="1927747" cy="0"/>
            </a:xfrm>
            <a:custGeom>
              <a:avLst/>
              <a:pathLst>
                <a:path w="1927747" h="0">
                  <a:moveTo>
                    <a:pt x="0" y="0"/>
                  </a:moveTo>
                  <a:lnTo>
                    <a:pt x="19277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10803345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11208794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11578762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11984211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12354179" y="309215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tx304"/>
            <p:cNvSpPr/>
            <p:nvPr/>
          </p:nvSpPr>
          <p:spPr>
            <a:xfrm>
              <a:off x="10722558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11128007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11497975" y="313770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11871100" y="3137701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12241067" y="3137701"/>
              <a:ext cx="22622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10513770" y="3728840"/>
              <a:ext cx="198827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Endophyte relative abundance (%)</a:t>
              </a:r>
            </a:p>
          </p:txBody>
        </p:sp>
        <p:sp>
          <p:nvSpPr>
            <p:cNvPr id="310" name="tx310"/>
            <p:cNvSpPr/>
            <p:nvPr/>
          </p:nvSpPr>
          <p:spPr>
            <a:xfrm rot="-5400000">
              <a:off x="9242715" y="2080370"/>
              <a:ext cx="18776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Epiphyte relative abundance (%)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0644300" y="1056701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0.89, P &lt; 0.001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10012594" y="896772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2539905" y="3861221"/>
              <a:ext cx="2903080" cy="287953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5442985" y="3861221"/>
              <a:ext cx="2287074" cy="2879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7730060" y="3861221"/>
              <a:ext cx="2414160" cy="2879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10144220" y="3861221"/>
              <a:ext cx="2378169" cy="28795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298902" y="4589339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298902" y="4780550"/>
              <a:ext cx="156447" cy="191210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298902" y="4971760"/>
              <a:ext cx="156447" cy="191210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298902" y="5162971"/>
              <a:ext cx="156447" cy="191210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298902" y="535418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298902" y="554539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298902" y="573660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455350" y="4589339"/>
              <a:ext cx="156447" cy="191210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455350" y="4780550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455350" y="4971760"/>
              <a:ext cx="156447" cy="191210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455350" y="5162971"/>
              <a:ext cx="156447" cy="191210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455350" y="535418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455350" y="554539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455350" y="573660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611797" y="4589339"/>
              <a:ext cx="156447" cy="191210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611797" y="4780550"/>
              <a:ext cx="156447" cy="191210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611797" y="4971760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3611797" y="5162971"/>
              <a:ext cx="156447" cy="191210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3611797" y="535418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3611797" y="554539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3611797" y="573660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3768244" y="4589339"/>
              <a:ext cx="156447" cy="191210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3768244" y="4780550"/>
              <a:ext cx="156447" cy="191210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3768244" y="4971760"/>
              <a:ext cx="156447" cy="191210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768244" y="5162971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3768244" y="535418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3768244" y="554539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3768244" y="5736602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3924691" y="4589339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3924691" y="478055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3924691" y="497176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3924691" y="516297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3924691" y="5354181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3924691" y="5545392"/>
              <a:ext cx="156447" cy="191210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3924691" y="5736602"/>
              <a:ext cx="156447" cy="191210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4081138" y="4589339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4081138" y="478055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4081138" y="497176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4081138" y="516297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4081138" y="5354181"/>
              <a:ext cx="156447" cy="191210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4081138" y="5545392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4081138" y="5736602"/>
              <a:ext cx="156447" cy="191210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4237585" y="4589339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4237585" y="478055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4237585" y="4971760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4237585" y="5162971"/>
              <a:ext cx="156447" cy="191210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4237585" y="5354181"/>
              <a:ext cx="156447" cy="191210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4237585" y="5545392"/>
              <a:ext cx="156447" cy="191210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4237585" y="5736602"/>
              <a:ext cx="156447" cy="191210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tx366"/>
            <p:cNvSpPr/>
            <p:nvPr/>
          </p:nvSpPr>
          <p:spPr>
            <a:xfrm>
              <a:off x="3286189" y="4661810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3306397" y="485302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98.1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3306397" y="504423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80.6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3306397" y="523544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80.5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3462844" y="466181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98.1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3442636" y="4853021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3462844" y="504423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3462844" y="523544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3619291" y="466181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80.6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3619291" y="485302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3599083" y="5044231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3619291" y="523544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99.0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3775739" y="466181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80.5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3775739" y="485302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3775739" y="5044231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99.0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3755530" y="5235442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3911977" y="5426652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3932186" y="561786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3932186" y="580907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99.1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4088633" y="542665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4068425" y="5617863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4088633" y="580907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4245080" y="542665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99.1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4245080" y="561786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4224872" y="5809073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391" name="tx391"/>
            <p:cNvSpPr/>
            <p:nvPr/>
          </p:nvSpPr>
          <p:spPr>
            <a:xfrm rot="-2700000">
              <a:off x="3054759" y="6099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</a:t>
              </a:r>
            </a:p>
          </p:txBody>
        </p:sp>
        <p:sp>
          <p:nvSpPr>
            <p:cNvPr id="392" name="tx392"/>
            <p:cNvSpPr/>
            <p:nvPr/>
          </p:nvSpPr>
          <p:spPr>
            <a:xfrm rot="-2700000">
              <a:off x="3200201" y="6104000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</a:t>
              </a:r>
            </a:p>
          </p:txBody>
        </p:sp>
        <p:sp>
          <p:nvSpPr>
            <p:cNvPr id="393" name="tx393"/>
            <p:cNvSpPr/>
            <p:nvPr/>
          </p:nvSpPr>
          <p:spPr>
            <a:xfrm rot="-2700000">
              <a:off x="3367653" y="6099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D018P05</a:t>
              </a:r>
            </a:p>
          </p:txBody>
        </p:sp>
        <p:sp>
          <p:nvSpPr>
            <p:cNvPr id="394" name="tx394"/>
            <p:cNvSpPr/>
            <p:nvPr/>
          </p:nvSpPr>
          <p:spPr>
            <a:xfrm rot="-2700000">
              <a:off x="3513095" y="6104000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</a:t>
              </a:r>
            </a:p>
          </p:txBody>
        </p:sp>
        <p:sp>
          <p:nvSpPr>
            <p:cNvPr id="395" name="tx395"/>
            <p:cNvSpPr/>
            <p:nvPr/>
          </p:nvSpPr>
          <p:spPr>
            <a:xfrm rot="-2700000">
              <a:off x="3680547" y="6099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</a:t>
              </a:r>
            </a:p>
          </p:txBody>
        </p:sp>
        <p:sp>
          <p:nvSpPr>
            <p:cNvPr id="396" name="tx396"/>
            <p:cNvSpPr/>
            <p:nvPr/>
          </p:nvSpPr>
          <p:spPr>
            <a:xfrm rot="-2700000">
              <a:off x="3836994" y="6099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</a:t>
              </a:r>
            </a:p>
          </p:txBody>
        </p:sp>
        <p:sp>
          <p:nvSpPr>
            <p:cNvPr id="397" name="tx397"/>
            <p:cNvSpPr/>
            <p:nvPr/>
          </p:nvSpPr>
          <p:spPr>
            <a:xfrm rot="-2700000">
              <a:off x="3993442" y="6099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4432132" y="4652529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4432132" y="4843740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4432132" y="5034950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D018P05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4432132" y="5226161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4432132" y="5417371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4432132" y="560858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4432132" y="579979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133802" y="4589339"/>
              <a:ext cx="126999" cy="19121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3133802" y="4780550"/>
              <a:ext cx="126999" cy="19121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3133802" y="4971760"/>
              <a:ext cx="126999" cy="191210"/>
            </a:xfrm>
            <a:prstGeom prst="rect">
              <a:avLst/>
            </a:prstGeom>
            <a:solidFill>
              <a:srgbClr val="287D8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3133802" y="5162971"/>
              <a:ext cx="126999" cy="191210"/>
            </a:xfrm>
            <a:prstGeom prst="rect">
              <a:avLst/>
            </a:prstGeom>
            <a:solidFill>
              <a:srgbClr val="287D8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3133802" y="5354181"/>
              <a:ext cx="126999" cy="19121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3133802" y="5545392"/>
              <a:ext cx="126999" cy="19121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3133802" y="5736602"/>
              <a:ext cx="126999" cy="19121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 rot="-2700000">
              <a:off x="2761446" y="6146451"/>
              <a:ext cx="54900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Species</a:t>
              </a:r>
            </a:p>
          </p:txBody>
        </p:sp>
        <p:sp>
          <p:nvSpPr>
            <p:cNvPr id="413" name="rc413"/>
            <p:cNvSpPr/>
            <p:nvPr/>
          </p:nvSpPr>
          <p:spPr>
            <a:xfrm>
              <a:off x="4938456" y="6447334"/>
              <a:ext cx="127000" cy="18767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4938456" y="6428566"/>
              <a:ext cx="127000" cy="18767"/>
            </a:xfrm>
            <a:prstGeom prst="rect">
              <a:avLst/>
            </a:prstGeom>
            <a:solidFill>
              <a:srgbClr val="D8352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4938456" y="6409799"/>
              <a:ext cx="127000" cy="18767"/>
            </a:xfrm>
            <a:prstGeom prst="rect">
              <a:avLst/>
            </a:prstGeom>
            <a:solidFill>
              <a:srgbClr val="DA3A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938456" y="6391031"/>
              <a:ext cx="127000" cy="18767"/>
            </a:xfrm>
            <a:prstGeom prst="rect">
              <a:avLst/>
            </a:prstGeom>
            <a:solidFill>
              <a:srgbClr val="DB3F2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938456" y="6372263"/>
              <a:ext cx="127000" cy="18767"/>
            </a:xfrm>
            <a:prstGeom prst="rect">
              <a:avLst/>
            </a:prstGeom>
            <a:solidFill>
              <a:srgbClr val="DD44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4938456" y="6353496"/>
              <a:ext cx="127000" cy="18767"/>
            </a:xfrm>
            <a:prstGeom prst="rect">
              <a:avLst/>
            </a:prstGeom>
            <a:solidFill>
              <a:srgbClr val="DE493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4938456" y="6334728"/>
              <a:ext cx="127000" cy="18767"/>
            </a:xfrm>
            <a:prstGeom prst="rect">
              <a:avLst/>
            </a:prstGeom>
            <a:solidFill>
              <a:srgbClr val="E04E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4938456" y="6315961"/>
              <a:ext cx="127000" cy="18767"/>
            </a:xfrm>
            <a:prstGeom prst="rect">
              <a:avLst/>
            </a:prstGeom>
            <a:solidFill>
              <a:srgbClr val="E153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4938456" y="6297193"/>
              <a:ext cx="127000" cy="18767"/>
            </a:xfrm>
            <a:prstGeom prst="rect">
              <a:avLst/>
            </a:prstGeom>
            <a:solidFill>
              <a:srgbClr val="E358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4938456" y="6278425"/>
              <a:ext cx="127000" cy="18767"/>
            </a:xfrm>
            <a:prstGeom prst="rect">
              <a:avLst/>
            </a:prstGeom>
            <a:solidFill>
              <a:srgbClr val="E45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4938456" y="6259658"/>
              <a:ext cx="127000" cy="18767"/>
            </a:xfrm>
            <a:prstGeom prst="rect">
              <a:avLst/>
            </a:prstGeom>
            <a:solidFill>
              <a:srgbClr val="E662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4938456" y="6240890"/>
              <a:ext cx="127000" cy="18767"/>
            </a:xfrm>
            <a:prstGeom prst="rect">
              <a:avLst/>
            </a:prstGeom>
            <a:solidFill>
              <a:srgbClr val="E768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4938456" y="6222122"/>
              <a:ext cx="127000" cy="18767"/>
            </a:xfrm>
            <a:prstGeom prst="rect">
              <a:avLst/>
            </a:prstGeom>
            <a:solidFill>
              <a:srgbClr val="E96D4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4938456" y="6203355"/>
              <a:ext cx="127000" cy="18767"/>
            </a:xfrm>
            <a:prstGeom prst="rect">
              <a:avLst/>
            </a:prstGeom>
            <a:solidFill>
              <a:srgbClr val="EA72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4938456" y="6184587"/>
              <a:ext cx="127000" cy="18767"/>
            </a:xfrm>
            <a:prstGeom prst="rect">
              <a:avLst/>
            </a:prstGeom>
            <a:solidFill>
              <a:srgbClr val="EC77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4938456" y="6165820"/>
              <a:ext cx="127000" cy="18767"/>
            </a:xfrm>
            <a:prstGeom prst="rect">
              <a:avLst/>
            </a:prstGeom>
            <a:solidFill>
              <a:srgbClr val="EE7C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4938456" y="6147052"/>
              <a:ext cx="127000" cy="18767"/>
            </a:xfrm>
            <a:prstGeom prst="rect">
              <a:avLst/>
            </a:prstGeom>
            <a:solidFill>
              <a:srgbClr val="EF81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4938456" y="6128284"/>
              <a:ext cx="127000" cy="18767"/>
            </a:xfrm>
            <a:prstGeom prst="rect">
              <a:avLst/>
            </a:prstGeom>
            <a:solidFill>
              <a:srgbClr val="F186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4938456" y="6109517"/>
              <a:ext cx="127000" cy="18767"/>
            </a:xfrm>
            <a:prstGeom prst="rect">
              <a:avLst/>
            </a:prstGeom>
            <a:solidFill>
              <a:srgbClr val="F28B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4938456" y="6090749"/>
              <a:ext cx="127000" cy="18767"/>
            </a:xfrm>
            <a:prstGeom prst="rect">
              <a:avLst/>
            </a:prstGeom>
            <a:solidFill>
              <a:srgbClr val="F4905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938456" y="6071982"/>
              <a:ext cx="127000" cy="18767"/>
            </a:xfrm>
            <a:prstGeom prst="rect">
              <a:avLst/>
            </a:prstGeom>
            <a:solidFill>
              <a:srgbClr val="F595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938456" y="6053214"/>
              <a:ext cx="127000" cy="18767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4938456" y="6034446"/>
              <a:ext cx="127000" cy="18767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4938456" y="6015679"/>
              <a:ext cx="127000" cy="18767"/>
            </a:xfrm>
            <a:prstGeom prst="rect">
              <a:avLst/>
            </a:prstGeom>
            <a:solidFill>
              <a:srgbClr val="FAA5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4938456" y="5996911"/>
              <a:ext cx="127000" cy="18767"/>
            </a:xfrm>
            <a:prstGeom prst="rect">
              <a:avLst/>
            </a:prstGeom>
            <a:solidFill>
              <a:srgbClr val="FBAA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4938456" y="5978143"/>
              <a:ext cx="127000" cy="18767"/>
            </a:xfrm>
            <a:prstGeom prst="rect">
              <a:avLst/>
            </a:prstGeom>
            <a:solidFill>
              <a:srgbClr val="FDAE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938456" y="5959376"/>
              <a:ext cx="127000" cy="18767"/>
            </a:xfrm>
            <a:prstGeom prst="rect">
              <a:avLst/>
            </a:prstGeom>
            <a:solidFill>
              <a:srgbClr val="FDB26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4938456" y="5940608"/>
              <a:ext cx="127000" cy="18767"/>
            </a:xfrm>
            <a:prstGeom prst="rect">
              <a:avLst/>
            </a:prstGeom>
            <a:solidFill>
              <a:srgbClr val="FDB56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4938456" y="5921841"/>
              <a:ext cx="127000" cy="18767"/>
            </a:xfrm>
            <a:prstGeom prst="rect">
              <a:avLst/>
            </a:prstGeom>
            <a:solidFill>
              <a:srgbClr val="FDB8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4938456" y="5903073"/>
              <a:ext cx="127000" cy="18767"/>
            </a:xfrm>
            <a:prstGeom prst="rect">
              <a:avLst/>
            </a:prstGeom>
            <a:solidFill>
              <a:srgbClr val="FDBB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4938456" y="5884305"/>
              <a:ext cx="127000" cy="18767"/>
            </a:xfrm>
            <a:prstGeom prst="rect">
              <a:avLst/>
            </a:prstGeom>
            <a:solidFill>
              <a:srgbClr val="FDB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4938456" y="5865538"/>
              <a:ext cx="127000" cy="18767"/>
            </a:xfrm>
            <a:prstGeom prst="rect">
              <a:avLst/>
            </a:prstGeom>
            <a:solidFill>
              <a:srgbClr val="FDC2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4938456" y="5846770"/>
              <a:ext cx="127000" cy="18767"/>
            </a:xfrm>
            <a:prstGeom prst="rect">
              <a:avLst/>
            </a:prstGeom>
            <a:solidFill>
              <a:srgbClr val="FDC5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938456" y="5828002"/>
              <a:ext cx="127000" cy="18767"/>
            </a:xfrm>
            <a:prstGeom prst="rect">
              <a:avLst/>
            </a:prstGeom>
            <a:solidFill>
              <a:srgbClr val="FDC98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938456" y="5809235"/>
              <a:ext cx="127000" cy="18767"/>
            </a:xfrm>
            <a:prstGeom prst="rect">
              <a:avLst/>
            </a:prstGeom>
            <a:solidFill>
              <a:srgbClr val="FDCC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938456" y="5790467"/>
              <a:ext cx="127000" cy="18767"/>
            </a:xfrm>
            <a:prstGeom prst="rect">
              <a:avLst/>
            </a:prstGeom>
            <a:solidFill>
              <a:srgbClr val="FDCF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938456" y="5771700"/>
              <a:ext cx="127000" cy="18767"/>
            </a:xfrm>
            <a:prstGeom prst="rect">
              <a:avLst/>
            </a:prstGeom>
            <a:solidFill>
              <a:srgbClr val="FDD2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938456" y="5752932"/>
              <a:ext cx="127000" cy="18767"/>
            </a:xfrm>
            <a:prstGeom prst="rect">
              <a:avLst/>
            </a:prstGeom>
            <a:solidFill>
              <a:srgbClr val="FDD6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938456" y="5734164"/>
              <a:ext cx="127000" cy="18767"/>
            </a:xfrm>
            <a:prstGeom prst="rect">
              <a:avLst/>
            </a:prstGeom>
            <a:solidFill>
              <a:srgbClr val="FED9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938456" y="5715397"/>
              <a:ext cx="127000" cy="18767"/>
            </a:xfrm>
            <a:prstGeom prst="rect">
              <a:avLst/>
            </a:prstGeom>
            <a:solidFill>
              <a:srgbClr val="FED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938456" y="5696629"/>
              <a:ext cx="127000" cy="18767"/>
            </a:xfrm>
            <a:prstGeom prst="rect">
              <a:avLst/>
            </a:prstGeom>
            <a:solidFill>
              <a:srgbClr val="FED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4938456" y="5677861"/>
              <a:ext cx="127000" cy="18767"/>
            </a:xfrm>
            <a:prstGeom prst="rect">
              <a:avLst/>
            </a:prstGeom>
            <a:solidFill>
              <a:srgbClr val="FEE3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4938456" y="5659094"/>
              <a:ext cx="127000" cy="18767"/>
            </a:xfrm>
            <a:prstGeom prst="rect">
              <a:avLst/>
            </a:prstGeom>
            <a:solidFill>
              <a:srgbClr val="FEE6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938456" y="5640326"/>
              <a:ext cx="127000" cy="18767"/>
            </a:xfrm>
            <a:prstGeom prst="rect">
              <a:avLst/>
            </a:prstGeom>
            <a:solidFill>
              <a:srgbClr val="FEE9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938456" y="5621559"/>
              <a:ext cx="127000" cy="18767"/>
            </a:xfrm>
            <a:prstGeom prst="rect">
              <a:avLst/>
            </a:prstGeom>
            <a:solidFill>
              <a:srgbClr val="FEEDA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4938456" y="5602791"/>
              <a:ext cx="127000" cy="18767"/>
            </a:xfrm>
            <a:prstGeom prst="rect">
              <a:avLst/>
            </a:prstGeom>
            <a:solidFill>
              <a:srgbClr val="FEF0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4938456" y="5584023"/>
              <a:ext cx="127000" cy="18767"/>
            </a:xfrm>
            <a:prstGeom prst="rect">
              <a:avLst/>
            </a:prstGeom>
            <a:solidFill>
              <a:srgbClr val="FEF3B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938456" y="5565256"/>
              <a:ext cx="127000" cy="18767"/>
            </a:xfrm>
            <a:prstGeom prst="rect">
              <a:avLst/>
            </a:prstGeom>
            <a:solidFill>
              <a:srgbClr val="FEF6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4938456" y="5546488"/>
              <a:ext cx="127000" cy="18767"/>
            </a:xfrm>
            <a:prstGeom prst="rect">
              <a:avLst/>
            </a:prstGeom>
            <a:solidFill>
              <a:srgbClr val="FEFAB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4938456" y="5527721"/>
              <a:ext cx="127000" cy="18767"/>
            </a:xfrm>
            <a:prstGeom prst="rect">
              <a:avLst/>
            </a:prstGeom>
            <a:solidFill>
              <a:srgbClr val="FEF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4938456" y="5508953"/>
              <a:ext cx="127000" cy="18767"/>
            </a:xfrm>
            <a:prstGeom prst="rect">
              <a:avLst/>
            </a:prstGeom>
            <a:solidFill>
              <a:srgbClr val="FD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4938456" y="5490185"/>
              <a:ext cx="127000" cy="18767"/>
            </a:xfrm>
            <a:prstGeom prst="rect">
              <a:avLst/>
            </a:prstGeom>
            <a:solidFill>
              <a:srgbClr val="F9FCB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4938456" y="5471418"/>
              <a:ext cx="127000" cy="18767"/>
            </a:xfrm>
            <a:prstGeom prst="rect">
              <a:avLst/>
            </a:prstGeom>
            <a:solidFill>
              <a:srgbClr val="F6FB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4938456" y="5452650"/>
              <a:ext cx="127000" cy="18767"/>
            </a:xfrm>
            <a:prstGeom prst="rect">
              <a:avLst/>
            </a:prstGeom>
            <a:solidFill>
              <a:srgbClr val="F2F9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4938456" y="5433882"/>
              <a:ext cx="127000" cy="18767"/>
            </a:xfrm>
            <a:prstGeom prst="rect">
              <a:avLst/>
            </a:prstGeom>
            <a:solidFill>
              <a:srgbClr val="EEF8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4938456" y="5415115"/>
              <a:ext cx="127000" cy="18767"/>
            </a:xfrm>
            <a:prstGeom prst="rect">
              <a:avLst/>
            </a:prstGeom>
            <a:solidFill>
              <a:srgbClr val="EBF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4938456" y="5396347"/>
              <a:ext cx="127000" cy="18767"/>
            </a:xfrm>
            <a:prstGeom prst="rect">
              <a:avLst/>
            </a:prstGeom>
            <a:solidFill>
              <a:srgbClr val="E7F5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4938456" y="5377580"/>
              <a:ext cx="127000" cy="18767"/>
            </a:xfrm>
            <a:prstGeom prst="rect">
              <a:avLst/>
            </a:prstGeom>
            <a:solidFill>
              <a:srgbClr val="E4F3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4938456" y="5358812"/>
              <a:ext cx="127000" cy="18767"/>
            </a:xfrm>
            <a:prstGeom prst="rect">
              <a:avLst/>
            </a:prstGeom>
            <a:solidFill>
              <a:srgbClr val="E0F1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4938456" y="5340044"/>
              <a:ext cx="127000" cy="18767"/>
            </a:xfrm>
            <a:prstGeom prst="rect">
              <a:avLst/>
            </a:prstGeom>
            <a:solidFill>
              <a:srgbClr val="DCF0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4938456" y="5321277"/>
              <a:ext cx="127000" cy="18767"/>
            </a:xfrm>
            <a:prstGeom prst="rect">
              <a:avLst/>
            </a:prstGeom>
            <a:solidFill>
              <a:srgbClr val="D9EE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938456" y="5302509"/>
              <a:ext cx="127000" cy="18767"/>
            </a:xfrm>
            <a:prstGeom prst="rect">
              <a:avLst/>
            </a:prstGeom>
            <a:solidFill>
              <a:srgbClr val="D5ED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938456" y="5283741"/>
              <a:ext cx="127000" cy="18767"/>
            </a:xfrm>
            <a:prstGeom prst="rect">
              <a:avLst/>
            </a:prstGeom>
            <a:solidFill>
              <a:srgbClr val="D2EB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938456" y="5264974"/>
              <a:ext cx="127000" cy="18767"/>
            </a:xfrm>
            <a:prstGeom prst="rect">
              <a:avLst/>
            </a:prstGeom>
            <a:solidFill>
              <a:srgbClr val="CEEA9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938456" y="5246206"/>
              <a:ext cx="127000" cy="18767"/>
            </a:xfrm>
            <a:prstGeom prst="rect">
              <a:avLst/>
            </a:prstGeom>
            <a:solidFill>
              <a:srgbClr val="CAE8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938456" y="5227439"/>
              <a:ext cx="127000" cy="18767"/>
            </a:xfrm>
            <a:prstGeom prst="rect">
              <a:avLst/>
            </a:prstGeom>
            <a:solidFill>
              <a:srgbClr val="C7E7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938456" y="5208671"/>
              <a:ext cx="127000" cy="18767"/>
            </a:xfrm>
            <a:prstGeom prst="rect">
              <a:avLst/>
            </a:prstGeom>
            <a:solidFill>
              <a:srgbClr val="C3E58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938456" y="5189903"/>
              <a:ext cx="127000" cy="18767"/>
            </a:xfrm>
            <a:prstGeom prst="rect">
              <a:avLst/>
            </a:prstGeom>
            <a:solidFill>
              <a:srgbClr val="C0E4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938456" y="5171136"/>
              <a:ext cx="127000" cy="18767"/>
            </a:xfrm>
            <a:prstGeom prst="rect">
              <a:avLst/>
            </a:prstGeom>
            <a:solidFill>
              <a:srgbClr val="BC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938456" y="5152368"/>
              <a:ext cx="127000" cy="18767"/>
            </a:xfrm>
            <a:prstGeom prst="rect">
              <a:avLst/>
            </a:prstGeom>
            <a:solidFill>
              <a:srgbClr val="B8E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938456" y="5133600"/>
              <a:ext cx="127000" cy="18767"/>
            </a:xfrm>
            <a:prstGeom prst="rect">
              <a:avLst/>
            </a:prstGeom>
            <a:solidFill>
              <a:srgbClr val="B5DF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938456" y="5114833"/>
              <a:ext cx="127000" cy="18767"/>
            </a:xfrm>
            <a:prstGeom prst="rect">
              <a:avLst/>
            </a:prstGeom>
            <a:solidFill>
              <a:srgbClr val="B1DD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938456" y="5096065"/>
              <a:ext cx="127000" cy="18767"/>
            </a:xfrm>
            <a:prstGeom prst="rect">
              <a:avLst/>
            </a:prstGeom>
            <a:solidFill>
              <a:srgbClr val="AEDC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938456" y="5077298"/>
              <a:ext cx="127000" cy="18767"/>
            </a:xfrm>
            <a:prstGeom prst="rect">
              <a:avLst/>
            </a:prstGeom>
            <a:solidFill>
              <a:srgbClr val="AADA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938456" y="5058530"/>
              <a:ext cx="127000" cy="18767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938456" y="5039762"/>
              <a:ext cx="127000" cy="18767"/>
            </a:xfrm>
            <a:prstGeom prst="rect">
              <a:avLst/>
            </a:prstGeom>
            <a:solidFill>
              <a:srgbClr val="A1D6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938456" y="5020995"/>
              <a:ext cx="127000" cy="18767"/>
            </a:xfrm>
            <a:prstGeom prst="rect">
              <a:avLst/>
            </a:prstGeom>
            <a:solidFill>
              <a:srgbClr val="9CD4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4938456" y="5002227"/>
              <a:ext cx="127000" cy="18767"/>
            </a:xfrm>
            <a:prstGeom prst="rect">
              <a:avLst/>
            </a:prstGeom>
            <a:solidFill>
              <a:srgbClr val="96D16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4938456" y="4983460"/>
              <a:ext cx="127000" cy="18767"/>
            </a:xfrm>
            <a:prstGeom prst="rect">
              <a:avLst/>
            </a:prstGeom>
            <a:solidFill>
              <a:srgbClr val="90CE6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4938456" y="4964692"/>
              <a:ext cx="127000" cy="18767"/>
            </a:xfrm>
            <a:prstGeom prst="rect">
              <a:avLst/>
            </a:prstGeom>
            <a:solidFill>
              <a:srgbClr val="8BCC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4938456" y="4945924"/>
              <a:ext cx="127000" cy="18767"/>
            </a:xfrm>
            <a:prstGeom prst="rect">
              <a:avLst/>
            </a:prstGeom>
            <a:solidFill>
              <a:srgbClr val="85C9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4938456" y="4927157"/>
              <a:ext cx="127000" cy="18767"/>
            </a:xfrm>
            <a:prstGeom prst="rect">
              <a:avLst/>
            </a:prstGeom>
            <a:solidFill>
              <a:srgbClr val="7FC6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4938456" y="4908389"/>
              <a:ext cx="127000" cy="18767"/>
            </a:xfrm>
            <a:prstGeom prst="rect">
              <a:avLst/>
            </a:prstGeom>
            <a:solidFill>
              <a:srgbClr val="7AC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4938456" y="4889621"/>
              <a:ext cx="127000" cy="18767"/>
            </a:xfrm>
            <a:prstGeom prst="rect">
              <a:avLst/>
            </a:prstGeom>
            <a:solidFill>
              <a:srgbClr val="74C15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4938456" y="4870854"/>
              <a:ext cx="127000" cy="18767"/>
            </a:xfrm>
            <a:prstGeom prst="rect">
              <a:avLst/>
            </a:prstGeom>
            <a:solidFill>
              <a:srgbClr val="6EBE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4938456" y="4852086"/>
              <a:ext cx="127000" cy="18767"/>
            </a:xfrm>
            <a:prstGeom prst="rect">
              <a:avLst/>
            </a:prstGeom>
            <a:solidFill>
              <a:srgbClr val="69BB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4938456" y="4833319"/>
              <a:ext cx="127000" cy="18767"/>
            </a:xfrm>
            <a:prstGeom prst="rect">
              <a:avLst/>
            </a:prstGeom>
            <a:solidFill>
              <a:srgbClr val="63B9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938456" y="4814551"/>
              <a:ext cx="127000" cy="18767"/>
            </a:xfrm>
            <a:prstGeom prst="rect">
              <a:avLst/>
            </a:prstGeom>
            <a:solidFill>
              <a:srgbClr val="5DB6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938456" y="4795783"/>
              <a:ext cx="127000" cy="18767"/>
            </a:xfrm>
            <a:prstGeom prst="rect">
              <a:avLst/>
            </a:prstGeom>
            <a:solidFill>
              <a:srgbClr val="58B35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4938456" y="4777016"/>
              <a:ext cx="127000" cy="18767"/>
            </a:xfrm>
            <a:prstGeom prst="rect">
              <a:avLst/>
            </a:prstGeom>
            <a:solidFill>
              <a:srgbClr val="52B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4938456" y="4758248"/>
              <a:ext cx="127000" cy="18767"/>
            </a:xfrm>
            <a:prstGeom prst="rect">
              <a:avLst/>
            </a:prstGeom>
            <a:solidFill>
              <a:srgbClr val="4CA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4938456" y="4739480"/>
              <a:ext cx="127000" cy="18767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4938456" y="4720713"/>
              <a:ext cx="127000" cy="18767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4938456" y="4701945"/>
              <a:ext cx="127000" cy="18767"/>
            </a:xfrm>
            <a:prstGeom prst="rect">
              <a:avLst/>
            </a:prstGeom>
            <a:solidFill>
              <a:srgbClr val="3BA6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4938456" y="4683178"/>
              <a:ext cx="127000" cy="18767"/>
            </a:xfrm>
            <a:prstGeom prst="rect">
              <a:avLst/>
            </a:prstGeom>
            <a:solidFill>
              <a:srgbClr val="36A3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4938456" y="4664410"/>
              <a:ext cx="127000" cy="18767"/>
            </a:xfrm>
            <a:prstGeom prst="rect">
              <a:avLst/>
            </a:prstGeom>
            <a:solidFill>
              <a:srgbClr val="30A0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4938456" y="4645642"/>
              <a:ext cx="127000" cy="18767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4938456" y="4626875"/>
              <a:ext cx="127000" cy="18767"/>
            </a:xfrm>
            <a:prstGeom prst="rect">
              <a:avLst/>
            </a:prstGeom>
            <a:solidFill>
              <a:srgbClr val="259B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4938456" y="4608107"/>
              <a:ext cx="127000" cy="18767"/>
            </a:xfrm>
            <a:prstGeom prst="rect">
              <a:avLst/>
            </a:prstGeom>
            <a:solidFill>
              <a:srgbClr val="1F98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4938456" y="4589339"/>
              <a:ext cx="127000" cy="18767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tx513"/>
            <p:cNvSpPr/>
            <p:nvPr/>
          </p:nvSpPr>
          <p:spPr>
            <a:xfrm>
              <a:off x="5116256" y="6419787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5116256" y="6044435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5116256" y="5669082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85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5116256" y="529373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5116256" y="4918378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95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5116256" y="4543025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2565210" y="3930302"/>
              <a:ext cx="12051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</a:t>
              </a:r>
            </a:p>
          </p:txBody>
        </p:sp>
        <p:sp>
          <p:nvSpPr>
            <p:cNvPr id="520" name="rc520"/>
            <p:cNvSpPr/>
            <p:nvPr/>
          </p:nvSpPr>
          <p:spPr>
            <a:xfrm>
              <a:off x="5768202" y="4525839"/>
              <a:ext cx="19112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5768202" y="6377908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5768202" y="6014527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5768202" y="5651147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5768202" y="5287766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5768202" y="4924385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5768202" y="4561005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5855077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218457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581838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5219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7308599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7671980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5855077" y="6375528"/>
              <a:ext cx="2376" cy="2379"/>
            </a:xfrm>
            <a:custGeom>
              <a:avLst/>
              <a:pathLst>
                <a:path w="2376" h="2379">
                  <a:moveTo>
                    <a:pt x="0" y="2379"/>
                  </a:moveTo>
                  <a:lnTo>
                    <a:pt x="2376" y="0"/>
                  </a:lnTo>
                </a:path>
              </a:pathLst>
            </a:custGeom>
            <a:ln w="13550" cap="flat">
              <a:solidFill>
                <a:srgbClr val="E64B35">
                  <a:alpha val="8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5857453" y="6368277"/>
              <a:ext cx="7128" cy="7128"/>
            </a:xfrm>
            <a:custGeom>
              <a:avLst/>
              <a:pathLst>
                <a:path w="7128" h="7128">
                  <a:moveTo>
                    <a:pt x="0" y="7128"/>
                  </a:moveTo>
                  <a:lnTo>
                    <a:pt x="7128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5876284" y="6354310"/>
              <a:ext cx="5476" cy="5475"/>
            </a:xfrm>
            <a:custGeom>
              <a:avLst/>
              <a:pathLst>
                <a:path w="5476" h="5475">
                  <a:moveTo>
                    <a:pt x="0" y="5475"/>
                  </a:moveTo>
                  <a:lnTo>
                    <a:pt x="5476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5883378" y="6338009"/>
              <a:ext cx="14688" cy="14689"/>
            </a:xfrm>
            <a:custGeom>
              <a:avLst/>
              <a:pathLst>
                <a:path w="14688" h="14689">
                  <a:moveTo>
                    <a:pt x="0" y="14689"/>
                  </a:moveTo>
                  <a:lnTo>
                    <a:pt x="14688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5898914" y="4965931"/>
              <a:ext cx="637" cy="637"/>
            </a:xfrm>
            <a:custGeom>
              <a:avLst/>
              <a:pathLst>
                <a:path w="637" h="637">
                  <a:moveTo>
                    <a:pt x="0" y="0"/>
                  </a:moveTo>
                  <a:lnTo>
                    <a:pt x="637" y="637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5900812" y="6330539"/>
              <a:ext cx="4704" cy="4705"/>
            </a:xfrm>
            <a:custGeom>
              <a:avLst/>
              <a:pathLst>
                <a:path w="4704" h="4705">
                  <a:moveTo>
                    <a:pt x="0" y="4705"/>
                  </a:moveTo>
                  <a:lnTo>
                    <a:pt x="4704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5905552" y="6322988"/>
              <a:ext cx="7484" cy="7484"/>
            </a:xfrm>
            <a:custGeom>
              <a:avLst/>
              <a:pathLst>
                <a:path w="7484" h="7484">
                  <a:moveTo>
                    <a:pt x="0" y="7484"/>
                  </a:moveTo>
                  <a:lnTo>
                    <a:pt x="7484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5925411" y="6310045"/>
              <a:ext cx="1367" cy="1367"/>
            </a:xfrm>
            <a:custGeom>
              <a:avLst/>
              <a:pathLst>
                <a:path w="1367" h="1367">
                  <a:moveTo>
                    <a:pt x="0" y="1367"/>
                  </a:moveTo>
                  <a:lnTo>
                    <a:pt x="1367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5930865" y="6304682"/>
              <a:ext cx="1637" cy="1647"/>
            </a:xfrm>
            <a:custGeom>
              <a:avLst/>
              <a:pathLst>
                <a:path w="1637" h="1647">
                  <a:moveTo>
                    <a:pt x="0" y="1647"/>
                  </a:moveTo>
                  <a:lnTo>
                    <a:pt x="1637" y="0"/>
                  </a:lnTo>
                </a:path>
              </a:pathLst>
            </a:custGeom>
            <a:ln w="13550" cap="flat">
              <a:solidFill>
                <a:srgbClr val="E64B35">
                  <a:alpha val="6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5938334" y="6296955"/>
              <a:ext cx="2180" cy="2187"/>
            </a:xfrm>
            <a:custGeom>
              <a:avLst/>
              <a:pathLst>
                <a:path w="2180" h="2187">
                  <a:moveTo>
                    <a:pt x="0" y="2187"/>
                  </a:moveTo>
                  <a:lnTo>
                    <a:pt x="2180" y="0"/>
                  </a:lnTo>
                </a:path>
              </a:pathLst>
            </a:custGeom>
            <a:ln w="13550" cap="flat">
              <a:solidFill>
                <a:srgbClr val="E64B35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5952225" y="6269646"/>
              <a:ext cx="16144" cy="16146"/>
            </a:xfrm>
            <a:custGeom>
              <a:avLst/>
              <a:pathLst>
                <a:path w="16144" h="16146">
                  <a:moveTo>
                    <a:pt x="0" y="16146"/>
                  </a:moveTo>
                  <a:lnTo>
                    <a:pt x="16144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68510" y="6264884"/>
              <a:ext cx="4749" cy="4749"/>
            </a:xfrm>
            <a:custGeom>
              <a:avLst/>
              <a:pathLst>
                <a:path w="4749" h="4749">
                  <a:moveTo>
                    <a:pt x="0" y="4749"/>
                  </a:moveTo>
                  <a:lnTo>
                    <a:pt x="4749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5973768" y="6250946"/>
              <a:ext cx="13889" cy="13889"/>
            </a:xfrm>
            <a:custGeom>
              <a:avLst/>
              <a:pathLst>
                <a:path w="13889" h="13889">
                  <a:moveTo>
                    <a:pt x="0" y="13889"/>
                  </a:moveTo>
                  <a:lnTo>
                    <a:pt x="13889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5987833" y="4952607"/>
              <a:ext cx="703" cy="702"/>
            </a:xfrm>
            <a:custGeom>
              <a:avLst/>
              <a:pathLst>
                <a:path w="703" h="702">
                  <a:moveTo>
                    <a:pt x="0" y="0"/>
                  </a:moveTo>
                  <a:lnTo>
                    <a:pt x="703" y="702"/>
                  </a:lnTo>
                </a:path>
              </a:pathLst>
            </a:custGeom>
            <a:ln w="13550" cap="flat">
              <a:solidFill>
                <a:srgbClr val="4DBBD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5987833" y="4869630"/>
              <a:ext cx="703" cy="702"/>
            </a:xfrm>
            <a:custGeom>
              <a:avLst/>
              <a:pathLst>
                <a:path w="703" h="702">
                  <a:moveTo>
                    <a:pt x="0" y="0"/>
                  </a:moveTo>
                  <a:lnTo>
                    <a:pt x="703" y="702"/>
                  </a:lnTo>
                </a:path>
              </a:pathLst>
            </a:custGeom>
            <a:ln w="13550" cap="flat">
              <a:solidFill>
                <a:srgbClr val="4DBBD5">
                  <a:alpha val="9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87893" y="6335260"/>
              <a:ext cx="1900" cy="1901"/>
            </a:xfrm>
            <a:custGeom>
              <a:avLst/>
              <a:pathLst>
                <a:path w="1900" h="1901">
                  <a:moveTo>
                    <a:pt x="0" y="1901"/>
                  </a:moveTo>
                  <a:lnTo>
                    <a:pt x="1900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5988606" y="6217595"/>
              <a:ext cx="32389" cy="32400"/>
            </a:xfrm>
            <a:custGeom>
              <a:avLst/>
              <a:pathLst>
                <a:path w="32389" h="32400">
                  <a:moveTo>
                    <a:pt x="0" y="32400"/>
                  </a:moveTo>
                  <a:lnTo>
                    <a:pt x="32389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5988606" y="5990550"/>
              <a:ext cx="1286" cy="1286"/>
            </a:xfrm>
            <a:custGeom>
              <a:avLst/>
              <a:pathLst>
                <a:path w="1286" h="1286">
                  <a:moveTo>
                    <a:pt x="0" y="1286"/>
                  </a:moveTo>
                  <a:lnTo>
                    <a:pt x="1286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5988669" y="5167624"/>
              <a:ext cx="1224" cy="1223"/>
            </a:xfrm>
            <a:custGeom>
              <a:avLst/>
              <a:pathLst>
                <a:path w="1224" h="1223">
                  <a:moveTo>
                    <a:pt x="0" y="0"/>
                  </a:moveTo>
                  <a:lnTo>
                    <a:pt x="1224" y="1223"/>
                  </a:lnTo>
                </a:path>
              </a:pathLst>
            </a:custGeom>
            <a:ln w="13550" cap="flat">
              <a:solidFill>
                <a:srgbClr val="4DBBD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5988715" y="4966728"/>
              <a:ext cx="1079" cy="1079"/>
            </a:xfrm>
            <a:custGeom>
              <a:avLst/>
              <a:pathLst>
                <a:path w="1079" h="1079">
                  <a:moveTo>
                    <a:pt x="0" y="0"/>
                  </a:moveTo>
                  <a:lnTo>
                    <a:pt x="1079" y="1079"/>
                  </a:lnTo>
                </a:path>
              </a:pathLst>
            </a:custGeom>
            <a:ln w="13550" cap="flat">
              <a:solidFill>
                <a:srgbClr val="4DBBD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5988715" y="4953468"/>
              <a:ext cx="1079" cy="1079"/>
            </a:xfrm>
            <a:custGeom>
              <a:avLst/>
              <a:pathLst>
                <a:path w="1079" h="1079">
                  <a:moveTo>
                    <a:pt x="0" y="0"/>
                  </a:moveTo>
                  <a:lnTo>
                    <a:pt x="1079" y="1079"/>
                  </a:lnTo>
                </a:path>
              </a:pathLst>
            </a:custGeom>
            <a:ln w="13550" cap="flat">
              <a:solidFill>
                <a:srgbClr val="4DBBD5">
                  <a:alpha val="9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5988715" y="4870490"/>
              <a:ext cx="1079" cy="1079"/>
            </a:xfrm>
            <a:custGeom>
              <a:avLst/>
              <a:pathLst>
                <a:path w="1079" h="1079">
                  <a:moveTo>
                    <a:pt x="0" y="0"/>
                  </a:moveTo>
                  <a:lnTo>
                    <a:pt x="1079" y="1079"/>
                  </a:lnTo>
                </a:path>
              </a:pathLst>
            </a:custGeom>
            <a:ln w="13550" cap="flat">
              <a:solidFill>
                <a:srgbClr val="4DBBD5">
                  <a:alpha val="9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021253" y="6212826"/>
              <a:ext cx="4762" cy="4769"/>
            </a:xfrm>
            <a:custGeom>
              <a:avLst/>
              <a:pathLst>
                <a:path w="4762" h="4769">
                  <a:moveTo>
                    <a:pt x="0" y="4769"/>
                  </a:moveTo>
                  <a:lnTo>
                    <a:pt x="4762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026014" y="6209797"/>
              <a:ext cx="2561" cy="2558"/>
            </a:xfrm>
            <a:custGeom>
              <a:avLst/>
              <a:pathLst>
                <a:path w="2561" h="2558">
                  <a:moveTo>
                    <a:pt x="0" y="2558"/>
                  </a:moveTo>
                  <a:lnTo>
                    <a:pt x="2561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047021" y="6152941"/>
              <a:ext cx="14267" cy="14264"/>
            </a:xfrm>
            <a:custGeom>
              <a:avLst/>
              <a:pathLst>
                <a:path w="14267" h="14264">
                  <a:moveTo>
                    <a:pt x="0" y="14264"/>
                  </a:moveTo>
                  <a:lnTo>
                    <a:pt x="14267" y="0"/>
                  </a:lnTo>
                </a:path>
              </a:pathLst>
            </a:custGeom>
            <a:ln w="13550" cap="flat">
              <a:solidFill>
                <a:srgbClr val="E64B35">
                  <a:alpha val="6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077794" y="6128471"/>
              <a:ext cx="6947" cy="6954"/>
            </a:xfrm>
            <a:custGeom>
              <a:avLst/>
              <a:pathLst>
                <a:path w="6947" h="6954">
                  <a:moveTo>
                    <a:pt x="0" y="6954"/>
                  </a:moveTo>
                  <a:lnTo>
                    <a:pt x="6947" y="0"/>
                  </a:lnTo>
                </a:path>
              </a:pathLst>
            </a:custGeom>
            <a:ln w="13550" cap="flat">
              <a:solidFill>
                <a:srgbClr val="E64B3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105290" y="6100784"/>
              <a:ext cx="7460" cy="7462"/>
            </a:xfrm>
            <a:custGeom>
              <a:avLst/>
              <a:pathLst>
                <a:path w="7460" h="7462">
                  <a:moveTo>
                    <a:pt x="0" y="7462"/>
                  </a:moveTo>
                  <a:lnTo>
                    <a:pt x="7460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6123466" y="6095274"/>
              <a:ext cx="1204" cy="1204"/>
            </a:xfrm>
            <a:custGeom>
              <a:avLst/>
              <a:pathLst>
                <a:path w="1204" h="1204">
                  <a:moveTo>
                    <a:pt x="0" y="1204"/>
                  </a:moveTo>
                  <a:lnTo>
                    <a:pt x="1204" y="0"/>
                  </a:lnTo>
                </a:path>
              </a:pathLst>
            </a:custGeom>
            <a:ln w="13550" cap="flat">
              <a:solidFill>
                <a:srgbClr val="E64B35">
                  <a:alpha val="7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125138" y="6092283"/>
              <a:ext cx="2991" cy="2992"/>
            </a:xfrm>
            <a:custGeom>
              <a:avLst/>
              <a:pathLst>
                <a:path w="2991" h="2992">
                  <a:moveTo>
                    <a:pt x="0" y="2992"/>
                  </a:moveTo>
                  <a:lnTo>
                    <a:pt x="2991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6129483" y="6081914"/>
              <a:ext cx="9043" cy="9035"/>
            </a:xfrm>
            <a:custGeom>
              <a:avLst/>
              <a:pathLst>
                <a:path w="9043" h="9035">
                  <a:moveTo>
                    <a:pt x="0" y="9035"/>
                  </a:moveTo>
                  <a:lnTo>
                    <a:pt x="9043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6139575" y="6065058"/>
              <a:ext cx="15831" cy="15831"/>
            </a:xfrm>
            <a:custGeom>
              <a:avLst/>
              <a:pathLst>
                <a:path w="15831" h="15831">
                  <a:moveTo>
                    <a:pt x="0" y="15831"/>
                  </a:moveTo>
                  <a:lnTo>
                    <a:pt x="15831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6158901" y="6045499"/>
              <a:ext cx="16086" cy="16086"/>
            </a:xfrm>
            <a:custGeom>
              <a:avLst/>
              <a:pathLst>
                <a:path w="16086" h="16086">
                  <a:moveTo>
                    <a:pt x="0" y="16086"/>
                  </a:moveTo>
                  <a:lnTo>
                    <a:pt x="16086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6180344" y="6023190"/>
              <a:ext cx="15046" cy="15047"/>
            </a:xfrm>
            <a:custGeom>
              <a:avLst/>
              <a:pathLst>
                <a:path w="15046" h="15047">
                  <a:moveTo>
                    <a:pt x="0" y="15047"/>
                  </a:moveTo>
                  <a:lnTo>
                    <a:pt x="15046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6197795" y="6017440"/>
              <a:ext cx="3314" cy="3313"/>
            </a:xfrm>
            <a:custGeom>
              <a:avLst/>
              <a:pathLst>
                <a:path w="3314" h="3313">
                  <a:moveTo>
                    <a:pt x="0" y="3313"/>
                  </a:moveTo>
                  <a:lnTo>
                    <a:pt x="3314" y="0"/>
                  </a:lnTo>
                </a:path>
              </a:pathLst>
            </a:custGeom>
            <a:ln w="13550" cap="flat">
              <a:solidFill>
                <a:srgbClr val="E64B35">
                  <a:alpha val="7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6201146" y="6013208"/>
              <a:ext cx="4169" cy="4169"/>
            </a:xfrm>
            <a:custGeom>
              <a:avLst/>
              <a:pathLst>
                <a:path w="4169" h="4169">
                  <a:moveTo>
                    <a:pt x="0" y="4169"/>
                  </a:moveTo>
                  <a:lnTo>
                    <a:pt x="4169" y="0"/>
                  </a:lnTo>
                </a:path>
              </a:pathLst>
            </a:custGeom>
            <a:ln w="13550" cap="flat">
              <a:solidFill>
                <a:srgbClr val="E64B3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6205814" y="6006268"/>
              <a:ext cx="6942" cy="6942"/>
            </a:xfrm>
            <a:custGeom>
              <a:avLst/>
              <a:pathLst>
                <a:path w="6942" h="6942">
                  <a:moveTo>
                    <a:pt x="0" y="6942"/>
                  </a:moveTo>
                  <a:lnTo>
                    <a:pt x="6942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6222635" y="6000159"/>
              <a:ext cx="3295" cy="3295"/>
            </a:xfrm>
            <a:custGeom>
              <a:avLst/>
              <a:pathLst>
                <a:path w="3295" h="3295">
                  <a:moveTo>
                    <a:pt x="0" y="3295"/>
                  </a:moveTo>
                  <a:lnTo>
                    <a:pt x="3295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6226133" y="5987021"/>
              <a:ext cx="12940" cy="12935"/>
            </a:xfrm>
            <a:custGeom>
              <a:avLst/>
              <a:pathLst>
                <a:path w="12940" h="12935">
                  <a:moveTo>
                    <a:pt x="0" y="12935"/>
                  </a:moveTo>
                  <a:lnTo>
                    <a:pt x="12940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6233484" y="6248807"/>
              <a:ext cx="1961" cy="1962"/>
            </a:xfrm>
            <a:custGeom>
              <a:avLst/>
              <a:pathLst>
                <a:path w="1961" h="1962">
                  <a:moveTo>
                    <a:pt x="0" y="1962"/>
                  </a:moveTo>
                  <a:lnTo>
                    <a:pt x="1961" y="0"/>
                  </a:lnTo>
                </a:path>
              </a:pathLst>
            </a:custGeom>
            <a:ln w="13550" cap="flat">
              <a:solidFill>
                <a:srgbClr val="E64B3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6233544" y="6335260"/>
              <a:ext cx="1901" cy="1901"/>
            </a:xfrm>
            <a:custGeom>
              <a:avLst/>
              <a:pathLst>
                <a:path w="1901" h="1901">
                  <a:moveTo>
                    <a:pt x="0" y="1901"/>
                  </a:moveTo>
                  <a:lnTo>
                    <a:pt x="1901" y="0"/>
                  </a:lnTo>
                </a:path>
              </a:pathLst>
            </a:custGeom>
            <a:ln w="13550" cap="flat">
              <a:solidFill>
                <a:srgbClr val="E64B3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6234321" y="5167624"/>
              <a:ext cx="1222" cy="1222"/>
            </a:xfrm>
            <a:custGeom>
              <a:avLst/>
              <a:pathLst>
                <a:path w="1222" h="1222">
                  <a:moveTo>
                    <a:pt x="0" y="0"/>
                  </a:moveTo>
                  <a:lnTo>
                    <a:pt x="1222" y="1222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6234367" y="4966728"/>
              <a:ext cx="1193" cy="1195"/>
            </a:xfrm>
            <a:custGeom>
              <a:avLst/>
              <a:pathLst>
                <a:path w="1193" h="1195">
                  <a:moveTo>
                    <a:pt x="0" y="0"/>
                  </a:moveTo>
                  <a:lnTo>
                    <a:pt x="1193" y="1195"/>
                  </a:lnTo>
                </a:path>
              </a:pathLst>
            </a:custGeom>
            <a:ln w="13550" cap="flat">
              <a:solidFill>
                <a:srgbClr val="4DBBD5">
                  <a:alpha val="7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234367" y="4953468"/>
              <a:ext cx="1193" cy="1196"/>
            </a:xfrm>
            <a:custGeom>
              <a:avLst/>
              <a:pathLst>
                <a:path w="1193" h="1196">
                  <a:moveTo>
                    <a:pt x="0" y="0"/>
                  </a:moveTo>
                  <a:lnTo>
                    <a:pt x="1193" y="1196"/>
                  </a:lnTo>
                </a:path>
              </a:pathLst>
            </a:custGeom>
            <a:ln w="13550" cap="flat">
              <a:solidFill>
                <a:srgbClr val="4DBBD5">
                  <a:alpha val="7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234367" y="4870490"/>
              <a:ext cx="1079" cy="1079"/>
            </a:xfrm>
            <a:custGeom>
              <a:avLst/>
              <a:pathLst>
                <a:path w="1079" h="1079">
                  <a:moveTo>
                    <a:pt x="0" y="0"/>
                  </a:moveTo>
                  <a:lnTo>
                    <a:pt x="1079" y="1079"/>
                  </a:lnTo>
                </a:path>
              </a:pathLst>
            </a:custGeom>
            <a:ln w="13550" cap="flat">
              <a:solidFill>
                <a:srgbClr val="4DBBD5">
                  <a:alpha val="9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242396" y="5976707"/>
              <a:ext cx="7457" cy="7458"/>
            </a:xfrm>
            <a:custGeom>
              <a:avLst/>
              <a:pathLst>
                <a:path w="7457" h="7458">
                  <a:moveTo>
                    <a:pt x="0" y="7458"/>
                  </a:moveTo>
                  <a:lnTo>
                    <a:pt x="7457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252402" y="5957944"/>
              <a:ext cx="16505" cy="16500"/>
            </a:xfrm>
            <a:custGeom>
              <a:avLst/>
              <a:pathLst>
                <a:path w="16505" h="16500">
                  <a:moveTo>
                    <a:pt x="0" y="16500"/>
                  </a:moveTo>
                  <a:lnTo>
                    <a:pt x="16505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272197" y="5945773"/>
              <a:ext cx="9906" cy="9905"/>
            </a:xfrm>
            <a:custGeom>
              <a:avLst/>
              <a:pathLst>
                <a:path w="9906" h="9905">
                  <a:moveTo>
                    <a:pt x="0" y="9905"/>
                  </a:moveTo>
                  <a:lnTo>
                    <a:pt x="9906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285971" y="5937037"/>
              <a:ext cx="3255" cy="3255"/>
            </a:xfrm>
            <a:custGeom>
              <a:avLst/>
              <a:pathLst>
                <a:path w="3255" h="3255">
                  <a:moveTo>
                    <a:pt x="0" y="3255"/>
                  </a:moveTo>
                  <a:lnTo>
                    <a:pt x="3255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289257" y="5936046"/>
              <a:ext cx="942" cy="942"/>
            </a:xfrm>
            <a:custGeom>
              <a:avLst/>
              <a:pathLst>
                <a:path w="942" h="942">
                  <a:moveTo>
                    <a:pt x="0" y="942"/>
                  </a:moveTo>
                  <a:lnTo>
                    <a:pt x="942" y="0"/>
                  </a:lnTo>
                </a:path>
              </a:pathLst>
            </a:custGeom>
            <a:ln w="13550" cap="flat">
              <a:solidFill>
                <a:srgbClr val="E64B35">
                  <a:alpha val="8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291204" y="5922705"/>
              <a:ext cx="12364" cy="12364"/>
            </a:xfrm>
            <a:custGeom>
              <a:avLst/>
              <a:pathLst>
                <a:path w="12364" h="12364">
                  <a:moveTo>
                    <a:pt x="0" y="12364"/>
                  </a:moveTo>
                  <a:lnTo>
                    <a:pt x="12364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303668" y="5917153"/>
              <a:ext cx="5475" cy="5481"/>
            </a:xfrm>
            <a:custGeom>
              <a:avLst/>
              <a:pathLst>
                <a:path w="5475" h="5481">
                  <a:moveTo>
                    <a:pt x="0" y="5481"/>
                  </a:moveTo>
                  <a:lnTo>
                    <a:pt x="5475" y="0"/>
                  </a:lnTo>
                </a:path>
              </a:pathLst>
            </a:custGeom>
            <a:ln w="13550" cap="flat">
              <a:solidFill>
                <a:srgbClr val="E64B35">
                  <a:alpha val="7411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310822" y="5907940"/>
              <a:ext cx="7535" cy="7535"/>
            </a:xfrm>
            <a:custGeom>
              <a:avLst/>
              <a:pathLst>
                <a:path w="7535" h="7535">
                  <a:moveTo>
                    <a:pt x="0" y="7535"/>
                  </a:moveTo>
                  <a:lnTo>
                    <a:pt x="7535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318416" y="5903180"/>
              <a:ext cx="4762" cy="4764"/>
            </a:xfrm>
            <a:custGeom>
              <a:avLst/>
              <a:pathLst>
                <a:path w="4762" h="4764">
                  <a:moveTo>
                    <a:pt x="0" y="4764"/>
                  </a:moveTo>
                  <a:lnTo>
                    <a:pt x="4762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346628" y="5850427"/>
              <a:ext cx="35589" cy="35595"/>
            </a:xfrm>
            <a:custGeom>
              <a:avLst/>
              <a:pathLst>
                <a:path w="35589" h="35595">
                  <a:moveTo>
                    <a:pt x="0" y="35595"/>
                  </a:moveTo>
                  <a:lnTo>
                    <a:pt x="35589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384659" y="5842726"/>
              <a:ext cx="5109" cy="5109"/>
            </a:xfrm>
            <a:custGeom>
              <a:avLst/>
              <a:pathLst>
                <a:path w="5109" h="5109">
                  <a:moveTo>
                    <a:pt x="0" y="5109"/>
                  </a:moveTo>
                  <a:lnTo>
                    <a:pt x="5109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389967" y="5829959"/>
              <a:ext cx="10435" cy="10436"/>
            </a:xfrm>
            <a:custGeom>
              <a:avLst/>
              <a:pathLst>
                <a:path w="10435" h="10436">
                  <a:moveTo>
                    <a:pt x="0" y="10436"/>
                  </a:moveTo>
                  <a:lnTo>
                    <a:pt x="10435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400641" y="5825101"/>
              <a:ext cx="4856" cy="4856"/>
            </a:xfrm>
            <a:custGeom>
              <a:avLst/>
              <a:pathLst>
                <a:path w="4856" h="4856">
                  <a:moveTo>
                    <a:pt x="0" y="4856"/>
                  </a:moveTo>
                  <a:lnTo>
                    <a:pt x="4856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411922" y="5810492"/>
              <a:ext cx="8072" cy="8072"/>
            </a:xfrm>
            <a:custGeom>
              <a:avLst/>
              <a:pathLst>
                <a:path w="8072" h="8072">
                  <a:moveTo>
                    <a:pt x="0" y="8072"/>
                  </a:moveTo>
                  <a:lnTo>
                    <a:pt x="8072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422862" y="5803205"/>
              <a:ext cx="4411" cy="4411"/>
            </a:xfrm>
            <a:custGeom>
              <a:avLst/>
              <a:pathLst>
                <a:path w="4411" h="4411">
                  <a:moveTo>
                    <a:pt x="0" y="4411"/>
                  </a:moveTo>
                  <a:lnTo>
                    <a:pt x="4411" y="0"/>
                  </a:lnTo>
                </a:path>
              </a:pathLst>
            </a:custGeom>
            <a:ln w="13550" cap="flat">
              <a:solidFill>
                <a:srgbClr val="E64B35">
                  <a:alpha val="8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439386" y="5780101"/>
              <a:ext cx="9059" cy="9089"/>
            </a:xfrm>
            <a:custGeom>
              <a:avLst/>
              <a:pathLst>
                <a:path w="9059" h="9089">
                  <a:moveTo>
                    <a:pt x="0" y="9089"/>
                  </a:moveTo>
                  <a:lnTo>
                    <a:pt x="9059" y="0"/>
                  </a:lnTo>
                </a:path>
              </a:pathLst>
            </a:custGeom>
            <a:ln w="13550" cap="flat">
              <a:solidFill>
                <a:srgbClr val="E64B35">
                  <a:alpha val="7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454827" y="5774210"/>
              <a:ext cx="2635" cy="2633"/>
            </a:xfrm>
            <a:custGeom>
              <a:avLst/>
              <a:pathLst>
                <a:path w="2635" h="2633">
                  <a:moveTo>
                    <a:pt x="0" y="2633"/>
                  </a:moveTo>
                  <a:lnTo>
                    <a:pt x="2635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457518" y="5772658"/>
              <a:ext cx="1551" cy="1552"/>
            </a:xfrm>
            <a:custGeom>
              <a:avLst/>
              <a:pathLst>
                <a:path w="1551" h="1552">
                  <a:moveTo>
                    <a:pt x="0" y="1552"/>
                  </a:moveTo>
                  <a:lnTo>
                    <a:pt x="1551" y="0"/>
                  </a:lnTo>
                </a:path>
              </a:pathLst>
            </a:custGeom>
            <a:ln w="13550" cap="flat">
              <a:solidFill>
                <a:srgbClr val="E64B35">
                  <a:alpha val="6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468893" y="5755356"/>
              <a:ext cx="7525" cy="7526"/>
            </a:xfrm>
            <a:custGeom>
              <a:avLst/>
              <a:pathLst>
                <a:path w="7525" h="7526">
                  <a:moveTo>
                    <a:pt x="0" y="7526"/>
                  </a:moveTo>
                  <a:lnTo>
                    <a:pt x="7525" y="0"/>
                  </a:lnTo>
                </a:path>
              </a:pathLst>
            </a:custGeom>
            <a:ln w="13550" cap="flat">
              <a:solidFill>
                <a:srgbClr val="E64B35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482918" y="5738524"/>
              <a:ext cx="12870" cy="12871"/>
            </a:xfrm>
            <a:custGeom>
              <a:avLst/>
              <a:pathLst>
                <a:path w="12870" h="12871">
                  <a:moveTo>
                    <a:pt x="0" y="12871"/>
                  </a:moveTo>
                  <a:lnTo>
                    <a:pt x="12870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497290" y="5730760"/>
              <a:ext cx="7542" cy="7543"/>
            </a:xfrm>
            <a:custGeom>
              <a:avLst/>
              <a:pathLst>
                <a:path w="7542" h="7543">
                  <a:moveTo>
                    <a:pt x="0" y="7543"/>
                  </a:moveTo>
                  <a:lnTo>
                    <a:pt x="7542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511590" y="5704818"/>
              <a:ext cx="4289" cy="4289"/>
            </a:xfrm>
            <a:custGeom>
              <a:avLst/>
              <a:pathLst>
                <a:path w="4289" h="4289">
                  <a:moveTo>
                    <a:pt x="0" y="4289"/>
                  </a:moveTo>
                  <a:lnTo>
                    <a:pt x="4289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519202" y="5697123"/>
              <a:ext cx="4880" cy="4877"/>
            </a:xfrm>
            <a:custGeom>
              <a:avLst/>
              <a:pathLst>
                <a:path w="4880" h="4877">
                  <a:moveTo>
                    <a:pt x="0" y="4877"/>
                  </a:moveTo>
                  <a:lnTo>
                    <a:pt x="4880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539844" y="5688047"/>
              <a:ext cx="8345" cy="8344"/>
            </a:xfrm>
            <a:custGeom>
              <a:avLst/>
              <a:pathLst>
                <a:path w="8345" h="8344">
                  <a:moveTo>
                    <a:pt x="0" y="8344"/>
                  </a:moveTo>
                  <a:lnTo>
                    <a:pt x="8345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552199" y="5674621"/>
              <a:ext cx="11429" cy="11429"/>
            </a:xfrm>
            <a:custGeom>
              <a:avLst/>
              <a:pathLst>
                <a:path w="11429" h="11429">
                  <a:moveTo>
                    <a:pt x="0" y="11429"/>
                  </a:moveTo>
                  <a:lnTo>
                    <a:pt x="11429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563629" y="5669088"/>
              <a:ext cx="4342" cy="4342"/>
            </a:xfrm>
            <a:custGeom>
              <a:avLst/>
              <a:pathLst>
                <a:path w="4342" h="4342">
                  <a:moveTo>
                    <a:pt x="0" y="4342"/>
                  </a:moveTo>
                  <a:lnTo>
                    <a:pt x="4342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569163" y="5659153"/>
              <a:ext cx="8760" cy="8760"/>
            </a:xfrm>
            <a:custGeom>
              <a:avLst/>
              <a:pathLst>
                <a:path w="8760" h="8760">
                  <a:moveTo>
                    <a:pt x="0" y="8760"/>
                  </a:moveTo>
                  <a:lnTo>
                    <a:pt x="8760" y="0"/>
                  </a:lnTo>
                </a:path>
              </a:pathLst>
            </a:custGeom>
            <a:ln w="13550" cap="flat">
              <a:solidFill>
                <a:srgbClr val="E64B3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578395" y="5645288"/>
              <a:ext cx="13866" cy="13865"/>
            </a:xfrm>
            <a:custGeom>
              <a:avLst/>
              <a:pathLst>
                <a:path w="13866" h="13865">
                  <a:moveTo>
                    <a:pt x="0" y="13865"/>
                  </a:moveTo>
                  <a:lnTo>
                    <a:pt x="13866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601857" y="5631396"/>
              <a:ext cx="4799" cy="4799"/>
            </a:xfrm>
            <a:custGeom>
              <a:avLst/>
              <a:pathLst>
                <a:path w="4799" h="4799">
                  <a:moveTo>
                    <a:pt x="0" y="4799"/>
                  </a:moveTo>
                  <a:lnTo>
                    <a:pt x="4799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11689" y="5623814"/>
              <a:ext cx="3436" cy="3436"/>
            </a:xfrm>
            <a:custGeom>
              <a:avLst/>
              <a:pathLst>
                <a:path w="3436" h="3436">
                  <a:moveTo>
                    <a:pt x="0" y="3436"/>
                  </a:moveTo>
                  <a:lnTo>
                    <a:pt x="3436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622572" y="5610453"/>
              <a:ext cx="5452" cy="5452"/>
            </a:xfrm>
            <a:custGeom>
              <a:avLst/>
              <a:pathLst>
                <a:path w="5452" h="5452">
                  <a:moveTo>
                    <a:pt x="0" y="5452"/>
                  </a:moveTo>
                  <a:lnTo>
                    <a:pt x="5452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34330" y="5597716"/>
              <a:ext cx="6336" cy="6340"/>
            </a:xfrm>
            <a:custGeom>
              <a:avLst/>
              <a:pathLst>
                <a:path w="6336" h="6340">
                  <a:moveTo>
                    <a:pt x="0" y="6340"/>
                  </a:moveTo>
                  <a:lnTo>
                    <a:pt x="6336" y="0"/>
                  </a:lnTo>
                </a:path>
              </a:pathLst>
            </a:custGeom>
            <a:ln w="13550" cap="flat">
              <a:solidFill>
                <a:srgbClr val="E64B35">
                  <a:alpha val="7529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643136" y="5582427"/>
              <a:ext cx="13120" cy="13121"/>
            </a:xfrm>
            <a:custGeom>
              <a:avLst/>
              <a:pathLst>
                <a:path w="13120" h="13121">
                  <a:moveTo>
                    <a:pt x="0" y="13121"/>
                  </a:moveTo>
                  <a:lnTo>
                    <a:pt x="13120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661391" y="5567216"/>
              <a:ext cx="10075" cy="10078"/>
            </a:xfrm>
            <a:custGeom>
              <a:avLst/>
              <a:pathLst>
                <a:path w="10075" h="10078">
                  <a:moveTo>
                    <a:pt x="0" y="10078"/>
                  </a:moveTo>
                  <a:lnTo>
                    <a:pt x="10075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680302" y="5549698"/>
              <a:ext cx="7901" cy="7899"/>
            </a:xfrm>
            <a:custGeom>
              <a:avLst/>
              <a:pathLst>
                <a:path w="7901" h="7899">
                  <a:moveTo>
                    <a:pt x="0" y="7899"/>
                  </a:moveTo>
                  <a:lnTo>
                    <a:pt x="7901" y="0"/>
                  </a:lnTo>
                </a:path>
              </a:pathLst>
            </a:custGeom>
            <a:ln w="13550" cap="flat">
              <a:solidFill>
                <a:srgbClr val="E64B35">
                  <a:alpha val="7882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695786" y="5498714"/>
              <a:ext cx="43885" cy="43859"/>
            </a:xfrm>
            <a:custGeom>
              <a:avLst/>
              <a:pathLst>
                <a:path w="43885" h="43859">
                  <a:moveTo>
                    <a:pt x="0" y="43859"/>
                  </a:moveTo>
                  <a:lnTo>
                    <a:pt x="43885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747610" y="5480697"/>
              <a:ext cx="3945" cy="3944"/>
            </a:xfrm>
            <a:custGeom>
              <a:avLst/>
              <a:pathLst>
                <a:path w="3945" h="3944">
                  <a:moveTo>
                    <a:pt x="0" y="3944"/>
                  </a:moveTo>
                  <a:lnTo>
                    <a:pt x="3945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752279" y="5472081"/>
              <a:ext cx="8414" cy="8414"/>
            </a:xfrm>
            <a:custGeom>
              <a:avLst/>
              <a:pathLst>
                <a:path w="8414" h="8414">
                  <a:moveTo>
                    <a:pt x="0" y="8414"/>
                  </a:moveTo>
                  <a:lnTo>
                    <a:pt x="8414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760634" y="5453700"/>
              <a:ext cx="3428" cy="3428"/>
            </a:xfrm>
            <a:custGeom>
              <a:avLst/>
              <a:pathLst>
                <a:path w="3428" h="3428">
                  <a:moveTo>
                    <a:pt x="0" y="3428"/>
                  </a:moveTo>
                  <a:lnTo>
                    <a:pt x="3428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764067" y="5451687"/>
              <a:ext cx="1964" cy="1964"/>
            </a:xfrm>
            <a:custGeom>
              <a:avLst/>
              <a:pathLst>
                <a:path w="1964" h="1964">
                  <a:moveTo>
                    <a:pt x="0" y="1964"/>
                  </a:moveTo>
                  <a:lnTo>
                    <a:pt x="1964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770436" y="5437026"/>
              <a:ext cx="10276" cy="10277"/>
            </a:xfrm>
            <a:custGeom>
              <a:avLst/>
              <a:pathLst>
                <a:path w="10276" h="10277">
                  <a:moveTo>
                    <a:pt x="0" y="10277"/>
                  </a:moveTo>
                  <a:lnTo>
                    <a:pt x="10276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785195" y="5420784"/>
              <a:ext cx="11758" cy="11760"/>
            </a:xfrm>
            <a:custGeom>
              <a:avLst/>
              <a:pathLst>
                <a:path w="11758" h="11760">
                  <a:moveTo>
                    <a:pt x="0" y="11760"/>
                  </a:moveTo>
                  <a:lnTo>
                    <a:pt x="11758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809897" y="5390226"/>
              <a:ext cx="18098" cy="18091"/>
            </a:xfrm>
            <a:custGeom>
              <a:avLst/>
              <a:pathLst>
                <a:path w="18098" h="18091">
                  <a:moveTo>
                    <a:pt x="0" y="18091"/>
                  </a:moveTo>
                  <a:lnTo>
                    <a:pt x="18098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828414" y="5364930"/>
              <a:ext cx="24878" cy="24878"/>
            </a:xfrm>
            <a:custGeom>
              <a:avLst/>
              <a:pathLst>
                <a:path w="24878" h="24878">
                  <a:moveTo>
                    <a:pt x="0" y="24878"/>
                  </a:moveTo>
                  <a:lnTo>
                    <a:pt x="24878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857981" y="5348828"/>
              <a:ext cx="11964" cy="11963"/>
            </a:xfrm>
            <a:custGeom>
              <a:avLst/>
              <a:pathLst>
                <a:path w="11964" h="11963">
                  <a:moveTo>
                    <a:pt x="0" y="11963"/>
                  </a:moveTo>
                  <a:lnTo>
                    <a:pt x="11964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873192" y="5342588"/>
              <a:ext cx="3024" cy="3024"/>
            </a:xfrm>
            <a:custGeom>
              <a:avLst/>
              <a:pathLst>
                <a:path w="3024" h="3024">
                  <a:moveTo>
                    <a:pt x="0" y="3024"/>
                  </a:moveTo>
                  <a:lnTo>
                    <a:pt x="3024" y="0"/>
                  </a:lnTo>
                </a:path>
              </a:pathLst>
            </a:custGeom>
            <a:ln w="13550" cap="flat">
              <a:solidFill>
                <a:srgbClr val="E64B35">
                  <a:alpha val="7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880026" y="5334792"/>
              <a:ext cx="3133" cy="3133"/>
            </a:xfrm>
            <a:custGeom>
              <a:avLst/>
              <a:pathLst>
                <a:path w="3133" h="3133">
                  <a:moveTo>
                    <a:pt x="0" y="3133"/>
                  </a:moveTo>
                  <a:lnTo>
                    <a:pt x="3133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883206" y="5313932"/>
              <a:ext cx="20791" cy="20790"/>
            </a:xfrm>
            <a:custGeom>
              <a:avLst/>
              <a:pathLst>
                <a:path w="20791" h="20790">
                  <a:moveTo>
                    <a:pt x="0" y="20790"/>
                  </a:moveTo>
                  <a:lnTo>
                    <a:pt x="20791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904084" y="5275836"/>
              <a:ext cx="38010" cy="38016"/>
            </a:xfrm>
            <a:custGeom>
              <a:avLst/>
              <a:pathLst>
                <a:path w="38010" h="38016">
                  <a:moveTo>
                    <a:pt x="0" y="38016"/>
                  </a:moveTo>
                  <a:lnTo>
                    <a:pt x="38010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953627" y="5252833"/>
              <a:ext cx="1665" cy="1665"/>
            </a:xfrm>
            <a:custGeom>
              <a:avLst/>
              <a:pathLst>
                <a:path w="1665" h="1665">
                  <a:moveTo>
                    <a:pt x="0" y="1665"/>
                  </a:moveTo>
                  <a:lnTo>
                    <a:pt x="1665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962429" y="5193261"/>
              <a:ext cx="52898" cy="52971"/>
            </a:xfrm>
            <a:custGeom>
              <a:avLst/>
              <a:pathLst>
                <a:path w="52898" h="52971">
                  <a:moveTo>
                    <a:pt x="0" y="52971"/>
                  </a:moveTo>
                  <a:lnTo>
                    <a:pt x="52898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7020142" y="5182771"/>
              <a:ext cx="4844" cy="4840"/>
            </a:xfrm>
            <a:custGeom>
              <a:avLst/>
              <a:pathLst>
                <a:path w="4844" h="4840">
                  <a:moveTo>
                    <a:pt x="0" y="4840"/>
                  </a:moveTo>
                  <a:lnTo>
                    <a:pt x="4844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7026978" y="5164031"/>
              <a:ext cx="15801" cy="15801"/>
            </a:xfrm>
            <a:custGeom>
              <a:avLst/>
              <a:pathLst>
                <a:path w="15801" h="15801">
                  <a:moveTo>
                    <a:pt x="0" y="15801"/>
                  </a:moveTo>
                  <a:lnTo>
                    <a:pt x="15801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7042839" y="5151494"/>
              <a:ext cx="12477" cy="12477"/>
            </a:xfrm>
            <a:custGeom>
              <a:avLst/>
              <a:pathLst>
                <a:path w="12477" h="12477">
                  <a:moveTo>
                    <a:pt x="0" y="12477"/>
                  </a:moveTo>
                  <a:lnTo>
                    <a:pt x="12477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058371" y="5141805"/>
              <a:ext cx="6636" cy="6632"/>
            </a:xfrm>
            <a:custGeom>
              <a:avLst/>
              <a:pathLst>
                <a:path w="6636" h="6632">
                  <a:moveTo>
                    <a:pt x="0" y="6632"/>
                  </a:moveTo>
                  <a:lnTo>
                    <a:pt x="6636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069537" y="5130196"/>
              <a:ext cx="7077" cy="7078"/>
            </a:xfrm>
            <a:custGeom>
              <a:avLst/>
              <a:pathLst>
                <a:path w="7077" h="7078">
                  <a:moveTo>
                    <a:pt x="0" y="7078"/>
                  </a:moveTo>
                  <a:lnTo>
                    <a:pt x="7077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076614" y="5113114"/>
              <a:ext cx="13244" cy="13242"/>
            </a:xfrm>
            <a:custGeom>
              <a:avLst/>
              <a:pathLst>
                <a:path w="13244" h="13242">
                  <a:moveTo>
                    <a:pt x="0" y="13242"/>
                  </a:moveTo>
                  <a:lnTo>
                    <a:pt x="13244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091423" y="5105238"/>
              <a:ext cx="6288" cy="6288"/>
            </a:xfrm>
            <a:custGeom>
              <a:avLst/>
              <a:pathLst>
                <a:path w="6288" h="6288">
                  <a:moveTo>
                    <a:pt x="0" y="6288"/>
                  </a:moveTo>
                  <a:lnTo>
                    <a:pt x="6288" y="0"/>
                  </a:lnTo>
                </a:path>
              </a:pathLst>
            </a:custGeom>
            <a:ln w="13550" cap="flat">
              <a:solidFill>
                <a:srgbClr val="E64B35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098627" y="5098600"/>
              <a:ext cx="5749" cy="5751"/>
            </a:xfrm>
            <a:custGeom>
              <a:avLst/>
              <a:pathLst>
                <a:path w="5749" h="5751">
                  <a:moveTo>
                    <a:pt x="0" y="5751"/>
                  </a:moveTo>
                  <a:lnTo>
                    <a:pt x="5749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07124" y="5089916"/>
              <a:ext cx="5380" cy="5380"/>
            </a:xfrm>
            <a:custGeom>
              <a:avLst/>
              <a:pathLst>
                <a:path w="5380" h="5380">
                  <a:moveTo>
                    <a:pt x="0" y="5380"/>
                  </a:moveTo>
                  <a:lnTo>
                    <a:pt x="5380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7120403" y="5073257"/>
              <a:ext cx="9111" cy="9110"/>
            </a:xfrm>
            <a:custGeom>
              <a:avLst/>
              <a:pathLst>
                <a:path w="9111" h="9110">
                  <a:moveTo>
                    <a:pt x="0" y="9110"/>
                  </a:moveTo>
                  <a:lnTo>
                    <a:pt x="9111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131514" y="5050968"/>
              <a:ext cx="20328" cy="20329"/>
            </a:xfrm>
            <a:custGeom>
              <a:avLst/>
              <a:pathLst>
                <a:path w="20328" h="20329">
                  <a:moveTo>
                    <a:pt x="0" y="20329"/>
                  </a:moveTo>
                  <a:lnTo>
                    <a:pt x="20328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7151977" y="5032260"/>
              <a:ext cx="18627" cy="18622"/>
            </a:xfrm>
            <a:custGeom>
              <a:avLst/>
              <a:pathLst>
                <a:path w="18627" h="18622">
                  <a:moveTo>
                    <a:pt x="0" y="18622"/>
                  </a:moveTo>
                  <a:lnTo>
                    <a:pt x="18627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7182206" y="5016593"/>
              <a:ext cx="4554" cy="4554"/>
            </a:xfrm>
            <a:custGeom>
              <a:avLst/>
              <a:pathLst>
                <a:path w="4554" h="4554">
                  <a:moveTo>
                    <a:pt x="0" y="4554"/>
                  </a:moveTo>
                  <a:lnTo>
                    <a:pt x="4554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7189584" y="5010505"/>
              <a:ext cx="3301" cy="3302"/>
            </a:xfrm>
            <a:custGeom>
              <a:avLst/>
              <a:pathLst>
                <a:path w="3301" h="3302">
                  <a:moveTo>
                    <a:pt x="0" y="3302"/>
                  </a:moveTo>
                  <a:lnTo>
                    <a:pt x="3301" y="0"/>
                  </a:lnTo>
                </a:path>
              </a:pathLst>
            </a:custGeom>
            <a:ln w="13550" cap="flat">
              <a:solidFill>
                <a:srgbClr val="E64B35">
                  <a:alpha val="6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7192875" y="5007709"/>
              <a:ext cx="2490" cy="2490"/>
            </a:xfrm>
            <a:custGeom>
              <a:avLst/>
              <a:pathLst>
                <a:path w="2490" h="2490">
                  <a:moveTo>
                    <a:pt x="0" y="2490"/>
                  </a:moveTo>
                  <a:lnTo>
                    <a:pt x="2490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7195598" y="4994958"/>
              <a:ext cx="12741" cy="12738"/>
            </a:xfrm>
            <a:custGeom>
              <a:avLst/>
              <a:pathLst>
                <a:path w="12741" h="12738">
                  <a:moveTo>
                    <a:pt x="0" y="12738"/>
                  </a:moveTo>
                  <a:lnTo>
                    <a:pt x="12741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7212811" y="4989365"/>
              <a:ext cx="1119" cy="1119"/>
            </a:xfrm>
            <a:custGeom>
              <a:avLst/>
              <a:pathLst>
                <a:path w="1119" h="1119">
                  <a:moveTo>
                    <a:pt x="0" y="1119"/>
                  </a:moveTo>
                  <a:lnTo>
                    <a:pt x="1119" y="0"/>
                  </a:lnTo>
                </a:path>
              </a:pathLst>
            </a:custGeom>
            <a:ln w="13550" cap="flat">
              <a:solidFill>
                <a:srgbClr val="E64B35">
                  <a:alpha val="9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7214629" y="4986410"/>
              <a:ext cx="2944" cy="2943"/>
            </a:xfrm>
            <a:custGeom>
              <a:avLst/>
              <a:pathLst>
                <a:path w="2944" h="2943">
                  <a:moveTo>
                    <a:pt x="0" y="2943"/>
                  </a:moveTo>
                  <a:lnTo>
                    <a:pt x="2944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7217633" y="4984234"/>
              <a:ext cx="2102" cy="2102"/>
            </a:xfrm>
            <a:custGeom>
              <a:avLst/>
              <a:pathLst>
                <a:path w="2102" h="2102">
                  <a:moveTo>
                    <a:pt x="0" y="2102"/>
                  </a:moveTo>
                  <a:lnTo>
                    <a:pt x="2102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7219749" y="4975410"/>
              <a:ext cx="8329" cy="8353"/>
            </a:xfrm>
            <a:custGeom>
              <a:avLst/>
              <a:pathLst>
                <a:path w="8329" h="8353">
                  <a:moveTo>
                    <a:pt x="0" y="8353"/>
                  </a:moveTo>
                  <a:lnTo>
                    <a:pt x="8329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7228850" y="4967861"/>
              <a:ext cx="7482" cy="7477"/>
            </a:xfrm>
            <a:custGeom>
              <a:avLst/>
              <a:pathLst>
                <a:path w="7482" h="7477">
                  <a:moveTo>
                    <a:pt x="0" y="7477"/>
                  </a:moveTo>
                  <a:lnTo>
                    <a:pt x="7482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7236384" y="4954601"/>
              <a:ext cx="13210" cy="13206"/>
            </a:xfrm>
            <a:custGeom>
              <a:avLst/>
              <a:pathLst>
                <a:path w="13210" h="13206">
                  <a:moveTo>
                    <a:pt x="0" y="13206"/>
                  </a:moveTo>
                  <a:lnTo>
                    <a:pt x="13210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7249547" y="5166858"/>
              <a:ext cx="1989" cy="1988"/>
            </a:xfrm>
            <a:custGeom>
              <a:avLst/>
              <a:pathLst>
                <a:path w="1989" h="1988">
                  <a:moveTo>
                    <a:pt x="0" y="1988"/>
                  </a:moveTo>
                  <a:lnTo>
                    <a:pt x="1989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7250730" y="4919499"/>
              <a:ext cx="33914" cy="33913"/>
            </a:xfrm>
            <a:custGeom>
              <a:avLst/>
              <a:pathLst>
                <a:path w="33914" h="33913">
                  <a:moveTo>
                    <a:pt x="0" y="33913"/>
                  </a:moveTo>
                  <a:lnTo>
                    <a:pt x="33914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250730" y="4869627"/>
              <a:ext cx="808" cy="807"/>
            </a:xfrm>
            <a:custGeom>
              <a:avLst/>
              <a:pathLst>
                <a:path w="808" h="807">
                  <a:moveTo>
                    <a:pt x="0" y="807"/>
                  </a:moveTo>
                  <a:lnTo>
                    <a:pt x="808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50795" y="4965897"/>
              <a:ext cx="714" cy="713"/>
            </a:xfrm>
            <a:custGeom>
              <a:avLst/>
              <a:pathLst>
                <a:path w="714" h="713">
                  <a:moveTo>
                    <a:pt x="0" y="713"/>
                  </a:moveTo>
                  <a:lnTo>
                    <a:pt x="714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250833" y="6336518"/>
              <a:ext cx="643" cy="642"/>
            </a:xfrm>
            <a:custGeom>
              <a:avLst/>
              <a:pathLst>
                <a:path w="643" h="642">
                  <a:moveTo>
                    <a:pt x="0" y="0"/>
                  </a:moveTo>
                  <a:lnTo>
                    <a:pt x="643" y="642"/>
                  </a:lnTo>
                </a:path>
              </a:pathLst>
            </a:custGeom>
            <a:ln w="13550" cap="flat">
              <a:solidFill>
                <a:srgbClr val="4DBBD5">
                  <a:alpha val="9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7250833" y="6250067"/>
              <a:ext cx="703" cy="703"/>
            </a:xfrm>
            <a:custGeom>
              <a:avLst/>
              <a:pathLst>
                <a:path w="703" h="703">
                  <a:moveTo>
                    <a:pt x="0" y="0"/>
                  </a:moveTo>
                  <a:lnTo>
                    <a:pt x="703" y="703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7250833" y="5991907"/>
              <a:ext cx="703" cy="703"/>
            </a:xfrm>
            <a:custGeom>
              <a:avLst/>
              <a:pathLst>
                <a:path w="703" h="703">
                  <a:moveTo>
                    <a:pt x="0" y="0"/>
                  </a:moveTo>
                  <a:lnTo>
                    <a:pt x="703" y="703"/>
                  </a:lnTo>
                </a:path>
              </a:pathLst>
            </a:custGeom>
            <a:ln w="13550" cap="flat">
              <a:solidFill>
                <a:srgbClr val="4DBBD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7282461" y="4917275"/>
              <a:ext cx="4408" cy="4407"/>
            </a:xfrm>
            <a:custGeom>
              <a:avLst/>
              <a:pathLst>
                <a:path w="4408" h="4407">
                  <a:moveTo>
                    <a:pt x="0" y="4407"/>
                  </a:moveTo>
                  <a:lnTo>
                    <a:pt x="4408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7287161" y="4910585"/>
              <a:ext cx="6649" cy="6649"/>
            </a:xfrm>
            <a:custGeom>
              <a:avLst/>
              <a:pathLst>
                <a:path w="6649" h="6649">
                  <a:moveTo>
                    <a:pt x="0" y="6649"/>
                  </a:moveTo>
                  <a:lnTo>
                    <a:pt x="6649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7293856" y="4900898"/>
              <a:ext cx="9645" cy="9645"/>
            </a:xfrm>
            <a:custGeom>
              <a:avLst/>
              <a:pathLst>
                <a:path w="9645" h="9645">
                  <a:moveTo>
                    <a:pt x="0" y="9645"/>
                  </a:moveTo>
                  <a:lnTo>
                    <a:pt x="9645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7311649" y="4870490"/>
              <a:ext cx="22780" cy="22781"/>
            </a:xfrm>
            <a:custGeom>
              <a:avLst/>
              <a:pathLst>
                <a:path w="22780" h="22781">
                  <a:moveTo>
                    <a:pt x="0" y="22781"/>
                  </a:moveTo>
                  <a:lnTo>
                    <a:pt x="22780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7335905" y="4857573"/>
              <a:ext cx="11389" cy="11392"/>
            </a:xfrm>
            <a:custGeom>
              <a:avLst/>
              <a:pathLst>
                <a:path w="11389" h="11392">
                  <a:moveTo>
                    <a:pt x="0" y="11392"/>
                  </a:moveTo>
                  <a:lnTo>
                    <a:pt x="11389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7348047" y="4848442"/>
              <a:ext cx="5518" cy="5519"/>
            </a:xfrm>
            <a:custGeom>
              <a:avLst/>
              <a:pathLst>
                <a:path w="5518" h="5519">
                  <a:moveTo>
                    <a:pt x="0" y="5519"/>
                  </a:moveTo>
                  <a:lnTo>
                    <a:pt x="5518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7355962" y="6179883"/>
              <a:ext cx="1508" cy="1508"/>
            </a:xfrm>
            <a:custGeom>
              <a:avLst/>
              <a:pathLst>
                <a:path w="1508" h="1508">
                  <a:moveTo>
                    <a:pt x="0" y="0"/>
                  </a:moveTo>
                  <a:lnTo>
                    <a:pt x="1508" y="1508"/>
                  </a:lnTo>
                </a:path>
              </a:pathLst>
            </a:custGeom>
            <a:ln w="13550" cap="flat">
              <a:solidFill>
                <a:srgbClr val="4DBBD5">
                  <a:alpha val="8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7360768" y="4830398"/>
              <a:ext cx="7533" cy="7530"/>
            </a:xfrm>
            <a:custGeom>
              <a:avLst/>
              <a:pathLst>
                <a:path w="7533" h="7530">
                  <a:moveTo>
                    <a:pt x="0" y="7530"/>
                  </a:moveTo>
                  <a:lnTo>
                    <a:pt x="7533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7393240" y="4802140"/>
              <a:ext cx="7466" cy="7460"/>
            </a:xfrm>
            <a:custGeom>
              <a:avLst/>
              <a:pathLst>
                <a:path w="7466" h="7460">
                  <a:moveTo>
                    <a:pt x="0" y="7460"/>
                  </a:moveTo>
                  <a:lnTo>
                    <a:pt x="7466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7403917" y="4793501"/>
              <a:ext cx="5492" cy="5497"/>
            </a:xfrm>
            <a:custGeom>
              <a:avLst/>
              <a:pathLst>
                <a:path w="5492" h="5497">
                  <a:moveTo>
                    <a:pt x="0" y="5497"/>
                  </a:moveTo>
                  <a:lnTo>
                    <a:pt x="5492" y="0"/>
                  </a:lnTo>
                </a:path>
              </a:pathLst>
            </a:custGeom>
            <a:ln w="13550" cap="flat">
              <a:solidFill>
                <a:srgbClr val="E64B35">
                  <a:alpha val="6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7411280" y="4774574"/>
              <a:ext cx="17087" cy="17084"/>
            </a:xfrm>
            <a:custGeom>
              <a:avLst/>
              <a:pathLst>
                <a:path w="17087" h="17084">
                  <a:moveTo>
                    <a:pt x="0" y="17084"/>
                  </a:moveTo>
                  <a:lnTo>
                    <a:pt x="17087" y="0"/>
                  </a:lnTo>
                </a:path>
              </a:pathLst>
            </a:custGeom>
            <a:ln w="13550" cap="flat">
              <a:solidFill>
                <a:srgbClr val="E64B3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7459485" y="4728749"/>
              <a:ext cx="12165" cy="12166"/>
            </a:xfrm>
            <a:custGeom>
              <a:avLst/>
              <a:pathLst>
                <a:path w="12165" h="12166">
                  <a:moveTo>
                    <a:pt x="0" y="12166"/>
                  </a:moveTo>
                  <a:lnTo>
                    <a:pt x="12165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7486019" y="4712467"/>
              <a:ext cx="2566" cy="2566"/>
            </a:xfrm>
            <a:custGeom>
              <a:avLst/>
              <a:pathLst>
                <a:path w="2566" h="2566">
                  <a:moveTo>
                    <a:pt x="0" y="2566"/>
                  </a:moveTo>
                  <a:lnTo>
                    <a:pt x="2566" y="0"/>
                  </a:lnTo>
                </a:path>
              </a:pathLst>
            </a:custGeom>
            <a:ln w="13550" cap="flat">
              <a:solidFill>
                <a:srgbClr val="E64B35">
                  <a:alpha val="7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7492041" y="4692650"/>
              <a:ext cx="13930" cy="13928"/>
            </a:xfrm>
            <a:custGeom>
              <a:avLst/>
              <a:pathLst>
                <a:path w="13930" h="13928">
                  <a:moveTo>
                    <a:pt x="0" y="13928"/>
                  </a:moveTo>
                  <a:lnTo>
                    <a:pt x="13930" y="0"/>
                  </a:lnTo>
                </a:path>
              </a:pathLst>
            </a:custGeom>
            <a:ln w="13550" cap="flat">
              <a:solidFill>
                <a:srgbClr val="E64B35">
                  <a:alpha val="6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7509029" y="4681892"/>
              <a:ext cx="7470" cy="7470"/>
            </a:xfrm>
            <a:custGeom>
              <a:avLst/>
              <a:pathLst>
                <a:path w="7470" h="7470">
                  <a:moveTo>
                    <a:pt x="0" y="7470"/>
                  </a:moveTo>
                  <a:lnTo>
                    <a:pt x="7470" y="0"/>
                  </a:lnTo>
                </a:path>
              </a:pathLst>
            </a:custGeom>
            <a:ln w="13550" cap="flat">
              <a:solidFill>
                <a:srgbClr val="E64B35">
                  <a:alpha val="6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7525330" y="4669539"/>
              <a:ext cx="6503" cy="6501"/>
            </a:xfrm>
            <a:custGeom>
              <a:avLst/>
              <a:pathLst>
                <a:path w="6503" h="6501">
                  <a:moveTo>
                    <a:pt x="0" y="6501"/>
                  </a:moveTo>
                  <a:lnTo>
                    <a:pt x="6503" y="0"/>
                  </a:lnTo>
                </a:path>
              </a:pathLst>
            </a:custGeom>
            <a:ln w="13550" cap="flat">
              <a:solidFill>
                <a:srgbClr val="E64B35">
                  <a:alpha val="7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7539751" y="4650251"/>
              <a:ext cx="11866" cy="11864"/>
            </a:xfrm>
            <a:custGeom>
              <a:avLst/>
              <a:pathLst>
                <a:path w="11866" h="11864">
                  <a:moveTo>
                    <a:pt x="0" y="11864"/>
                  </a:moveTo>
                  <a:lnTo>
                    <a:pt x="11866" y="0"/>
                  </a:lnTo>
                </a:path>
              </a:pathLst>
            </a:custGeom>
            <a:ln w="13550" cap="flat">
              <a:solidFill>
                <a:srgbClr val="E64B3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7551812" y="4643038"/>
              <a:ext cx="7198" cy="7197"/>
            </a:xfrm>
            <a:custGeom>
              <a:avLst/>
              <a:pathLst>
                <a:path w="7198" h="7197">
                  <a:moveTo>
                    <a:pt x="0" y="7197"/>
                  </a:moveTo>
                  <a:lnTo>
                    <a:pt x="7198" y="0"/>
                  </a:lnTo>
                </a:path>
              </a:pathLst>
            </a:custGeom>
            <a:ln w="13550" cap="flat">
              <a:solidFill>
                <a:srgbClr val="E64B35">
                  <a:alpha val="7647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7570372" y="4625799"/>
              <a:ext cx="5862" cy="5862"/>
            </a:xfrm>
            <a:custGeom>
              <a:avLst/>
              <a:pathLst>
                <a:path w="5862" h="5862">
                  <a:moveTo>
                    <a:pt x="0" y="5862"/>
                  </a:moveTo>
                  <a:lnTo>
                    <a:pt x="5862" y="0"/>
                  </a:lnTo>
                </a:path>
              </a:pathLst>
            </a:custGeom>
            <a:ln w="13550" cap="flat">
              <a:solidFill>
                <a:srgbClr val="E64B3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7576544" y="4615366"/>
              <a:ext cx="10334" cy="10337"/>
            </a:xfrm>
            <a:custGeom>
              <a:avLst/>
              <a:pathLst>
                <a:path w="10334" h="10337">
                  <a:moveTo>
                    <a:pt x="0" y="10337"/>
                  </a:moveTo>
                  <a:lnTo>
                    <a:pt x="10334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5855077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7353566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7592575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5768202" y="6377908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5768202" y="4848442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5768202" y="4614033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  <a:lnTo>
                    <a:pt x="19112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5768202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tx684"/>
            <p:cNvSpPr/>
            <p:nvPr/>
          </p:nvSpPr>
          <p:spPr>
            <a:xfrm>
              <a:off x="5666143" y="634549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5666143" y="598211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5666143" y="561873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5666143" y="5255350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5666143" y="4891970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5666143" y="4528589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690" name="pl690"/>
            <p:cNvSpPr/>
            <p:nvPr/>
          </p:nvSpPr>
          <p:spPr>
            <a:xfrm>
              <a:off x="5742897" y="637790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5742897" y="60145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5742897" y="565114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5742897" y="528776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5742897" y="49243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5742897" y="456100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tx696"/>
            <p:cNvSpPr/>
            <p:nvPr/>
          </p:nvSpPr>
          <p:spPr>
            <a:xfrm rot="-5400000">
              <a:off x="5219528" y="5458937"/>
              <a:ext cx="726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 (Mb)</a:t>
              </a:r>
            </a:p>
          </p:txBody>
        </p:sp>
        <p:sp>
          <p:nvSpPr>
            <p:cNvPr id="697" name="pl697"/>
            <p:cNvSpPr/>
            <p:nvPr/>
          </p:nvSpPr>
          <p:spPr>
            <a:xfrm>
              <a:off x="5768202" y="6466102"/>
              <a:ext cx="1911247" cy="0"/>
            </a:xfrm>
            <a:custGeom>
              <a:avLst/>
              <a:pathLst>
                <a:path w="1911247" h="0">
                  <a:moveTo>
                    <a:pt x="0" y="0"/>
                  </a:moveTo>
                  <a:lnTo>
                    <a:pt x="19112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5855077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218457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581838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945219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7308599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7671980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tx704"/>
            <p:cNvSpPr/>
            <p:nvPr/>
          </p:nvSpPr>
          <p:spPr>
            <a:xfrm>
              <a:off x="5826822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6190202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6553583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6916964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7280344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7643725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6353311" y="6620258"/>
              <a:ext cx="7410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 (Mb)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6341881" y="4091557"/>
              <a:ext cx="76388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5468290" y="3930302"/>
              <a:ext cx="7735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713" name="rc713"/>
            <p:cNvSpPr/>
            <p:nvPr/>
          </p:nvSpPr>
          <p:spPr>
            <a:xfrm>
              <a:off x="8105203" y="4525839"/>
              <a:ext cx="198840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8105203" y="6377908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8105203" y="6009621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8105203" y="5641335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8105203" y="5273048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8105203" y="4904761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8105203" y="4536475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8195585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8563871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8932158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9300445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9668731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10037018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8195585" y="6363331"/>
              <a:ext cx="14561" cy="14576"/>
            </a:xfrm>
            <a:custGeom>
              <a:avLst/>
              <a:pathLst>
                <a:path w="14561" h="14576">
                  <a:moveTo>
                    <a:pt x="0" y="14576"/>
                  </a:moveTo>
                  <a:lnTo>
                    <a:pt x="14561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8210800" y="6343542"/>
              <a:ext cx="18864" cy="18834"/>
            </a:xfrm>
            <a:custGeom>
              <a:avLst/>
              <a:pathLst>
                <a:path w="18864" h="18834">
                  <a:moveTo>
                    <a:pt x="0" y="18834"/>
                  </a:moveTo>
                  <a:lnTo>
                    <a:pt x="18864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8228847" y="6198860"/>
              <a:ext cx="708" cy="707"/>
            </a:xfrm>
            <a:custGeom>
              <a:avLst/>
              <a:pathLst>
                <a:path w="708" h="707">
                  <a:moveTo>
                    <a:pt x="0" y="707"/>
                  </a:moveTo>
                  <a:lnTo>
                    <a:pt x="708" y="0"/>
                  </a:lnTo>
                </a:path>
              </a:pathLst>
            </a:custGeom>
            <a:ln w="13550" cap="flat">
              <a:solidFill>
                <a:srgbClr val="E64B35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8229672" y="6328409"/>
              <a:ext cx="15064" cy="15075"/>
            </a:xfrm>
            <a:custGeom>
              <a:avLst/>
              <a:pathLst>
                <a:path w="15064" h="15075">
                  <a:moveTo>
                    <a:pt x="0" y="15075"/>
                  </a:moveTo>
                  <a:lnTo>
                    <a:pt x="15064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8252170" y="6315503"/>
              <a:ext cx="5559" cy="5559"/>
            </a:xfrm>
            <a:custGeom>
              <a:avLst/>
              <a:pathLst>
                <a:path w="5559" h="5559">
                  <a:moveTo>
                    <a:pt x="0" y="5559"/>
                  </a:moveTo>
                  <a:lnTo>
                    <a:pt x="5559" y="0"/>
                  </a:lnTo>
                </a:path>
              </a:pathLst>
            </a:custGeom>
            <a:ln w="13550" cap="flat">
              <a:solidFill>
                <a:srgbClr val="E64B35">
                  <a:alpha val="8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8257746" y="6247477"/>
              <a:ext cx="67747" cy="67751"/>
            </a:xfrm>
            <a:custGeom>
              <a:avLst/>
              <a:pathLst>
                <a:path w="67747" h="67751">
                  <a:moveTo>
                    <a:pt x="0" y="67751"/>
                  </a:moveTo>
                  <a:lnTo>
                    <a:pt x="67747" y="0"/>
                  </a:lnTo>
                </a:path>
              </a:pathLst>
            </a:custGeom>
            <a:ln w="13550" cap="flat">
              <a:solidFill>
                <a:srgbClr val="E64B35">
                  <a:alpha val="8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8281845" y="4855075"/>
              <a:ext cx="1203" cy="1203"/>
            </a:xfrm>
            <a:custGeom>
              <a:avLst/>
              <a:pathLst>
                <a:path w="1203" h="1203">
                  <a:moveTo>
                    <a:pt x="0" y="0"/>
                  </a:moveTo>
                  <a:lnTo>
                    <a:pt x="1203" y="1203"/>
                  </a:lnTo>
                </a:path>
              </a:pathLst>
            </a:custGeom>
            <a:ln w="13550" cap="flat">
              <a:solidFill>
                <a:srgbClr val="4DBBD5">
                  <a:alpha val="9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8325533" y="6234950"/>
              <a:ext cx="12532" cy="12526"/>
            </a:xfrm>
            <a:custGeom>
              <a:avLst/>
              <a:pathLst>
                <a:path w="12532" h="12526">
                  <a:moveTo>
                    <a:pt x="0" y="12526"/>
                  </a:moveTo>
                  <a:lnTo>
                    <a:pt x="12532" y="0"/>
                  </a:lnTo>
                </a:path>
              </a:pathLst>
            </a:custGeom>
            <a:ln w="13550" cap="flat">
              <a:solidFill>
                <a:srgbClr val="E64B35">
                  <a:alpha val="8901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8338421" y="6197570"/>
              <a:ext cx="37390" cy="37387"/>
            </a:xfrm>
            <a:custGeom>
              <a:avLst/>
              <a:pathLst>
                <a:path w="37390" h="37387">
                  <a:moveTo>
                    <a:pt x="0" y="37387"/>
                  </a:moveTo>
                  <a:lnTo>
                    <a:pt x="37390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8363846" y="4844334"/>
              <a:ext cx="436" cy="436"/>
            </a:xfrm>
            <a:custGeom>
              <a:avLst/>
              <a:pathLst>
                <a:path w="436" h="436">
                  <a:moveTo>
                    <a:pt x="0" y="0"/>
                  </a:moveTo>
                  <a:lnTo>
                    <a:pt x="436" y="436"/>
                  </a:lnTo>
                </a:path>
              </a:pathLst>
            </a:custGeom>
            <a:ln w="13550" cap="flat">
              <a:solidFill>
                <a:srgbClr val="4DBBD5">
                  <a:alpha val="9607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8373812" y="5085768"/>
              <a:ext cx="708" cy="709"/>
            </a:xfrm>
            <a:custGeom>
              <a:avLst/>
              <a:pathLst>
                <a:path w="708" h="709">
                  <a:moveTo>
                    <a:pt x="0" y="0"/>
                  </a:moveTo>
                  <a:lnTo>
                    <a:pt x="708" y="709"/>
                  </a:lnTo>
                </a:path>
              </a:pathLst>
            </a:custGeom>
            <a:ln w="13550" cap="flat">
              <a:solidFill>
                <a:srgbClr val="4DBBD5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8373812" y="4840202"/>
              <a:ext cx="712" cy="712"/>
            </a:xfrm>
            <a:custGeom>
              <a:avLst/>
              <a:pathLst>
                <a:path w="712" h="712">
                  <a:moveTo>
                    <a:pt x="0" y="0"/>
                  </a:moveTo>
                  <a:lnTo>
                    <a:pt x="712" y="712"/>
                  </a:lnTo>
                </a:path>
              </a:pathLst>
            </a:custGeom>
            <a:ln w="13550" cap="flat">
              <a:solidFill>
                <a:srgbClr val="4DBBD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8373813" y="6342325"/>
              <a:ext cx="2058" cy="2033"/>
            </a:xfrm>
            <a:custGeom>
              <a:avLst/>
              <a:pathLst>
                <a:path w="2058" h="2033">
                  <a:moveTo>
                    <a:pt x="0" y="2033"/>
                  </a:moveTo>
                  <a:lnTo>
                    <a:pt x="2058" y="0"/>
                  </a:lnTo>
                </a:path>
              </a:pathLst>
            </a:custGeom>
            <a:ln w="13550" cap="flat">
              <a:solidFill>
                <a:srgbClr val="E64B35">
                  <a:alpha val="3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8373873" y="6291264"/>
              <a:ext cx="651" cy="650"/>
            </a:xfrm>
            <a:custGeom>
              <a:avLst/>
              <a:pathLst>
                <a:path w="651" h="650">
                  <a:moveTo>
                    <a:pt x="0" y="650"/>
                  </a:moveTo>
                  <a:lnTo>
                    <a:pt x="651" y="0"/>
                  </a:lnTo>
                </a:path>
              </a:pathLst>
            </a:custGeom>
            <a:ln w="13550" cap="flat">
              <a:solidFill>
                <a:srgbClr val="E64B35">
                  <a:alpha val="8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8374617" y="5995725"/>
              <a:ext cx="1254" cy="1254"/>
            </a:xfrm>
            <a:custGeom>
              <a:avLst/>
              <a:pathLst>
                <a:path w="1254" h="1254">
                  <a:moveTo>
                    <a:pt x="0" y="1254"/>
                  </a:moveTo>
                  <a:lnTo>
                    <a:pt x="1254" y="0"/>
                  </a:lnTo>
                </a:path>
              </a:pathLst>
            </a:custGeom>
            <a:ln w="13550" cap="flat">
              <a:solidFill>
                <a:srgbClr val="E64B35">
                  <a:alpha val="9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8374712" y="6289920"/>
              <a:ext cx="1160" cy="1160"/>
            </a:xfrm>
            <a:custGeom>
              <a:avLst/>
              <a:pathLst>
                <a:path w="1160" h="1160">
                  <a:moveTo>
                    <a:pt x="0" y="1160"/>
                  </a:moveTo>
                  <a:lnTo>
                    <a:pt x="1160" y="0"/>
                  </a:lnTo>
                </a:path>
              </a:pathLst>
            </a:custGeom>
            <a:ln w="13550" cap="flat">
              <a:solidFill>
                <a:srgbClr val="E64B35">
                  <a:alpha val="9647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8374712" y="4855121"/>
              <a:ext cx="1158" cy="1159"/>
            </a:xfrm>
            <a:custGeom>
              <a:avLst/>
              <a:pathLst>
                <a:path w="1158" h="1159">
                  <a:moveTo>
                    <a:pt x="0" y="0"/>
                  </a:moveTo>
                  <a:lnTo>
                    <a:pt x="1158" y="1159"/>
                  </a:lnTo>
                </a:path>
              </a:pathLst>
            </a:custGeom>
            <a:ln w="13550" cap="flat">
              <a:solidFill>
                <a:srgbClr val="4DBBD5">
                  <a:alpha val="9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8374712" y="4841097"/>
              <a:ext cx="1158" cy="1158"/>
            </a:xfrm>
            <a:custGeom>
              <a:avLst/>
              <a:pathLst>
                <a:path w="1158" h="1158">
                  <a:moveTo>
                    <a:pt x="0" y="0"/>
                  </a:moveTo>
                  <a:lnTo>
                    <a:pt x="1158" y="1158"/>
                  </a:lnTo>
                </a:path>
              </a:pathLst>
            </a:custGeom>
            <a:ln w="13550" cap="flat">
              <a:solidFill>
                <a:srgbClr val="4DBBD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8375821" y="6167066"/>
              <a:ext cx="30448" cy="30448"/>
            </a:xfrm>
            <a:custGeom>
              <a:avLst/>
              <a:pathLst>
                <a:path w="30448" h="30448">
                  <a:moveTo>
                    <a:pt x="0" y="30448"/>
                  </a:moveTo>
                  <a:lnTo>
                    <a:pt x="30448" y="0"/>
                  </a:lnTo>
                </a:path>
              </a:pathLst>
            </a:custGeom>
            <a:ln w="13550" cap="flat">
              <a:solidFill>
                <a:srgbClr val="E64B35">
                  <a:alpha val="9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8406991" y="6134116"/>
              <a:ext cx="32918" cy="32917"/>
            </a:xfrm>
            <a:custGeom>
              <a:avLst/>
              <a:pathLst>
                <a:path w="32918" h="32917">
                  <a:moveTo>
                    <a:pt x="0" y="32917"/>
                  </a:moveTo>
                  <a:lnTo>
                    <a:pt x="32918" y="0"/>
                  </a:lnTo>
                </a:path>
              </a:pathLst>
            </a:custGeom>
            <a:ln w="13550" cap="flat">
              <a:solidFill>
                <a:srgbClr val="E64B35">
                  <a:alpha val="8705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8440505" y="6131707"/>
              <a:ext cx="2314" cy="2314"/>
            </a:xfrm>
            <a:custGeom>
              <a:avLst/>
              <a:pathLst>
                <a:path w="2314" h="2314">
                  <a:moveTo>
                    <a:pt x="0" y="2314"/>
                  </a:moveTo>
                  <a:lnTo>
                    <a:pt x="2314" y="0"/>
                  </a:lnTo>
                </a:path>
              </a:pathLst>
            </a:custGeom>
            <a:ln w="13550" cap="flat">
              <a:solidFill>
                <a:srgbClr val="E64B35">
                  <a:alpha val="6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8445790" y="6126930"/>
              <a:ext cx="1891" cy="1886"/>
            </a:xfrm>
            <a:custGeom>
              <a:avLst/>
              <a:pathLst>
                <a:path w="1891" h="1886">
                  <a:moveTo>
                    <a:pt x="0" y="1886"/>
                  </a:moveTo>
                  <a:lnTo>
                    <a:pt x="1891" y="0"/>
                  </a:lnTo>
                </a:path>
              </a:pathLst>
            </a:custGeom>
            <a:ln w="13550" cap="flat">
              <a:solidFill>
                <a:srgbClr val="E64B35">
                  <a:alpha val="2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8449199" y="6124581"/>
              <a:ext cx="1153" cy="1152"/>
            </a:xfrm>
            <a:custGeom>
              <a:avLst/>
              <a:pathLst>
                <a:path w="1153" h="1152">
                  <a:moveTo>
                    <a:pt x="0" y="1152"/>
                  </a:moveTo>
                  <a:lnTo>
                    <a:pt x="1153" y="0"/>
                  </a:lnTo>
                </a:path>
              </a:pathLst>
            </a:custGeom>
            <a:ln w="13550" cap="flat">
              <a:solidFill>
                <a:srgbClr val="E64B35">
                  <a:alpha val="7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8450395" y="6085046"/>
              <a:ext cx="39532" cy="39535"/>
            </a:xfrm>
            <a:custGeom>
              <a:avLst/>
              <a:pathLst>
                <a:path w="39532" h="39535">
                  <a:moveTo>
                    <a:pt x="0" y="39535"/>
                  </a:moveTo>
                  <a:lnTo>
                    <a:pt x="39532" y="0"/>
                  </a:lnTo>
                </a:path>
              </a:pathLst>
            </a:custGeom>
            <a:ln w="13550" cap="flat">
              <a:solidFill>
                <a:srgbClr val="E64B35">
                  <a:alpha val="8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8528401" y="6069797"/>
              <a:ext cx="11851" cy="11854"/>
            </a:xfrm>
            <a:custGeom>
              <a:avLst/>
              <a:pathLst>
                <a:path w="11851" h="11854">
                  <a:moveTo>
                    <a:pt x="0" y="11854"/>
                  </a:moveTo>
                  <a:lnTo>
                    <a:pt x="11851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8540666" y="6009256"/>
              <a:ext cx="60056" cy="60055"/>
            </a:xfrm>
            <a:custGeom>
              <a:avLst/>
              <a:pathLst>
                <a:path w="60056" h="60055">
                  <a:moveTo>
                    <a:pt x="0" y="60055"/>
                  </a:moveTo>
                  <a:lnTo>
                    <a:pt x="60056" y="0"/>
                  </a:lnTo>
                </a:path>
              </a:pathLst>
            </a:custGeom>
            <a:ln w="13550" cap="flat">
              <a:solidFill>
                <a:srgbClr val="E64B35">
                  <a:alpha val="9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8613701" y="6008503"/>
              <a:ext cx="761" cy="761"/>
            </a:xfrm>
            <a:custGeom>
              <a:avLst/>
              <a:pathLst>
                <a:path w="761" h="761">
                  <a:moveTo>
                    <a:pt x="0" y="761"/>
                  </a:moveTo>
                  <a:lnTo>
                    <a:pt x="761" y="0"/>
                  </a:lnTo>
                </a:path>
              </a:pathLst>
            </a:custGeom>
            <a:ln w="13550" cap="flat">
              <a:solidFill>
                <a:srgbClr val="E64B3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8616304" y="5997077"/>
              <a:ext cx="11427" cy="11426"/>
            </a:xfrm>
            <a:custGeom>
              <a:avLst/>
              <a:pathLst>
                <a:path w="11427" h="11426">
                  <a:moveTo>
                    <a:pt x="0" y="11426"/>
                  </a:moveTo>
                  <a:lnTo>
                    <a:pt x="11427" y="0"/>
                  </a:lnTo>
                </a:path>
              </a:pathLst>
            </a:custGeom>
            <a:ln w="13550" cap="flat">
              <a:solidFill>
                <a:srgbClr val="E64B35">
                  <a:alpha val="9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8626977" y="6343649"/>
              <a:ext cx="708" cy="709"/>
            </a:xfrm>
            <a:custGeom>
              <a:avLst/>
              <a:pathLst>
                <a:path w="708" h="709">
                  <a:moveTo>
                    <a:pt x="0" y="709"/>
                  </a:moveTo>
                  <a:lnTo>
                    <a:pt x="708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8626977" y="6198856"/>
              <a:ext cx="712" cy="711"/>
            </a:xfrm>
            <a:custGeom>
              <a:avLst/>
              <a:pathLst>
                <a:path w="712" h="711">
                  <a:moveTo>
                    <a:pt x="0" y="711"/>
                  </a:moveTo>
                  <a:lnTo>
                    <a:pt x="712" y="0"/>
                  </a:lnTo>
                </a:path>
              </a:pathLst>
            </a:custGeom>
            <a:ln w="13550" cap="flat">
              <a:solidFill>
                <a:srgbClr val="E64B35">
                  <a:alpha val="4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8626977" y="5085769"/>
              <a:ext cx="708" cy="709"/>
            </a:xfrm>
            <a:custGeom>
              <a:avLst/>
              <a:pathLst>
                <a:path w="708" h="709">
                  <a:moveTo>
                    <a:pt x="0" y="0"/>
                  </a:moveTo>
                  <a:lnTo>
                    <a:pt x="708" y="709"/>
                  </a:lnTo>
                </a:path>
              </a:pathLst>
            </a:custGeom>
            <a:ln w="13550" cap="flat">
              <a:solidFill>
                <a:srgbClr val="4DBBD5">
                  <a:alpha val="8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8627762" y="6289918"/>
              <a:ext cx="1272" cy="1270"/>
            </a:xfrm>
            <a:custGeom>
              <a:avLst/>
              <a:pathLst>
                <a:path w="1272" h="1270">
                  <a:moveTo>
                    <a:pt x="0" y="1270"/>
                  </a:moveTo>
                  <a:lnTo>
                    <a:pt x="1272" y="0"/>
                  </a:lnTo>
                </a:path>
              </a:pathLst>
            </a:custGeom>
            <a:ln w="13550" cap="flat">
              <a:solidFill>
                <a:srgbClr val="E64B35">
                  <a:alpha val="9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8627762" y="4840989"/>
              <a:ext cx="1285" cy="1284"/>
            </a:xfrm>
            <a:custGeom>
              <a:avLst/>
              <a:pathLst>
                <a:path w="1285" h="1284">
                  <a:moveTo>
                    <a:pt x="0" y="0"/>
                  </a:moveTo>
                  <a:lnTo>
                    <a:pt x="1285" y="1284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8627825" y="5086547"/>
              <a:ext cx="1209" cy="1207"/>
            </a:xfrm>
            <a:custGeom>
              <a:avLst/>
              <a:pathLst>
                <a:path w="1209" h="1207">
                  <a:moveTo>
                    <a:pt x="0" y="0"/>
                  </a:moveTo>
                  <a:lnTo>
                    <a:pt x="1209" y="1207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8627825" y="4855075"/>
              <a:ext cx="1222" cy="1222"/>
            </a:xfrm>
            <a:custGeom>
              <a:avLst/>
              <a:pathLst>
                <a:path w="1222" h="1222">
                  <a:moveTo>
                    <a:pt x="0" y="0"/>
                  </a:moveTo>
                  <a:lnTo>
                    <a:pt x="1222" y="1222"/>
                  </a:lnTo>
                </a:path>
              </a:pathLst>
            </a:custGeom>
            <a:ln w="13550" cap="flat">
              <a:solidFill>
                <a:srgbClr val="4DBBD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8627871" y="6342307"/>
              <a:ext cx="1176" cy="1177"/>
            </a:xfrm>
            <a:custGeom>
              <a:avLst/>
              <a:pathLst>
                <a:path w="1176" h="1177">
                  <a:moveTo>
                    <a:pt x="0" y="1177"/>
                  </a:moveTo>
                  <a:lnTo>
                    <a:pt x="1176" y="0"/>
                  </a:lnTo>
                </a:path>
              </a:pathLst>
            </a:custGeom>
            <a:ln w="13550" cap="flat">
              <a:solidFill>
                <a:srgbClr val="E64B35">
                  <a:alpha val="9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8627871" y="6197570"/>
              <a:ext cx="1099" cy="1098"/>
            </a:xfrm>
            <a:custGeom>
              <a:avLst/>
              <a:pathLst>
                <a:path w="1099" h="1098">
                  <a:moveTo>
                    <a:pt x="0" y="1098"/>
                  </a:moveTo>
                  <a:lnTo>
                    <a:pt x="1099" y="0"/>
                  </a:lnTo>
                </a:path>
              </a:pathLst>
            </a:custGeom>
            <a:ln w="13550" cap="flat">
              <a:solidFill>
                <a:srgbClr val="E64B3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8627871" y="5968217"/>
              <a:ext cx="28674" cy="28667"/>
            </a:xfrm>
            <a:custGeom>
              <a:avLst/>
              <a:pathLst>
                <a:path w="28674" h="28667">
                  <a:moveTo>
                    <a:pt x="0" y="28667"/>
                  </a:moveTo>
                  <a:lnTo>
                    <a:pt x="28674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8665214" y="5951923"/>
              <a:ext cx="7828" cy="7831"/>
            </a:xfrm>
            <a:custGeom>
              <a:avLst/>
              <a:pathLst>
                <a:path w="7828" h="7831">
                  <a:moveTo>
                    <a:pt x="0" y="7831"/>
                  </a:moveTo>
                  <a:lnTo>
                    <a:pt x="7828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8673136" y="5947045"/>
              <a:ext cx="4511" cy="4511"/>
            </a:xfrm>
            <a:custGeom>
              <a:avLst/>
              <a:pathLst>
                <a:path w="4511" h="4511">
                  <a:moveTo>
                    <a:pt x="0" y="4511"/>
                  </a:moveTo>
                  <a:lnTo>
                    <a:pt x="4511" y="0"/>
                  </a:lnTo>
                </a:path>
              </a:pathLst>
            </a:custGeom>
            <a:ln w="13550" cap="flat">
              <a:solidFill>
                <a:srgbClr val="E64B35">
                  <a:alpha val="9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8678092" y="5895417"/>
              <a:ext cx="51608" cy="51612"/>
            </a:xfrm>
            <a:custGeom>
              <a:avLst/>
              <a:pathLst>
                <a:path w="51608" h="51612">
                  <a:moveTo>
                    <a:pt x="0" y="51612"/>
                  </a:moveTo>
                  <a:lnTo>
                    <a:pt x="51608" y="0"/>
                  </a:lnTo>
                </a:path>
              </a:pathLst>
            </a:custGeom>
            <a:ln w="13550" cap="flat">
              <a:solidFill>
                <a:srgbClr val="E64B35">
                  <a:alpha val="9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8729584" y="5880948"/>
              <a:ext cx="14530" cy="14524"/>
            </a:xfrm>
            <a:custGeom>
              <a:avLst/>
              <a:pathLst>
                <a:path w="14530" h="14524">
                  <a:moveTo>
                    <a:pt x="0" y="14524"/>
                  </a:moveTo>
                  <a:lnTo>
                    <a:pt x="14530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8747066" y="5837349"/>
              <a:ext cx="42795" cy="42796"/>
            </a:xfrm>
            <a:custGeom>
              <a:avLst/>
              <a:pathLst>
                <a:path w="42795" h="42796">
                  <a:moveTo>
                    <a:pt x="0" y="42796"/>
                  </a:moveTo>
                  <a:lnTo>
                    <a:pt x="42795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8788973" y="5788425"/>
              <a:ext cx="50067" cy="50045"/>
            </a:xfrm>
            <a:custGeom>
              <a:avLst/>
              <a:pathLst>
                <a:path w="50067" h="50045">
                  <a:moveTo>
                    <a:pt x="0" y="50045"/>
                  </a:moveTo>
                  <a:lnTo>
                    <a:pt x="50067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8842391" y="5781773"/>
              <a:ext cx="830" cy="830"/>
            </a:xfrm>
            <a:custGeom>
              <a:avLst/>
              <a:pathLst>
                <a:path w="830" h="830">
                  <a:moveTo>
                    <a:pt x="0" y="830"/>
                  </a:moveTo>
                  <a:lnTo>
                    <a:pt x="830" y="0"/>
                  </a:lnTo>
                </a:path>
              </a:pathLst>
            </a:custGeom>
            <a:ln w="13550" cap="flat">
              <a:solidFill>
                <a:srgbClr val="E64B35">
                  <a:alpha val="7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8843854" y="5767247"/>
              <a:ext cx="14328" cy="14329"/>
            </a:xfrm>
            <a:custGeom>
              <a:avLst/>
              <a:pathLst>
                <a:path w="14328" h="14329">
                  <a:moveTo>
                    <a:pt x="0" y="14329"/>
                  </a:moveTo>
                  <a:lnTo>
                    <a:pt x="14328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8858241" y="5727953"/>
              <a:ext cx="37086" cy="37088"/>
            </a:xfrm>
            <a:custGeom>
              <a:avLst/>
              <a:pathLst>
                <a:path w="37086" h="37088">
                  <a:moveTo>
                    <a:pt x="0" y="37088"/>
                  </a:moveTo>
                  <a:lnTo>
                    <a:pt x="37086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8897348" y="5721126"/>
              <a:ext cx="5080" cy="5078"/>
            </a:xfrm>
            <a:custGeom>
              <a:avLst/>
              <a:pathLst>
                <a:path w="5080" h="5078">
                  <a:moveTo>
                    <a:pt x="0" y="5078"/>
                  </a:moveTo>
                  <a:lnTo>
                    <a:pt x="5080" y="0"/>
                  </a:lnTo>
                </a:path>
              </a:pathLst>
            </a:custGeom>
            <a:ln w="13550" cap="flat">
              <a:solidFill>
                <a:srgbClr val="E64B35">
                  <a:alpha val="7529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8907191" y="5716211"/>
              <a:ext cx="1598" cy="1598"/>
            </a:xfrm>
            <a:custGeom>
              <a:avLst/>
              <a:pathLst>
                <a:path w="1598" h="1598">
                  <a:moveTo>
                    <a:pt x="0" y="1598"/>
                  </a:moveTo>
                  <a:lnTo>
                    <a:pt x="1598" y="0"/>
                  </a:lnTo>
                </a:path>
              </a:pathLst>
            </a:custGeom>
            <a:ln w="13550" cap="flat">
              <a:solidFill>
                <a:srgbClr val="E64B3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8912269" y="5697567"/>
              <a:ext cx="18549" cy="18549"/>
            </a:xfrm>
            <a:custGeom>
              <a:avLst/>
              <a:pathLst>
                <a:path w="18549" h="18549">
                  <a:moveTo>
                    <a:pt x="0" y="18549"/>
                  </a:moveTo>
                  <a:lnTo>
                    <a:pt x="18549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8930948" y="5695398"/>
              <a:ext cx="1775" cy="1776"/>
            </a:xfrm>
            <a:custGeom>
              <a:avLst/>
              <a:pathLst>
                <a:path w="1775" h="1776">
                  <a:moveTo>
                    <a:pt x="0" y="1776"/>
                  </a:moveTo>
                  <a:lnTo>
                    <a:pt x="1775" y="0"/>
                  </a:lnTo>
                </a:path>
              </a:pathLst>
            </a:custGeom>
            <a:ln w="13550" cap="flat">
              <a:solidFill>
                <a:srgbClr val="E64B35">
                  <a:alpha val="4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8933133" y="5684063"/>
              <a:ext cx="11329" cy="11325"/>
            </a:xfrm>
            <a:custGeom>
              <a:avLst/>
              <a:pathLst>
                <a:path w="11329" h="11325">
                  <a:moveTo>
                    <a:pt x="0" y="11325"/>
                  </a:moveTo>
                  <a:lnTo>
                    <a:pt x="11329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8944586" y="5607052"/>
              <a:ext cx="77022" cy="77010"/>
            </a:xfrm>
            <a:custGeom>
              <a:avLst/>
              <a:pathLst>
                <a:path w="77022" h="77010">
                  <a:moveTo>
                    <a:pt x="0" y="77010"/>
                  </a:moveTo>
                  <a:lnTo>
                    <a:pt x="77022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9040392" y="5593510"/>
              <a:ext cx="13537" cy="13554"/>
            </a:xfrm>
            <a:custGeom>
              <a:avLst/>
              <a:pathLst>
                <a:path w="13537" h="13554">
                  <a:moveTo>
                    <a:pt x="0" y="13554"/>
                  </a:moveTo>
                  <a:lnTo>
                    <a:pt x="13537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9056263" y="5551230"/>
              <a:ext cx="40878" cy="40876"/>
            </a:xfrm>
            <a:custGeom>
              <a:avLst/>
              <a:pathLst>
                <a:path w="40878" h="40876">
                  <a:moveTo>
                    <a:pt x="0" y="40876"/>
                  </a:moveTo>
                  <a:lnTo>
                    <a:pt x="40878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9097453" y="5547194"/>
              <a:ext cx="3266" cy="3269"/>
            </a:xfrm>
            <a:custGeom>
              <a:avLst/>
              <a:pathLst>
                <a:path w="3266" h="3269">
                  <a:moveTo>
                    <a:pt x="0" y="3269"/>
                  </a:moveTo>
                  <a:lnTo>
                    <a:pt x="3266" y="0"/>
                  </a:lnTo>
                </a:path>
              </a:pathLst>
            </a:custGeom>
            <a:ln w="13550" cap="flat">
              <a:solidFill>
                <a:srgbClr val="E64B35">
                  <a:alpha val="5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9104764" y="5531337"/>
              <a:ext cx="6072" cy="6073"/>
            </a:xfrm>
            <a:custGeom>
              <a:avLst/>
              <a:pathLst>
                <a:path w="6072" h="6073">
                  <a:moveTo>
                    <a:pt x="0" y="6073"/>
                  </a:moveTo>
                  <a:lnTo>
                    <a:pt x="6072" y="0"/>
                  </a:lnTo>
                </a:path>
              </a:pathLst>
            </a:custGeom>
            <a:ln w="13550" cap="flat">
              <a:solidFill>
                <a:srgbClr val="E64B35">
                  <a:alpha val="6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9112461" y="5479536"/>
              <a:ext cx="51797" cy="51799"/>
            </a:xfrm>
            <a:custGeom>
              <a:avLst/>
              <a:pathLst>
                <a:path w="51797" h="51799">
                  <a:moveTo>
                    <a:pt x="0" y="51799"/>
                  </a:moveTo>
                  <a:lnTo>
                    <a:pt x="51797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9164258" y="5442051"/>
              <a:ext cx="37442" cy="37411"/>
            </a:xfrm>
            <a:custGeom>
              <a:avLst/>
              <a:pathLst>
                <a:path w="37442" h="37411">
                  <a:moveTo>
                    <a:pt x="0" y="37411"/>
                  </a:moveTo>
                  <a:lnTo>
                    <a:pt x="37442" y="0"/>
                  </a:lnTo>
                </a:path>
              </a:pathLst>
            </a:custGeom>
            <a:ln w="13550" cap="flat">
              <a:solidFill>
                <a:srgbClr val="E64B35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9205144" y="5409461"/>
              <a:ext cx="29117" cy="29116"/>
            </a:xfrm>
            <a:custGeom>
              <a:avLst/>
              <a:pathLst>
                <a:path w="29117" h="29116">
                  <a:moveTo>
                    <a:pt x="0" y="29116"/>
                  </a:moveTo>
                  <a:lnTo>
                    <a:pt x="29117" y="0"/>
                  </a:lnTo>
                </a:path>
              </a:pathLst>
            </a:custGeom>
            <a:ln w="13550" cap="flat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9236142" y="5402937"/>
              <a:ext cx="4671" cy="4671"/>
            </a:xfrm>
            <a:custGeom>
              <a:avLst/>
              <a:pathLst>
                <a:path w="4671" h="4671">
                  <a:moveTo>
                    <a:pt x="0" y="4671"/>
                  </a:moveTo>
                  <a:lnTo>
                    <a:pt x="4671" y="0"/>
                  </a:lnTo>
                </a:path>
              </a:pathLst>
            </a:custGeom>
            <a:ln w="13550" cap="flat">
              <a:solidFill>
                <a:srgbClr val="E64B35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9240813" y="5400853"/>
              <a:ext cx="2007" cy="2007"/>
            </a:xfrm>
            <a:custGeom>
              <a:avLst/>
              <a:pathLst>
                <a:path w="2007" h="2007">
                  <a:moveTo>
                    <a:pt x="0" y="2007"/>
                  </a:moveTo>
                  <a:lnTo>
                    <a:pt x="2007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9242821" y="5395101"/>
              <a:ext cx="3393" cy="3393"/>
            </a:xfrm>
            <a:custGeom>
              <a:avLst/>
              <a:pathLst>
                <a:path w="3393" h="3393">
                  <a:moveTo>
                    <a:pt x="0" y="3393"/>
                  </a:moveTo>
                  <a:lnTo>
                    <a:pt x="3393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9246215" y="5388449"/>
              <a:ext cx="6482" cy="6473"/>
            </a:xfrm>
            <a:custGeom>
              <a:avLst/>
              <a:pathLst>
                <a:path w="6482" h="6473">
                  <a:moveTo>
                    <a:pt x="0" y="6473"/>
                  </a:moveTo>
                  <a:lnTo>
                    <a:pt x="6482" y="0"/>
                  </a:lnTo>
                </a:path>
              </a:pathLst>
            </a:custGeom>
            <a:ln w="13550" cap="flat">
              <a:solidFill>
                <a:srgbClr val="E64B35">
                  <a:alpha val="6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9252736" y="5386897"/>
              <a:ext cx="1553" cy="1552"/>
            </a:xfrm>
            <a:custGeom>
              <a:avLst/>
              <a:pathLst>
                <a:path w="1553" h="1552">
                  <a:moveTo>
                    <a:pt x="0" y="1552"/>
                  </a:moveTo>
                  <a:lnTo>
                    <a:pt x="1553" y="0"/>
                  </a:lnTo>
                </a:path>
              </a:pathLst>
            </a:custGeom>
            <a:ln w="13550" cap="flat">
              <a:solidFill>
                <a:srgbClr val="E64B35">
                  <a:alpha val="5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9254644" y="5381051"/>
              <a:ext cx="4645" cy="4645"/>
            </a:xfrm>
            <a:custGeom>
              <a:avLst/>
              <a:pathLst>
                <a:path w="4645" h="4645">
                  <a:moveTo>
                    <a:pt x="0" y="4645"/>
                  </a:moveTo>
                  <a:lnTo>
                    <a:pt x="4645" y="0"/>
                  </a:lnTo>
                </a:path>
              </a:pathLst>
            </a:custGeom>
            <a:ln w="13550" cap="flat">
              <a:solidFill>
                <a:srgbClr val="E64B3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9261745" y="5374538"/>
              <a:ext cx="5469" cy="5468"/>
            </a:xfrm>
            <a:custGeom>
              <a:avLst/>
              <a:pathLst>
                <a:path w="5469" h="5468">
                  <a:moveTo>
                    <a:pt x="0" y="5468"/>
                  </a:moveTo>
                  <a:lnTo>
                    <a:pt x="5469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9268112" y="5364526"/>
              <a:ext cx="9469" cy="9469"/>
            </a:xfrm>
            <a:custGeom>
              <a:avLst/>
              <a:pathLst>
                <a:path w="9469" h="9469">
                  <a:moveTo>
                    <a:pt x="0" y="9469"/>
                  </a:moveTo>
                  <a:lnTo>
                    <a:pt x="9469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9278648" y="5343398"/>
              <a:ext cx="20273" cy="20273"/>
            </a:xfrm>
            <a:custGeom>
              <a:avLst/>
              <a:pathLst>
                <a:path w="20273" h="20273">
                  <a:moveTo>
                    <a:pt x="0" y="20273"/>
                  </a:moveTo>
                  <a:lnTo>
                    <a:pt x="20273" y="0"/>
                  </a:lnTo>
                </a:path>
              </a:pathLst>
            </a:custGeom>
            <a:ln w="13550" cap="flat">
              <a:solidFill>
                <a:srgbClr val="E64B35">
                  <a:alpha val="7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9299049" y="5328849"/>
              <a:ext cx="14420" cy="14422"/>
            </a:xfrm>
            <a:custGeom>
              <a:avLst/>
              <a:pathLst>
                <a:path w="14420" h="14422">
                  <a:moveTo>
                    <a:pt x="0" y="14422"/>
                  </a:moveTo>
                  <a:lnTo>
                    <a:pt x="14420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9313421" y="5290753"/>
              <a:ext cx="21147" cy="21137"/>
            </a:xfrm>
            <a:custGeom>
              <a:avLst/>
              <a:pathLst>
                <a:path w="21147" h="21137">
                  <a:moveTo>
                    <a:pt x="0" y="21137"/>
                  </a:moveTo>
                  <a:lnTo>
                    <a:pt x="21147" y="0"/>
                  </a:lnTo>
                </a:path>
              </a:pathLst>
            </a:custGeom>
            <a:ln w="13550" cap="flat">
              <a:solidFill>
                <a:srgbClr val="E64B3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9334649" y="5253581"/>
              <a:ext cx="37101" cy="37101"/>
            </a:xfrm>
            <a:custGeom>
              <a:avLst/>
              <a:pathLst>
                <a:path w="37101" h="37101">
                  <a:moveTo>
                    <a:pt x="0" y="37101"/>
                  </a:moveTo>
                  <a:lnTo>
                    <a:pt x="37101" y="0"/>
                  </a:lnTo>
                </a:path>
              </a:pathLst>
            </a:custGeom>
            <a:ln w="13550" cap="flat">
              <a:solidFill>
                <a:srgbClr val="E64B35">
                  <a:alpha val="8901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9371783" y="5218250"/>
              <a:ext cx="35331" cy="35330"/>
            </a:xfrm>
            <a:custGeom>
              <a:avLst/>
              <a:pathLst>
                <a:path w="35331" h="35330">
                  <a:moveTo>
                    <a:pt x="0" y="35330"/>
                  </a:moveTo>
                  <a:lnTo>
                    <a:pt x="35331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407180" y="5181439"/>
              <a:ext cx="36707" cy="36810"/>
            </a:xfrm>
            <a:custGeom>
              <a:avLst/>
              <a:pathLst>
                <a:path w="36707" h="36810">
                  <a:moveTo>
                    <a:pt x="0" y="36810"/>
                  </a:moveTo>
                  <a:lnTo>
                    <a:pt x="36707" y="0"/>
                  </a:lnTo>
                </a:path>
              </a:pathLst>
            </a:custGeom>
            <a:ln w="13550" cap="flat">
              <a:solidFill>
                <a:srgbClr val="E64B35">
                  <a:alpha val="7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9448392" y="5173951"/>
              <a:ext cx="3305" cy="3304"/>
            </a:xfrm>
            <a:custGeom>
              <a:avLst/>
              <a:pathLst>
                <a:path w="3305" h="3304">
                  <a:moveTo>
                    <a:pt x="0" y="3304"/>
                  </a:moveTo>
                  <a:lnTo>
                    <a:pt x="3305" y="0"/>
                  </a:lnTo>
                </a:path>
              </a:pathLst>
            </a:custGeom>
            <a:ln w="13550" cap="flat">
              <a:solidFill>
                <a:srgbClr val="E64B35">
                  <a:alpha val="4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9460798" y="5150251"/>
              <a:ext cx="20645" cy="20640"/>
            </a:xfrm>
            <a:custGeom>
              <a:avLst/>
              <a:pathLst>
                <a:path w="20645" h="20640">
                  <a:moveTo>
                    <a:pt x="0" y="20640"/>
                  </a:moveTo>
                  <a:lnTo>
                    <a:pt x="20645" y="0"/>
                  </a:lnTo>
                </a:path>
              </a:pathLst>
            </a:custGeom>
            <a:ln w="13550" cap="flat">
              <a:solidFill>
                <a:srgbClr val="E64B35">
                  <a:alpha val="8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9481444" y="5136487"/>
              <a:ext cx="13730" cy="13730"/>
            </a:xfrm>
            <a:custGeom>
              <a:avLst/>
              <a:pathLst>
                <a:path w="13730" h="13730">
                  <a:moveTo>
                    <a:pt x="0" y="13730"/>
                  </a:moveTo>
                  <a:lnTo>
                    <a:pt x="13730" y="0"/>
                  </a:lnTo>
                </a:path>
              </a:pathLst>
            </a:custGeom>
            <a:ln w="13550" cap="flat">
              <a:solidFill>
                <a:srgbClr val="E64B35">
                  <a:alpha val="9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9495166" y="5117892"/>
              <a:ext cx="17389" cy="17351"/>
            </a:xfrm>
            <a:custGeom>
              <a:avLst/>
              <a:pathLst>
                <a:path w="17389" h="17351">
                  <a:moveTo>
                    <a:pt x="0" y="17351"/>
                  </a:moveTo>
                  <a:lnTo>
                    <a:pt x="17389" y="0"/>
                  </a:lnTo>
                </a:path>
              </a:pathLst>
            </a:custGeom>
            <a:ln w="13550" cap="flat">
              <a:solidFill>
                <a:srgbClr val="E64B35">
                  <a:alpha val="7098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9517997" y="5105960"/>
              <a:ext cx="10303" cy="10297"/>
            </a:xfrm>
            <a:custGeom>
              <a:avLst/>
              <a:pathLst>
                <a:path w="10303" h="10297">
                  <a:moveTo>
                    <a:pt x="0" y="10297"/>
                  </a:moveTo>
                  <a:lnTo>
                    <a:pt x="10303" y="0"/>
                  </a:lnTo>
                </a:path>
              </a:pathLst>
            </a:custGeom>
            <a:ln w="13550" cap="flat">
              <a:solidFill>
                <a:srgbClr val="E64B35">
                  <a:alpha val="6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9528840" y="5056434"/>
              <a:ext cx="49160" cy="49182"/>
            </a:xfrm>
            <a:custGeom>
              <a:avLst/>
              <a:pathLst>
                <a:path w="49160" h="49182">
                  <a:moveTo>
                    <a:pt x="0" y="49182"/>
                  </a:moveTo>
                  <a:lnTo>
                    <a:pt x="49160" y="0"/>
                  </a:lnTo>
                </a:path>
              </a:pathLst>
            </a:custGeom>
            <a:ln w="13550" cap="flat">
              <a:solidFill>
                <a:srgbClr val="E64B35">
                  <a:alpha val="8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9546705" y="4854294"/>
              <a:ext cx="1985" cy="1985"/>
            </a:xfrm>
            <a:custGeom>
              <a:avLst/>
              <a:pathLst>
                <a:path w="1985" h="1985">
                  <a:moveTo>
                    <a:pt x="0" y="1985"/>
                  </a:moveTo>
                  <a:lnTo>
                    <a:pt x="1985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9546705" y="4841051"/>
              <a:ext cx="1202" cy="1203"/>
            </a:xfrm>
            <a:custGeom>
              <a:avLst/>
              <a:pathLst>
                <a:path w="1202" h="1203">
                  <a:moveTo>
                    <a:pt x="0" y="1203"/>
                  </a:moveTo>
                  <a:lnTo>
                    <a:pt x="1202" y="0"/>
                  </a:lnTo>
                </a:path>
              </a:pathLst>
            </a:custGeom>
            <a:ln w="13550" cap="flat">
              <a:solidFill>
                <a:srgbClr val="E64B35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9547868" y="6343542"/>
              <a:ext cx="817" cy="816"/>
            </a:xfrm>
            <a:custGeom>
              <a:avLst/>
              <a:pathLst>
                <a:path w="817" h="816">
                  <a:moveTo>
                    <a:pt x="0" y="0"/>
                  </a:moveTo>
                  <a:lnTo>
                    <a:pt x="817" y="816"/>
                  </a:lnTo>
                </a:path>
              </a:pathLst>
            </a:custGeom>
            <a:ln w="13550" cap="flat">
              <a:solidFill>
                <a:srgbClr val="4DBBD5">
                  <a:alpha val="7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9578109" y="4992248"/>
              <a:ext cx="64189" cy="64190"/>
            </a:xfrm>
            <a:custGeom>
              <a:avLst/>
              <a:pathLst>
                <a:path w="64189" h="64190">
                  <a:moveTo>
                    <a:pt x="0" y="64190"/>
                  </a:moveTo>
                  <a:lnTo>
                    <a:pt x="64189" y="0"/>
                  </a:lnTo>
                </a:path>
              </a:pathLst>
            </a:custGeom>
            <a:ln w="13550" cap="flat">
              <a:solidFill>
                <a:srgbClr val="E64B35">
                  <a:alpha val="8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9642243" y="4980623"/>
              <a:ext cx="11556" cy="11556"/>
            </a:xfrm>
            <a:custGeom>
              <a:avLst/>
              <a:pathLst>
                <a:path w="11556" h="11556">
                  <a:moveTo>
                    <a:pt x="0" y="11556"/>
                  </a:moveTo>
                  <a:lnTo>
                    <a:pt x="11556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9666728" y="4959176"/>
              <a:ext cx="4566" cy="4566"/>
            </a:xfrm>
            <a:custGeom>
              <a:avLst/>
              <a:pathLst>
                <a:path w="4566" h="4566">
                  <a:moveTo>
                    <a:pt x="0" y="4566"/>
                  </a:moveTo>
                  <a:lnTo>
                    <a:pt x="4566" y="0"/>
                  </a:lnTo>
                </a:path>
              </a:pathLst>
            </a:custGeom>
            <a:ln w="13550" cap="flat">
              <a:solidFill>
                <a:srgbClr val="E64B35">
                  <a:alpha val="6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9672351" y="4946021"/>
              <a:ext cx="13106" cy="13106"/>
            </a:xfrm>
            <a:custGeom>
              <a:avLst/>
              <a:pathLst>
                <a:path w="13106" h="13106">
                  <a:moveTo>
                    <a:pt x="0" y="13106"/>
                  </a:moveTo>
                  <a:lnTo>
                    <a:pt x="13106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9685458" y="4841097"/>
              <a:ext cx="104897" cy="104890"/>
            </a:xfrm>
            <a:custGeom>
              <a:avLst/>
              <a:pathLst>
                <a:path w="104897" h="104890">
                  <a:moveTo>
                    <a:pt x="0" y="104890"/>
                  </a:moveTo>
                  <a:lnTo>
                    <a:pt x="104897" y="0"/>
                  </a:lnTo>
                </a:path>
              </a:pathLst>
            </a:custGeom>
            <a:ln w="13550" cap="flat">
              <a:solidFill>
                <a:srgbClr val="E64B35">
                  <a:alpha val="8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9775154" y="5995708"/>
              <a:ext cx="1176" cy="1176"/>
            </a:xfrm>
            <a:custGeom>
              <a:avLst/>
              <a:pathLst>
                <a:path w="1176" h="1176">
                  <a:moveTo>
                    <a:pt x="0" y="0"/>
                  </a:moveTo>
                  <a:lnTo>
                    <a:pt x="1176" y="1176"/>
                  </a:lnTo>
                </a:path>
              </a:pathLst>
            </a:custGeom>
            <a:ln w="13550" cap="flat">
              <a:solidFill>
                <a:srgbClr val="4DBBD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9775172" y="5085768"/>
              <a:ext cx="1981" cy="1982"/>
            </a:xfrm>
            <a:custGeom>
              <a:avLst/>
              <a:pathLst>
                <a:path w="1981" h="1982">
                  <a:moveTo>
                    <a:pt x="0" y="1982"/>
                  </a:moveTo>
                  <a:lnTo>
                    <a:pt x="1981" y="0"/>
                  </a:lnTo>
                </a:path>
              </a:pathLst>
            </a:custGeom>
            <a:ln w="13550" cap="flat">
              <a:solidFill>
                <a:srgbClr val="E64B3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9776445" y="6291267"/>
              <a:ext cx="647" cy="647"/>
            </a:xfrm>
            <a:custGeom>
              <a:avLst/>
              <a:pathLst>
                <a:path w="647" h="647">
                  <a:moveTo>
                    <a:pt x="0" y="0"/>
                  </a:moveTo>
                  <a:lnTo>
                    <a:pt x="647" y="647"/>
                  </a:lnTo>
                </a:path>
              </a:pathLst>
            </a:custGeom>
            <a:ln w="13550" cap="flat">
              <a:solidFill>
                <a:srgbClr val="4DBBD5">
                  <a:alpha val="9882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9776445" y="4840185"/>
              <a:ext cx="726" cy="725"/>
            </a:xfrm>
            <a:custGeom>
              <a:avLst/>
              <a:pathLst>
                <a:path w="726" h="725">
                  <a:moveTo>
                    <a:pt x="0" y="725"/>
                  </a:moveTo>
                  <a:lnTo>
                    <a:pt x="726" y="0"/>
                  </a:lnTo>
                </a:path>
              </a:pathLst>
            </a:custGeom>
            <a:ln w="13550" cap="flat">
              <a:solidFill>
                <a:srgbClr val="E64B35">
                  <a:alpha val="8901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9789149" y="6342276"/>
              <a:ext cx="1302" cy="1302"/>
            </a:xfrm>
            <a:custGeom>
              <a:avLst/>
              <a:pathLst>
                <a:path w="1302" h="1302">
                  <a:moveTo>
                    <a:pt x="0" y="0"/>
                  </a:moveTo>
                  <a:lnTo>
                    <a:pt x="1302" y="1302"/>
                  </a:lnTo>
                </a:path>
              </a:pathLst>
            </a:custGeom>
            <a:ln w="13550" cap="flat">
              <a:solidFill>
                <a:srgbClr val="4DBBD5">
                  <a:alpha val="9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9789179" y="5995708"/>
              <a:ext cx="2123" cy="2123"/>
            </a:xfrm>
            <a:custGeom>
              <a:avLst/>
              <a:pathLst>
                <a:path w="2123" h="2123">
                  <a:moveTo>
                    <a:pt x="0" y="0"/>
                  </a:moveTo>
                  <a:lnTo>
                    <a:pt x="2123" y="2123"/>
                  </a:lnTo>
                </a:path>
              </a:pathLst>
            </a:custGeom>
            <a:ln w="13550" cap="flat">
              <a:solidFill>
                <a:srgbClr val="4DBBD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9789198" y="6289922"/>
              <a:ext cx="1158" cy="1157"/>
            </a:xfrm>
            <a:custGeom>
              <a:avLst/>
              <a:pathLst>
                <a:path w="1158" h="1157">
                  <a:moveTo>
                    <a:pt x="0" y="0"/>
                  </a:moveTo>
                  <a:lnTo>
                    <a:pt x="1158" y="1157"/>
                  </a:lnTo>
                </a:path>
              </a:pathLst>
            </a:custGeom>
            <a:ln w="13550" cap="flat">
              <a:solidFill>
                <a:srgbClr val="4DBBD5">
                  <a:alpha val="9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9789198" y="5086593"/>
              <a:ext cx="1158" cy="1157"/>
            </a:xfrm>
            <a:custGeom>
              <a:avLst/>
              <a:pathLst>
                <a:path w="1158" h="1157">
                  <a:moveTo>
                    <a:pt x="0" y="1157"/>
                  </a:moveTo>
                  <a:lnTo>
                    <a:pt x="1158" y="0"/>
                  </a:lnTo>
                </a:path>
              </a:pathLst>
            </a:custGeom>
            <a:ln w="13550" cap="flat">
              <a:solidFill>
                <a:srgbClr val="E64B35">
                  <a:alpha val="8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9789256" y="6197570"/>
              <a:ext cx="1195" cy="1193"/>
            </a:xfrm>
            <a:custGeom>
              <a:avLst/>
              <a:pathLst>
                <a:path w="1195" h="1193">
                  <a:moveTo>
                    <a:pt x="0" y="0"/>
                  </a:moveTo>
                  <a:lnTo>
                    <a:pt x="1195" y="1193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9790414" y="6291087"/>
              <a:ext cx="828" cy="827"/>
            </a:xfrm>
            <a:custGeom>
              <a:avLst/>
              <a:pathLst>
                <a:path w="828" h="827">
                  <a:moveTo>
                    <a:pt x="0" y="0"/>
                  </a:moveTo>
                  <a:lnTo>
                    <a:pt x="828" y="827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9790414" y="4819517"/>
              <a:ext cx="21570" cy="21573"/>
            </a:xfrm>
            <a:custGeom>
              <a:avLst/>
              <a:pathLst>
                <a:path w="21570" h="21573">
                  <a:moveTo>
                    <a:pt x="0" y="21573"/>
                  </a:moveTo>
                  <a:lnTo>
                    <a:pt x="21570" y="0"/>
                  </a:lnTo>
                </a:path>
              </a:pathLst>
            </a:custGeom>
            <a:ln w="13550" cap="flat">
              <a:solidFill>
                <a:srgbClr val="E64B35">
                  <a:alpha val="9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9790594" y="6343649"/>
              <a:ext cx="710" cy="711"/>
            </a:xfrm>
            <a:custGeom>
              <a:avLst/>
              <a:pathLst>
                <a:path w="710" h="711">
                  <a:moveTo>
                    <a:pt x="0" y="0"/>
                  </a:moveTo>
                  <a:lnTo>
                    <a:pt x="710" y="711"/>
                  </a:lnTo>
                </a:path>
              </a:pathLst>
            </a:custGeom>
            <a:ln w="13550" cap="flat">
              <a:solidFill>
                <a:srgbClr val="4DBBD5">
                  <a:alpha val="6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9790594" y="5085768"/>
              <a:ext cx="708" cy="710"/>
            </a:xfrm>
            <a:custGeom>
              <a:avLst/>
              <a:pathLst>
                <a:path w="708" h="710">
                  <a:moveTo>
                    <a:pt x="0" y="710"/>
                  </a:moveTo>
                  <a:lnTo>
                    <a:pt x="708" y="0"/>
                  </a:lnTo>
                </a:path>
              </a:pathLst>
            </a:custGeom>
            <a:ln w="13550" cap="flat">
              <a:solidFill>
                <a:srgbClr val="E64B35">
                  <a:alpha val="6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9812699" y="4818227"/>
              <a:ext cx="1277" cy="1277"/>
            </a:xfrm>
            <a:custGeom>
              <a:avLst/>
              <a:pathLst>
                <a:path w="1277" h="1277">
                  <a:moveTo>
                    <a:pt x="0" y="1277"/>
                  </a:moveTo>
                  <a:lnTo>
                    <a:pt x="1277" y="0"/>
                  </a:lnTo>
                </a:path>
              </a:pathLst>
            </a:custGeom>
            <a:ln w="13550" cap="flat">
              <a:solidFill>
                <a:srgbClr val="E64B35">
                  <a:alpha val="8705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9814298" y="4803788"/>
              <a:ext cx="14112" cy="14113"/>
            </a:xfrm>
            <a:custGeom>
              <a:avLst/>
              <a:pathLst>
                <a:path w="14112" h="14113">
                  <a:moveTo>
                    <a:pt x="0" y="14113"/>
                  </a:moveTo>
                  <a:lnTo>
                    <a:pt x="14112" y="0"/>
                  </a:lnTo>
                </a:path>
              </a:pathLst>
            </a:custGeom>
            <a:ln w="13550" cap="flat">
              <a:solidFill>
                <a:srgbClr val="E64B35">
                  <a:alpha val="8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9828411" y="4798314"/>
              <a:ext cx="5416" cy="5416"/>
            </a:xfrm>
            <a:custGeom>
              <a:avLst/>
              <a:pathLst>
                <a:path w="5416" h="5416">
                  <a:moveTo>
                    <a:pt x="0" y="5416"/>
                  </a:moveTo>
                  <a:lnTo>
                    <a:pt x="5416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9834099" y="4791876"/>
              <a:ext cx="6178" cy="6178"/>
            </a:xfrm>
            <a:custGeom>
              <a:avLst/>
              <a:pathLst>
                <a:path w="6178" h="6178">
                  <a:moveTo>
                    <a:pt x="0" y="6178"/>
                  </a:moveTo>
                  <a:lnTo>
                    <a:pt x="6178" y="0"/>
                  </a:lnTo>
                </a:path>
              </a:pathLst>
            </a:custGeom>
            <a:ln w="13550" cap="flat">
              <a:solidFill>
                <a:srgbClr val="E64B35">
                  <a:alpha val="9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9840277" y="4734661"/>
              <a:ext cx="57114" cy="57155"/>
            </a:xfrm>
            <a:custGeom>
              <a:avLst/>
              <a:pathLst>
                <a:path w="57114" h="57155">
                  <a:moveTo>
                    <a:pt x="0" y="0"/>
                  </a:moveTo>
                  <a:lnTo>
                    <a:pt x="57114" y="57155"/>
                  </a:lnTo>
                </a:path>
              </a:pathLst>
            </a:custGeom>
            <a:ln w="13550" cap="flat">
              <a:solidFill>
                <a:srgbClr val="4DBBD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9882336" y="4665485"/>
              <a:ext cx="15458" cy="15497"/>
            </a:xfrm>
            <a:custGeom>
              <a:avLst/>
              <a:pathLst>
                <a:path w="15458" h="15497">
                  <a:moveTo>
                    <a:pt x="0" y="0"/>
                  </a:moveTo>
                  <a:lnTo>
                    <a:pt x="15458" y="15497"/>
                  </a:lnTo>
                </a:path>
              </a:pathLst>
            </a:custGeom>
            <a:ln w="13550" cap="flat">
              <a:solidFill>
                <a:srgbClr val="4DBBD5">
                  <a:alpha val="6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9899468" y="4681195"/>
              <a:ext cx="17807" cy="17725"/>
            </a:xfrm>
            <a:custGeom>
              <a:avLst/>
              <a:pathLst>
                <a:path w="17807" h="17725">
                  <a:moveTo>
                    <a:pt x="0" y="0"/>
                  </a:moveTo>
                  <a:lnTo>
                    <a:pt x="17807" y="17725"/>
                  </a:lnTo>
                </a:path>
              </a:pathLst>
            </a:custGeom>
            <a:ln w="13550" cap="flat">
              <a:solidFill>
                <a:srgbClr val="4DBBD5">
                  <a:alpha val="4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9918745" y="4698749"/>
              <a:ext cx="35918" cy="35910"/>
            </a:xfrm>
            <a:custGeom>
              <a:avLst/>
              <a:pathLst>
                <a:path w="35918" h="35910">
                  <a:moveTo>
                    <a:pt x="0" y="0"/>
                  </a:moveTo>
                  <a:lnTo>
                    <a:pt x="35918" y="35910"/>
                  </a:lnTo>
                </a:path>
              </a:pathLst>
            </a:custGeom>
            <a:ln w="13550" cap="flat">
              <a:solidFill>
                <a:srgbClr val="4DBBD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9984109" y="4614909"/>
              <a:ext cx="2406" cy="2407"/>
            </a:xfrm>
            <a:custGeom>
              <a:avLst/>
              <a:pathLst>
                <a:path w="2406" h="2407">
                  <a:moveTo>
                    <a:pt x="0" y="2407"/>
                  </a:moveTo>
                  <a:lnTo>
                    <a:pt x="2406" y="0"/>
                  </a:lnTo>
                </a:path>
              </a:pathLst>
            </a:custGeom>
            <a:ln w="13550" cap="flat">
              <a:solidFill>
                <a:srgbClr val="E64B35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8195585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9840277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9954664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10003228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8105203" y="6377908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8105203" y="4791876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8105203" y="4663520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8105203" y="4614033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  <a:lnTo>
                    <a:pt x="198840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8105203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tx845"/>
            <p:cNvSpPr/>
            <p:nvPr/>
          </p:nvSpPr>
          <p:spPr>
            <a:xfrm>
              <a:off x="8003144" y="634549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8003144" y="5977206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8003144" y="5608919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8003144" y="524063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8003144" y="4872346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8003144" y="4504059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51" name="pl851"/>
            <p:cNvSpPr/>
            <p:nvPr/>
          </p:nvSpPr>
          <p:spPr>
            <a:xfrm>
              <a:off x="8079898" y="637790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8079898" y="600962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8079898" y="564133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8079898" y="527304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8079898" y="490476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8079898" y="453647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tx857"/>
            <p:cNvSpPr/>
            <p:nvPr/>
          </p:nvSpPr>
          <p:spPr>
            <a:xfrm rot="-5400000">
              <a:off x="7556529" y="5458937"/>
              <a:ext cx="726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D018P05 (Mb)</a:t>
              </a:r>
            </a:p>
          </p:txBody>
        </p:sp>
        <p:sp>
          <p:nvSpPr>
            <p:cNvPr id="858" name="pl858"/>
            <p:cNvSpPr/>
            <p:nvPr/>
          </p:nvSpPr>
          <p:spPr>
            <a:xfrm>
              <a:off x="8105203" y="6466102"/>
              <a:ext cx="1988407" cy="0"/>
            </a:xfrm>
            <a:custGeom>
              <a:avLst/>
              <a:pathLst>
                <a:path w="1988407" h="0">
                  <a:moveTo>
                    <a:pt x="0" y="0"/>
                  </a:moveTo>
                  <a:lnTo>
                    <a:pt x="198840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8195585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8563871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8932158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9300445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9668731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10037018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tx865"/>
            <p:cNvSpPr/>
            <p:nvPr/>
          </p:nvSpPr>
          <p:spPr>
            <a:xfrm>
              <a:off x="8167330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8535616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8903903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9272190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9640476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10008763" y="651165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8728891" y="6620258"/>
              <a:ext cx="7410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 (Mb)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8705025" y="4091557"/>
              <a:ext cx="78876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7755365" y="3930302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874" name="rc874"/>
            <p:cNvSpPr/>
            <p:nvPr/>
          </p:nvSpPr>
          <p:spPr>
            <a:xfrm>
              <a:off x="10518631" y="4525839"/>
              <a:ext cx="1953147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10518631" y="6377908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10518631" y="5963442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10518631" y="5548977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10518631" y="5134511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10518631" y="4720046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10607411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11125493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11643575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12161656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10618075" y="6372074"/>
              <a:ext cx="1884" cy="1884"/>
            </a:xfrm>
            <a:custGeom>
              <a:avLst/>
              <a:pathLst>
                <a:path w="1884" h="1884">
                  <a:moveTo>
                    <a:pt x="0" y="1884"/>
                  </a:moveTo>
                  <a:lnTo>
                    <a:pt x="1884" y="0"/>
                  </a:lnTo>
                </a:path>
              </a:pathLst>
            </a:custGeom>
            <a:ln w="13550" cap="flat">
              <a:solidFill>
                <a:srgbClr val="E64B35">
                  <a:alpha val="6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10620232" y="6368769"/>
              <a:ext cx="2865" cy="2864"/>
            </a:xfrm>
            <a:custGeom>
              <a:avLst/>
              <a:pathLst>
                <a:path w="2865" h="2864">
                  <a:moveTo>
                    <a:pt x="0" y="2864"/>
                  </a:moveTo>
                  <a:lnTo>
                    <a:pt x="2865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10623119" y="6343888"/>
              <a:ext cx="24882" cy="24880"/>
            </a:xfrm>
            <a:custGeom>
              <a:avLst/>
              <a:pathLst>
                <a:path w="24882" h="24880">
                  <a:moveTo>
                    <a:pt x="0" y="24880"/>
                  </a:moveTo>
                  <a:lnTo>
                    <a:pt x="24882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10648391" y="6335169"/>
              <a:ext cx="8317" cy="8323"/>
            </a:xfrm>
            <a:custGeom>
              <a:avLst/>
              <a:pathLst>
                <a:path w="8317" h="8323">
                  <a:moveTo>
                    <a:pt x="0" y="8323"/>
                  </a:moveTo>
                  <a:lnTo>
                    <a:pt x="8317" y="0"/>
                  </a:lnTo>
                </a:path>
              </a:pathLst>
            </a:custGeom>
            <a:ln w="13550" cap="flat">
              <a:solidFill>
                <a:srgbClr val="E64B3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10658479" y="6279026"/>
              <a:ext cx="54576" cy="54592"/>
            </a:xfrm>
            <a:custGeom>
              <a:avLst/>
              <a:pathLst>
                <a:path w="54576" h="54592">
                  <a:moveTo>
                    <a:pt x="0" y="54592"/>
                  </a:moveTo>
                  <a:lnTo>
                    <a:pt x="54576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10676520" y="5726649"/>
              <a:ext cx="1195" cy="1195"/>
            </a:xfrm>
            <a:custGeom>
              <a:avLst/>
              <a:pathLst>
                <a:path w="1195" h="1195">
                  <a:moveTo>
                    <a:pt x="0" y="0"/>
                  </a:moveTo>
                  <a:lnTo>
                    <a:pt x="1195" y="1195"/>
                  </a:lnTo>
                </a:path>
              </a:pathLst>
            </a:custGeom>
            <a:ln w="13550" cap="flat">
              <a:solidFill>
                <a:srgbClr val="4DBBD5">
                  <a:alpha val="9098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10676524" y="6269886"/>
              <a:ext cx="1192" cy="1202"/>
            </a:xfrm>
            <a:custGeom>
              <a:avLst/>
              <a:pathLst>
                <a:path w="1192" h="1202">
                  <a:moveTo>
                    <a:pt x="0" y="1202"/>
                  </a:moveTo>
                  <a:lnTo>
                    <a:pt x="1192" y="0"/>
                  </a:lnTo>
                </a:path>
              </a:pathLst>
            </a:custGeom>
            <a:ln w="13550" cap="flat">
              <a:solidFill>
                <a:srgbClr val="E64B35">
                  <a:alpha val="6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10676524" y="5296389"/>
              <a:ext cx="1194" cy="1205"/>
            </a:xfrm>
            <a:custGeom>
              <a:avLst/>
              <a:pathLst>
                <a:path w="1194" h="1205">
                  <a:moveTo>
                    <a:pt x="0" y="1205"/>
                  </a:moveTo>
                  <a:lnTo>
                    <a:pt x="1194" y="0"/>
                  </a:lnTo>
                </a:path>
              </a:pathLst>
            </a:custGeom>
            <a:ln w="13550" cap="flat">
              <a:solidFill>
                <a:srgbClr val="E64B35">
                  <a:alpha val="5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10676524" y="5267778"/>
              <a:ext cx="1196" cy="1197"/>
            </a:xfrm>
            <a:custGeom>
              <a:avLst/>
              <a:pathLst>
                <a:path w="1196" h="1197">
                  <a:moveTo>
                    <a:pt x="0" y="1197"/>
                  </a:moveTo>
                  <a:lnTo>
                    <a:pt x="1196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10713230" y="6235493"/>
              <a:ext cx="43340" cy="43353"/>
            </a:xfrm>
            <a:custGeom>
              <a:avLst/>
              <a:pathLst>
                <a:path w="43340" h="43353">
                  <a:moveTo>
                    <a:pt x="0" y="43353"/>
                  </a:moveTo>
                  <a:lnTo>
                    <a:pt x="43340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10756717" y="6233182"/>
              <a:ext cx="2306" cy="2306"/>
            </a:xfrm>
            <a:custGeom>
              <a:avLst/>
              <a:pathLst>
                <a:path w="2306" h="2306">
                  <a:moveTo>
                    <a:pt x="0" y="2306"/>
                  </a:moveTo>
                  <a:lnTo>
                    <a:pt x="2306" y="0"/>
                  </a:lnTo>
                </a:path>
              </a:pathLst>
            </a:custGeom>
            <a:ln w="13550" cap="flat">
              <a:solidFill>
                <a:srgbClr val="E64B35">
                  <a:alpha val="9098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10759640" y="6223228"/>
              <a:ext cx="9936" cy="9933"/>
            </a:xfrm>
            <a:custGeom>
              <a:avLst/>
              <a:pathLst>
                <a:path w="9936" h="9933">
                  <a:moveTo>
                    <a:pt x="0" y="9933"/>
                  </a:moveTo>
                  <a:lnTo>
                    <a:pt x="9936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10773972" y="6206700"/>
              <a:ext cx="12404" cy="12403"/>
            </a:xfrm>
            <a:custGeom>
              <a:avLst/>
              <a:pathLst>
                <a:path w="12404" h="12403">
                  <a:moveTo>
                    <a:pt x="0" y="12403"/>
                  </a:moveTo>
                  <a:lnTo>
                    <a:pt x="12404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10786375" y="5212141"/>
              <a:ext cx="191" cy="191"/>
            </a:xfrm>
            <a:custGeom>
              <a:avLst/>
              <a:pathLst>
                <a:path w="191" h="191">
                  <a:moveTo>
                    <a:pt x="0" y="0"/>
                  </a:moveTo>
                  <a:lnTo>
                    <a:pt x="191" y="191"/>
                  </a:lnTo>
                </a:path>
              </a:pathLst>
            </a:custGeom>
            <a:ln w="13550" cap="flat">
              <a:solidFill>
                <a:srgbClr val="4DBBD5">
                  <a:alpha val="9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10786375" y="5559134"/>
              <a:ext cx="190" cy="190"/>
            </a:xfrm>
            <a:custGeom>
              <a:avLst/>
              <a:pathLst>
                <a:path w="190" h="190">
                  <a:moveTo>
                    <a:pt x="0" y="0"/>
                  </a:moveTo>
                  <a:lnTo>
                    <a:pt x="190" y="190"/>
                  </a:lnTo>
                </a:path>
              </a:pathLst>
            </a:custGeom>
            <a:ln w="13550" cap="flat">
              <a:solidFill>
                <a:srgbClr val="4DBBD5">
                  <a:alpha val="9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10786376" y="4941449"/>
              <a:ext cx="190" cy="190"/>
            </a:xfrm>
            <a:custGeom>
              <a:avLst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ln w="13550" cap="flat">
              <a:solidFill>
                <a:srgbClr val="E64B35">
                  <a:alpha val="9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10786376" y="5535689"/>
              <a:ext cx="190" cy="190"/>
            </a:xfrm>
            <a:custGeom>
              <a:avLst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ln w="13550" cap="flat">
              <a:solidFill>
                <a:srgbClr val="E64B35">
                  <a:alpha val="9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10786565" y="6202311"/>
              <a:ext cx="4387" cy="4389"/>
            </a:xfrm>
            <a:custGeom>
              <a:avLst/>
              <a:pathLst>
                <a:path w="4387" h="4389">
                  <a:moveTo>
                    <a:pt x="0" y="4389"/>
                  </a:moveTo>
                  <a:lnTo>
                    <a:pt x="4387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10791098" y="6198682"/>
              <a:ext cx="3566" cy="3567"/>
            </a:xfrm>
            <a:custGeom>
              <a:avLst/>
              <a:pathLst>
                <a:path w="3566" h="3567">
                  <a:moveTo>
                    <a:pt x="0" y="3567"/>
                  </a:moveTo>
                  <a:lnTo>
                    <a:pt x="3566" y="0"/>
                  </a:lnTo>
                </a:path>
              </a:pathLst>
            </a:custGeom>
            <a:ln w="13550" cap="flat">
              <a:solidFill>
                <a:srgbClr val="E64B35">
                  <a:alpha val="8901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10799160" y="6180772"/>
              <a:ext cx="16507" cy="16505"/>
            </a:xfrm>
            <a:custGeom>
              <a:avLst/>
              <a:pathLst>
                <a:path w="16507" h="16505">
                  <a:moveTo>
                    <a:pt x="0" y="16505"/>
                  </a:moveTo>
                  <a:lnTo>
                    <a:pt x="16507" y="0"/>
                  </a:lnTo>
                </a:path>
              </a:pathLst>
            </a:custGeom>
            <a:ln w="13550" cap="flat">
              <a:solidFill>
                <a:srgbClr val="E64B35">
                  <a:alpha val="8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10815667" y="6151679"/>
              <a:ext cx="29031" cy="29027"/>
            </a:xfrm>
            <a:custGeom>
              <a:avLst/>
              <a:pathLst>
                <a:path w="29031" h="29027">
                  <a:moveTo>
                    <a:pt x="0" y="29027"/>
                  </a:moveTo>
                  <a:lnTo>
                    <a:pt x="29031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10844868" y="6137586"/>
              <a:ext cx="13360" cy="13364"/>
            </a:xfrm>
            <a:custGeom>
              <a:avLst/>
              <a:pathLst>
                <a:path w="13360" h="13364">
                  <a:moveTo>
                    <a:pt x="0" y="13364"/>
                  </a:moveTo>
                  <a:lnTo>
                    <a:pt x="13360" y="0"/>
                  </a:lnTo>
                </a:path>
              </a:pathLst>
            </a:custGeom>
            <a:ln w="13550" cap="flat">
              <a:solidFill>
                <a:srgbClr val="E64B3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10858227" y="6116784"/>
              <a:ext cx="20519" cy="20523"/>
            </a:xfrm>
            <a:custGeom>
              <a:avLst/>
              <a:pathLst>
                <a:path w="20519" h="20523">
                  <a:moveTo>
                    <a:pt x="0" y="20523"/>
                  </a:moveTo>
                  <a:lnTo>
                    <a:pt x="20519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10879000" y="6066957"/>
              <a:ext cx="1787" cy="1787"/>
            </a:xfrm>
            <a:custGeom>
              <a:avLst/>
              <a:pathLst>
                <a:path w="1787" h="1787">
                  <a:moveTo>
                    <a:pt x="0" y="1787"/>
                  </a:moveTo>
                  <a:lnTo>
                    <a:pt x="1787" y="0"/>
                  </a:lnTo>
                </a:path>
              </a:pathLst>
            </a:custGeom>
            <a:ln w="13550" cap="flat">
              <a:solidFill>
                <a:srgbClr val="E64B35">
                  <a:alpha val="4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10881679" y="6096562"/>
              <a:ext cx="18275" cy="18274"/>
            </a:xfrm>
            <a:custGeom>
              <a:avLst/>
              <a:pathLst>
                <a:path w="18275" h="18274">
                  <a:moveTo>
                    <a:pt x="0" y="18274"/>
                  </a:moveTo>
                  <a:lnTo>
                    <a:pt x="18275" y="0"/>
                  </a:lnTo>
                </a:path>
              </a:pathLst>
            </a:custGeom>
            <a:ln w="13550" cap="flat">
              <a:solidFill>
                <a:srgbClr val="E64B35">
                  <a:alpha val="7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10899983" y="6075024"/>
              <a:ext cx="21545" cy="21535"/>
            </a:xfrm>
            <a:custGeom>
              <a:avLst/>
              <a:pathLst>
                <a:path w="21545" h="21535">
                  <a:moveTo>
                    <a:pt x="0" y="21535"/>
                  </a:moveTo>
                  <a:lnTo>
                    <a:pt x="21545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10921843" y="6068953"/>
              <a:ext cx="5908" cy="5909"/>
            </a:xfrm>
            <a:custGeom>
              <a:avLst/>
              <a:pathLst>
                <a:path w="5908" h="5909">
                  <a:moveTo>
                    <a:pt x="0" y="5909"/>
                  </a:moveTo>
                  <a:lnTo>
                    <a:pt x="5908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10928032" y="6064619"/>
              <a:ext cx="2020" cy="2021"/>
            </a:xfrm>
            <a:custGeom>
              <a:avLst/>
              <a:pathLst>
                <a:path w="2020" h="2021">
                  <a:moveTo>
                    <a:pt x="0" y="2021"/>
                  </a:moveTo>
                  <a:lnTo>
                    <a:pt x="2020" y="0"/>
                  </a:lnTo>
                </a:path>
              </a:pathLst>
            </a:custGeom>
            <a:ln w="13550" cap="flat">
              <a:solidFill>
                <a:srgbClr val="E64B35">
                  <a:alpha val="7411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10930042" y="6021755"/>
              <a:ext cx="28781" cy="28785"/>
            </a:xfrm>
            <a:custGeom>
              <a:avLst/>
              <a:pathLst>
                <a:path w="28781" h="28785">
                  <a:moveTo>
                    <a:pt x="0" y="28785"/>
                  </a:moveTo>
                  <a:lnTo>
                    <a:pt x="28781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10959387" y="6014288"/>
              <a:ext cx="3836" cy="3829"/>
            </a:xfrm>
            <a:custGeom>
              <a:avLst/>
              <a:pathLst>
                <a:path w="3836" h="3829">
                  <a:moveTo>
                    <a:pt x="0" y="3829"/>
                  </a:moveTo>
                  <a:lnTo>
                    <a:pt x="3836" y="0"/>
                  </a:lnTo>
                </a:path>
              </a:pathLst>
            </a:custGeom>
            <a:ln w="13550" cap="flat">
              <a:solidFill>
                <a:srgbClr val="E64B35">
                  <a:alpha val="6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10963225" y="5987322"/>
              <a:ext cx="26684" cy="26686"/>
            </a:xfrm>
            <a:custGeom>
              <a:avLst/>
              <a:pathLst>
                <a:path w="26684" h="26686">
                  <a:moveTo>
                    <a:pt x="0" y="26686"/>
                  </a:moveTo>
                  <a:lnTo>
                    <a:pt x="26684" y="0"/>
                  </a:lnTo>
                </a:path>
              </a:pathLst>
            </a:custGeom>
            <a:ln w="13550" cap="flat">
              <a:solidFill>
                <a:srgbClr val="E64B35">
                  <a:alpha val="8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10992298" y="5982471"/>
              <a:ext cx="2450" cy="2454"/>
            </a:xfrm>
            <a:custGeom>
              <a:avLst/>
              <a:pathLst>
                <a:path w="2450" h="2454">
                  <a:moveTo>
                    <a:pt x="0" y="2454"/>
                  </a:moveTo>
                  <a:lnTo>
                    <a:pt x="2450" y="0"/>
                  </a:lnTo>
                </a:path>
              </a:pathLst>
            </a:custGeom>
            <a:ln w="13550" cap="flat">
              <a:solidFill>
                <a:srgbClr val="E64B35">
                  <a:alpha val="7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10996328" y="5976778"/>
              <a:ext cx="4352" cy="4352"/>
            </a:xfrm>
            <a:custGeom>
              <a:avLst/>
              <a:pathLst>
                <a:path w="4352" h="4352">
                  <a:moveTo>
                    <a:pt x="0" y="4352"/>
                  </a:moveTo>
                  <a:lnTo>
                    <a:pt x="4352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11009760" y="5848170"/>
              <a:ext cx="16892" cy="16888"/>
            </a:xfrm>
            <a:custGeom>
              <a:avLst/>
              <a:pathLst>
                <a:path w="16892" h="16888">
                  <a:moveTo>
                    <a:pt x="0" y="0"/>
                  </a:moveTo>
                  <a:lnTo>
                    <a:pt x="16892" y="16888"/>
                  </a:lnTo>
                </a:path>
              </a:pathLst>
            </a:custGeom>
            <a:ln w="13550" cap="flat">
              <a:solidFill>
                <a:srgbClr val="4DBBD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11027284" y="5865794"/>
              <a:ext cx="5308" cy="5314"/>
            </a:xfrm>
            <a:custGeom>
              <a:avLst/>
              <a:pathLst>
                <a:path w="5308" h="5314">
                  <a:moveTo>
                    <a:pt x="0" y="0"/>
                  </a:moveTo>
                  <a:lnTo>
                    <a:pt x="5308" y="5314"/>
                  </a:lnTo>
                </a:path>
              </a:pathLst>
            </a:custGeom>
            <a:ln w="13550" cap="flat">
              <a:solidFill>
                <a:srgbClr val="4DBBD5">
                  <a:alpha val="5764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11032610" y="5871238"/>
              <a:ext cx="32349" cy="32341"/>
            </a:xfrm>
            <a:custGeom>
              <a:avLst/>
              <a:pathLst>
                <a:path w="32349" h="32341">
                  <a:moveTo>
                    <a:pt x="0" y="0"/>
                  </a:moveTo>
                  <a:lnTo>
                    <a:pt x="32349" y="32341"/>
                  </a:lnTo>
                </a:path>
              </a:pathLst>
            </a:custGeom>
            <a:ln w="13550" cap="flat">
              <a:solidFill>
                <a:srgbClr val="4DBBD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11036039" y="5737499"/>
              <a:ext cx="350" cy="350"/>
            </a:xfrm>
            <a:custGeom>
              <a:avLst/>
              <a:pathLst>
                <a:path w="350" h="350">
                  <a:moveTo>
                    <a:pt x="0" y="0"/>
                  </a:moveTo>
                  <a:lnTo>
                    <a:pt x="350" y="350"/>
                  </a:lnTo>
                </a:path>
              </a:pathLst>
            </a:custGeom>
            <a:ln w="13550" cap="flat">
              <a:solidFill>
                <a:srgbClr val="4DBBD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11062711" y="5475017"/>
              <a:ext cx="273" cy="273"/>
            </a:xfrm>
            <a:custGeom>
              <a:avLst/>
              <a:pathLst>
                <a:path w="273" h="273">
                  <a:moveTo>
                    <a:pt x="0" y="273"/>
                  </a:moveTo>
                  <a:lnTo>
                    <a:pt x="273" y="0"/>
                  </a:lnTo>
                </a:path>
              </a:pathLst>
            </a:custGeom>
            <a:ln w="13550" cap="flat">
              <a:solidFill>
                <a:srgbClr val="E64B35">
                  <a:alpha val="4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11064959" y="4654745"/>
              <a:ext cx="334" cy="334"/>
            </a:xfrm>
            <a:custGeom>
              <a:avLst/>
              <a:pathLst>
                <a:path w="334" h="334">
                  <a:moveTo>
                    <a:pt x="0" y="0"/>
                  </a:moveTo>
                  <a:lnTo>
                    <a:pt x="334" y="334"/>
                  </a:lnTo>
                </a:path>
              </a:pathLst>
            </a:custGeom>
            <a:ln w="13550" cap="flat">
              <a:solidFill>
                <a:srgbClr val="4DBBD5">
                  <a:alpha val="9647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11065295" y="5903582"/>
              <a:ext cx="17715" cy="17721"/>
            </a:xfrm>
            <a:custGeom>
              <a:avLst/>
              <a:pathLst>
                <a:path w="17715" h="17721">
                  <a:moveTo>
                    <a:pt x="0" y="0"/>
                  </a:moveTo>
                  <a:lnTo>
                    <a:pt x="17715" y="17721"/>
                  </a:lnTo>
                </a:path>
              </a:pathLst>
            </a:custGeom>
            <a:ln w="13550" cap="flat">
              <a:solidFill>
                <a:srgbClr val="4DBBD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11083088" y="5921311"/>
              <a:ext cx="2581" cy="2579"/>
            </a:xfrm>
            <a:custGeom>
              <a:avLst/>
              <a:pathLst>
                <a:path w="2581" h="2579">
                  <a:moveTo>
                    <a:pt x="0" y="0"/>
                  </a:moveTo>
                  <a:lnTo>
                    <a:pt x="2581" y="2579"/>
                  </a:lnTo>
                </a:path>
              </a:pathLst>
            </a:custGeom>
            <a:ln w="13550" cap="flat">
              <a:solidFill>
                <a:srgbClr val="4DBBD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11085669" y="5930471"/>
              <a:ext cx="16850" cy="16850"/>
            </a:xfrm>
            <a:custGeom>
              <a:avLst/>
              <a:pathLst>
                <a:path w="16850" h="16850">
                  <a:moveTo>
                    <a:pt x="0" y="0"/>
                  </a:moveTo>
                  <a:lnTo>
                    <a:pt x="16850" y="16850"/>
                  </a:lnTo>
                </a:path>
              </a:pathLst>
            </a:custGeom>
            <a:ln w="13550" cap="flat">
              <a:solidFill>
                <a:srgbClr val="4DBBD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11114905" y="5947318"/>
              <a:ext cx="27456" cy="27456"/>
            </a:xfrm>
            <a:custGeom>
              <a:avLst/>
              <a:pathLst>
                <a:path w="27456" h="27456">
                  <a:moveTo>
                    <a:pt x="0" y="0"/>
                  </a:moveTo>
                  <a:lnTo>
                    <a:pt x="27456" y="27456"/>
                  </a:lnTo>
                </a:path>
              </a:pathLst>
            </a:custGeom>
            <a:ln w="13550" cap="flat">
              <a:solidFill>
                <a:srgbClr val="4DBBD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11142721" y="5818685"/>
              <a:ext cx="26193" cy="26184"/>
            </a:xfrm>
            <a:custGeom>
              <a:avLst/>
              <a:pathLst>
                <a:path w="26193" h="26184">
                  <a:moveTo>
                    <a:pt x="0" y="26184"/>
                  </a:moveTo>
                  <a:lnTo>
                    <a:pt x="26193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11168912" y="5781289"/>
              <a:ext cx="26340" cy="26338"/>
            </a:xfrm>
            <a:custGeom>
              <a:avLst/>
              <a:pathLst>
                <a:path w="26340" h="26338">
                  <a:moveTo>
                    <a:pt x="0" y="26338"/>
                  </a:moveTo>
                  <a:lnTo>
                    <a:pt x="26340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11207314" y="5778767"/>
              <a:ext cx="2363" cy="2368"/>
            </a:xfrm>
            <a:custGeom>
              <a:avLst/>
              <a:pathLst>
                <a:path w="2363" h="2368">
                  <a:moveTo>
                    <a:pt x="0" y="2368"/>
                  </a:moveTo>
                  <a:lnTo>
                    <a:pt x="2363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11209677" y="5687246"/>
              <a:ext cx="190" cy="190"/>
            </a:xfrm>
            <a:custGeom>
              <a:avLst/>
              <a:pathLst>
                <a:path w="190" h="190">
                  <a:moveTo>
                    <a:pt x="0" y="0"/>
                  </a:moveTo>
                  <a:lnTo>
                    <a:pt x="190" y="190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11210440" y="5762206"/>
              <a:ext cx="14154" cy="14145"/>
            </a:xfrm>
            <a:custGeom>
              <a:avLst/>
              <a:pathLst>
                <a:path w="14154" h="14145">
                  <a:moveTo>
                    <a:pt x="0" y="14145"/>
                  </a:moveTo>
                  <a:lnTo>
                    <a:pt x="14154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11226463" y="5974932"/>
              <a:ext cx="278" cy="278"/>
            </a:xfrm>
            <a:custGeom>
              <a:avLst/>
              <a:pathLst>
                <a:path w="278" h="278">
                  <a:moveTo>
                    <a:pt x="0" y="0"/>
                  </a:moveTo>
                  <a:lnTo>
                    <a:pt x="278" y="278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11226464" y="6374073"/>
              <a:ext cx="278" cy="278"/>
            </a:xfrm>
            <a:custGeom>
              <a:avLst/>
              <a:pathLst>
                <a:path w="278" h="278">
                  <a:moveTo>
                    <a:pt x="0" y="278"/>
                  </a:moveTo>
                  <a:lnTo>
                    <a:pt x="278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11226464" y="6137308"/>
              <a:ext cx="278" cy="278"/>
            </a:xfrm>
            <a:custGeom>
              <a:avLst/>
              <a:pathLst>
                <a:path w="278" h="278">
                  <a:moveTo>
                    <a:pt x="0" y="0"/>
                  </a:moveTo>
                  <a:lnTo>
                    <a:pt x="278" y="278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11226464" y="5865443"/>
              <a:ext cx="278" cy="278"/>
            </a:xfrm>
            <a:custGeom>
              <a:avLst/>
              <a:pathLst>
                <a:path w="278" h="278">
                  <a:moveTo>
                    <a:pt x="0" y="278"/>
                  </a:moveTo>
                  <a:lnTo>
                    <a:pt x="278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11226464" y="5845272"/>
              <a:ext cx="278" cy="278"/>
            </a:xfrm>
            <a:custGeom>
              <a:avLst/>
              <a:pathLst>
                <a:path w="278" h="278">
                  <a:moveTo>
                    <a:pt x="0" y="278"/>
                  </a:moveTo>
                  <a:lnTo>
                    <a:pt x="278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11226464" y="4819677"/>
              <a:ext cx="278" cy="278"/>
            </a:xfrm>
            <a:custGeom>
              <a:avLst/>
              <a:pathLst>
                <a:path w="278" h="278">
                  <a:moveTo>
                    <a:pt x="0" y="0"/>
                  </a:moveTo>
                  <a:lnTo>
                    <a:pt x="278" y="278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11234411" y="5710815"/>
              <a:ext cx="48773" cy="48766"/>
            </a:xfrm>
            <a:custGeom>
              <a:avLst/>
              <a:pathLst>
                <a:path w="48773" h="48766">
                  <a:moveTo>
                    <a:pt x="0" y="48766"/>
                  </a:moveTo>
                  <a:lnTo>
                    <a:pt x="48773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11266160" y="6269888"/>
              <a:ext cx="684" cy="684"/>
            </a:xfrm>
            <a:custGeom>
              <a:avLst/>
              <a:pathLst>
                <a:path w="684" h="684">
                  <a:moveTo>
                    <a:pt x="0" y="0"/>
                  </a:moveTo>
                  <a:lnTo>
                    <a:pt x="684" y="684"/>
                  </a:lnTo>
                </a:path>
              </a:pathLst>
            </a:custGeom>
            <a:ln w="13550" cap="flat">
              <a:solidFill>
                <a:srgbClr val="4DBBD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11266160" y="5296392"/>
              <a:ext cx="684" cy="684"/>
            </a:xfrm>
            <a:custGeom>
              <a:avLst/>
              <a:pathLst>
                <a:path w="684" h="684">
                  <a:moveTo>
                    <a:pt x="0" y="0"/>
                  </a:moveTo>
                  <a:lnTo>
                    <a:pt x="684" y="684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11283310" y="5708701"/>
              <a:ext cx="1982" cy="1982"/>
            </a:xfrm>
            <a:custGeom>
              <a:avLst/>
              <a:pathLst>
                <a:path w="1982" h="1982">
                  <a:moveTo>
                    <a:pt x="0" y="1982"/>
                  </a:moveTo>
                  <a:lnTo>
                    <a:pt x="1982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11285852" y="5691676"/>
              <a:ext cx="15360" cy="15381"/>
            </a:xfrm>
            <a:custGeom>
              <a:avLst/>
              <a:pathLst>
                <a:path w="15360" h="15381">
                  <a:moveTo>
                    <a:pt x="0" y="15381"/>
                  </a:moveTo>
                  <a:lnTo>
                    <a:pt x="15360" y="0"/>
                  </a:lnTo>
                </a:path>
              </a:pathLst>
            </a:custGeom>
            <a:ln w="13550" cap="flat">
              <a:solidFill>
                <a:srgbClr val="E64B3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11303313" y="5642861"/>
              <a:ext cx="42767" cy="42751"/>
            </a:xfrm>
            <a:custGeom>
              <a:avLst/>
              <a:pathLst>
                <a:path w="42767" h="42751">
                  <a:moveTo>
                    <a:pt x="0" y="42751"/>
                  </a:moveTo>
                  <a:lnTo>
                    <a:pt x="42767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11346079" y="5628130"/>
              <a:ext cx="12798" cy="12797"/>
            </a:xfrm>
            <a:custGeom>
              <a:avLst/>
              <a:pathLst>
                <a:path w="12798" h="12797">
                  <a:moveTo>
                    <a:pt x="0" y="12797"/>
                  </a:moveTo>
                  <a:lnTo>
                    <a:pt x="12798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11359176" y="5623738"/>
              <a:ext cx="3044" cy="3045"/>
            </a:xfrm>
            <a:custGeom>
              <a:avLst/>
              <a:pathLst>
                <a:path w="3044" h="3045">
                  <a:moveTo>
                    <a:pt x="0" y="3045"/>
                  </a:moveTo>
                  <a:lnTo>
                    <a:pt x="3044" y="0"/>
                  </a:lnTo>
                </a:path>
              </a:pathLst>
            </a:custGeom>
            <a:ln w="13550" cap="flat">
              <a:solidFill>
                <a:srgbClr val="E64B35">
                  <a:alpha val="7607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11363307" y="5589115"/>
              <a:ext cx="27972" cy="27973"/>
            </a:xfrm>
            <a:custGeom>
              <a:avLst/>
              <a:pathLst>
                <a:path w="27972" h="27973">
                  <a:moveTo>
                    <a:pt x="0" y="27973"/>
                  </a:moveTo>
                  <a:lnTo>
                    <a:pt x="27972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11392610" y="5559666"/>
              <a:ext cx="26495" cy="26475"/>
            </a:xfrm>
            <a:custGeom>
              <a:avLst/>
              <a:pathLst>
                <a:path w="26495" h="26475">
                  <a:moveTo>
                    <a:pt x="0" y="26475"/>
                  </a:moveTo>
                  <a:lnTo>
                    <a:pt x="26495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11419118" y="5535945"/>
              <a:ext cx="20720" cy="20690"/>
            </a:xfrm>
            <a:custGeom>
              <a:avLst/>
              <a:pathLst>
                <a:path w="20720" h="20690">
                  <a:moveTo>
                    <a:pt x="0" y="20690"/>
                  </a:moveTo>
                  <a:lnTo>
                    <a:pt x="20720" y="0"/>
                  </a:lnTo>
                </a:path>
              </a:pathLst>
            </a:custGeom>
            <a:ln w="13550" cap="flat">
              <a:solidFill>
                <a:srgbClr val="E64B35">
                  <a:alpha val="7607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11439838" y="5513957"/>
              <a:ext cx="15792" cy="15796"/>
            </a:xfrm>
            <a:custGeom>
              <a:avLst/>
              <a:pathLst>
                <a:path w="15792" h="15796">
                  <a:moveTo>
                    <a:pt x="0" y="15796"/>
                  </a:moveTo>
                  <a:lnTo>
                    <a:pt x="15792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11455629" y="5490665"/>
              <a:ext cx="23206" cy="23208"/>
            </a:xfrm>
            <a:custGeom>
              <a:avLst/>
              <a:pathLst>
                <a:path w="23206" h="23208">
                  <a:moveTo>
                    <a:pt x="0" y="23208"/>
                  </a:moveTo>
                  <a:lnTo>
                    <a:pt x="23206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11479250" y="5482114"/>
              <a:ext cx="6894" cy="6894"/>
            </a:xfrm>
            <a:custGeom>
              <a:avLst/>
              <a:pathLst>
                <a:path w="6894" h="6894">
                  <a:moveTo>
                    <a:pt x="0" y="6894"/>
                  </a:moveTo>
                  <a:lnTo>
                    <a:pt x="6894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11486145" y="4740864"/>
              <a:ext cx="1861" cy="1857"/>
            </a:xfrm>
            <a:custGeom>
              <a:avLst/>
              <a:pathLst>
                <a:path w="1861" h="1857">
                  <a:moveTo>
                    <a:pt x="0" y="0"/>
                  </a:moveTo>
                  <a:lnTo>
                    <a:pt x="1861" y="1857"/>
                  </a:lnTo>
                </a:path>
              </a:pathLst>
            </a:custGeom>
            <a:ln w="13550" cap="flat">
              <a:solidFill>
                <a:srgbClr val="4DBBD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11488010" y="4743315"/>
              <a:ext cx="6102" cy="6103"/>
            </a:xfrm>
            <a:custGeom>
              <a:avLst/>
              <a:pathLst>
                <a:path w="6102" h="6103">
                  <a:moveTo>
                    <a:pt x="0" y="0"/>
                  </a:moveTo>
                  <a:lnTo>
                    <a:pt x="6102" y="6103"/>
                  </a:lnTo>
                </a:path>
              </a:pathLst>
            </a:custGeom>
            <a:ln w="13550" cap="flat">
              <a:solidFill>
                <a:srgbClr val="4DBBD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11497964" y="4749440"/>
              <a:ext cx="9736" cy="9740"/>
            </a:xfrm>
            <a:custGeom>
              <a:avLst/>
              <a:pathLst>
                <a:path w="9736" h="9740">
                  <a:moveTo>
                    <a:pt x="0" y="0"/>
                  </a:moveTo>
                  <a:lnTo>
                    <a:pt x="9736" y="9740"/>
                  </a:lnTo>
                </a:path>
              </a:pathLst>
            </a:custGeom>
            <a:ln w="13550" cap="flat">
              <a:solidFill>
                <a:srgbClr val="4DBBD5">
                  <a:alpha val="6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11509671" y="4759536"/>
              <a:ext cx="21083" cy="21086"/>
            </a:xfrm>
            <a:custGeom>
              <a:avLst/>
              <a:pathLst>
                <a:path w="21083" h="21086">
                  <a:moveTo>
                    <a:pt x="0" y="0"/>
                  </a:moveTo>
                  <a:lnTo>
                    <a:pt x="21083" y="21086"/>
                  </a:lnTo>
                </a:path>
              </a:pathLst>
            </a:custGeom>
            <a:ln w="13550" cap="flat">
              <a:solidFill>
                <a:srgbClr val="4DBBD5">
                  <a:alpha val="6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11530954" y="4780651"/>
              <a:ext cx="39028" cy="39025"/>
            </a:xfrm>
            <a:custGeom>
              <a:avLst/>
              <a:pathLst>
                <a:path w="39028" h="39025">
                  <a:moveTo>
                    <a:pt x="0" y="0"/>
                  </a:moveTo>
                  <a:lnTo>
                    <a:pt x="39028" y="39025"/>
                  </a:lnTo>
                </a:path>
              </a:pathLst>
            </a:custGeom>
            <a:ln w="13550" cap="flat">
              <a:solidFill>
                <a:srgbClr val="4DBBD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11570410" y="4820104"/>
              <a:ext cx="2341" cy="2341"/>
            </a:xfrm>
            <a:custGeom>
              <a:avLst/>
              <a:pathLst>
                <a:path w="2341" h="2341">
                  <a:moveTo>
                    <a:pt x="0" y="0"/>
                  </a:moveTo>
                  <a:lnTo>
                    <a:pt x="2341" y="2341"/>
                  </a:lnTo>
                </a:path>
              </a:pathLst>
            </a:custGeom>
            <a:ln w="13550" cap="flat">
              <a:solidFill>
                <a:srgbClr val="4DBBD5">
                  <a:alpha val="7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11572814" y="4822502"/>
              <a:ext cx="18575" cy="18575"/>
            </a:xfrm>
            <a:custGeom>
              <a:avLst/>
              <a:pathLst>
                <a:path w="18575" h="18575">
                  <a:moveTo>
                    <a:pt x="0" y="0"/>
                  </a:moveTo>
                  <a:lnTo>
                    <a:pt x="18575" y="18575"/>
                  </a:lnTo>
                </a:path>
              </a:pathLst>
            </a:custGeom>
            <a:ln w="13550" cap="flat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11591410" y="4843190"/>
              <a:ext cx="29413" cy="29410"/>
            </a:xfrm>
            <a:custGeom>
              <a:avLst/>
              <a:pathLst>
                <a:path w="29413" h="29410">
                  <a:moveTo>
                    <a:pt x="0" y="0"/>
                  </a:moveTo>
                  <a:lnTo>
                    <a:pt x="29413" y="29410"/>
                  </a:lnTo>
                </a:path>
              </a:pathLst>
            </a:custGeom>
            <a:ln w="13550" cap="flat">
              <a:solidFill>
                <a:srgbClr val="4DBBD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11621386" y="4872636"/>
              <a:ext cx="18736" cy="18736"/>
            </a:xfrm>
            <a:custGeom>
              <a:avLst/>
              <a:pathLst>
                <a:path w="18736" h="18736">
                  <a:moveTo>
                    <a:pt x="0" y="0"/>
                  </a:moveTo>
                  <a:lnTo>
                    <a:pt x="18736" y="18736"/>
                  </a:lnTo>
                </a:path>
              </a:pathLst>
            </a:custGeom>
            <a:ln w="13550" cap="flat">
              <a:solidFill>
                <a:srgbClr val="4DBBD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11640124" y="4891528"/>
              <a:ext cx="26318" cy="26312"/>
            </a:xfrm>
            <a:custGeom>
              <a:avLst/>
              <a:pathLst>
                <a:path w="26318" h="26312">
                  <a:moveTo>
                    <a:pt x="0" y="0"/>
                  </a:moveTo>
                  <a:lnTo>
                    <a:pt x="26318" y="26312"/>
                  </a:lnTo>
                </a:path>
              </a:pathLst>
            </a:custGeom>
            <a:ln w="13550" cap="flat">
              <a:solidFill>
                <a:srgbClr val="4DBBD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11667969" y="4920085"/>
              <a:ext cx="18111" cy="18114"/>
            </a:xfrm>
            <a:custGeom>
              <a:avLst/>
              <a:pathLst>
                <a:path w="18111" h="18114">
                  <a:moveTo>
                    <a:pt x="0" y="0"/>
                  </a:moveTo>
                  <a:lnTo>
                    <a:pt x="18111" y="18114"/>
                  </a:lnTo>
                </a:path>
              </a:pathLst>
            </a:custGeom>
            <a:ln w="13550" cap="flat">
              <a:solidFill>
                <a:srgbClr val="4DBBD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11686613" y="4938220"/>
              <a:ext cx="3229" cy="3228"/>
            </a:xfrm>
            <a:custGeom>
              <a:avLst/>
              <a:pathLst>
                <a:path w="3229" h="3228">
                  <a:moveTo>
                    <a:pt x="0" y="0"/>
                  </a:moveTo>
                  <a:lnTo>
                    <a:pt x="3229" y="3228"/>
                  </a:lnTo>
                </a:path>
              </a:pathLst>
            </a:custGeom>
            <a:ln w="13550" cap="flat">
              <a:solidFill>
                <a:srgbClr val="4DBBD5">
                  <a:alpha val="7529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11689843" y="4941638"/>
              <a:ext cx="6657" cy="6663"/>
            </a:xfrm>
            <a:custGeom>
              <a:avLst/>
              <a:pathLst>
                <a:path w="6657" h="6663">
                  <a:moveTo>
                    <a:pt x="0" y="0"/>
                  </a:moveTo>
                  <a:lnTo>
                    <a:pt x="6657" y="6663"/>
                  </a:lnTo>
                </a:path>
              </a:pathLst>
            </a:custGeom>
            <a:ln w="13550" cap="flat">
              <a:solidFill>
                <a:srgbClr val="4DBBD5">
                  <a:alpha val="5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11696982" y="4948346"/>
              <a:ext cx="16648" cy="16647"/>
            </a:xfrm>
            <a:custGeom>
              <a:avLst/>
              <a:pathLst>
                <a:path w="16648" h="16647">
                  <a:moveTo>
                    <a:pt x="0" y="0"/>
                  </a:moveTo>
                  <a:lnTo>
                    <a:pt x="16648" y="16647"/>
                  </a:lnTo>
                </a:path>
              </a:pathLst>
            </a:custGeom>
            <a:ln w="13550" cap="flat">
              <a:solidFill>
                <a:srgbClr val="4DBBD5">
                  <a:alpha val="6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1713666" y="4966091"/>
              <a:ext cx="12990" cy="12990"/>
            </a:xfrm>
            <a:custGeom>
              <a:avLst/>
              <a:pathLst>
                <a:path w="12990" h="12990">
                  <a:moveTo>
                    <a:pt x="0" y="0"/>
                  </a:moveTo>
                  <a:lnTo>
                    <a:pt x="12990" y="12990"/>
                  </a:lnTo>
                </a:path>
              </a:pathLst>
            </a:custGeom>
            <a:ln w="13550" cap="flat">
              <a:solidFill>
                <a:srgbClr val="4DBBD5">
                  <a:alpha val="6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1726720" y="4981582"/>
              <a:ext cx="660" cy="660"/>
            </a:xfrm>
            <a:custGeom>
              <a:avLst/>
              <a:pathLst>
                <a:path w="660" h="660">
                  <a:moveTo>
                    <a:pt x="0" y="0"/>
                  </a:moveTo>
                  <a:lnTo>
                    <a:pt x="660" y="660"/>
                  </a:lnTo>
                </a:path>
              </a:pathLst>
            </a:custGeom>
            <a:ln w="13550" cap="flat">
              <a:solidFill>
                <a:srgbClr val="4DBBD5">
                  <a:alpha val="5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1727383" y="4984110"/>
              <a:ext cx="2263" cy="2264"/>
            </a:xfrm>
            <a:custGeom>
              <a:avLst/>
              <a:pathLst>
                <a:path w="2263" h="2264">
                  <a:moveTo>
                    <a:pt x="0" y="0"/>
                  </a:moveTo>
                  <a:lnTo>
                    <a:pt x="2263" y="2264"/>
                  </a:lnTo>
                </a:path>
              </a:pathLst>
            </a:custGeom>
            <a:ln w="13550" cap="flat">
              <a:solidFill>
                <a:srgbClr val="4DBBD5">
                  <a:alpha val="6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11730457" y="4986884"/>
              <a:ext cx="3033" cy="3033"/>
            </a:xfrm>
            <a:custGeom>
              <a:avLst/>
              <a:pathLst>
                <a:path w="3033" h="3033">
                  <a:moveTo>
                    <a:pt x="0" y="0"/>
                  </a:moveTo>
                  <a:lnTo>
                    <a:pt x="3033" y="3033"/>
                  </a:lnTo>
                </a:path>
              </a:pathLst>
            </a:custGeom>
            <a:ln w="13550" cap="flat">
              <a:solidFill>
                <a:srgbClr val="4DBBD5">
                  <a:alpha val="7647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1733494" y="4989975"/>
              <a:ext cx="11080" cy="11090"/>
            </a:xfrm>
            <a:custGeom>
              <a:avLst/>
              <a:pathLst>
                <a:path w="11080" h="11090">
                  <a:moveTo>
                    <a:pt x="0" y="0"/>
                  </a:moveTo>
                  <a:lnTo>
                    <a:pt x="11080" y="11090"/>
                  </a:lnTo>
                </a:path>
              </a:pathLst>
            </a:custGeom>
            <a:ln w="13550" cap="flat">
              <a:solidFill>
                <a:srgbClr val="4DBBD5">
                  <a:alpha val="6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1745592" y="5002081"/>
              <a:ext cx="28261" cy="28277"/>
            </a:xfrm>
            <a:custGeom>
              <a:avLst/>
              <a:pathLst>
                <a:path w="28261" h="28277">
                  <a:moveTo>
                    <a:pt x="0" y="0"/>
                  </a:moveTo>
                  <a:lnTo>
                    <a:pt x="28261" y="28277"/>
                  </a:lnTo>
                </a:path>
              </a:pathLst>
            </a:custGeom>
            <a:ln w="13550" cap="flat">
              <a:solidFill>
                <a:srgbClr val="4DBBD5">
                  <a:alpha val="7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1773454" y="4692391"/>
              <a:ext cx="346" cy="346"/>
            </a:xfrm>
            <a:custGeom>
              <a:avLst/>
              <a:pathLst>
                <a:path w="346" h="346">
                  <a:moveTo>
                    <a:pt x="0" y="346"/>
                  </a:moveTo>
                  <a:lnTo>
                    <a:pt x="346" y="0"/>
                  </a:lnTo>
                </a:path>
              </a:pathLst>
            </a:custGeom>
            <a:ln w="13550" cap="flat">
              <a:solidFill>
                <a:srgbClr val="E64B35">
                  <a:alpha val="6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11775195" y="5032216"/>
              <a:ext cx="4898" cy="4900"/>
            </a:xfrm>
            <a:custGeom>
              <a:avLst/>
              <a:pathLst>
                <a:path w="4898" h="4900">
                  <a:moveTo>
                    <a:pt x="0" y="0"/>
                  </a:moveTo>
                  <a:lnTo>
                    <a:pt x="4898" y="4900"/>
                  </a:lnTo>
                </a:path>
              </a:pathLst>
            </a:custGeom>
            <a:ln w="13550" cap="flat">
              <a:solidFill>
                <a:srgbClr val="4DBBD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11780204" y="5036959"/>
              <a:ext cx="2058" cy="2061"/>
            </a:xfrm>
            <a:custGeom>
              <a:avLst/>
              <a:pathLst>
                <a:path w="2058" h="2061">
                  <a:moveTo>
                    <a:pt x="0" y="0"/>
                  </a:moveTo>
                  <a:lnTo>
                    <a:pt x="2058" y="2061"/>
                  </a:lnTo>
                </a:path>
              </a:pathLst>
            </a:custGeom>
            <a:ln w="13550" cap="flat">
              <a:solidFill>
                <a:srgbClr val="4DBBD5">
                  <a:alpha val="5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11786551" y="5043816"/>
              <a:ext cx="1045" cy="1045"/>
            </a:xfrm>
            <a:custGeom>
              <a:avLst/>
              <a:pathLst>
                <a:path w="1045" h="1045">
                  <a:moveTo>
                    <a:pt x="0" y="0"/>
                  </a:moveTo>
                  <a:lnTo>
                    <a:pt x="1045" y="1045"/>
                  </a:lnTo>
                </a:path>
              </a:pathLst>
            </a:custGeom>
            <a:ln w="13550" cap="flat">
              <a:solidFill>
                <a:srgbClr val="4DBBD5">
                  <a:alpha val="6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11790850" y="5045172"/>
              <a:ext cx="7002" cy="6998"/>
            </a:xfrm>
            <a:custGeom>
              <a:avLst/>
              <a:pathLst>
                <a:path w="7002" h="6998">
                  <a:moveTo>
                    <a:pt x="0" y="0"/>
                  </a:moveTo>
                  <a:lnTo>
                    <a:pt x="7002" y="6998"/>
                  </a:lnTo>
                </a:path>
              </a:pathLst>
            </a:custGeom>
            <a:ln w="13550" cap="flat">
              <a:solidFill>
                <a:srgbClr val="4DBBD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11797863" y="5054711"/>
              <a:ext cx="6827" cy="6826"/>
            </a:xfrm>
            <a:custGeom>
              <a:avLst/>
              <a:pathLst>
                <a:path w="6827" h="6826">
                  <a:moveTo>
                    <a:pt x="0" y="0"/>
                  </a:moveTo>
                  <a:lnTo>
                    <a:pt x="6827" y="6826"/>
                  </a:lnTo>
                </a:path>
              </a:pathLst>
            </a:custGeom>
            <a:ln w="13550" cap="flat">
              <a:solidFill>
                <a:srgbClr val="4DBBD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11804707" y="5061776"/>
              <a:ext cx="9844" cy="9843"/>
            </a:xfrm>
            <a:custGeom>
              <a:avLst/>
              <a:pathLst>
                <a:path w="9844" h="9843">
                  <a:moveTo>
                    <a:pt x="0" y="0"/>
                  </a:moveTo>
                  <a:lnTo>
                    <a:pt x="9844" y="9843"/>
                  </a:lnTo>
                </a:path>
              </a:pathLst>
            </a:custGeom>
            <a:ln w="13550" cap="flat">
              <a:solidFill>
                <a:srgbClr val="4DBBD5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11814565" y="5072267"/>
              <a:ext cx="8564" cy="8562"/>
            </a:xfrm>
            <a:custGeom>
              <a:avLst/>
              <a:pathLst>
                <a:path w="8564" h="8562">
                  <a:moveTo>
                    <a:pt x="0" y="0"/>
                  </a:moveTo>
                  <a:lnTo>
                    <a:pt x="8564" y="8562"/>
                  </a:lnTo>
                </a:path>
              </a:pathLst>
            </a:custGeom>
            <a:ln w="13550" cap="flat">
              <a:solidFill>
                <a:srgbClr val="4DBBD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11823130" y="5081428"/>
              <a:ext cx="10847" cy="10844"/>
            </a:xfrm>
            <a:custGeom>
              <a:avLst/>
              <a:pathLst>
                <a:path w="10847" h="10844">
                  <a:moveTo>
                    <a:pt x="0" y="0"/>
                  </a:moveTo>
                  <a:lnTo>
                    <a:pt x="10847" y="10844"/>
                  </a:lnTo>
                </a:path>
              </a:pathLst>
            </a:custGeom>
            <a:ln w="13550" cap="flat">
              <a:solidFill>
                <a:srgbClr val="4DBBD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11834025" y="5092272"/>
              <a:ext cx="19150" cy="19164"/>
            </a:xfrm>
            <a:custGeom>
              <a:avLst/>
              <a:pathLst>
                <a:path w="19150" h="19164">
                  <a:moveTo>
                    <a:pt x="0" y="0"/>
                  </a:moveTo>
                  <a:lnTo>
                    <a:pt x="19150" y="19164"/>
                  </a:lnTo>
                </a:path>
              </a:pathLst>
            </a:custGeom>
            <a:ln w="13550" cap="flat">
              <a:solidFill>
                <a:srgbClr val="4DBBD5">
                  <a:alpha val="6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11853447" y="5111662"/>
              <a:ext cx="14690" cy="14694"/>
            </a:xfrm>
            <a:custGeom>
              <a:avLst/>
              <a:pathLst>
                <a:path w="14690" h="14694">
                  <a:moveTo>
                    <a:pt x="0" y="0"/>
                  </a:moveTo>
                  <a:lnTo>
                    <a:pt x="14690" y="14694"/>
                  </a:lnTo>
                </a:path>
              </a:pathLst>
            </a:custGeom>
            <a:ln w="13550" cap="flat">
              <a:solidFill>
                <a:srgbClr val="4DBBD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11869671" y="5126390"/>
              <a:ext cx="11333" cy="11332"/>
            </a:xfrm>
            <a:custGeom>
              <a:avLst/>
              <a:pathLst>
                <a:path w="11333" h="11332">
                  <a:moveTo>
                    <a:pt x="0" y="0"/>
                  </a:moveTo>
                  <a:lnTo>
                    <a:pt x="11333" y="11332"/>
                  </a:lnTo>
                </a:path>
              </a:pathLst>
            </a:custGeom>
            <a:ln w="13550" cap="flat">
              <a:solidFill>
                <a:srgbClr val="4DBBD5">
                  <a:alpha val="7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11881196" y="5137914"/>
              <a:ext cx="24431" cy="24423"/>
            </a:xfrm>
            <a:custGeom>
              <a:avLst/>
              <a:pathLst>
                <a:path w="24431" h="24423">
                  <a:moveTo>
                    <a:pt x="0" y="0"/>
                  </a:moveTo>
                  <a:lnTo>
                    <a:pt x="24431" y="24423"/>
                  </a:lnTo>
                </a:path>
              </a:pathLst>
            </a:custGeom>
            <a:ln w="13550" cap="flat">
              <a:solidFill>
                <a:srgbClr val="4DBBD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11905684" y="5162356"/>
              <a:ext cx="5997" cy="5996"/>
            </a:xfrm>
            <a:custGeom>
              <a:avLst/>
              <a:pathLst>
                <a:path w="5997" h="5996">
                  <a:moveTo>
                    <a:pt x="0" y="0"/>
                  </a:moveTo>
                  <a:lnTo>
                    <a:pt x="5997" y="5996"/>
                  </a:lnTo>
                </a:path>
              </a:pathLst>
            </a:custGeom>
            <a:ln w="13550" cap="flat">
              <a:solidFill>
                <a:srgbClr val="4DBBD5">
                  <a:alpha val="6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11912876" y="5168371"/>
              <a:ext cx="549" cy="549"/>
            </a:xfrm>
            <a:custGeom>
              <a:avLst/>
              <a:pathLst>
                <a:path w="549" h="549">
                  <a:moveTo>
                    <a:pt x="0" y="0"/>
                  </a:moveTo>
                  <a:lnTo>
                    <a:pt x="549" y="549"/>
                  </a:lnTo>
                </a:path>
              </a:pathLst>
            </a:custGeom>
            <a:ln w="13550" cap="flat">
              <a:solidFill>
                <a:srgbClr val="4DBBD5">
                  <a:alpha val="5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11913506" y="5171211"/>
              <a:ext cx="2145" cy="2158"/>
            </a:xfrm>
            <a:custGeom>
              <a:avLst/>
              <a:pathLst>
                <a:path w="2145" h="2158">
                  <a:moveTo>
                    <a:pt x="0" y="0"/>
                  </a:moveTo>
                  <a:lnTo>
                    <a:pt x="2145" y="2158"/>
                  </a:lnTo>
                </a:path>
              </a:pathLst>
            </a:custGeom>
            <a:ln w="13550" cap="flat">
              <a:solidFill>
                <a:srgbClr val="4DBBD5">
                  <a:alpha val="5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11915869" y="5173370"/>
              <a:ext cx="920" cy="920"/>
            </a:xfrm>
            <a:custGeom>
              <a:avLst/>
              <a:pathLst>
                <a:path w="920" h="920">
                  <a:moveTo>
                    <a:pt x="0" y="0"/>
                  </a:moveTo>
                  <a:lnTo>
                    <a:pt x="920" y="920"/>
                  </a:lnTo>
                </a:path>
              </a:pathLst>
            </a:custGeom>
            <a:ln w="13550" cap="flat">
              <a:solidFill>
                <a:srgbClr val="4DBBD5">
                  <a:alpha val="1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11916887" y="5174507"/>
              <a:ext cx="13813" cy="13812"/>
            </a:xfrm>
            <a:custGeom>
              <a:avLst/>
              <a:pathLst>
                <a:path w="13813" h="13812">
                  <a:moveTo>
                    <a:pt x="0" y="0"/>
                  </a:moveTo>
                  <a:lnTo>
                    <a:pt x="13813" y="13812"/>
                  </a:lnTo>
                </a:path>
              </a:pathLst>
            </a:custGeom>
            <a:ln w="13550" cap="flat">
              <a:solidFill>
                <a:srgbClr val="4DBBD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11947674" y="5188384"/>
              <a:ext cx="11596" cy="11593"/>
            </a:xfrm>
            <a:custGeom>
              <a:avLst/>
              <a:pathLst>
                <a:path w="11596" h="11593">
                  <a:moveTo>
                    <a:pt x="0" y="0"/>
                  </a:moveTo>
                  <a:lnTo>
                    <a:pt x="11596" y="11593"/>
                  </a:lnTo>
                </a:path>
              </a:pathLst>
            </a:custGeom>
            <a:ln w="13550" cap="flat">
              <a:solidFill>
                <a:srgbClr val="4DBBD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11959552" y="5201275"/>
              <a:ext cx="10871" cy="10868"/>
            </a:xfrm>
            <a:custGeom>
              <a:avLst/>
              <a:pathLst>
                <a:path w="10871" h="10868">
                  <a:moveTo>
                    <a:pt x="0" y="0"/>
                  </a:moveTo>
                  <a:lnTo>
                    <a:pt x="10871" y="10868"/>
                  </a:lnTo>
                </a:path>
              </a:pathLst>
            </a:custGeom>
            <a:ln w="13550" cap="flat">
              <a:solidFill>
                <a:srgbClr val="4DBBD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11970423" y="5212332"/>
              <a:ext cx="13341" cy="13338"/>
            </a:xfrm>
            <a:custGeom>
              <a:avLst/>
              <a:pathLst>
                <a:path w="13341" h="13338">
                  <a:moveTo>
                    <a:pt x="0" y="0"/>
                  </a:moveTo>
                  <a:lnTo>
                    <a:pt x="13341" y="13338"/>
                  </a:lnTo>
                </a:path>
              </a:pathLst>
            </a:custGeom>
            <a:ln w="13550" cap="flat">
              <a:solidFill>
                <a:srgbClr val="4DBBD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11984064" y="5225673"/>
              <a:ext cx="9378" cy="9371"/>
            </a:xfrm>
            <a:custGeom>
              <a:avLst/>
              <a:pathLst>
                <a:path w="9378" h="9371">
                  <a:moveTo>
                    <a:pt x="0" y="0"/>
                  </a:moveTo>
                  <a:lnTo>
                    <a:pt x="9378" y="9371"/>
                  </a:lnTo>
                </a:path>
              </a:pathLst>
            </a:custGeom>
            <a:ln w="13550" cap="flat">
              <a:solidFill>
                <a:srgbClr val="4DBBD5">
                  <a:alpha val="7058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11993467" y="5235046"/>
              <a:ext cx="7009" cy="7008"/>
            </a:xfrm>
            <a:custGeom>
              <a:avLst/>
              <a:pathLst>
                <a:path w="7009" h="7008">
                  <a:moveTo>
                    <a:pt x="0" y="0"/>
                  </a:moveTo>
                  <a:lnTo>
                    <a:pt x="7009" y="7008"/>
                  </a:lnTo>
                </a:path>
              </a:pathLst>
            </a:custGeom>
            <a:ln w="13550" cap="flat">
              <a:solidFill>
                <a:srgbClr val="4DBBD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12000502" y="5242295"/>
              <a:ext cx="735" cy="735"/>
            </a:xfrm>
            <a:custGeom>
              <a:avLst/>
              <a:pathLst>
                <a:path w="735" h="735">
                  <a:moveTo>
                    <a:pt x="0" y="0"/>
                  </a:moveTo>
                  <a:lnTo>
                    <a:pt x="735" y="735"/>
                  </a:lnTo>
                </a:path>
              </a:pathLst>
            </a:custGeom>
            <a:ln w="13550" cap="flat">
              <a:solidFill>
                <a:srgbClr val="4DBBD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12001346" y="5243031"/>
              <a:ext cx="1104" cy="1104"/>
            </a:xfrm>
            <a:custGeom>
              <a:avLst/>
              <a:pathLst>
                <a:path w="1104" h="1104">
                  <a:moveTo>
                    <a:pt x="0" y="0"/>
                  </a:moveTo>
                  <a:lnTo>
                    <a:pt x="1104" y="1104"/>
                  </a:lnTo>
                </a:path>
              </a:pathLst>
            </a:custGeom>
            <a:ln w="13550" cap="flat">
              <a:solidFill>
                <a:srgbClr val="4DBBD5">
                  <a:alpha val="4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12003191" y="5244158"/>
              <a:ext cx="5191" cy="5193"/>
            </a:xfrm>
            <a:custGeom>
              <a:avLst/>
              <a:pathLst>
                <a:path w="5191" h="5193">
                  <a:moveTo>
                    <a:pt x="0" y="0"/>
                  </a:moveTo>
                  <a:lnTo>
                    <a:pt x="5191" y="5193"/>
                  </a:lnTo>
                </a:path>
              </a:pathLst>
            </a:custGeom>
            <a:ln w="13550" cap="flat">
              <a:solidFill>
                <a:srgbClr val="4DBBD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12008494" y="5249350"/>
              <a:ext cx="2500" cy="2501"/>
            </a:xfrm>
            <a:custGeom>
              <a:avLst/>
              <a:pathLst>
                <a:path w="2500" h="2501">
                  <a:moveTo>
                    <a:pt x="0" y="0"/>
                  </a:moveTo>
                  <a:lnTo>
                    <a:pt x="2500" y="2501"/>
                  </a:lnTo>
                </a:path>
              </a:pathLst>
            </a:custGeom>
            <a:ln w="13550" cap="flat">
              <a:solidFill>
                <a:srgbClr val="4DBBD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12011234" y="6053922"/>
              <a:ext cx="190" cy="190"/>
            </a:xfrm>
            <a:custGeom>
              <a:avLst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ln w="13550" cap="flat">
              <a:solidFill>
                <a:srgbClr val="E64B35">
                  <a:alpha val="8705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12011234" y="5212142"/>
              <a:ext cx="190" cy="190"/>
            </a:xfrm>
            <a:custGeom>
              <a:avLst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12011235" y="5535689"/>
              <a:ext cx="190" cy="190"/>
            </a:xfrm>
            <a:custGeom>
              <a:avLst/>
              <a:pathLst>
                <a:path w="190" h="190">
                  <a:moveTo>
                    <a:pt x="0" y="0"/>
                  </a:moveTo>
                  <a:lnTo>
                    <a:pt x="190" y="190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12011235" y="5559135"/>
              <a:ext cx="190" cy="190"/>
            </a:xfrm>
            <a:custGeom>
              <a:avLst/>
              <a:pathLst>
                <a:path w="190" h="190">
                  <a:moveTo>
                    <a:pt x="0" y="190"/>
                  </a:moveTo>
                  <a:lnTo>
                    <a:pt x="190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12011235" y="4941449"/>
              <a:ext cx="190" cy="190"/>
            </a:xfrm>
            <a:custGeom>
              <a:avLst/>
              <a:pathLst>
                <a:path w="190" h="190">
                  <a:moveTo>
                    <a:pt x="0" y="0"/>
                  </a:moveTo>
                  <a:lnTo>
                    <a:pt x="190" y="190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12011235" y="5687246"/>
              <a:ext cx="189" cy="189"/>
            </a:xfrm>
            <a:custGeom>
              <a:avLst/>
              <a:pathLst>
                <a:path w="189" h="189">
                  <a:moveTo>
                    <a:pt x="0" y="189"/>
                  </a:moveTo>
                  <a:lnTo>
                    <a:pt x="189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12011235" y="5367707"/>
              <a:ext cx="189" cy="189"/>
            </a:xfrm>
            <a:custGeom>
              <a:avLst/>
              <a:pathLst>
                <a:path w="189" h="189">
                  <a:moveTo>
                    <a:pt x="0" y="0"/>
                  </a:moveTo>
                  <a:lnTo>
                    <a:pt x="189" y="189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12011424" y="5252105"/>
              <a:ext cx="826" cy="826"/>
            </a:xfrm>
            <a:custGeom>
              <a:avLst/>
              <a:pathLst>
                <a:path w="826" h="826">
                  <a:moveTo>
                    <a:pt x="0" y="0"/>
                  </a:moveTo>
                  <a:lnTo>
                    <a:pt x="826" y="826"/>
                  </a:lnTo>
                </a:path>
              </a:pathLst>
            </a:custGeom>
            <a:ln w="13550" cap="flat">
              <a:solidFill>
                <a:srgbClr val="4DBBD5">
                  <a:alpha val="6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12013107" y="5253735"/>
              <a:ext cx="9444" cy="9433"/>
            </a:xfrm>
            <a:custGeom>
              <a:avLst/>
              <a:pathLst>
                <a:path w="9444" h="9433">
                  <a:moveTo>
                    <a:pt x="0" y="0"/>
                  </a:moveTo>
                  <a:lnTo>
                    <a:pt x="9444" y="9433"/>
                  </a:lnTo>
                </a:path>
              </a:pathLst>
            </a:custGeom>
            <a:ln w="13550" cap="flat">
              <a:solidFill>
                <a:srgbClr val="4DBBD5">
                  <a:alpha val="7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12023640" y="5263170"/>
              <a:ext cx="14390" cy="14379"/>
            </a:xfrm>
            <a:custGeom>
              <a:avLst/>
              <a:pathLst>
                <a:path w="14390" h="14379">
                  <a:moveTo>
                    <a:pt x="0" y="0"/>
                  </a:moveTo>
                  <a:lnTo>
                    <a:pt x="14390" y="14379"/>
                  </a:lnTo>
                </a:path>
              </a:pathLst>
            </a:custGeom>
            <a:ln w="13550" cap="flat">
              <a:solidFill>
                <a:srgbClr val="4DBBD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12028247" y="6314364"/>
              <a:ext cx="909" cy="909"/>
            </a:xfrm>
            <a:custGeom>
              <a:avLst/>
              <a:pathLst>
                <a:path w="909" h="909">
                  <a:moveTo>
                    <a:pt x="0" y="0"/>
                  </a:moveTo>
                  <a:lnTo>
                    <a:pt x="909" y="909"/>
                  </a:lnTo>
                </a:path>
              </a:pathLst>
            </a:custGeom>
            <a:ln w="13550" cap="flat">
              <a:solidFill>
                <a:srgbClr val="4DBBD5">
                  <a:alpha val="9098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12028249" y="5296389"/>
              <a:ext cx="1225" cy="1225"/>
            </a:xfrm>
            <a:custGeom>
              <a:avLst/>
              <a:pathLst>
                <a:path w="1225" h="1225">
                  <a:moveTo>
                    <a:pt x="0" y="0"/>
                  </a:moveTo>
                  <a:lnTo>
                    <a:pt x="1225" y="1225"/>
                  </a:lnTo>
                </a:path>
              </a:pathLst>
            </a:custGeom>
            <a:ln w="13550" cap="flat">
              <a:solidFill>
                <a:srgbClr val="4DBBD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12028252" y="6269887"/>
              <a:ext cx="904" cy="904"/>
            </a:xfrm>
            <a:custGeom>
              <a:avLst/>
              <a:pathLst>
                <a:path w="904" h="904">
                  <a:moveTo>
                    <a:pt x="0" y="0"/>
                  </a:moveTo>
                  <a:lnTo>
                    <a:pt x="904" y="904"/>
                  </a:lnTo>
                </a:path>
              </a:pathLst>
            </a:custGeom>
            <a:ln w="13550" cap="flat">
              <a:solidFill>
                <a:srgbClr val="4DBBD5">
                  <a:alpha val="8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12028252" y="5727160"/>
              <a:ext cx="684" cy="684"/>
            </a:xfrm>
            <a:custGeom>
              <a:avLst/>
              <a:pathLst>
                <a:path w="684" h="684">
                  <a:moveTo>
                    <a:pt x="0" y="684"/>
                  </a:moveTo>
                  <a:lnTo>
                    <a:pt x="684" y="0"/>
                  </a:lnTo>
                </a:path>
              </a:pathLst>
            </a:custGeom>
            <a:ln w="13550" cap="flat">
              <a:solidFill>
                <a:srgbClr val="E64B35">
                  <a:alpha val="9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12038590" y="5278703"/>
              <a:ext cx="777" cy="777"/>
            </a:xfrm>
            <a:custGeom>
              <a:avLst/>
              <a:pathLst>
                <a:path w="777" h="777">
                  <a:moveTo>
                    <a:pt x="0" y="0"/>
                  </a:moveTo>
                  <a:lnTo>
                    <a:pt x="777" y="777"/>
                  </a:lnTo>
                </a:path>
              </a:pathLst>
            </a:custGeom>
            <a:ln w="13550" cap="flat">
              <a:solidFill>
                <a:srgbClr val="4DBBD5">
                  <a:alpha val="7607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12039521" y="5279478"/>
              <a:ext cx="28128" cy="28154"/>
            </a:xfrm>
            <a:custGeom>
              <a:avLst/>
              <a:pathLst>
                <a:path w="28128" h="28154">
                  <a:moveTo>
                    <a:pt x="0" y="0"/>
                  </a:moveTo>
                  <a:lnTo>
                    <a:pt x="28128" y="28154"/>
                  </a:lnTo>
                </a:path>
              </a:pathLst>
            </a:custGeom>
            <a:ln w="13550" cap="flat">
              <a:solidFill>
                <a:srgbClr val="4DBBD5">
                  <a:alpha val="7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12056427" y="5267780"/>
              <a:ext cx="1215" cy="1215"/>
            </a:xfrm>
            <a:custGeom>
              <a:avLst/>
              <a:pathLst>
                <a:path w="1215" h="1215">
                  <a:moveTo>
                    <a:pt x="0" y="0"/>
                  </a:moveTo>
                  <a:lnTo>
                    <a:pt x="1215" y="1215"/>
                  </a:lnTo>
                </a:path>
              </a:pathLst>
            </a:custGeom>
            <a:ln w="13550" cap="flat">
              <a:solidFill>
                <a:srgbClr val="4DBBD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12057115" y="5726653"/>
              <a:ext cx="506" cy="507"/>
            </a:xfrm>
            <a:custGeom>
              <a:avLst/>
              <a:pathLst>
                <a:path w="506" h="507">
                  <a:moveTo>
                    <a:pt x="0" y="507"/>
                  </a:moveTo>
                  <a:lnTo>
                    <a:pt x="506" y="0"/>
                  </a:lnTo>
                </a:path>
              </a:pathLst>
            </a:custGeom>
            <a:ln w="13550" cap="flat">
              <a:solidFill>
                <a:srgbClr val="E64B35">
                  <a:alpha val="6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12057325" y="6315274"/>
              <a:ext cx="296" cy="297"/>
            </a:xfrm>
            <a:custGeom>
              <a:avLst/>
              <a:pathLst>
                <a:path w="296" h="297">
                  <a:moveTo>
                    <a:pt x="0" y="0"/>
                  </a:moveTo>
                  <a:lnTo>
                    <a:pt x="296" y="297"/>
                  </a:lnTo>
                </a:path>
              </a:pathLst>
            </a:custGeom>
            <a:ln w="13550" cap="flat">
              <a:solidFill>
                <a:srgbClr val="4DBBD5">
                  <a:alpha val="5882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12057325" y="6270792"/>
              <a:ext cx="312" cy="313"/>
            </a:xfrm>
            <a:custGeom>
              <a:avLst/>
              <a:pathLst>
                <a:path w="312" h="313">
                  <a:moveTo>
                    <a:pt x="0" y="0"/>
                  </a:moveTo>
                  <a:lnTo>
                    <a:pt x="312" y="313"/>
                  </a:lnTo>
                </a:path>
              </a:pathLst>
            </a:custGeom>
            <a:ln w="13550" cap="flat">
              <a:solidFill>
                <a:srgbClr val="4DBBD5">
                  <a:alpha val="8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12067652" y="5307927"/>
              <a:ext cx="11187" cy="11166"/>
            </a:xfrm>
            <a:custGeom>
              <a:avLst/>
              <a:pathLst>
                <a:path w="11187" h="11166">
                  <a:moveTo>
                    <a:pt x="0" y="0"/>
                  </a:moveTo>
                  <a:lnTo>
                    <a:pt x="11187" y="11166"/>
                  </a:lnTo>
                </a:path>
              </a:pathLst>
            </a:custGeom>
            <a:ln w="13550" cap="flat">
              <a:solidFill>
                <a:srgbClr val="4DBBD5">
                  <a:alpha val="6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12078839" y="5319139"/>
              <a:ext cx="4861" cy="4862"/>
            </a:xfrm>
            <a:custGeom>
              <a:avLst/>
              <a:pathLst>
                <a:path w="4861" h="4862">
                  <a:moveTo>
                    <a:pt x="0" y="0"/>
                  </a:moveTo>
                  <a:lnTo>
                    <a:pt x="4861" y="4862"/>
                  </a:lnTo>
                </a:path>
              </a:pathLst>
            </a:custGeom>
            <a:ln w="13550" cap="flat">
              <a:solidFill>
                <a:srgbClr val="4DBBD5">
                  <a:alpha val="7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12085250" y="5325034"/>
              <a:ext cx="3797" cy="3797"/>
            </a:xfrm>
            <a:custGeom>
              <a:avLst/>
              <a:pathLst>
                <a:path w="3797" h="3797">
                  <a:moveTo>
                    <a:pt x="0" y="0"/>
                  </a:moveTo>
                  <a:lnTo>
                    <a:pt x="3797" y="3797"/>
                  </a:lnTo>
                </a:path>
              </a:pathLst>
            </a:custGeom>
            <a:ln w="13550" cap="flat">
              <a:solidFill>
                <a:srgbClr val="4DBBD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12089667" y="5329870"/>
              <a:ext cx="9034" cy="9039"/>
            </a:xfrm>
            <a:custGeom>
              <a:avLst/>
              <a:pathLst>
                <a:path w="9034" h="9039">
                  <a:moveTo>
                    <a:pt x="0" y="0"/>
                  </a:moveTo>
                  <a:lnTo>
                    <a:pt x="9034" y="9039"/>
                  </a:lnTo>
                </a:path>
              </a:pathLst>
            </a:custGeom>
            <a:ln w="13550" cap="flat">
              <a:solidFill>
                <a:srgbClr val="4DBBD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12098910" y="5339140"/>
              <a:ext cx="3653" cy="3652"/>
            </a:xfrm>
            <a:custGeom>
              <a:avLst/>
              <a:pathLst>
                <a:path w="3653" h="3652">
                  <a:moveTo>
                    <a:pt x="0" y="0"/>
                  </a:moveTo>
                  <a:lnTo>
                    <a:pt x="3653" y="3652"/>
                  </a:lnTo>
                </a:path>
              </a:pathLst>
            </a:custGeom>
            <a:ln w="13550" cap="flat">
              <a:solidFill>
                <a:srgbClr val="4DBBD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12106909" y="5343682"/>
              <a:ext cx="7314" cy="7316"/>
            </a:xfrm>
            <a:custGeom>
              <a:avLst/>
              <a:pathLst>
                <a:path w="7314" h="7316">
                  <a:moveTo>
                    <a:pt x="0" y="0"/>
                  </a:moveTo>
                  <a:lnTo>
                    <a:pt x="7314" y="7316"/>
                  </a:lnTo>
                </a:path>
              </a:pathLst>
            </a:custGeom>
            <a:ln w="13550" cap="flat">
              <a:solidFill>
                <a:srgbClr val="4DBBD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12114243" y="5351109"/>
              <a:ext cx="7263" cy="7259"/>
            </a:xfrm>
            <a:custGeom>
              <a:avLst/>
              <a:pathLst>
                <a:path w="7263" h="7259">
                  <a:moveTo>
                    <a:pt x="0" y="0"/>
                  </a:moveTo>
                  <a:lnTo>
                    <a:pt x="7263" y="7259"/>
                  </a:lnTo>
                </a:path>
              </a:pathLst>
            </a:custGeom>
            <a:ln w="13550" cap="flat">
              <a:solidFill>
                <a:srgbClr val="4DBBD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12121590" y="5360219"/>
              <a:ext cx="7484" cy="7487"/>
            </a:xfrm>
            <a:custGeom>
              <a:avLst/>
              <a:pathLst>
                <a:path w="7484" h="7487">
                  <a:moveTo>
                    <a:pt x="0" y="0"/>
                  </a:moveTo>
                  <a:lnTo>
                    <a:pt x="7484" y="7487"/>
                  </a:lnTo>
                </a:path>
              </a:pathLst>
            </a:custGeom>
            <a:ln w="13550" cap="flat">
              <a:solidFill>
                <a:srgbClr val="4DBBD5">
                  <a:alpha val="6901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12129073" y="5367896"/>
              <a:ext cx="19942" cy="19940"/>
            </a:xfrm>
            <a:custGeom>
              <a:avLst/>
              <a:pathLst>
                <a:path w="19942" h="19940">
                  <a:moveTo>
                    <a:pt x="0" y="0"/>
                  </a:moveTo>
                  <a:lnTo>
                    <a:pt x="19942" y="19940"/>
                  </a:lnTo>
                </a:path>
              </a:pathLst>
            </a:custGeom>
            <a:ln w="13550" cap="flat">
              <a:solidFill>
                <a:srgbClr val="4DBBD5">
                  <a:alpha val="6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12149016" y="5387875"/>
              <a:ext cx="29685" cy="29676"/>
            </a:xfrm>
            <a:custGeom>
              <a:avLst/>
              <a:pathLst>
                <a:path w="29685" h="29676">
                  <a:moveTo>
                    <a:pt x="0" y="0"/>
                  </a:moveTo>
                  <a:lnTo>
                    <a:pt x="29685" y="29676"/>
                  </a:lnTo>
                </a:path>
              </a:pathLst>
            </a:custGeom>
            <a:ln w="13550" cap="flat">
              <a:solidFill>
                <a:srgbClr val="4DBBD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12178732" y="5417539"/>
              <a:ext cx="10084" cy="10083"/>
            </a:xfrm>
            <a:custGeom>
              <a:avLst/>
              <a:pathLst>
                <a:path w="10084" h="10083">
                  <a:moveTo>
                    <a:pt x="0" y="0"/>
                  </a:moveTo>
                  <a:lnTo>
                    <a:pt x="10084" y="10083"/>
                  </a:lnTo>
                </a:path>
              </a:pathLst>
            </a:custGeom>
            <a:ln w="13550" cap="flat">
              <a:solidFill>
                <a:srgbClr val="4DBBD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12188968" y="5429778"/>
              <a:ext cx="45200" cy="45197"/>
            </a:xfrm>
            <a:custGeom>
              <a:avLst/>
              <a:pathLst>
                <a:path w="45200" h="45197">
                  <a:moveTo>
                    <a:pt x="0" y="0"/>
                  </a:moveTo>
                  <a:lnTo>
                    <a:pt x="45200" y="45197"/>
                  </a:lnTo>
                </a:path>
              </a:pathLst>
            </a:custGeom>
            <a:ln w="13550" cap="flat">
              <a:solidFill>
                <a:srgbClr val="4DBBD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12235416" y="5475014"/>
              <a:ext cx="7105" cy="7100"/>
            </a:xfrm>
            <a:custGeom>
              <a:avLst/>
              <a:pathLst>
                <a:path w="7105" h="7100">
                  <a:moveTo>
                    <a:pt x="0" y="0"/>
                  </a:moveTo>
                  <a:lnTo>
                    <a:pt x="7105" y="7100"/>
                  </a:lnTo>
                </a:path>
              </a:pathLst>
            </a:custGeom>
            <a:ln w="13550" cap="flat">
              <a:solidFill>
                <a:srgbClr val="4DBBD5">
                  <a:alpha val="7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12235419" y="5901345"/>
              <a:ext cx="269" cy="269"/>
            </a:xfrm>
            <a:custGeom>
              <a:avLst/>
              <a:pathLst>
                <a:path w="269" h="269">
                  <a:moveTo>
                    <a:pt x="0" y="269"/>
                  </a:moveTo>
                  <a:lnTo>
                    <a:pt x="269" y="0"/>
                  </a:lnTo>
                </a:path>
              </a:pathLst>
            </a:custGeom>
            <a:ln w="13550" cap="flat">
              <a:solidFill>
                <a:srgbClr val="E64B35">
                  <a:alpha val="4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12242655" y="4655861"/>
              <a:ext cx="7608" cy="7604"/>
            </a:xfrm>
            <a:custGeom>
              <a:avLst/>
              <a:pathLst>
                <a:path w="7608" h="7604">
                  <a:moveTo>
                    <a:pt x="0" y="0"/>
                  </a:moveTo>
                  <a:lnTo>
                    <a:pt x="7608" y="7604"/>
                  </a:lnTo>
                </a:path>
              </a:pathLst>
            </a:custGeom>
            <a:ln w="13550" cap="flat">
              <a:solidFill>
                <a:srgbClr val="4DBBD5">
                  <a:alpha val="6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12250592" y="4664028"/>
              <a:ext cx="5945" cy="5944"/>
            </a:xfrm>
            <a:custGeom>
              <a:avLst/>
              <a:pathLst>
                <a:path w="5945" h="5944">
                  <a:moveTo>
                    <a:pt x="0" y="0"/>
                  </a:moveTo>
                  <a:lnTo>
                    <a:pt x="5945" y="5944"/>
                  </a:lnTo>
                </a:path>
              </a:pathLst>
            </a:custGeom>
            <a:ln w="13550" cap="flat">
              <a:solidFill>
                <a:srgbClr val="4DBBD5">
                  <a:alpha val="6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12256676" y="4670111"/>
              <a:ext cx="7527" cy="7527"/>
            </a:xfrm>
            <a:custGeom>
              <a:avLst/>
              <a:pathLst>
                <a:path w="7527" h="7527">
                  <a:moveTo>
                    <a:pt x="0" y="0"/>
                  </a:moveTo>
                  <a:lnTo>
                    <a:pt x="7527" y="7527"/>
                  </a:lnTo>
                </a:path>
              </a:pathLst>
            </a:custGeom>
            <a:ln w="13550" cap="flat">
              <a:solidFill>
                <a:srgbClr val="4DBBD5">
                  <a:alpha val="7411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12264482" y="4677637"/>
              <a:ext cx="1920" cy="1920"/>
            </a:xfrm>
            <a:custGeom>
              <a:avLst/>
              <a:pathLst>
                <a:path w="1920" h="1920">
                  <a:moveTo>
                    <a:pt x="0" y="0"/>
                  </a:moveTo>
                  <a:lnTo>
                    <a:pt x="1920" y="1920"/>
                  </a:lnTo>
                </a:path>
              </a:pathLst>
            </a:custGeom>
            <a:ln w="13550" cap="flat">
              <a:solidFill>
                <a:srgbClr val="4DBBD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12267862" y="4680538"/>
              <a:ext cx="17269" cy="17269"/>
            </a:xfrm>
            <a:custGeom>
              <a:avLst/>
              <a:pathLst>
                <a:path w="17269" h="17269">
                  <a:moveTo>
                    <a:pt x="0" y="0"/>
                  </a:moveTo>
                  <a:lnTo>
                    <a:pt x="17269" y="17269"/>
                  </a:lnTo>
                </a:path>
              </a:pathLst>
            </a:custGeom>
            <a:ln w="13550" cap="flat">
              <a:solidFill>
                <a:srgbClr val="4DBBD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12285131" y="4697815"/>
              <a:ext cx="14931" cy="14929"/>
            </a:xfrm>
            <a:custGeom>
              <a:avLst/>
              <a:pathLst>
                <a:path w="14931" h="14929">
                  <a:moveTo>
                    <a:pt x="0" y="0"/>
                  </a:moveTo>
                  <a:lnTo>
                    <a:pt x="14931" y="14929"/>
                  </a:lnTo>
                </a:path>
              </a:pathLst>
            </a:custGeom>
            <a:ln w="13550" cap="flat">
              <a:solidFill>
                <a:srgbClr val="4DBBD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12300049" y="4713117"/>
              <a:ext cx="14287" cy="14294"/>
            </a:xfrm>
            <a:custGeom>
              <a:avLst/>
              <a:pathLst>
                <a:path w="14287" h="14294">
                  <a:moveTo>
                    <a:pt x="0" y="0"/>
                  </a:moveTo>
                  <a:lnTo>
                    <a:pt x="14287" y="14294"/>
                  </a:lnTo>
                </a:path>
              </a:pathLst>
            </a:custGeom>
            <a:ln w="13550" cap="flat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12314781" y="4729897"/>
              <a:ext cx="10964" cy="10966"/>
            </a:xfrm>
            <a:custGeom>
              <a:avLst/>
              <a:pathLst>
                <a:path w="10964" h="10966">
                  <a:moveTo>
                    <a:pt x="0" y="0"/>
                  </a:moveTo>
                  <a:lnTo>
                    <a:pt x="10964" y="10966"/>
                  </a:lnTo>
                </a:path>
              </a:pathLst>
            </a:custGeom>
            <a:ln w="13550" cap="flat">
              <a:solidFill>
                <a:srgbClr val="4DBBD5">
                  <a:alpha val="7411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12330489" y="5975500"/>
              <a:ext cx="201" cy="201"/>
            </a:xfrm>
            <a:custGeom>
              <a:avLst/>
              <a:pathLst>
                <a:path w="201" h="201">
                  <a:moveTo>
                    <a:pt x="0" y="201"/>
                  </a:moveTo>
                  <a:lnTo>
                    <a:pt x="201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12339621" y="4621961"/>
              <a:ext cx="3166" cy="3166"/>
            </a:xfrm>
            <a:custGeom>
              <a:avLst/>
              <a:pathLst>
                <a:path w="3166" h="3166">
                  <a:moveTo>
                    <a:pt x="0" y="3166"/>
                  </a:moveTo>
                  <a:lnTo>
                    <a:pt x="3166" y="0"/>
                  </a:lnTo>
                </a:path>
              </a:pathLst>
            </a:custGeom>
            <a:ln w="13550" cap="flat">
              <a:solidFill>
                <a:srgbClr val="E64B35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12353614" y="5346147"/>
              <a:ext cx="763" cy="763"/>
            </a:xfrm>
            <a:custGeom>
              <a:avLst/>
              <a:pathLst>
                <a:path w="763" h="763">
                  <a:moveTo>
                    <a:pt x="0" y="763"/>
                  </a:moveTo>
                  <a:lnTo>
                    <a:pt x="763" y="0"/>
                  </a:lnTo>
                </a:path>
              </a:pathLst>
            </a:custGeom>
            <a:ln w="13550" cap="flat">
              <a:solidFill>
                <a:srgbClr val="E64B35">
                  <a:alpha val="2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12360412" y="4644780"/>
              <a:ext cx="9963" cy="9962"/>
            </a:xfrm>
            <a:custGeom>
              <a:avLst/>
              <a:pathLst>
                <a:path w="9963" h="9962">
                  <a:moveTo>
                    <a:pt x="0" y="9962"/>
                  </a:moveTo>
                  <a:lnTo>
                    <a:pt x="9963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12370837" y="5621741"/>
              <a:ext cx="201" cy="201"/>
            </a:xfrm>
            <a:custGeom>
              <a:avLst/>
              <a:pathLst>
                <a:path w="201" h="201">
                  <a:moveTo>
                    <a:pt x="0" y="0"/>
                  </a:moveTo>
                  <a:lnTo>
                    <a:pt x="201" y="201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12374460" y="4680493"/>
              <a:ext cx="2215" cy="2215"/>
            </a:xfrm>
            <a:custGeom>
              <a:avLst/>
              <a:pathLst>
                <a:path w="2215" h="2215">
                  <a:moveTo>
                    <a:pt x="0" y="2215"/>
                  </a:moveTo>
                  <a:lnTo>
                    <a:pt x="2215" y="0"/>
                  </a:lnTo>
                </a:path>
              </a:pathLst>
            </a:custGeom>
            <a:ln w="13550" cap="flat">
              <a:solidFill>
                <a:srgbClr val="E64B35">
                  <a:alpha val="6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12378130" y="4638569"/>
              <a:ext cx="4869" cy="4875"/>
            </a:xfrm>
            <a:custGeom>
              <a:avLst/>
              <a:pathLst>
                <a:path w="4869" h="4875">
                  <a:moveTo>
                    <a:pt x="0" y="4875"/>
                  </a:moveTo>
                  <a:lnTo>
                    <a:pt x="4869" y="0"/>
                  </a:lnTo>
                </a:path>
              </a:pathLst>
            </a:custGeom>
            <a:ln w="13550" cap="flat">
              <a:solidFill>
                <a:srgbClr val="E64B35">
                  <a:alpha val="5764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10607411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11486144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12325746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12383000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10518631" y="6377908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10518631" y="5482114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10518631" y="4655738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10518631" y="4614033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  <a:lnTo>
                    <a:pt x="1953147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10518631" y="4525839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tx1057"/>
            <p:cNvSpPr/>
            <p:nvPr/>
          </p:nvSpPr>
          <p:spPr>
            <a:xfrm>
              <a:off x="10416572" y="634549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10416572" y="5931027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10416572" y="551656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060" name="tx1060"/>
            <p:cNvSpPr/>
            <p:nvPr/>
          </p:nvSpPr>
          <p:spPr>
            <a:xfrm>
              <a:off x="10416572" y="5102096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061" name="tx1061"/>
            <p:cNvSpPr/>
            <p:nvPr/>
          </p:nvSpPr>
          <p:spPr>
            <a:xfrm>
              <a:off x="10416572" y="4687630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62" name="pl1062"/>
            <p:cNvSpPr/>
            <p:nvPr/>
          </p:nvSpPr>
          <p:spPr>
            <a:xfrm>
              <a:off x="10493326" y="637790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10493326" y="596344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10493326" y="554897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10493326" y="513451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10493326" y="47200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tx1067"/>
            <p:cNvSpPr/>
            <p:nvPr/>
          </p:nvSpPr>
          <p:spPr>
            <a:xfrm rot="-5400000">
              <a:off x="9969957" y="5458937"/>
              <a:ext cx="726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 (Mb)</a:t>
              </a:r>
            </a:p>
          </p:txBody>
        </p:sp>
        <p:sp>
          <p:nvSpPr>
            <p:cNvPr id="1068" name="pl1068"/>
            <p:cNvSpPr/>
            <p:nvPr/>
          </p:nvSpPr>
          <p:spPr>
            <a:xfrm>
              <a:off x="10518631" y="6466102"/>
              <a:ext cx="1953147" cy="0"/>
            </a:xfrm>
            <a:custGeom>
              <a:avLst/>
              <a:pathLst>
                <a:path w="1953147" h="0">
                  <a:moveTo>
                    <a:pt x="0" y="0"/>
                  </a:moveTo>
                  <a:lnTo>
                    <a:pt x="195314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10607411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11125493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11643575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12161656" y="64661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tx1073"/>
            <p:cNvSpPr/>
            <p:nvPr/>
          </p:nvSpPr>
          <p:spPr>
            <a:xfrm>
              <a:off x="10536773" y="6511651"/>
              <a:ext cx="1412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074" name="tx1074"/>
            <p:cNvSpPr/>
            <p:nvPr/>
          </p:nvSpPr>
          <p:spPr>
            <a:xfrm>
              <a:off x="11054855" y="6511651"/>
              <a:ext cx="1412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1075" name="tx1075"/>
            <p:cNvSpPr/>
            <p:nvPr/>
          </p:nvSpPr>
          <p:spPr>
            <a:xfrm>
              <a:off x="11572937" y="6511651"/>
              <a:ext cx="1412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076" name="tx1076"/>
            <p:cNvSpPr/>
            <p:nvPr/>
          </p:nvSpPr>
          <p:spPr>
            <a:xfrm>
              <a:off x="12091019" y="6511651"/>
              <a:ext cx="1412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1077" name="tx1077"/>
            <p:cNvSpPr/>
            <p:nvPr/>
          </p:nvSpPr>
          <p:spPr>
            <a:xfrm>
              <a:off x="11132051" y="6620258"/>
              <a:ext cx="726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 (Mb)</a:t>
              </a:r>
            </a:p>
          </p:txBody>
        </p:sp>
        <p:sp>
          <p:nvSpPr>
            <p:cNvPr id="1078" name="tx1078"/>
            <p:cNvSpPr/>
            <p:nvPr/>
          </p:nvSpPr>
          <p:spPr>
            <a:xfrm>
              <a:off x="11136120" y="4091557"/>
              <a:ext cx="71816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</a:t>
              </a:r>
            </a:p>
          </p:txBody>
        </p:sp>
        <p:sp>
          <p:nvSpPr>
            <p:cNvPr id="1079" name="tx1079"/>
            <p:cNvSpPr/>
            <p:nvPr/>
          </p:nvSpPr>
          <p:spPr>
            <a:xfrm>
              <a:off x="10169525" y="3930302"/>
              <a:ext cx="126552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</a:t>
              </a:r>
            </a:p>
          </p:txBody>
        </p:sp>
        <p:sp>
          <p:nvSpPr>
            <p:cNvPr id="1080" name="rc1080"/>
            <p:cNvSpPr/>
            <p:nvPr/>
          </p:nvSpPr>
          <p:spPr>
            <a:xfrm>
              <a:off x="6842665" y="4197399"/>
              <a:ext cx="1844050" cy="227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tx1081"/>
            <p:cNvSpPr/>
            <p:nvPr/>
          </p:nvSpPr>
          <p:spPr>
            <a:xfrm>
              <a:off x="6893276" y="4273976"/>
              <a:ext cx="5736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Orientation</a:t>
              </a:r>
            </a:p>
          </p:txBody>
        </p:sp>
        <p:sp>
          <p:nvSpPr>
            <p:cNvPr id="1082" name="rc1082"/>
            <p:cNvSpPr/>
            <p:nvPr/>
          </p:nvSpPr>
          <p:spPr>
            <a:xfrm>
              <a:off x="7517580" y="4248009"/>
              <a:ext cx="126000" cy="12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7530180" y="4311009"/>
              <a:ext cx="100800" cy="0"/>
            </a:xfrm>
            <a:custGeom>
              <a:avLst/>
              <a:pathLst>
                <a:path w="100800" h="0">
                  <a:moveTo>
                    <a:pt x="0" y="0"/>
                  </a:moveTo>
                  <a:lnTo>
                    <a:pt x="100800" y="0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8101965" y="4248009"/>
              <a:ext cx="126000" cy="12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8114565" y="4311009"/>
              <a:ext cx="100799" cy="0"/>
            </a:xfrm>
            <a:custGeom>
              <a:avLst/>
              <a:pathLst>
                <a:path w="100799" h="0">
                  <a:moveTo>
                    <a:pt x="0" y="0"/>
                  </a:moveTo>
                  <a:lnTo>
                    <a:pt x="100799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tx1086"/>
            <p:cNvSpPr/>
            <p:nvPr/>
          </p:nvSpPr>
          <p:spPr>
            <a:xfrm>
              <a:off x="7694191" y="4278593"/>
              <a:ext cx="35716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Reverse</a:t>
              </a:r>
            </a:p>
          </p:txBody>
        </p:sp>
        <p:sp>
          <p:nvSpPr>
            <p:cNvPr id="1087" name="tx1087"/>
            <p:cNvSpPr/>
            <p:nvPr/>
          </p:nvSpPr>
          <p:spPr>
            <a:xfrm>
              <a:off x="8278576" y="4278593"/>
              <a:ext cx="357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Forward</a:t>
              </a:r>
            </a:p>
          </p:txBody>
        </p:sp>
        <p:sp>
          <p:nvSpPr>
            <p:cNvPr id="1088" name="rc1088"/>
            <p:cNvSpPr/>
            <p:nvPr/>
          </p:nvSpPr>
          <p:spPr>
            <a:xfrm>
              <a:off x="2539905" y="6740752"/>
              <a:ext cx="2574488" cy="31550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5114393" y="6740752"/>
              <a:ext cx="2514869" cy="31550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7629262" y="6740752"/>
              <a:ext cx="2507554" cy="31550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10136816" y="6740752"/>
              <a:ext cx="2385573" cy="31550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3057602" y="7137188"/>
              <a:ext cx="485260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3057602" y="903465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3057602" y="8963317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3057602" y="889198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3057602" y="882065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3057602" y="874931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3057602" y="867798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3057602" y="860665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3057602" y="853531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3057602" y="846398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3057602" y="8392652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3057602" y="8321319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3057602" y="824998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3057602" y="8178652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3057602" y="8107319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3057602" y="8035986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3057602" y="7964653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3057602" y="789332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3057602" y="7821986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3057602" y="7750653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3057602" y="767932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057602" y="7607987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057602" y="753665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3057602" y="746532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3057602" y="739398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3057602" y="732265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3057602" y="725132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3057602" y="717998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3079660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3300233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3520806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3153459" y="836498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3144637" y="900698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155665" y="815098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151254" y="857898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3153459" y="8222322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157871" y="807965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3168900" y="772298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3151254" y="850765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193163" y="729499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153459" y="829365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3164488" y="7936989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149048" y="872165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3168900" y="779432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3149048" y="8650321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193163" y="722365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3151254" y="8436321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144637" y="893565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179928" y="750899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157871" y="8008322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3204191" y="715232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146842" y="886432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190957" y="7366324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3166694" y="786565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3168900" y="7651656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171105" y="758032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3188751" y="743765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146842" y="8792987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3818062" y="7137188"/>
              <a:ext cx="485260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3818062" y="885357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3818062" y="8480446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3818062" y="8107319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818062" y="7734192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818062" y="736106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840119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06069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281266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090378" y="8079655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4079349" y="8825910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090378" y="7706528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4079349" y="8452783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4238162" y="7333401"/>
              <a:ext cx="55327" cy="55327"/>
            </a:xfrm>
            <a:prstGeom prst="ellipse">
              <a:avLst/>
            </a:prstGeom>
            <a:solidFill>
              <a:srgbClr val="4DBBD5">
                <a:alpha val="69803"/>
              </a:srgbClr>
            </a:solidFill>
            <a:ln w="6545" cap="rnd">
              <a:solidFill>
                <a:srgbClr val="4DB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4578522" y="7137188"/>
              <a:ext cx="485260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578522" y="9022537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578522" y="893101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578522" y="883949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578522" y="8747972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578522" y="865645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578522" y="856492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578522" y="8473406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578522" y="838188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578522" y="8290363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578522" y="819884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578522" y="8107319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578522" y="8015797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578522" y="7924276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578522" y="7832754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578522" y="7741232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578522" y="764971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578522" y="7558188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578522" y="7466667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578522" y="7375145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578522" y="7283623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578522" y="7192101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  <a:lnTo>
                    <a:pt x="48526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600579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82115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5041725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654527" y="8811830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650116" y="890335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837603" y="8079655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4645704" y="8994873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4824369" y="8720308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835397" y="835422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4844220" y="7713568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4835397" y="8262699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842014" y="7896612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4839809" y="7988134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844220" y="7805090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4835397" y="8445742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833191" y="8628786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846426" y="7622046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4835397" y="8171177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4848632" y="7530525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4848632" y="7439003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4978770" y="7255959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972153" y="7347481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4833191" y="8537264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5009650" y="7164437"/>
              <a:ext cx="55327" cy="55327"/>
            </a:xfrm>
            <a:prstGeom prst="ellipse">
              <a:avLst/>
            </a:prstGeom>
            <a:solidFill>
              <a:srgbClr val="E64B35">
                <a:alpha val="69803"/>
              </a:srgbClr>
            </a:solidFill>
            <a:ln w="6545" cap="rnd">
              <a:solidFill>
                <a:srgbClr val="E64B3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57852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tx1211"/>
            <p:cNvSpPr/>
            <p:nvPr/>
          </p:nvSpPr>
          <p:spPr>
            <a:xfrm>
              <a:off x="4353933" y="899940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bin07</a:t>
              </a:r>
            </a:p>
          </p:txBody>
        </p:sp>
        <p:sp>
          <p:nvSpPr>
            <p:cNvPr id="1212" name="tx1212"/>
            <p:cNvSpPr/>
            <p:nvPr/>
          </p:nvSpPr>
          <p:spPr>
            <a:xfrm>
              <a:off x="4353933" y="890788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bin03</a:t>
              </a:r>
            </a:p>
          </p:txBody>
        </p:sp>
        <p:sp>
          <p:nvSpPr>
            <p:cNvPr id="1213" name="tx1213"/>
            <p:cNvSpPr/>
            <p:nvPr/>
          </p:nvSpPr>
          <p:spPr>
            <a:xfrm>
              <a:off x="4353933" y="881635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bin09</a:t>
              </a:r>
            </a:p>
          </p:txBody>
        </p:sp>
        <p:sp>
          <p:nvSpPr>
            <p:cNvPr id="1214" name="tx1214"/>
            <p:cNvSpPr/>
            <p:nvPr/>
          </p:nvSpPr>
          <p:spPr>
            <a:xfrm>
              <a:off x="4353933" y="872483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bin25</a:t>
              </a:r>
            </a:p>
          </p:txBody>
        </p:sp>
        <p:sp>
          <p:nvSpPr>
            <p:cNvPr id="1215" name="tx1215"/>
            <p:cNvSpPr/>
            <p:nvPr/>
          </p:nvSpPr>
          <p:spPr>
            <a:xfrm>
              <a:off x="4353933" y="863331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bin20</a:t>
              </a:r>
            </a:p>
          </p:txBody>
        </p:sp>
        <p:sp>
          <p:nvSpPr>
            <p:cNvPr id="1216" name="tx1216"/>
            <p:cNvSpPr/>
            <p:nvPr/>
          </p:nvSpPr>
          <p:spPr>
            <a:xfrm>
              <a:off x="4353933" y="854179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bin46</a:t>
              </a:r>
            </a:p>
          </p:txBody>
        </p:sp>
        <p:sp>
          <p:nvSpPr>
            <p:cNvPr id="1217" name="tx1217"/>
            <p:cNvSpPr/>
            <p:nvPr/>
          </p:nvSpPr>
          <p:spPr>
            <a:xfrm>
              <a:off x="4353933" y="845027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bin17</a:t>
              </a:r>
            </a:p>
          </p:txBody>
        </p:sp>
        <p:sp>
          <p:nvSpPr>
            <p:cNvPr id="1218" name="tx1218"/>
            <p:cNvSpPr/>
            <p:nvPr/>
          </p:nvSpPr>
          <p:spPr>
            <a:xfrm>
              <a:off x="4353933" y="835875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bin27</a:t>
              </a:r>
            </a:p>
          </p:txBody>
        </p:sp>
        <p:sp>
          <p:nvSpPr>
            <p:cNvPr id="1219" name="tx1219"/>
            <p:cNvSpPr/>
            <p:nvPr/>
          </p:nvSpPr>
          <p:spPr>
            <a:xfrm>
              <a:off x="4353933" y="826722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bin29</a:t>
              </a:r>
            </a:p>
          </p:txBody>
        </p:sp>
        <p:sp>
          <p:nvSpPr>
            <p:cNvPr id="1220" name="tx1220"/>
            <p:cNvSpPr/>
            <p:nvPr/>
          </p:nvSpPr>
          <p:spPr>
            <a:xfrm>
              <a:off x="4353933" y="817570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bin41</a:t>
              </a:r>
            </a:p>
          </p:txBody>
        </p:sp>
        <p:sp>
          <p:nvSpPr>
            <p:cNvPr id="1221" name="tx1221"/>
            <p:cNvSpPr/>
            <p:nvPr/>
          </p:nvSpPr>
          <p:spPr>
            <a:xfrm>
              <a:off x="4353933" y="808418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bin06</a:t>
              </a:r>
            </a:p>
          </p:txBody>
        </p:sp>
        <p:sp>
          <p:nvSpPr>
            <p:cNvPr id="1222" name="tx1222"/>
            <p:cNvSpPr/>
            <p:nvPr/>
          </p:nvSpPr>
          <p:spPr>
            <a:xfrm>
              <a:off x="4353933" y="799266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bin13</a:t>
              </a:r>
            </a:p>
          </p:txBody>
        </p:sp>
        <p:sp>
          <p:nvSpPr>
            <p:cNvPr id="1223" name="tx1223"/>
            <p:cNvSpPr/>
            <p:nvPr/>
          </p:nvSpPr>
          <p:spPr>
            <a:xfrm>
              <a:off x="4353933" y="790114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bin10</a:t>
              </a:r>
            </a:p>
          </p:txBody>
        </p:sp>
        <p:sp>
          <p:nvSpPr>
            <p:cNvPr id="1224" name="tx1224"/>
            <p:cNvSpPr/>
            <p:nvPr/>
          </p:nvSpPr>
          <p:spPr>
            <a:xfrm>
              <a:off x="4353933" y="780961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bin15</a:t>
              </a:r>
            </a:p>
          </p:txBody>
        </p:sp>
        <p:sp>
          <p:nvSpPr>
            <p:cNvPr id="1225" name="tx1225"/>
            <p:cNvSpPr/>
            <p:nvPr/>
          </p:nvSpPr>
          <p:spPr>
            <a:xfrm>
              <a:off x="4353933" y="771809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bin28</a:t>
              </a:r>
            </a:p>
          </p:txBody>
        </p:sp>
        <p:sp>
          <p:nvSpPr>
            <p:cNvPr id="1226" name="tx1226"/>
            <p:cNvSpPr/>
            <p:nvPr/>
          </p:nvSpPr>
          <p:spPr>
            <a:xfrm>
              <a:off x="4353933" y="762657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bin21</a:t>
              </a:r>
            </a:p>
          </p:txBody>
        </p:sp>
        <p:sp>
          <p:nvSpPr>
            <p:cNvPr id="1227" name="tx1227"/>
            <p:cNvSpPr/>
            <p:nvPr/>
          </p:nvSpPr>
          <p:spPr>
            <a:xfrm>
              <a:off x="4353933" y="753505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bin38</a:t>
              </a:r>
            </a:p>
          </p:txBody>
        </p:sp>
        <p:sp>
          <p:nvSpPr>
            <p:cNvPr id="1228" name="tx1228"/>
            <p:cNvSpPr/>
            <p:nvPr/>
          </p:nvSpPr>
          <p:spPr>
            <a:xfrm>
              <a:off x="4353933" y="744353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bin39</a:t>
              </a:r>
            </a:p>
          </p:txBody>
        </p:sp>
        <p:sp>
          <p:nvSpPr>
            <p:cNvPr id="1229" name="tx1229"/>
            <p:cNvSpPr/>
            <p:nvPr/>
          </p:nvSpPr>
          <p:spPr>
            <a:xfrm>
              <a:off x="4353933" y="735201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bin45</a:t>
              </a:r>
            </a:p>
          </p:txBody>
        </p:sp>
        <p:sp>
          <p:nvSpPr>
            <p:cNvPr id="1230" name="tx1230"/>
            <p:cNvSpPr/>
            <p:nvPr/>
          </p:nvSpPr>
          <p:spPr>
            <a:xfrm>
              <a:off x="4353933" y="726048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bin54</a:t>
              </a:r>
            </a:p>
          </p:txBody>
        </p:sp>
        <p:sp>
          <p:nvSpPr>
            <p:cNvPr id="1231" name="tx1231"/>
            <p:cNvSpPr/>
            <p:nvPr/>
          </p:nvSpPr>
          <p:spPr>
            <a:xfrm>
              <a:off x="4353933" y="716896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bin49</a:t>
              </a:r>
            </a:p>
          </p:txBody>
        </p:sp>
        <p:sp>
          <p:nvSpPr>
            <p:cNvPr id="1232" name="pl1232"/>
            <p:cNvSpPr/>
            <p:nvPr/>
          </p:nvSpPr>
          <p:spPr>
            <a:xfrm>
              <a:off x="4553217" y="902253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553217" y="893101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553217" y="883949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553217" y="874797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553217" y="865645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553217" y="856492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553217" y="84734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553217" y="83818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553217" y="829036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553217" y="819884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553217" y="81073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553217" y="801579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553217" y="792427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553217" y="78327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553217" y="774123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553217" y="764971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553217" y="755818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553217" y="746666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553217" y="737514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553217" y="728362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553217" y="719210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381806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tx1254"/>
            <p:cNvSpPr/>
            <p:nvPr/>
          </p:nvSpPr>
          <p:spPr>
            <a:xfrm>
              <a:off x="3593473" y="883043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bin19</a:t>
              </a:r>
            </a:p>
          </p:txBody>
        </p:sp>
        <p:sp>
          <p:nvSpPr>
            <p:cNvPr id="1255" name="tx1255"/>
            <p:cNvSpPr/>
            <p:nvPr/>
          </p:nvSpPr>
          <p:spPr>
            <a:xfrm>
              <a:off x="3593473" y="845731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bin42</a:t>
              </a:r>
            </a:p>
          </p:txBody>
        </p:sp>
        <p:sp>
          <p:nvSpPr>
            <p:cNvPr id="1256" name="tx1256"/>
            <p:cNvSpPr/>
            <p:nvPr/>
          </p:nvSpPr>
          <p:spPr>
            <a:xfrm>
              <a:off x="3593473" y="808418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bin02</a:t>
              </a:r>
            </a:p>
          </p:txBody>
        </p:sp>
        <p:sp>
          <p:nvSpPr>
            <p:cNvPr id="1257" name="tx1257"/>
            <p:cNvSpPr/>
            <p:nvPr/>
          </p:nvSpPr>
          <p:spPr>
            <a:xfrm>
              <a:off x="3593473" y="771105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bin22</a:t>
              </a:r>
            </a:p>
          </p:txBody>
        </p:sp>
        <p:sp>
          <p:nvSpPr>
            <p:cNvPr id="1258" name="tx1258"/>
            <p:cNvSpPr/>
            <p:nvPr/>
          </p:nvSpPr>
          <p:spPr>
            <a:xfrm>
              <a:off x="3593473" y="733793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bin52</a:t>
              </a:r>
            </a:p>
          </p:txBody>
        </p:sp>
        <p:sp>
          <p:nvSpPr>
            <p:cNvPr id="1259" name="pl1259"/>
            <p:cNvSpPr/>
            <p:nvPr/>
          </p:nvSpPr>
          <p:spPr>
            <a:xfrm>
              <a:off x="3792757" y="885357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3792757" y="84804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3792757" y="81073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3792757" y="773419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3792757" y="736106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3057602" y="6957874"/>
              <a:ext cx="485260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tx1265"/>
            <p:cNvSpPr/>
            <p:nvPr/>
          </p:nvSpPr>
          <p:spPr>
            <a:xfrm>
              <a:off x="3064180" y="6967110"/>
              <a:ext cx="4721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266" name="tx1266"/>
            <p:cNvSpPr/>
            <p:nvPr/>
          </p:nvSpPr>
          <p:spPr>
            <a:xfrm>
              <a:off x="3034417" y="7063122"/>
              <a:ext cx="5316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D011P03</a:t>
              </a:r>
            </a:p>
          </p:txBody>
        </p:sp>
        <p:sp>
          <p:nvSpPr>
            <p:cNvPr id="1267" name="rc1267"/>
            <p:cNvSpPr/>
            <p:nvPr/>
          </p:nvSpPr>
          <p:spPr>
            <a:xfrm>
              <a:off x="3818062" y="6957874"/>
              <a:ext cx="485260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tx1268"/>
            <p:cNvSpPr/>
            <p:nvPr/>
          </p:nvSpPr>
          <p:spPr>
            <a:xfrm>
              <a:off x="3820662" y="6967110"/>
              <a:ext cx="4800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269" name="tx1269"/>
            <p:cNvSpPr/>
            <p:nvPr/>
          </p:nvSpPr>
          <p:spPr>
            <a:xfrm>
              <a:off x="3788430" y="7063122"/>
              <a:ext cx="5445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D113N10</a:t>
              </a:r>
            </a:p>
          </p:txBody>
        </p:sp>
        <p:sp>
          <p:nvSpPr>
            <p:cNvPr id="1270" name="rc1270"/>
            <p:cNvSpPr/>
            <p:nvPr/>
          </p:nvSpPr>
          <p:spPr>
            <a:xfrm>
              <a:off x="4578522" y="6957874"/>
              <a:ext cx="485260" cy="1793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tx1271"/>
            <p:cNvSpPr/>
            <p:nvPr/>
          </p:nvSpPr>
          <p:spPr>
            <a:xfrm>
              <a:off x="4602153" y="6967110"/>
              <a:ext cx="43799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</a:t>
              </a:r>
            </a:p>
          </p:txBody>
        </p:sp>
        <p:sp>
          <p:nvSpPr>
            <p:cNvPr id="1272" name="tx1272"/>
            <p:cNvSpPr/>
            <p:nvPr/>
          </p:nvSpPr>
          <p:spPr>
            <a:xfrm>
              <a:off x="4555336" y="7063122"/>
              <a:ext cx="5316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vs D112P05</a:t>
              </a:r>
            </a:p>
          </p:txBody>
        </p:sp>
        <p:sp>
          <p:nvSpPr>
            <p:cNvPr id="1273" name="pl1273"/>
            <p:cNvSpPr/>
            <p:nvPr/>
          </p:nvSpPr>
          <p:spPr>
            <a:xfrm>
              <a:off x="3057602" y="907745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3079660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3300233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3520806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tx1277"/>
            <p:cNvSpPr/>
            <p:nvPr/>
          </p:nvSpPr>
          <p:spPr>
            <a:xfrm>
              <a:off x="3015012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278" name="tx1278"/>
            <p:cNvSpPr/>
            <p:nvPr/>
          </p:nvSpPr>
          <p:spPr>
            <a:xfrm>
              <a:off x="3235585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279" name="tx1279"/>
            <p:cNvSpPr/>
            <p:nvPr/>
          </p:nvSpPr>
          <p:spPr>
            <a:xfrm>
              <a:off x="3423834" y="912299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280" name="pl1280"/>
            <p:cNvSpPr/>
            <p:nvPr/>
          </p:nvSpPr>
          <p:spPr>
            <a:xfrm>
              <a:off x="3818062" y="907745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3840119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060692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281266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tx1284"/>
            <p:cNvSpPr/>
            <p:nvPr/>
          </p:nvSpPr>
          <p:spPr>
            <a:xfrm>
              <a:off x="3775471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285" name="tx1285"/>
            <p:cNvSpPr/>
            <p:nvPr/>
          </p:nvSpPr>
          <p:spPr>
            <a:xfrm>
              <a:off x="3996044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286" name="tx1286"/>
            <p:cNvSpPr/>
            <p:nvPr/>
          </p:nvSpPr>
          <p:spPr>
            <a:xfrm>
              <a:off x="4184293" y="912299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287" name="pl1287"/>
            <p:cNvSpPr/>
            <p:nvPr/>
          </p:nvSpPr>
          <p:spPr>
            <a:xfrm>
              <a:off x="4578522" y="9077450"/>
              <a:ext cx="485260" cy="0"/>
            </a:xfrm>
            <a:custGeom>
              <a:avLst/>
              <a:pathLst>
                <a:path w="485260" h="0">
                  <a:moveTo>
                    <a:pt x="0" y="0"/>
                  </a:moveTo>
                  <a:lnTo>
                    <a:pt x="48526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600579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821152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5041725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tx1291"/>
            <p:cNvSpPr/>
            <p:nvPr/>
          </p:nvSpPr>
          <p:spPr>
            <a:xfrm>
              <a:off x="4535931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</a:t>
              </a:r>
            </a:p>
          </p:txBody>
        </p:sp>
        <p:sp>
          <p:nvSpPr>
            <p:cNvPr id="1292" name="tx1292"/>
            <p:cNvSpPr/>
            <p:nvPr/>
          </p:nvSpPr>
          <p:spPr>
            <a:xfrm>
              <a:off x="4756504" y="912299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</a:t>
              </a:r>
            </a:p>
          </p:txBody>
        </p:sp>
        <p:sp>
          <p:nvSpPr>
            <p:cNvPr id="1293" name="tx1293"/>
            <p:cNvSpPr/>
            <p:nvPr/>
          </p:nvSpPr>
          <p:spPr>
            <a:xfrm>
              <a:off x="4944753" y="912299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294" name="pl1294"/>
            <p:cNvSpPr/>
            <p:nvPr/>
          </p:nvSpPr>
          <p:spPr>
            <a:xfrm>
              <a:off x="305760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tx1295"/>
            <p:cNvSpPr/>
            <p:nvPr/>
          </p:nvSpPr>
          <p:spPr>
            <a:xfrm>
              <a:off x="2833014" y="901151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bin04</a:t>
              </a:r>
            </a:p>
          </p:txBody>
        </p:sp>
        <p:sp>
          <p:nvSpPr>
            <p:cNvPr id="1296" name="tx1296"/>
            <p:cNvSpPr/>
            <p:nvPr/>
          </p:nvSpPr>
          <p:spPr>
            <a:xfrm>
              <a:off x="2833014" y="894018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bin34</a:t>
              </a:r>
            </a:p>
          </p:txBody>
        </p:sp>
        <p:sp>
          <p:nvSpPr>
            <p:cNvPr id="1297" name="tx1297"/>
            <p:cNvSpPr/>
            <p:nvPr/>
          </p:nvSpPr>
          <p:spPr>
            <a:xfrm>
              <a:off x="2833014" y="886885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bin37</a:t>
              </a:r>
            </a:p>
          </p:txBody>
        </p:sp>
        <p:sp>
          <p:nvSpPr>
            <p:cNvPr id="1298" name="tx1298"/>
            <p:cNvSpPr/>
            <p:nvPr/>
          </p:nvSpPr>
          <p:spPr>
            <a:xfrm>
              <a:off x="2833014" y="879751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bin50</a:t>
              </a:r>
            </a:p>
          </p:txBody>
        </p:sp>
        <p:sp>
          <p:nvSpPr>
            <p:cNvPr id="1299" name="tx1299"/>
            <p:cNvSpPr/>
            <p:nvPr/>
          </p:nvSpPr>
          <p:spPr>
            <a:xfrm>
              <a:off x="2833014" y="872618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bin18</a:t>
              </a:r>
            </a:p>
          </p:txBody>
        </p:sp>
        <p:sp>
          <p:nvSpPr>
            <p:cNvPr id="1300" name="tx1300"/>
            <p:cNvSpPr/>
            <p:nvPr/>
          </p:nvSpPr>
          <p:spPr>
            <a:xfrm>
              <a:off x="2833014" y="865485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bin31</a:t>
              </a:r>
            </a:p>
          </p:txBody>
        </p:sp>
        <p:sp>
          <p:nvSpPr>
            <p:cNvPr id="1301" name="tx1301"/>
            <p:cNvSpPr/>
            <p:nvPr/>
          </p:nvSpPr>
          <p:spPr>
            <a:xfrm>
              <a:off x="2833014" y="858351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bin08</a:t>
              </a:r>
            </a:p>
          </p:txBody>
        </p:sp>
        <p:sp>
          <p:nvSpPr>
            <p:cNvPr id="1302" name="tx1302"/>
            <p:cNvSpPr/>
            <p:nvPr/>
          </p:nvSpPr>
          <p:spPr>
            <a:xfrm>
              <a:off x="2833014" y="851218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bin11</a:t>
              </a:r>
            </a:p>
          </p:txBody>
        </p:sp>
        <p:sp>
          <p:nvSpPr>
            <p:cNvPr id="1303" name="tx1303"/>
            <p:cNvSpPr/>
            <p:nvPr/>
          </p:nvSpPr>
          <p:spPr>
            <a:xfrm>
              <a:off x="2833014" y="844085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bin33</a:t>
              </a:r>
            </a:p>
          </p:txBody>
        </p:sp>
        <p:sp>
          <p:nvSpPr>
            <p:cNvPr id="1304" name="tx1304"/>
            <p:cNvSpPr/>
            <p:nvPr/>
          </p:nvSpPr>
          <p:spPr>
            <a:xfrm>
              <a:off x="2833014" y="836951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bin01</a:t>
              </a:r>
            </a:p>
          </p:txBody>
        </p:sp>
        <p:sp>
          <p:nvSpPr>
            <p:cNvPr id="1305" name="tx1305"/>
            <p:cNvSpPr/>
            <p:nvPr/>
          </p:nvSpPr>
          <p:spPr>
            <a:xfrm>
              <a:off x="2833014" y="829818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bin14</a:t>
              </a:r>
            </a:p>
          </p:txBody>
        </p:sp>
        <p:sp>
          <p:nvSpPr>
            <p:cNvPr id="1306" name="tx1306"/>
            <p:cNvSpPr/>
            <p:nvPr/>
          </p:nvSpPr>
          <p:spPr>
            <a:xfrm>
              <a:off x="2833014" y="8226851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bin24</a:t>
              </a:r>
            </a:p>
          </p:txBody>
        </p:sp>
        <p:sp>
          <p:nvSpPr>
            <p:cNvPr id="1307" name="tx1307"/>
            <p:cNvSpPr/>
            <p:nvPr/>
          </p:nvSpPr>
          <p:spPr>
            <a:xfrm>
              <a:off x="2833014" y="8155518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bin05</a:t>
              </a:r>
            </a:p>
          </p:txBody>
        </p:sp>
        <p:sp>
          <p:nvSpPr>
            <p:cNvPr id="1308" name="tx1308"/>
            <p:cNvSpPr/>
            <p:nvPr/>
          </p:nvSpPr>
          <p:spPr>
            <a:xfrm>
              <a:off x="2833014" y="808418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bin26</a:t>
              </a:r>
            </a:p>
          </p:txBody>
        </p:sp>
        <p:sp>
          <p:nvSpPr>
            <p:cNvPr id="1309" name="tx1309"/>
            <p:cNvSpPr/>
            <p:nvPr/>
          </p:nvSpPr>
          <p:spPr>
            <a:xfrm>
              <a:off x="2833014" y="801285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bin36</a:t>
              </a:r>
            </a:p>
          </p:txBody>
        </p:sp>
        <p:sp>
          <p:nvSpPr>
            <p:cNvPr id="1310" name="tx1310"/>
            <p:cNvSpPr/>
            <p:nvPr/>
          </p:nvSpPr>
          <p:spPr>
            <a:xfrm>
              <a:off x="2833014" y="794151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bin16</a:t>
              </a:r>
            </a:p>
          </p:txBody>
        </p:sp>
        <p:sp>
          <p:nvSpPr>
            <p:cNvPr id="1311" name="tx1311"/>
            <p:cNvSpPr/>
            <p:nvPr/>
          </p:nvSpPr>
          <p:spPr>
            <a:xfrm>
              <a:off x="2833014" y="7870185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bin51</a:t>
              </a:r>
            </a:p>
          </p:txBody>
        </p:sp>
        <p:sp>
          <p:nvSpPr>
            <p:cNvPr id="1312" name="tx1312"/>
            <p:cNvSpPr/>
            <p:nvPr/>
          </p:nvSpPr>
          <p:spPr>
            <a:xfrm>
              <a:off x="2833014" y="7798852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bin23</a:t>
              </a:r>
            </a:p>
          </p:txBody>
        </p:sp>
        <p:sp>
          <p:nvSpPr>
            <p:cNvPr id="1313" name="tx1313"/>
            <p:cNvSpPr/>
            <p:nvPr/>
          </p:nvSpPr>
          <p:spPr>
            <a:xfrm>
              <a:off x="2833014" y="7727519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bin30</a:t>
              </a:r>
            </a:p>
          </p:txBody>
        </p:sp>
        <p:sp>
          <p:nvSpPr>
            <p:cNvPr id="1314" name="tx1314"/>
            <p:cNvSpPr/>
            <p:nvPr/>
          </p:nvSpPr>
          <p:spPr>
            <a:xfrm>
              <a:off x="2833014" y="765618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bin44</a:t>
              </a:r>
            </a:p>
          </p:txBody>
        </p:sp>
        <p:sp>
          <p:nvSpPr>
            <p:cNvPr id="1315" name="tx1315"/>
            <p:cNvSpPr/>
            <p:nvPr/>
          </p:nvSpPr>
          <p:spPr>
            <a:xfrm>
              <a:off x="2833014" y="758485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bin47</a:t>
              </a:r>
            </a:p>
          </p:txBody>
        </p:sp>
        <p:sp>
          <p:nvSpPr>
            <p:cNvPr id="1316" name="tx1316"/>
            <p:cNvSpPr/>
            <p:nvPr/>
          </p:nvSpPr>
          <p:spPr>
            <a:xfrm>
              <a:off x="2833014" y="751352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bin35</a:t>
              </a:r>
            </a:p>
          </p:txBody>
        </p:sp>
        <p:sp>
          <p:nvSpPr>
            <p:cNvPr id="1317" name="tx1317"/>
            <p:cNvSpPr/>
            <p:nvPr/>
          </p:nvSpPr>
          <p:spPr>
            <a:xfrm>
              <a:off x="2833014" y="7442186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bin48</a:t>
              </a:r>
            </a:p>
          </p:txBody>
        </p:sp>
        <p:sp>
          <p:nvSpPr>
            <p:cNvPr id="1318" name="tx1318"/>
            <p:cNvSpPr/>
            <p:nvPr/>
          </p:nvSpPr>
          <p:spPr>
            <a:xfrm>
              <a:off x="2833014" y="7370853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bin40</a:t>
              </a:r>
            </a:p>
          </p:txBody>
        </p:sp>
        <p:sp>
          <p:nvSpPr>
            <p:cNvPr id="1319" name="tx1319"/>
            <p:cNvSpPr/>
            <p:nvPr/>
          </p:nvSpPr>
          <p:spPr>
            <a:xfrm>
              <a:off x="2833014" y="7299520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bin12</a:t>
              </a:r>
            </a:p>
          </p:txBody>
        </p:sp>
        <p:sp>
          <p:nvSpPr>
            <p:cNvPr id="1320" name="tx1320"/>
            <p:cNvSpPr/>
            <p:nvPr/>
          </p:nvSpPr>
          <p:spPr>
            <a:xfrm>
              <a:off x="2833014" y="7228187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bin32</a:t>
              </a:r>
            </a:p>
          </p:txBody>
        </p:sp>
        <p:sp>
          <p:nvSpPr>
            <p:cNvPr id="1321" name="tx1321"/>
            <p:cNvSpPr/>
            <p:nvPr/>
          </p:nvSpPr>
          <p:spPr>
            <a:xfrm>
              <a:off x="2833014" y="7156854"/>
              <a:ext cx="179039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bin43</a:t>
              </a:r>
            </a:p>
          </p:txBody>
        </p:sp>
        <p:sp>
          <p:nvSpPr>
            <p:cNvPr id="1322" name="pl1322"/>
            <p:cNvSpPr/>
            <p:nvPr/>
          </p:nvSpPr>
          <p:spPr>
            <a:xfrm>
              <a:off x="3032297" y="903465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3032297" y="896331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3032297" y="889198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3032297" y="88206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3032297" y="874931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3032297" y="867798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3032297" y="86066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3032297" y="853531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3032297" y="84639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3032297" y="83926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3032297" y="83213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3032297" y="82499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3032297" y="81786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3032297" y="810731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3032297" y="803598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3032297" y="796465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3032297" y="789332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3032297" y="782198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3032297" y="775065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3032297" y="767932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3032297" y="760798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3032297" y="75366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3032297" y="746532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3032297" y="739398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3032297" y="73226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3032297" y="725132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032297" y="717998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tx1349"/>
            <p:cNvSpPr/>
            <p:nvPr/>
          </p:nvSpPr>
          <p:spPr>
            <a:xfrm>
              <a:off x="3244956" y="9763395"/>
              <a:ext cx="163147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alignment identity (%)</a:t>
              </a:r>
            </a:p>
          </p:txBody>
        </p:sp>
        <p:sp>
          <p:nvSpPr>
            <p:cNvPr id="1350" name="tx1350"/>
            <p:cNvSpPr/>
            <p:nvPr/>
          </p:nvSpPr>
          <p:spPr>
            <a:xfrm>
              <a:off x="2595019" y="6809833"/>
              <a:ext cx="6089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</a:t>
              </a:r>
            </a:p>
          </p:txBody>
        </p:sp>
        <p:sp>
          <p:nvSpPr>
            <p:cNvPr id="1351" name="rc1351"/>
            <p:cNvSpPr/>
            <p:nvPr/>
          </p:nvSpPr>
          <p:spPr>
            <a:xfrm>
              <a:off x="5572472" y="7137188"/>
              <a:ext cx="634986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5572472" y="898925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5572472" y="862482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5572472" y="8260383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5572472" y="789594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5572472" y="7531509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5572472" y="7167072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5745650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6034280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5745650" y="8304115"/>
              <a:ext cx="0" cy="94753"/>
            </a:xfrm>
            <a:custGeom>
              <a:avLst/>
              <a:pathLst>
                <a:path w="0" h="94753">
                  <a:moveTo>
                    <a:pt x="0" y="9475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5745650" y="8602953"/>
              <a:ext cx="0" cy="94753"/>
            </a:xfrm>
            <a:custGeom>
              <a:avLst/>
              <a:pathLst>
                <a:path w="0" h="94753">
                  <a:moveTo>
                    <a:pt x="0" y="0"/>
                  </a:moveTo>
                  <a:lnTo>
                    <a:pt x="0" y="9475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2"/>
            <p:cNvSpPr/>
            <p:nvPr/>
          </p:nvSpPr>
          <p:spPr>
            <a:xfrm>
              <a:off x="5673492" y="8398869"/>
              <a:ext cx="144315" cy="204084"/>
            </a:xfrm>
            <a:custGeom>
              <a:avLst/>
              <a:pathLst>
                <a:path w="144315" h="204084">
                  <a:moveTo>
                    <a:pt x="0" y="0"/>
                  </a:moveTo>
                  <a:lnTo>
                    <a:pt x="0" y="204084"/>
                  </a:lnTo>
                  <a:lnTo>
                    <a:pt x="144315" y="204084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5673492" y="8420735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6034280" y="7618974"/>
              <a:ext cx="0" cy="276972"/>
            </a:xfrm>
            <a:custGeom>
              <a:avLst/>
              <a:pathLst>
                <a:path w="0" h="276972">
                  <a:moveTo>
                    <a:pt x="0" y="27697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6034280" y="8274960"/>
              <a:ext cx="0" cy="218662"/>
            </a:xfrm>
            <a:custGeom>
              <a:avLst/>
              <a:pathLst>
                <a:path w="0" h="218662">
                  <a:moveTo>
                    <a:pt x="0" y="0"/>
                  </a:moveTo>
                  <a:lnTo>
                    <a:pt x="0" y="21866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6"/>
            <p:cNvSpPr/>
            <p:nvPr/>
          </p:nvSpPr>
          <p:spPr>
            <a:xfrm>
              <a:off x="5962123" y="7895946"/>
              <a:ext cx="144315" cy="379014"/>
            </a:xfrm>
            <a:custGeom>
              <a:avLst/>
              <a:pathLst>
                <a:path w="144315" h="379014">
                  <a:moveTo>
                    <a:pt x="0" y="0"/>
                  </a:moveTo>
                  <a:lnTo>
                    <a:pt x="0" y="379014"/>
                  </a:lnTo>
                  <a:lnTo>
                    <a:pt x="144315" y="379014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5962123" y="8114608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6258068" y="7137188"/>
              <a:ext cx="634986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6258068" y="898925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6258068" y="862482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6258068" y="8260383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6258068" y="789594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6258068" y="7531509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6258068" y="7167072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6431247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6719877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6431247" y="8653975"/>
              <a:ext cx="0" cy="14577"/>
            </a:xfrm>
            <a:custGeom>
              <a:avLst/>
              <a:pathLst>
                <a:path w="0" h="14577">
                  <a:moveTo>
                    <a:pt x="0" y="1457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6431247" y="8828904"/>
              <a:ext cx="0" cy="72887"/>
            </a:xfrm>
            <a:custGeom>
              <a:avLst/>
              <a:pathLst>
                <a:path w="0" h="72887">
                  <a:moveTo>
                    <a:pt x="0" y="0"/>
                  </a:moveTo>
                  <a:lnTo>
                    <a:pt x="0" y="72887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9"/>
            <p:cNvSpPr/>
            <p:nvPr/>
          </p:nvSpPr>
          <p:spPr>
            <a:xfrm>
              <a:off x="6359089" y="8668552"/>
              <a:ext cx="144315" cy="160352"/>
            </a:xfrm>
            <a:custGeom>
              <a:avLst/>
              <a:pathLst>
                <a:path w="144315" h="160352">
                  <a:moveTo>
                    <a:pt x="0" y="0"/>
                  </a:moveTo>
                  <a:lnTo>
                    <a:pt x="0" y="160352"/>
                  </a:lnTo>
                  <a:lnTo>
                    <a:pt x="144315" y="160352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6359089" y="8799749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6700594" y="8663847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6719877" y="8187495"/>
              <a:ext cx="0" cy="29154"/>
            </a:xfrm>
            <a:custGeom>
              <a:avLst/>
              <a:pathLst>
                <a:path w="0" h="29154">
                  <a:moveTo>
                    <a:pt x="0" y="2915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6719877" y="837700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4"/>
            <p:cNvSpPr/>
            <p:nvPr/>
          </p:nvSpPr>
          <p:spPr>
            <a:xfrm>
              <a:off x="6647719" y="8216650"/>
              <a:ext cx="144315" cy="160352"/>
            </a:xfrm>
            <a:custGeom>
              <a:avLst/>
              <a:pathLst>
                <a:path w="144315" h="160352">
                  <a:moveTo>
                    <a:pt x="0" y="0"/>
                  </a:moveTo>
                  <a:lnTo>
                    <a:pt x="0" y="160352"/>
                  </a:lnTo>
                  <a:lnTo>
                    <a:pt x="144315" y="160352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6647719" y="8318693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6943665" y="7137188"/>
              <a:ext cx="634986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6943665" y="898925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6943665" y="862482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6943665" y="8260383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6943665" y="7895946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6943665" y="7531509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6943665" y="7167072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  <a:lnTo>
                    <a:pt x="63498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7116843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7405474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7097561" y="8328565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7097561" y="8270255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7097561" y="8357720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7097561" y="8955396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7097561" y="8969974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7116843" y="8785172"/>
              <a:ext cx="0" cy="14577"/>
            </a:xfrm>
            <a:custGeom>
              <a:avLst/>
              <a:pathLst>
                <a:path w="0" h="14577">
                  <a:moveTo>
                    <a:pt x="0" y="1457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7116843" y="8858059"/>
              <a:ext cx="0" cy="87464"/>
            </a:xfrm>
            <a:custGeom>
              <a:avLst/>
              <a:pathLst>
                <a:path w="0" h="87464">
                  <a:moveTo>
                    <a:pt x="0" y="0"/>
                  </a:moveTo>
                  <a:lnTo>
                    <a:pt x="0" y="87464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2"/>
            <p:cNvSpPr/>
            <p:nvPr/>
          </p:nvSpPr>
          <p:spPr>
            <a:xfrm>
              <a:off x="7044686" y="8799749"/>
              <a:ext cx="144315" cy="58309"/>
            </a:xfrm>
            <a:custGeom>
              <a:avLst/>
              <a:pathLst>
                <a:path w="144315" h="58309">
                  <a:moveTo>
                    <a:pt x="0" y="0"/>
                  </a:moveTo>
                  <a:lnTo>
                    <a:pt x="0" y="58309"/>
                  </a:lnTo>
                  <a:lnTo>
                    <a:pt x="144315" y="58309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7044686" y="8814327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7386191" y="8226523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7386191" y="8226523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7405474" y="7225382"/>
              <a:ext cx="0" cy="174929"/>
            </a:xfrm>
            <a:custGeom>
              <a:avLst/>
              <a:pathLst>
                <a:path w="0" h="174929">
                  <a:moveTo>
                    <a:pt x="0" y="17492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7405474" y="7677284"/>
              <a:ext cx="0" cy="131197"/>
            </a:xfrm>
            <a:custGeom>
              <a:avLst/>
              <a:pathLst>
                <a:path w="0" h="131197">
                  <a:moveTo>
                    <a:pt x="0" y="0"/>
                  </a:moveTo>
                  <a:lnTo>
                    <a:pt x="0" y="131197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8"/>
            <p:cNvSpPr/>
            <p:nvPr/>
          </p:nvSpPr>
          <p:spPr>
            <a:xfrm>
              <a:off x="7333316" y="7400312"/>
              <a:ext cx="144315" cy="276972"/>
            </a:xfrm>
            <a:custGeom>
              <a:avLst/>
              <a:pathLst>
                <a:path w="144315" h="276972">
                  <a:moveTo>
                    <a:pt x="0" y="0"/>
                  </a:moveTo>
                  <a:lnTo>
                    <a:pt x="0" y="276972"/>
                  </a:lnTo>
                  <a:lnTo>
                    <a:pt x="144315" y="276972"/>
                  </a:lnTo>
                  <a:lnTo>
                    <a:pt x="144315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7333316" y="7516931"/>
              <a:ext cx="144315" cy="0"/>
            </a:xfrm>
            <a:custGeom>
              <a:avLst/>
              <a:pathLst>
                <a:path w="144315" h="0">
                  <a:moveTo>
                    <a:pt x="0" y="0"/>
                  </a:moveTo>
                  <a:lnTo>
                    <a:pt x="144315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0" name="rc1410"/>
            <p:cNvSpPr/>
            <p:nvPr/>
          </p:nvSpPr>
          <p:spPr>
            <a:xfrm>
              <a:off x="5572472" y="7030112"/>
              <a:ext cx="63498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1" name="tx1411"/>
            <p:cNvSpPr/>
            <p:nvPr/>
          </p:nvSpPr>
          <p:spPr>
            <a:xfrm>
              <a:off x="5586521" y="7041999"/>
              <a:ext cx="60688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412" name="rc1412"/>
            <p:cNvSpPr/>
            <p:nvPr/>
          </p:nvSpPr>
          <p:spPr>
            <a:xfrm>
              <a:off x="6258068" y="7030112"/>
              <a:ext cx="63498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3" name="tx1413"/>
            <p:cNvSpPr/>
            <p:nvPr/>
          </p:nvSpPr>
          <p:spPr>
            <a:xfrm>
              <a:off x="6266997" y="7041999"/>
              <a:ext cx="6171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414" name="rc1414"/>
            <p:cNvSpPr/>
            <p:nvPr/>
          </p:nvSpPr>
          <p:spPr>
            <a:xfrm>
              <a:off x="6943665" y="7030112"/>
              <a:ext cx="63498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5" name="tx1415"/>
            <p:cNvSpPr/>
            <p:nvPr/>
          </p:nvSpPr>
          <p:spPr>
            <a:xfrm>
              <a:off x="6979661" y="7041999"/>
              <a:ext cx="56299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</a:t>
              </a:r>
            </a:p>
          </p:txBody>
        </p:sp>
        <p:sp>
          <p:nvSpPr>
            <p:cNvPr id="1416" name="pl1416"/>
            <p:cNvSpPr/>
            <p:nvPr/>
          </p:nvSpPr>
          <p:spPr>
            <a:xfrm>
              <a:off x="5572472" y="907745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5745650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6034280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tx1419"/>
            <p:cNvSpPr/>
            <p:nvPr/>
          </p:nvSpPr>
          <p:spPr>
            <a:xfrm rot="-2700000">
              <a:off x="5275302" y="9317824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1420" name="tx1420"/>
            <p:cNvSpPr/>
            <p:nvPr/>
          </p:nvSpPr>
          <p:spPr>
            <a:xfrm rot="-2700000">
              <a:off x="5669376" y="9274148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1421" name="pl1421"/>
            <p:cNvSpPr/>
            <p:nvPr/>
          </p:nvSpPr>
          <p:spPr>
            <a:xfrm>
              <a:off x="6258068" y="907745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6431247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6719877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tx1424"/>
            <p:cNvSpPr/>
            <p:nvPr/>
          </p:nvSpPr>
          <p:spPr>
            <a:xfrm rot="-2700000">
              <a:off x="5960899" y="9317824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1425" name="tx1425"/>
            <p:cNvSpPr/>
            <p:nvPr/>
          </p:nvSpPr>
          <p:spPr>
            <a:xfrm rot="-2700000">
              <a:off x="6354973" y="9274148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1426" name="pl1426"/>
            <p:cNvSpPr/>
            <p:nvPr/>
          </p:nvSpPr>
          <p:spPr>
            <a:xfrm>
              <a:off x="6943665" y="9077450"/>
              <a:ext cx="634986" cy="0"/>
            </a:xfrm>
            <a:custGeom>
              <a:avLst/>
              <a:pathLst>
                <a:path w="634986" h="0">
                  <a:moveTo>
                    <a:pt x="0" y="0"/>
                  </a:moveTo>
                  <a:lnTo>
                    <a:pt x="63498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7116843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7405474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tx1429"/>
            <p:cNvSpPr/>
            <p:nvPr/>
          </p:nvSpPr>
          <p:spPr>
            <a:xfrm rot="-2700000">
              <a:off x="6646495" y="9317824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1430" name="tx1430"/>
            <p:cNvSpPr/>
            <p:nvPr/>
          </p:nvSpPr>
          <p:spPr>
            <a:xfrm rot="-2700000">
              <a:off x="7040570" y="9274148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1431" name="pl1431"/>
            <p:cNvSpPr/>
            <p:nvPr/>
          </p:nvSpPr>
          <p:spPr>
            <a:xfrm>
              <a:off x="557247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tx1432"/>
            <p:cNvSpPr/>
            <p:nvPr/>
          </p:nvSpPr>
          <p:spPr>
            <a:xfrm>
              <a:off x="5462274" y="895222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433" name="tx1433"/>
            <p:cNvSpPr/>
            <p:nvPr/>
          </p:nvSpPr>
          <p:spPr>
            <a:xfrm>
              <a:off x="5397626" y="858778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1434" name="tx1434"/>
            <p:cNvSpPr/>
            <p:nvPr/>
          </p:nvSpPr>
          <p:spPr>
            <a:xfrm>
              <a:off x="5397626" y="82233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435" name="tx1435"/>
            <p:cNvSpPr/>
            <p:nvPr/>
          </p:nvSpPr>
          <p:spPr>
            <a:xfrm>
              <a:off x="5397626" y="7858913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1436" name="tx1436"/>
            <p:cNvSpPr/>
            <p:nvPr/>
          </p:nvSpPr>
          <p:spPr>
            <a:xfrm>
              <a:off x="5332978" y="7494476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437" name="tx1437"/>
            <p:cNvSpPr/>
            <p:nvPr/>
          </p:nvSpPr>
          <p:spPr>
            <a:xfrm>
              <a:off x="5332978" y="713003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125</a:t>
              </a:r>
            </a:p>
          </p:txBody>
        </p:sp>
        <p:sp>
          <p:nvSpPr>
            <p:cNvPr id="1438" name="pl1438"/>
            <p:cNvSpPr/>
            <p:nvPr/>
          </p:nvSpPr>
          <p:spPr>
            <a:xfrm>
              <a:off x="5547167" y="89892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5547167" y="862482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5547167" y="826038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5547167" y="78959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5547167" y="753150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5547167" y="716707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tx1444"/>
            <p:cNvSpPr/>
            <p:nvPr/>
          </p:nvSpPr>
          <p:spPr>
            <a:xfrm rot="-5400000">
              <a:off x="5072535" y="8065668"/>
              <a:ext cx="33942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Count</a:t>
              </a:r>
            </a:p>
          </p:txBody>
        </p:sp>
        <p:sp>
          <p:nvSpPr>
            <p:cNvPr id="1445" name="tx1445"/>
            <p:cNvSpPr/>
            <p:nvPr/>
          </p:nvSpPr>
          <p:spPr>
            <a:xfrm>
              <a:off x="5139698" y="6809833"/>
              <a:ext cx="6089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j</a:t>
              </a:r>
            </a:p>
          </p:txBody>
        </p:sp>
        <p:sp>
          <p:nvSpPr>
            <p:cNvPr id="1446" name="rc1446"/>
            <p:cNvSpPr/>
            <p:nvPr/>
          </p:nvSpPr>
          <p:spPr>
            <a:xfrm>
              <a:off x="8080026" y="7137188"/>
              <a:ext cx="2006180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8080026" y="8989383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8080026" y="8395335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8080026" y="7801287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8080026" y="7207240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8366623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8844285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9321947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9799609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8366623" y="8973403"/>
              <a:ext cx="0" cy="1734"/>
            </a:xfrm>
            <a:custGeom>
              <a:avLst/>
              <a:pathLst>
                <a:path w="0" h="1734">
                  <a:moveTo>
                    <a:pt x="0" y="173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8366623" y="8976985"/>
              <a:ext cx="0" cy="2536"/>
            </a:xfrm>
            <a:custGeom>
              <a:avLst/>
              <a:pathLst>
                <a:path w="0" h="2536">
                  <a:moveTo>
                    <a:pt x="0" y="0"/>
                  </a:moveTo>
                  <a:lnTo>
                    <a:pt x="0" y="253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7"/>
            <p:cNvSpPr/>
            <p:nvPr/>
          </p:nvSpPr>
          <p:spPr>
            <a:xfrm>
              <a:off x="8247207" y="8975137"/>
              <a:ext cx="238830" cy="1847"/>
            </a:xfrm>
            <a:custGeom>
              <a:avLst/>
              <a:pathLst>
                <a:path w="238830" h="1847">
                  <a:moveTo>
                    <a:pt x="0" y="0"/>
                  </a:moveTo>
                  <a:lnTo>
                    <a:pt x="0" y="1847"/>
                  </a:lnTo>
                  <a:lnTo>
                    <a:pt x="238830" y="1847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8247207" y="8975506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8844285" y="8981173"/>
              <a:ext cx="0" cy="285"/>
            </a:xfrm>
            <a:custGeom>
              <a:avLst/>
              <a:pathLst>
                <a:path w="0" h="285">
                  <a:moveTo>
                    <a:pt x="0" y="28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8844285" y="898281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1"/>
            <p:cNvSpPr/>
            <p:nvPr/>
          </p:nvSpPr>
          <p:spPr>
            <a:xfrm>
              <a:off x="8724869" y="8981458"/>
              <a:ext cx="238830" cy="1354"/>
            </a:xfrm>
            <a:custGeom>
              <a:avLst/>
              <a:pathLst>
                <a:path w="238830" h="1354">
                  <a:moveTo>
                    <a:pt x="0" y="0"/>
                  </a:moveTo>
                  <a:lnTo>
                    <a:pt x="0" y="1354"/>
                  </a:lnTo>
                  <a:lnTo>
                    <a:pt x="238830" y="1354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8724869" y="8982337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9321947" y="8396380"/>
              <a:ext cx="0" cy="11738"/>
            </a:xfrm>
            <a:custGeom>
              <a:avLst/>
              <a:pathLst>
                <a:path w="0" h="11738">
                  <a:moveTo>
                    <a:pt x="0" y="1173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9321947" y="8421010"/>
              <a:ext cx="0" cy="7033"/>
            </a:xfrm>
            <a:custGeom>
              <a:avLst/>
              <a:pathLst>
                <a:path w="0" h="7033">
                  <a:moveTo>
                    <a:pt x="0" y="0"/>
                  </a:moveTo>
                  <a:lnTo>
                    <a:pt x="0" y="703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5"/>
            <p:cNvSpPr/>
            <p:nvPr/>
          </p:nvSpPr>
          <p:spPr>
            <a:xfrm>
              <a:off x="9202531" y="8408119"/>
              <a:ext cx="238830" cy="12890"/>
            </a:xfrm>
            <a:custGeom>
              <a:avLst/>
              <a:pathLst>
                <a:path w="238830" h="12890">
                  <a:moveTo>
                    <a:pt x="0" y="0"/>
                  </a:moveTo>
                  <a:lnTo>
                    <a:pt x="0" y="12890"/>
                  </a:lnTo>
                  <a:lnTo>
                    <a:pt x="238830" y="12890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9202531" y="8409996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9799609" y="8225877"/>
              <a:ext cx="0" cy="5052"/>
            </a:xfrm>
            <a:custGeom>
              <a:avLst/>
              <a:pathLst>
                <a:path w="0" h="5052">
                  <a:moveTo>
                    <a:pt x="0" y="505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9799609" y="8240574"/>
              <a:ext cx="0" cy="106"/>
            </a:xfrm>
            <a:custGeom>
              <a:avLst/>
              <a:pathLst>
                <a:path w="0" h="106">
                  <a:moveTo>
                    <a:pt x="0" y="0"/>
                  </a:moveTo>
                  <a:lnTo>
                    <a:pt x="0" y="10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9"/>
            <p:cNvSpPr/>
            <p:nvPr/>
          </p:nvSpPr>
          <p:spPr>
            <a:xfrm>
              <a:off x="9680193" y="8230929"/>
              <a:ext cx="238830" cy="9644"/>
            </a:xfrm>
            <a:custGeom>
              <a:avLst/>
              <a:pathLst>
                <a:path w="238830" h="9644">
                  <a:moveTo>
                    <a:pt x="0" y="0"/>
                  </a:moveTo>
                  <a:lnTo>
                    <a:pt x="0" y="9644"/>
                  </a:lnTo>
                  <a:lnTo>
                    <a:pt x="238830" y="9644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9680193" y="8237081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8344214" y="895152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8311758" y="895153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8294475" y="895185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8381088" y="895178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8289223" y="895128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8287896" y="895154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8355839" y="895314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8353917" y="895592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8281212" y="89541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8318849" y="895183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8291569" y="895285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8274516" y="89524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8383498" y="895325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8273882" y="895052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8389453" y="89524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8396258" y="895170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8404412" y="895093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8297257" y="895147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8393456" y="895473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8371988" y="895389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8391015" y="89497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8348988" y="895191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8325485" y="895350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8303708" y="895376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8354887" y="895743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8307512" y="89524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8369608" y="895167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8866779" y="895786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8804966" y="89575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8833520" y="895874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8836225" y="89592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8860431" y="89656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9226845" y="757143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9781732" y="723796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9231280" y="768312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9793543" y="727037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9250765" y="838789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9837036" y="831492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9294229" y="75448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9842115" y="720178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9329444" y="838534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9725135" y="821284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9274511" y="838723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9746068" y="821342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9330769" y="838706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9717151" y="820901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9243727" y="840443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9802758" y="821693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9366225" y="838627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9828413" y="821708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9326799" y="838574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9811858" y="821460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9324924" y="838640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9811058" y="821571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9321313" y="838719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9728668" y="821353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9338008" y="838451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9738537" y="821202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9320834" y="838634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9795310" y="82108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9339472" y="837277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9836859" y="818344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9292281" y="837493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9779031" y="820227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9268226" y="83974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9810698" y="821407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9268877" y="896540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9772076" y="89643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9363053" y="896535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9823699" y="896560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9314864" y="846098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9725966" y="824041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9228918" y="896531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8080026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tx1545"/>
            <p:cNvSpPr/>
            <p:nvPr/>
          </p:nvSpPr>
          <p:spPr>
            <a:xfrm>
              <a:off x="7969829" y="895234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46" name="tx1546"/>
            <p:cNvSpPr/>
            <p:nvPr/>
          </p:nvSpPr>
          <p:spPr>
            <a:xfrm>
              <a:off x="7969829" y="835830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547" name="tx1547"/>
            <p:cNvSpPr/>
            <p:nvPr/>
          </p:nvSpPr>
          <p:spPr>
            <a:xfrm>
              <a:off x="7905180" y="776425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548" name="tx1548"/>
            <p:cNvSpPr/>
            <p:nvPr/>
          </p:nvSpPr>
          <p:spPr>
            <a:xfrm>
              <a:off x="7905180" y="717020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549" name="pl1549"/>
            <p:cNvSpPr/>
            <p:nvPr/>
          </p:nvSpPr>
          <p:spPr>
            <a:xfrm>
              <a:off x="8054721" y="898938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8054721" y="839533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8054721" y="780128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8054721" y="72072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8080026" y="9077450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8366623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8844285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9321947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9799609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tx1558"/>
            <p:cNvSpPr/>
            <p:nvPr/>
          </p:nvSpPr>
          <p:spPr>
            <a:xfrm rot="-2700000">
              <a:off x="7932165" y="9302958"/>
              <a:ext cx="5396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559" name="tx1559"/>
            <p:cNvSpPr/>
            <p:nvPr/>
          </p:nvSpPr>
          <p:spPr>
            <a:xfrm rot="-2700000">
              <a:off x="8401944" y="9306223"/>
              <a:ext cx="5489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560" name="tx1560"/>
            <p:cNvSpPr/>
            <p:nvPr/>
          </p:nvSpPr>
          <p:spPr>
            <a:xfrm rot="-2700000">
              <a:off x="8686903" y="938604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Chr1</a:t>
              </a:r>
            </a:p>
          </p:txBody>
        </p:sp>
        <p:sp>
          <p:nvSpPr>
            <p:cNvPr id="1561" name="tx1561"/>
            <p:cNvSpPr/>
            <p:nvPr/>
          </p:nvSpPr>
          <p:spPr>
            <a:xfrm rot="-2700000">
              <a:off x="9164565" y="938604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Chr2</a:t>
              </a:r>
            </a:p>
          </p:txBody>
        </p:sp>
        <p:sp>
          <p:nvSpPr>
            <p:cNvPr id="1562" name="tx1562"/>
            <p:cNvSpPr/>
            <p:nvPr/>
          </p:nvSpPr>
          <p:spPr>
            <a:xfrm rot="-5400000">
              <a:off x="7179719" y="8065668"/>
              <a:ext cx="126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SNP density (SNPs/kb)</a:t>
              </a:r>
            </a:p>
          </p:txBody>
        </p:sp>
        <p:sp>
          <p:nvSpPr>
            <p:cNvPr id="1563" name="tx1563"/>
            <p:cNvSpPr/>
            <p:nvPr/>
          </p:nvSpPr>
          <p:spPr>
            <a:xfrm>
              <a:off x="7654567" y="6809833"/>
              <a:ext cx="118231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</a:t>
              </a:r>
            </a:p>
          </p:txBody>
        </p:sp>
        <p:sp>
          <p:nvSpPr>
            <p:cNvPr id="1564" name="rc1564"/>
            <p:cNvSpPr/>
            <p:nvPr/>
          </p:nvSpPr>
          <p:spPr>
            <a:xfrm>
              <a:off x="10465599" y="7137188"/>
              <a:ext cx="2006180" cy="19402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10465599" y="8533903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10465599" y="7987456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10465599" y="7441010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10752196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11229858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11707520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12185182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10752196" y="7290081"/>
              <a:ext cx="0" cy="17158"/>
            </a:xfrm>
            <a:custGeom>
              <a:avLst/>
              <a:pathLst>
                <a:path w="0" h="17158">
                  <a:moveTo>
                    <a:pt x="0" y="1715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10752196" y="7342403"/>
              <a:ext cx="0" cy="11939"/>
            </a:xfrm>
            <a:custGeom>
              <a:avLst/>
              <a:pathLst>
                <a:path w="0" h="11939">
                  <a:moveTo>
                    <a:pt x="0" y="0"/>
                  </a:moveTo>
                  <a:lnTo>
                    <a:pt x="0" y="1193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4"/>
            <p:cNvSpPr/>
            <p:nvPr/>
          </p:nvSpPr>
          <p:spPr>
            <a:xfrm>
              <a:off x="10632781" y="7307240"/>
              <a:ext cx="238830" cy="35163"/>
            </a:xfrm>
            <a:custGeom>
              <a:avLst/>
              <a:pathLst>
                <a:path w="238830" h="35163">
                  <a:moveTo>
                    <a:pt x="0" y="0"/>
                  </a:moveTo>
                  <a:lnTo>
                    <a:pt x="0" y="35163"/>
                  </a:lnTo>
                  <a:lnTo>
                    <a:pt x="238830" y="35163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10632781" y="7328387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11229858" y="7602976"/>
              <a:ext cx="0" cy="10601"/>
            </a:xfrm>
            <a:custGeom>
              <a:avLst/>
              <a:pathLst>
                <a:path w="0" h="10601">
                  <a:moveTo>
                    <a:pt x="0" y="1060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11229858" y="76515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8"/>
            <p:cNvSpPr/>
            <p:nvPr/>
          </p:nvSpPr>
          <p:spPr>
            <a:xfrm>
              <a:off x="11110443" y="7613577"/>
              <a:ext cx="238830" cy="37923"/>
            </a:xfrm>
            <a:custGeom>
              <a:avLst/>
              <a:pathLst>
                <a:path w="238830" h="37923">
                  <a:moveTo>
                    <a:pt x="0" y="0"/>
                  </a:moveTo>
                  <a:lnTo>
                    <a:pt x="0" y="37923"/>
                  </a:lnTo>
                  <a:lnTo>
                    <a:pt x="238830" y="37923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11110443" y="7615927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11707520" y="7855052"/>
              <a:ext cx="0" cy="19945"/>
            </a:xfrm>
            <a:custGeom>
              <a:avLst/>
              <a:pathLst>
                <a:path w="0" h="19945">
                  <a:moveTo>
                    <a:pt x="0" y="1994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11707520" y="7954396"/>
              <a:ext cx="0" cy="2513"/>
            </a:xfrm>
            <a:custGeom>
              <a:avLst/>
              <a:pathLst>
                <a:path w="0" h="2513">
                  <a:moveTo>
                    <a:pt x="0" y="0"/>
                  </a:moveTo>
                  <a:lnTo>
                    <a:pt x="0" y="251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2"/>
            <p:cNvSpPr/>
            <p:nvPr/>
          </p:nvSpPr>
          <p:spPr>
            <a:xfrm>
              <a:off x="11588104" y="7874997"/>
              <a:ext cx="238830" cy="79398"/>
            </a:xfrm>
            <a:custGeom>
              <a:avLst/>
              <a:pathLst>
                <a:path w="238830" h="79398">
                  <a:moveTo>
                    <a:pt x="0" y="0"/>
                  </a:moveTo>
                  <a:lnTo>
                    <a:pt x="0" y="79398"/>
                  </a:lnTo>
                  <a:lnTo>
                    <a:pt x="238830" y="79398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11588104" y="7877839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12185182" y="7994833"/>
              <a:ext cx="0" cy="8278"/>
            </a:xfrm>
            <a:custGeom>
              <a:avLst/>
              <a:pathLst>
                <a:path w="0" h="8278">
                  <a:moveTo>
                    <a:pt x="0" y="827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12185182" y="8010953"/>
              <a:ext cx="0" cy="2513"/>
            </a:xfrm>
            <a:custGeom>
              <a:avLst/>
              <a:pathLst>
                <a:path w="0" h="2513">
                  <a:moveTo>
                    <a:pt x="0" y="0"/>
                  </a:moveTo>
                  <a:lnTo>
                    <a:pt x="0" y="251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6"/>
            <p:cNvSpPr/>
            <p:nvPr/>
          </p:nvSpPr>
          <p:spPr>
            <a:xfrm>
              <a:off x="12065766" y="8003112"/>
              <a:ext cx="238830" cy="7841"/>
            </a:xfrm>
            <a:custGeom>
              <a:avLst/>
              <a:pathLst>
                <a:path w="238830" h="7841">
                  <a:moveTo>
                    <a:pt x="0" y="0"/>
                  </a:moveTo>
                  <a:lnTo>
                    <a:pt x="0" y="7841"/>
                  </a:lnTo>
                  <a:lnTo>
                    <a:pt x="238830" y="7841"/>
                  </a:lnTo>
                  <a:lnTo>
                    <a:pt x="23883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12065766" y="8005216"/>
              <a:ext cx="238830" cy="0"/>
            </a:xfrm>
            <a:custGeom>
              <a:avLst/>
              <a:pathLst>
                <a:path w="238830" h="0">
                  <a:moveTo>
                    <a:pt x="0" y="0"/>
                  </a:moveTo>
                  <a:lnTo>
                    <a:pt x="23883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10772446" y="731947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10740337" y="729910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10762499" y="731938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10745666" y="728878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10669640" y="731883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10691247" y="731838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10787485" y="731876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10788084" y="726647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10666540" y="727542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10794642" y="731844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10754610" y="731881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10794043" y="728866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10762943" y="731789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10790855" y="732096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10658643" y="726832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10657806" y="728830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10753047" y="730545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10678864" y="727899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10686628" y="721833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10717663" y="729778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10737776" y="73150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10710451" y="729158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10706497" y="733075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10764062" y="732790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10794696" y="720179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10783053" y="727445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10792282" y="730480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11164191" y="762791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11193664" y="759233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11185292" y="758996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11189940" y="757935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11241605" y="811686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1659805" y="793139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12184465" y="800489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11659056" y="793078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2219546" y="8004286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11728460" y="7854242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12181646" y="798987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11648945" y="793332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12224730" y="801862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11650545" y="785341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12230836" y="798483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11659441" y="785622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12198373" y="798362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1694513" y="785119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12178581" y="79807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11663966" y="783146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12185151" y="798359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11664149" y="785303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12100078" y="798162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11744137" y="785139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12163452" y="797831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11676672" y="7852834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12106995" y="79795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11700391" y="785316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12162461" y="7983713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11657654" y="785041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12218167" y="7980048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11723514" y="785134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12196955" y="797944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11625416" y="790609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12172372" y="798136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1687002" y="790466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12119385" y="797679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11718047" y="788747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12156867" y="7971227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11748768" y="896564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12154961" y="848752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11678210" y="8510290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11674830" y="7850785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12156599" y="7979231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11750110" y="8276089"/>
              <a:ext cx="47197" cy="47197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6545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10465599" y="8533903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10840" cap="flat">
              <a:solidFill>
                <a:srgbClr val="666666">
                  <a:alpha val="50196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10465599" y="7987456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  <a:lnTo>
                    <a:pt x="2006180" y="0"/>
                  </a:lnTo>
                </a:path>
              </a:pathLst>
            </a:custGeom>
            <a:ln w="10840" cap="flat">
              <a:solidFill>
                <a:srgbClr val="666666">
                  <a:alpha val="50196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662" name="tx1662"/>
            <p:cNvSpPr/>
            <p:nvPr/>
          </p:nvSpPr>
          <p:spPr>
            <a:xfrm>
              <a:off x="10513365" y="8415396"/>
              <a:ext cx="48847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Ti/Tv = 1</a:t>
              </a:r>
            </a:p>
          </p:txBody>
        </p:sp>
        <p:sp>
          <p:nvSpPr>
            <p:cNvPr id="1663" name="tx1663"/>
            <p:cNvSpPr/>
            <p:nvPr/>
          </p:nvSpPr>
          <p:spPr>
            <a:xfrm>
              <a:off x="10513365" y="7868950"/>
              <a:ext cx="48847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Ti/Tv = 2</a:t>
              </a:r>
            </a:p>
          </p:txBody>
        </p:sp>
        <p:sp>
          <p:nvSpPr>
            <p:cNvPr id="1664" name="pl1664"/>
            <p:cNvSpPr/>
            <p:nvPr/>
          </p:nvSpPr>
          <p:spPr>
            <a:xfrm>
              <a:off x="10465599" y="7137188"/>
              <a:ext cx="0" cy="1940262"/>
            </a:xfrm>
            <a:custGeom>
              <a:avLst/>
              <a:pathLst>
                <a:path w="0" h="1940262">
                  <a:moveTo>
                    <a:pt x="0" y="194026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tx1665"/>
            <p:cNvSpPr/>
            <p:nvPr/>
          </p:nvSpPr>
          <p:spPr>
            <a:xfrm>
              <a:off x="10355402" y="849686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666" name="tx1666"/>
            <p:cNvSpPr/>
            <p:nvPr/>
          </p:nvSpPr>
          <p:spPr>
            <a:xfrm>
              <a:off x="10355402" y="795042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667" name="tx1667"/>
            <p:cNvSpPr/>
            <p:nvPr/>
          </p:nvSpPr>
          <p:spPr>
            <a:xfrm>
              <a:off x="10355402" y="740397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668" name="pl1668"/>
            <p:cNvSpPr/>
            <p:nvPr/>
          </p:nvSpPr>
          <p:spPr>
            <a:xfrm>
              <a:off x="10440294" y="85339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10440294" y="79874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10440294" y="744101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10465599" y="9077450"/>
              <a:ext cx="2006180" cy="0"/>
            </a:xfrm>
            <a:custGeom>
              <a:avLst/>
              <a:pathLst>
                <a:path w="2006180" h="0">
                  <a:moveTo>
                    <a:pt x="0" y="0"/>
                  </a:moveTo>
                  <a:lnTo>
                    <a:pt x="200618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10752196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11229858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11707520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12185182" y="907745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tx1676"/>
            <p:cNvSpPr/>
            <p:nvPr/>
          </p:nvSpPr>
          <p:spPr>
            <a:xfrm rot="-2700000">
              <a:off x="10317738" y="9302958"/>
              <a:ext cx="5396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1677" name="tx1677"/>
            <p:cNvSpPr/>
            <p:nvPr/>
          </p:nvSpPr>
          <p:spPr>
            <a:xfrm rot="-2700000">
              <a:off x="10787517" y="9306223"/>
              <a:ext cx="54891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1678" name="tx1678"/>
            <p:cNvSpPr/>
            <p:nvPr/>
          </p:nvSpPr>
          <p:spPr>
            <a:xfrm rot="-2700000">
              <a:off x="11072476" y="938604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Chr1</a:t>
              </a:r>
            </a:p>
          </p:txBody>
        </p:sp>
        <p:sp>
          <p:nvSpPr>
            <p:cNvPr id="1679" name="tx1679"/>
            <p:cNvSpPr/>
            <p:nvPr/>
          </p:nvSpPr>
          <p:spPr>
            <a:xfrm rot="-2700000">
              <a:off x="11550138" y="9386043"/>
              <a:ext cx="77467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 Chr2</a:t>
              </a:r>
            </a:p>
          </p:txBody>
        </p:sp>
        <p:sp>
          <p:nvSpPr>
            <p:cNvPr id="1680" name="tx1680"/>
            <p:cNvSpPr/>
            <p:nvPr/>
          </p:nvSpPr>
          <p:spPr>
            <a:xfrm rot="-5400000">
              <a:off x="9977687" y="8065668"/>
              <a:ext cx="57396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Ti/Tv ratio</a:t>
              </a:r>
            </a:p>
          </p:txBody>
        </p:sp>
        <p:sp>
          <p:nvSpPr>
            <p:cNvPr id="1681" name="tx1681"/>
            <p:cNvSpPr/>
            <p:nvPr/>
          </p:nvSpPr>
          <p:spPr>
            <a:xfrm>
              <a:off x="10162121" y="6809833"/>
              <a:ext cx="6089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2026-10-14T10:39:38Z</dcterms:modified>
</cp:coreProperties>
</file>