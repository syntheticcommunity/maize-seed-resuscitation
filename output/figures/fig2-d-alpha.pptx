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91481" y="1038225"/>
            <a:ext cx="7315200" cy="5486400"/>
            <a:chOff x="1691481" y="1038225"/>
            <a:chExt cx="7315200" cy="5486400"/>
          </a:xfrm>
        </p:grpSpPr>
        <p:sp>
          <p:nvSpPr>
            <p:cNvPr id="3" name="rc3"/>
            <p:cNvSpPr/>
            <p:nvPr/>
          </p:nvSpPr>
          <p:spPr>
            <a:xfrm>
              <a:off x="1691481" y="1038225"/>
              <a:ext cx="73152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91481" y="1038225"/>
              <a:ext cx="7315199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716786" y="1088835"/>
              <a:ext cx="1562112" cy="54104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278898" y="1088835"/>
              <a:ext cx="1562112" cy="54104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841010" y="1088835"/>
              <a:ext cx="1594390" cy="54104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6435401" y="1088835"/>
              <a:ext cx="2520670" cy="54104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1916937" y="1246521"/>
              <a:ext cx="1311351" cy="495437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916937" y="6136552"/>
              <a:ext cx="1311351" cy="0"/>
            </a:xfrm>
            <a:custGeom>
              <a:avLst/>
              <a:pathLst>
                <a:path w="1311351" h="0">
                  <a:moveTo>
                    <a:pt x="0" y="0"/>
                  </a:moveTo>
                  <a:lnTo>
                    <a:pt x="1311351" y="0"/>
                  </a:lnTo>
                  <a:lnTo>
                    <a:pt x="131135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916937" y="4527989"/>
              <a:ext cx="1311351" cy="0"/>
            </a:xfrm>
            <a:custGeom>
              <a:avLst/>
              <a:pathLst>
                <a:path w="1311351" h="0">
                  <a:moveTo>
                    <a:pt x="0" y="0"/>
                  </a:moveTo>
                  <a:lnTo>
                    <a:pt x="1311351" y="0"/>
                  </a:lnTo>
                  <a:lnTo>
                    <a:pt x="131135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916937" y="2919427"/>
              <a:ext cx="1311351" cy="0"/>
            </a:xfrm>
            <a:custGeom>
              <a:avLst/>
              <a:pathLst>
                <a:path w="1311351" h="0">
                  <a:moveTo>
                    <a:pt x="0" y="0"/>
                  </a:moveTo>
                  <a:lnTo>
                    <a:pt x="1311351" y="0"/>
                  </a:lnTo>
                  <a:lnTo>
                    <a:pt x="131135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916937" y="1310864"/>
              <a:ext cx="1311351" cy="0"/>
            </a:xfrm>
            <a:custGeom>
              <a:avLst/>
              <a:pathLst>
                <a:path w="1311351" h="0">
                  <a:moveTo>
                    <a:pt x="0" y="0"/>
                  </a:moveTo>
                  <a:lnTo>
                    <a:pt x="1311351" y="0"/>
                  </a:lnTo>
                  <a:lnTo>
                    <a:pt x="131135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068246" y="1246521"/>
              <a:ext cx="0" cy="4954373"/>
            </a:xfrm>
            <a:custGeom>
              <a:avLst/>
              <a:pathLst>
                <a:path w="0" h="4954373">
                  <a:moveTo>
                    <a:pt x="0" y="49543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20429" y="1246521"/>
              <a:ext cx="0" cy="4954373"/>
            </a:xfrm>
            <a:custGeom>
              <a:avLst/>
              <a:pathLst>
                <a:path w="0" h="4954373">
                  <a:moveTo>
                    <a:pt x="0" y="49543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572612" y="1246521"/>
              <a:ext cx="0" cy="4954373"/>
            </a:xfrm>
            <a:custGeom>
              <a:avLst/>
              <a:pathLst>
                <a:path w="0" h="4954373">
                  <a:moveTo>
                    <a:pt x="0" y="49543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824795" y="1246521"/>
              <a:ext cx="0" cy="4954373"/>
            </a:xfrm>
            <a:custGeom>
              <a:avLst/>
              <a:pathLst>
                <a:path w="0" h="4954373">
                  <a:moveTo>
                    <a:pt x="0" y="49543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76978" y="1246521"/>
              <a:ext cx="0" cy="4954373"/>
            </a:xfrm>
            <a:custGeom>
              <a:avLst/>
              <a:pathLst>
                <a:path w="0" h="4954373">
                  <a:moveTo>
                    <a:pt x="0" y="49543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068246" y="4367133"/>
              <a:ext cx="0" cy="442354"/>
            </a:xfrm>
            <a:custGeom>
              <a:avLst/>
              <a:pathLst>
                <a:path w="0" h="442354">
                  <a:moveTo>
                    <a:pt x="0" y="44235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068246" y="5653983"/>
              <a:ext cx="0" cy="321712"/>
            </a:xfrm>
            <a:custGeom>
              <a:avLst/>
              <a:pathLst>
                <a:path w="0" h="321712">
                  <a:moveTo>
                    <a:pt x="0" y="0"/>
                  </a:moveTo>
                  <a:lnTo>
                    <a:pt x="0" y="321712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979982" y="4809488"/>
              <a:ext cx="176528" cy="844495"/>
            </a:xfrm>
            <a:custGeom>
              <a:avLst/>
              <a:pathLst>
                <a:path w="176528" h="844495">
                  <a:moveTo>
                    <a:pt x="0" y="0"/>
                  </a:moveTo>
                  <a:lnTo>
                    <a:pt x="0" y="844495"/>
                  </a:lnTo>
                  <a:lnTo>
                    <a:pt x="176528" y="844495"/>
                  </a:lnTo>
                  <a:lnTo>
                    <a:pt x="17652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979982" y="5332271"/>
              <a:ext cx="176528" cy="0"/>
            </a:xfrm>
            <a:custGeom>
              <a:avLst/>
              <a:pathLst>
                <a:path w="176528" h="0">
                  <a:moveTo>
                    <a:pt x="0" y="0"/>
                  </a:moveTo>
                  <a:lnTo>
                    <a:pt x="176528" y="0"/>
                  </a:lnTo>
                </a:path>
              </a:pathLst>
            </a:custGeom>
            <a:ln w="24391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20429" y="4527989"/>
              <a:ext cx="0" cy="643425"/>
            </a:xfrm>
            <a:custGeom>
              <a:avLst/>
              <a:pathLst>
                <a:path w="0" h="643425">
                  <a:moveTo>
                    <a:pt x="0" y="643425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320429" y="5653983"/>
              <a:ext cx="0" cy="321712"/>
            </a:xfrm>
            <a:custGeom>
              <a:avLst/>
              <a:pathLst>
                <a:path w="0" h="321712">
                  <a:moveTo>
                    <a:pt x="0" y="0"/>
                  </a:moveTo>
                  <a:lnTo>
                    <a:pt x="0" y="321712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2232165" y="5171414"/>
              <a:ext cx="176528" cy="482568"/>
            </a:xfrm>
            <a:custGeom>
              <a:avLst/>
              <a:pathLst>
                <a:path w="176528" h="482568">
                  <a:moveTo>
                    <a:pt x="0" y="0"/>
                  </a:moveTo>
                  <a:lnTo>
                    <a:pt x="0" y="482568"/>
                  </a:lnTo>
                  <a:lnTo>
                    <a:pt x="176528" y="482568"/>
                  </a:lnTo>
                  <a:lnTo>
                    <a:pt x="17652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232165" y="5493127"/>
              <a:ext cx="176528" cy="0"/>
            </a:xfrm>
            <a:custGeom>
              <a:avLst/>
              <a:pathLst>
                <a:path w="176528" h="0">
                  <a:moveTo>
                    <a:pt x="0" y="0"/>
                  </a:moveTo>
                  <a:lnTo>
                    <a:pt x="176528" y="0"/>
                  </a:lnTo>
                </a:path>
              </a:pathLst>
            </a:custGeom>
            <a:ln w="24391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72612" y="4527989"/>
              <a:ext cx="0" cy="643425"/>
            </a:xfrm>
            <a:custGeom>
              <a:avLst/>
              <a:pathLst>
                <a:path w="0" h="643425">
                  <a:moveTo>
                    <a:pt x="0" y="643425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72612" y="5653983"/>
              <a:ext cx="0" cy="321712"/>
            </a:xfrm>
            <a:custGeom>
              <a:avLst/>
              <a:pathLst>
                <a:path w="0" h="321712">
                  <a:moveTo>
                    <a:pt x="0" y="0"/>
                  </a:moveTo>
                  <a:lnTo>
                    <a:pt x="0" y="321712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2484348" y="5171414"/>
              <a:ext cx="176528" cy="482568"/>
            </a:xfrm>
            <a:custGeom>
              <a:avLst/>
              <a:pathLst>
                <a:path w="176528" h="482568">
                  <a:moveTo>
                    <a:pt x="0" y="0"/>
                  </a:moveTo>
                  <a:lnTo>
                    <a:pt x="0" y="482568"/>
                  </a:lnTo>
                  <a:lnTo>
                    <a:pt x="176528" y="482568"/>
                  </a:lnTo>
                  <a:lnTo>
                    <a:pt x="17652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484348" y="5493127"/>
              <a:ext cx="176528" cy="0"/>
            </a:xfrm>
            <a:custGeom>
              <a:avLst/>
              <a:pathLst>
                <a:path w="176528" h="0">
                  <a:moveTo>
                    <a:pt x="0" y="0"/>
                  </a:moveTo>
                  <a:lnTo>
                    <a:pt x="176528" y="0"/>
                  </a:lnTo>
                </a:path>
              </a:pathLst>
            </a:custGeom>
            <a:ln w="24391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824795" y="3723708"/>
              <a:ext cx="0" cy="1005351"/>
            </a:xfrm>
            <a:custGeom>
              <a:avLst/>
              <a:pathLst>
                <a:path w="0" h="1005351">
                  <a:moveTo>
                    <a:pt x="0" y="1005351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824795" y="5493127"/>
              <a:ext cx="0" cy="321712"/>
            </a:xfrm>
            <a:custGeom>
              <a:avLst/>
              <a:pathLst>
                <a:path w="0" h="321712">
                  <a:moveTo>
                    <a:pt x="0" y="0"/>
                  </a:moveTo>
                  <a:lnTo>
                    <a:pt x="0" y="321712"/>
                  </a:lnTo>
                </a:path>
              </a:pathLst>
            </a:custGeom>
            <a:ln w="12195" cap="flat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2736531" y="4729060"/>
              <a:ext cx="176528" cy="764067"/>
            </a:xfrm>
            <a:custGeom>
              <a:avLst/>
              <a:pathLst>
                <a:path w="176528" h="764067">
                  <a:moveTo>
                    <a:pt x="0" y="0"/>
                  </a:moveTo>
                  <a:lnTo>
                    <a:pt x="0" y="764067"/>
                  </a:lnTo>
                  <a:lnTo>
                    <a:pt x="176528" y="764067"/>
                  </a:lnTo>
                  <a:lnTo>
                    <a:pt x="17652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E7298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736531" y="5332271"/>
              <a:ext cx="176528" cy="0"/>
            </a:xfrm>
            <a:custGeom>
              <a:avLst/>
              <a:pathLst>
                <a:path w="176528" h="0">
                  <a:moveTo>
                    <a:pt x="0" y="0"/>
                  </a:moveTo>
                  <a:lnTo>
                    <a:pt x="176528" y="0"/>
                  </a:lnTo>
                </a:path>
              </a:pathLst>
            </a:custGeom>
            <a:ln w="24391" cap="flat">
              <a:solidFill>
                <a:srgbClr val="E7298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076978" y="4045421"/>
              <a:ext cx="0" cy="965137"/>
            </a:xfrm>
            <a:custGeom>
              <a:avLst/>
              <a:pathLst>
                <a:path w="0" h="965137">
                  <a:moveTo>
                    <a:pt x="0" y="965137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66A6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76978" y="5653983"/>
              <a:ext cx="0" cy="321712"/>
            </a:xfrm>
            <a:custGeom>
              <a:avLst/>
              <a:pathLst>
                <a:path w="0" h="321712">
                  <a:moveTo>
                    <a:pt x="0" y="0"/>
                  </a:moveTo>
                  <a:lnTo>
                    <a:pt x="0" y="321712"/>
                  </a:lnTo>
                </a:path>
              </a:pathLst>
            </a:custGeom>
            <a:ln w="12195" cap="flat">
              <a:solidFill>
                <a:srgbClr val="66A6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2988714" y="5010558"/>
              <a:ext cx="176528" cy="643425"/>
            </a:xfrm>
            <a:custGeom>
              <a:avLst/>
              <a:pathLst>
                <a:path w="176528" h="643425">
                  <a:moveTo>
                    <a:pt x="0" y="0"/>
                  </a:moveTo>
                  <a:lnTo>
                    <a:pt x="0" y="643425"/>
                  </a:lnTo>
                  <a:lnTo>
                    <a:pt x="176528" y="643425"/>
                  </a:lnTo>
                  <a:lnTo>
                    <a:pt x="17652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66A61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988714" y="5332271"/>
              <a:ext cx="176528" cy="0"/>
            </a:xfrm>
            <a:custGeom>
              <a:avLst/>
              <a:pathLst>
                <a:path w="176528" h="0">
                  <a:moveTo>
                    <a:pt x="0" y="0"/>
                  </a:moveTo>
                  <a:lnTo>
                    <a:pt x="176528" y="0"/>
                  </a:lnTo>
                </a:path>
              </a:pathLst>
            </a:custGeom>
            <a:ln w="24391" cap="flat">
              <a:solidFill>
                <a:srgbClr val="66A61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916937" y="1246521"/>
              <a:ext cx="0" cy="4954373"/>
            </a:xfrm>
            <a:custGeom>
              <a:avLst/>
              <a:pathLst>
                <a:path w="0" h="4954373">
                  <a:moveTo>
                    <a:pt x="0" y="4954373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1806739" y="6099519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742091" y="4490956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742091" y="2882393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742091" y="1273830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</a:t>
              </a:r>
            </a:p>
          </p:txBody>
        </p:sp>
        <p:sp>
          <p:nvSpPr>
            <p:cNvPr id="44" name="pl44"/>
            <p:cNvSpPr/>
            <p:nvPr/>
          </p:nvSpPr>
          <p:spPr>
            <a:xfrm>
              <a:off x="1891631" y="613655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891631" y="452798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891631" y="291942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891631" y="1310864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916937" y="6200895"/>
              <a:ext cx="1311351" cy="0"/>
            </a:xfrm>
            <a:custGeom>
              <a:avLst/>
              <a:pathLst>
                <a:path w="1311351" h="0">
                  <a:moveTo>
                    <a:pt x="0" y="0"/>
                  </a:moveTo>
                  <a:lnTo>
                    <a:pt x="131135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068246" y="620089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320429" y="620089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572612" y="620089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824795" y="620089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076978" y="620089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2003781" y="6246444"/>
              <a:ext cx="1289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SS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2226109" y="6246444"/>
              <a:ext cx="18864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TST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2470154" y="6246444"/>
              <a:ext cx="20491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NSS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2759141" y="6246444"/>
              <a:ext cx="13130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3K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2949922" y="6246444"/>
              <a:ext cx="25411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Tibet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2297698" y="1151332"/>
              <a:ext cx="549828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666666">
                      <a:alpha val="100000"/>
                    </a:srgbClr>
                  </a:solidFill>
                  <a:latin typeface="DejaVu Sans"/>
                  <a:cs typeface="DejaVu Sans"/>
                </a:rPr>
                <a:t>Observed</a:t>
              </a:r>
            </a:p>
          </p:txBody>
        </p:sp>
        <p:sp>
          <p:nvSpPr>
            <p:cNvPr id="60" name="rc60"/>
            <p:cNvSpPr/>
            <p:nvPr/>
          </p:nvSpPr>
          <p:spPr>
            <a:xfrm>
              <a:off x="3479049" y="1246521"/>
              <a:ext cx="1311351" cy="495437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479049" y="6038251"/>
              <a:ext cx="1311351" cy="0"/>
            </a:xfrm>
            <a:custGeom>
              <a:avLst/>
              <a:pathLst>
                <a:path w="1311351" h="0">
                  <a:moveTo>
                    <a:pt x="0" y="0"/>
                  </a:moveTo>
                  <a:lnTo>
                    <a:pt x="1311351" y="0"/>
                  </a:lnTo>
                  <a:lnTo>
                    <a:pt x="131135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479049" y="4787147"/>
              <a:ext cx="1311351" cy="0"/>
            </a:xfrm>
            <a:custGeom>
              <a:avLst/>
              <a:pathLst>
                <a:path w="1311351" h="0">
                  <a:moveTo>
                    <a:pt x="0" y="0"/>
                  </a:moveTo>
                  <a:lnTo>
                    <a:pt x="1311351" y="0"/>
                  </a:lnTo>
                  <a:lnTo>
                    <a:pt x="131135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479049" y="3536042"/>
              <a:ext cx="1311351" cy="0"/>
            </a:xfrm>
            <a:custGeom>
              <a:avLst/>
              <a:pathLst>
                <a:path w="1311351" h="0">
                  <a:moveTo>
                    <a:pt x="0" y="0"/>
                  </a:moveTo>
                  <a:lnTo>
                    <a:pt x="1311351" y="0"/>
                  </a:lnTo>
                  <a:lnTo>
                    <a:pt x="131135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479049" y="2284938"/>
              <a:ext cx="1311351" cy="0"/>
            </a:xfrm>
            <a:custGeom>
              <a:avLst/>
              <a:pathLst>
                <a:path w="1311351" h="0">
                  <a:moveTo>
                    <a:pt x="0" y="0"/>
                  </a:moveTo>
                  <a:lnTo>
                    <a:pt x="1311351" y="0"/>
                  </a:lnTo>
                  <a:lnTo>
                    <a:pt x="131135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630358" y="1246521"/>
              <a:ext cx="0" cy="4954373"/>
            </a:xfrm>
            <a:custGeom>
              <a:avLst/>
              <a:pathLst>
                <a:path w="0" h="4954373">
                  <a:moveTo>
                    <a:pt x="0" y="49543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882541" y="1246521"/>
              <a:ext cx="0" cy="4954373"/>
            </a:xfrm>
            <a:custGeom>
              <a:avLst/>
              <a:pathLst>
                <a:path w="0" h="4954373">
                  <a:moveTo>
                    <a:pt x="0" y="49543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4134724" y="1246521"/>
              <a:ext cx="0" cy="4954373"/>
            </a:xfrm>
            <a:custGeom>
              <a:avLst/>
              <a:pathLst>
                <a:path w="0" h="4954373">
                  <a:moveTo>
                    <a:pt x="0" y="49543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386907" y="1246521"/>
              <a:ext cx="0" cy="4954373"/>
            </a:xfrm>
            <a:custGeom>
              <a:avLst/>
              <a:pathLst>
                <a:path w="0" h="4954373">
                  <a:moveTo>
                    <a:pt x="0" y="49543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639090" y="1246521"/>
              <a:ext cx="0" cy="4954373"/>
            </a:xfrm>
            <a:custGeom>
              <a:avLst/>
              <a:pathLst>
                <a:path w="0" h="4954373">
                  <a:moveTo>
                    <a:pt x="0" y="49543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630358" y="4943535"/>
              <a:ext cx="0" cy="389406"/>
            </a:xfrm>
            <a:custGeom>
              <a:avLst/>
              <a:pathLst>
                <a:path w="0" h="389406">
                  <a:moveTo>
                    <a:pt x="0" y="389406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630358" y="5788030"/>
              <a:ext cx="0" cy="187665"/>
            </a:xfrm>
            <a:custGeom>
              <a:avLst/>
              <a:pathLst>
                <a:path w="0" h="187665">
                  <a:moveTo>
                    <a:pt x="0" y="0"/>
                  </a:moveTo>
                  <a:lnTo>
                    <a:pt x="0" y="187665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3542094" y="5332941"/>
              <a:ext cx="176528" cy="455089"/>
            </a:xfrm>
            <a:custGeom>
              <a:avLst/>
              <a:pathLst>
                <a:path w="176528" h="455089">
                  <a:moveTo>
                    <a:pt x="0" y="0"/>
                  </a:moveTo>
                  <a:lnTo>
                    <a:pt x="0" y="455089"/>
                  </a:lnTo>
                  <a:lnTo>
                    <a:pt x="176528" y="455089"/>
                  </a:lnTo>
                  <a:lnTo>
                    <a:pt x="17652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542094" y="5694197"/>
              <a:ext cx="176528" cy="0"/>
            </a:xfrm>
            <a:custGeom>
              <a:avLst/>
              <a:pathLst>
                <a:path w="176528" h="0">
                  <a:moveTo>
                    <a:pt x="0" y="0"/>
                  </a:moveTo>
                  <a:lnTo>
                    <a:pt x="176528" y="0"/>
                  </a:lnTo>
                </a:path>
              </a:pathLst>
            </a:custGeom>
            <a:ln w="24391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882541" y="5225033"/>
              <a:ext cx="0" cy="367511"/>
            </a:xfrm>
            <a:custGeom>
              <a:avLst/>
              <a:pathLst>
                <a:path w="0" h="367511">
                  <a:moveTo>
                    <a:pt x="0" y="367511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882541" y="5850585"/>
              <a:ext cx="0" cy="125110"/>
            </a:xfrm>
            <a:custGeom>
              <a:avLst/>
              <a:pathLst>
                <a:path w="0" h="125110">
                  <a:moveTo>
                    <a:pt x="0" y="0"/>
                  </a:moveTo>
                  <a:lnTo>
                    <a:pt x="0" y="125110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3794277" y="5592545"/>
              <a:ext cx="176528" cy="258040"/>
            </a:xfrm>
            <a:custGeom>
              <a:avLst/>
              <a:pathLst>
                <a:path w="176528" h="258040">
                  <a:moveTo>
                    <a:pt x="0" y="0"/>
                  </a:moveTo>
                  <a:lnTo>
                    <a:pt x="0" y="258040"/>
                  </a:lnTo>
                  <a:lnTo>
                    <a:pt x="176528" y="258040"/>
                  </a:lnTo>
                  <a:lnTo>
                    <a:pt x="17652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794277" y="5756753"/>
              <a:ext cx="176528" cy="0"/>
            </a:xfrm>
            <a:custGeom>
              <a:avLst/>
              <a:pathLst>
                <a:path w="176528" h="0">
                  <a:moveTo>
                    <a:pt x="0" y="0"/>
                  </a:moveTo>
                  <a:lnTo>
                    <a:pt x="176528" y="0"/>
                  </a:lnTo>
                </a:path>
              </a:pathLst>
            </a:custGeom>
            <a:ln w="24391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4134724" y="5225033"/>
              <a:ext cx="0" cy="375331"/>
            </a:xfrm>
            <a:custGeom>
              <a:avLst/>
              <a:pathLst>
                <a:path w="0" h="375331">
                  <a:moveTo>
                    <a:pt x="0" y="375331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4134724" y="5850585"/>
              <a:ext cx="0" cy="125110"/>
            </a:xfrm>
            <a:custGeom>
              <a:avLst/>
              <a:pathLst>
                <a:path w="0" h="125110">
                  <a:moveTo>
                    <a:pt x="0" y="0"/>
                  </a:moveTo>
                  <a:lnTo>
                    <a:pt x="0" y="125110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4046460" y="5600365"/>
              <a:ext cx="176528" cy="250220"/>
            </a:xfrm>
            <a:custGeom>
              <a:avLst/>
              <a:pathLst>
                <a:path w="176528" h="250220">
                  <a:moveTo>
                    <a:pt x="0" y="0"/>
                  </a:moveTo>
                  <a:lnTo>
                    <a:pt x="0" y="250220"/>
                  </a:lnTo>
                  <a:lnTo>
                    <a:pt x="176528" y="250220"/>
                  </a:lnTo>
                  <a:lnTo>
                    <a:pt x="17652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4046460" y="5756753"/>
              <a:ext cx="176528" cy="0"/>
            </a:xfrm>
            <a:custGeom>
              <a:avLst/>
              <a:pathLst>
                <a:path w="176528" h="0">
                  <a:moveTo>
                    <a:pt x="0" y="0"/>
                  </a:moveTo>
                  <a:lnTo>
                    <a:pt x="176528" y="0"/>
                  </a:lnTo>
                </a:path>
              </a:pathLst>
            </a:custGeom>
            <a:ln w="24391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4386907" y="4974812"/>
              <a:ext cx="0" cy="469164"/>
            </a:xfrm>
            <a:custGeom>
              <a:avLst/>
              <a:pathLst>
                <a:path w="0" h="469164">
                  <a:moveTo>
                    <a:pt x="0" y="46916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4386907" y="5788030"/>
              <a:ext cx="0" cy="125110"/>
            </a:xfrm>
            <a:custGeom>
              <a:avLst/>
              <a:pathLst>
                <a:path w="0" h="125110">
                  <a:moveTo>
                    <a:pt x="0" y="0"/>
                  </a:moveTo>
                  <a:lnTo>
                    <a:pt x="0" y="125110"/>
                  </a:lnTo>
                </a:path>
              </a:pathLst>
            </a:custGeom>
            <a:ln w="12195" cap="flat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4298643" y="5443977"/>
              <a:ext cx="176528" cy="344053"/>
            </a:xfrm>
            <a:custGeom>
              <a:avLst/>
              <a:pathLst>
                <a:path w="176528" h="344053">
                  <a:moveTo>
                    <a:pt x="0" y="0"/>
                  </a:moveTo>
                  <a:lnTo>
                    <a:pt x="0" y="344053"/>
                  </a:lnTo>
                  <a:lnTo>
                    <a:pt x="176528" y="344053"/>
                  </a:lnTo>
                  <a:lnTo>
                    <a:pt x="17652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E7298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4298643" y="5678559"/>
              <a:ext cx="176528" cy="0"/>
            </a:xfrm>
            <a:custGeom>
              <a:avLst/>
              <a:pathLst>
                <a:path w="176528" h="0">
                  <a:moveTo>
                    <a:pt x="0" y="0"/>
                  </a:moveTo>
                  <a:lnTo>
                    <a:pt x="176528" y="0"/>
                  </a:lnTo>
                </a:path>
              </a:pathLst>
            </a:custGeom>
            <a:ln w="24391" cap="flat">
              <a:solidFill>
                <a:srgbClr val="E7298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4639090" y="5131200"/>
              <a:ext cx="0" cy="375331"/>
            </a:xfrm>
            <a:custGeom>
              <a:avLst/>
              <a:pathLst>
                <a:path w="0" h="375331">
                  <a:moveTo>
                    <a:pt x="0" y="375331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66A6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4639090" y="5788030"/>
              <a:ext cx="0" cy="187665"/>
            </a:xfrm>
            <a:custGeom>
              <a:avLst/>
              <a:pathLst>
                <a:path w="0" h="187665">
                  <a:moveTo>
                    <a:pt x="0" y="0"/>
                  </a:moveTo>
                  <a:lnTo>
                    <a:pt x="0" y="187665"/>
                  </a:lnTo>
                </a:path>
              </a:pathLst>
            </a:custGeom>
            <a:ln w="12195" cap="flat">
              <a:solidFill>
                <a:srgbClr val="66A6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4550826" y="5506532"/>
              <a:ext cx="176528" cy="281498"/>
            </a:xfrm>
            <a:custGeom>
              <a:avLst/>
              <a:pathLst>
                <a:path w="176528" h="281498">
                  <a:moveTo>
                    <a:pt x="0" y="0"/>
                  </a:moveTo>
                  <a:lnTo>
                    <a:pt x="0" y="281498"/>
                  </a:lnTo>
                  <a:lnTo>
                    <a:pt x="176528" y="281498"/>
                  </a:lnTo>
                  <a:lnTo>
                    <a:pt x="17652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66A61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4550826" y="5662920"/>
              <a:ext cx="176528" cy="0"/>
            </a:xfrm>
            <a:custGeom>
              <a:avLst/>
              <a:pathLst>
                <a:path w="176528" h="0">
                  <a:moveTo>
                    <a:pt x="0" y="0"/>
                  </a:moveTo>
                  <a:lnTo>
                    <a:pt x="176528" y="0"/>
                  </a:lnTo>
                </a:path>
              </a:pathLst>
            </a:custGeom>
            <a:ln w="24391" cap="flat">
              <a:solidFill>
                <a:srgbClr val="66A61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479049" y="1246521"/>
              <a:ext cx="0" cy="4954373"/>
            </a:xfrm>
            <a:custGeom>
              <a:avLst/>
              <a:pathLst>
                <a:path w="0" h="4954373">
                  <a:moveTo>
                    <a:pt x="0" y="4954373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tx91"/>
            <p:cNvSpPr/>
            <p:nvPr/>
          </p:nvSpPr>
          <p:spPr>
            <a:xfrm>
              <a:off x="3368851" y="6001218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3304203" y="4750114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3304203" y="3499009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40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3304203" y="2247905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60</a:t>
              </a:r>
            </a:p>
          </p:txBody>
        </p:sp>
        <p:sp>
          <p:nvSpPr>
            <p:cNvPr id="95" name="pl95"/>
            <p:cNvSpPr/>
            <p:nvPr/>
          </p:nvSpPr>
          <p:spPr>
            <a:xfrm>
              <a:off x="3453743" y="6038251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3453743" y="478714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3453743" y="353604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3453743" y="2284938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3479049" y="6200895"/>
              <a:ext cx="1311351" cy="0"/>
            </a:xfrm>
            <a:custGeom>
              <a:avLst/>
              <a:pathLst>
                <a:path w="1311351" h="0">
                  <a:moveTo>
                    <a:pt x="0" y="0"/>
                  </a:moveTo>
                  <a:lnTo>
                    <a:pt x="131135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3630358" y="620089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3882541" y="620089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4134724" y="620089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4386907" y="620089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4639090" y="620089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tx105"/>
            <p:cNvSpPr/>
            <p:nvPr/>
          </p:nvSpPr>
          <p:spPr>
            <a:xfrm>
              <a:off x="3565893" y="6246444"/>
              <a:ext cx="1289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SS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3788221" y="6246444"/>
              <a:ext cx="18864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TST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4032266" y="6246444"/>
              <a:ext cx="20491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NSS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4321253" y="6246444"/>
              <a:ext cx="13130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3K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4512034" y="6246444"/>
              <a:ext cx="25411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Tibet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3952256" y="1151332"/>
              <a:ext cx="364937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666666">
                      <a:alpha val="100000"/>
                    </a:srgbClr>
                  </a:solidFill>
                  <a:latin typeface="DejaVu Sans"/>
                  <a:cs typeface="DejaVu Sans"/>
                </a:rPr>
                <a:t>Chao1</a:t>
              </a:r>
            </a:p>
          </p:txBody>
        </p:sp>
        <p:sp>
          <p:nvSpPr>
            <p:cNvPr id="111" name="rc111"/>
            <p:cNvSpPr/>
            <p:nvPr/>
          </p:nvSpPr>
          <p:spPr>
            <a:xfrm>
              <a:off x="5073439" y="1246521"/>
              <a:ext cx="1311351" cy="495437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5073439" y="5975696"/>
              <a:ext cx="1311351" cy="0"/>
            </a:xfrm>
            <a:custGeom>
              <a:avLst/>
              <a:pathLst>
                <a:path w="1311351" h="0">
                  <a:moveTo>
                    <a:pt x="0" y="0"/>
                  </a:moveTo>
                  <a:lnTo>
                    <a:pt x="1311351" y="0"/>
                  </a:lnTo>
                  <a:lnTo>
                    <a:pt x="131135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073439" y="4939880"/>
              <a:ext cx="1311351" cy="0"/>
            </a:xfrm>
            <a:custGeom>
              <a:avLst/>
              <a:pathLst>
                <a:path w="1311351" h="0">
                  <a:moveTo>
                    <a:pt x="0" y="0"/>
                  </a:moveTo>
                  <a:lnTo>
                    <a:pt x="1311351" y="0"/>
                  </a:lnTo>
                  <a:lnTo>
                    <a:pt x="131135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073439" y="3904064"/>
              <a:ext cx="1311351" cy="0"/>
            </a:xfrm>
            <a:custGeom>
              <a:avLst/>
              <a:pathLst>
                <a:path w="1311351" h="0">
                  <a:moveTo>
                    <a:pt x="0" y="0"/>
                  </a:moveTo>
                  <a:lnTo>
                    <a:pt x="1311351" y="0"/>
                  </a:lnTo>
                  <a:lnTo>
                    <a:pt x="131135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073439" y="2868248"/>
              <a:ext cx="1311351" cy="0"/>
            </a:xfrm>
            <a:custGeom>
              <a:avLst/>
              <a:pathLst>
                <a:path w="1311351" h="0">
                  <a:moveTo>
                    <a:pt x="0" y="0"/>
                  </a:moveTo>
                  <a:lnTo>
                    <a:pt x="1311351" y="0"/>
                  </a:lnTo>
                  <a:lnTo>
                    <a:pt x="131135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5073439" y="1832433"/>
              <a:ext cx="1311351" cy="0"/>
            </a:xfrm>
            <a:custGeom>
              <a:avLst/>
              <a:pathLst>
                <a:path w="1311351" h="0">
                  <a:moveTo>
                    <a:pt x="0" y="0"/>
                  </a:moveTo>
                  <a:lnTo>
                    <a:pt x="1311351" y="0"/>
                  </a:lnTo>
                  <a:lnTo>
                    <a:pt x="131135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5224749" y="1246521"/>
              <a:ext cx="0" cy="4954373"/>
            </a:xfrm>
            <a:custGeom>
              <a:avLst/>
              <a:pathLst>
                <a:path w="0" h="4954373">
                  <a:moveTo>
                    <a:pt x="0" y="49543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5476932" y="1246521"/>
              <a:ext cx="0" cy="4954373"/>
            </a:xfrm>
            <a:custGeom>
              <a:avLst/>
              <a:pathLst>
                <a:path w="0" h="4954373">
                  <a:moveTo>
                    <a:pt x="0" y="49543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5729115" y="1246521"/>
              <a:ext cx="0" cy="4954373"/>
            </a:xfrm>
            <a:custGeom>
              <a:avLst/>
              <a:pathLst>
                <a:path w="0" h="4954373">
                  <a:moveTo>
                    <a:pt x="0" y="49543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5981298" y="1246521"/>
              <a:ext cx="0" cy="4954373"/>
            </a:xfrm>
            <a:custGeom>
              <a:avLst/>
              <a:pathLst>
                <a:path w="0" h="4954373">
                  <a:moveTo>
                    <a:pt x="0" y="49543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6233481" y="1246521"/>
              <a:ext cx="0" cy="4954373"/>
            </a:xfrm>
            <a:custGeom>
              <a:avLst/>
              <a:pathLst>
                <a:path w="0" h="4954373">
                  <a:moveTo>
                    <a:pt x="0" y="49543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5224749" y="2181732"/>
              <a:ext cx="0" cy="1949485"/>
            </a:xfrm>
            <a:custGeom>
              <a:avLst/>
              <a:pathLst>
                <a:path w="0" h="1949485">
                  <a:moveTo>
                    <a:pt x="0" y="1949485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224749" y="5717635"/>
              <a:ext cx="0" cy="258061"/>
            </a:xfrm>
            <a:custGeom>
              <a:avLst/>
              <a:pathLst>
                <a:path w="0" h="258061">
                  <a:moveTo>
                    <a:pt x="0" y="0"/>
                  </a:moveTo>
                  <a:lnTo>
                    <a:pt x="0" y="258061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5136485" y="4131218"/>
              <a:ext cx="176528" cy="1586416"/>
            </a:xfrm>
            <a:custGeom>
              <a:avLst/>
              <a:pathLst>
                <a:path w="176528" h="1586416">
                  <a:moveTo>
                    <a:pt x="0" y="0"/>
                  </a:moveTo>
                  <a:lnTo>
                    <a:pt x="0" y="1586416"/>
                  </a:lnTo>
                  <a:lnTo>
                    <a:pt x="176528" y="1586416"/>
                  </a:lnTo>
                  <a:lnTo>
                    <a:pt x="17652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5136485" y="4863693"/>
              <a:ext cx="176528" cy="0"/>
            </a:xfrm>
            <a:custGeom>
              <a:avLst/>
              <a:pathLst>
                <a:path w="176528" h="0">
                  <a:moveTo>
                    <a:pt x="0" y="0"/>
                  </a:moveTo>
                  <a:lnTo>
                    <a:pt x="176528" y="0"/>
                  </a:lnTo>
                </a:path>
              </a:pathLst>
            </a:custGeom>
            <a:ln w="24391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5476932" y="2467703"/>
              <a:ext cx="0" cy="1951667"/>
            </a:xfrm>
            <a:custGeom>
              <a:avLst/>
              <a:pathLst>
                <a:path w="0" h="1951667">
                  <a:moveTo>
                    <a:pt x="0" y="1951667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5476932" y="5830184"/>
              <a:ext cx="0" cy="145512"/>
            </a:xfrm>
            <a:custGeom>
              <a:avLst/>
              <a:pathLst>
                <a:path w="0" h="145512">
                  <a:moveTo>
                    <a:pt x="0" y="0"/>
                  </a:moveTo>
                  <a:lnTo>
                    <a:pt x="0" y="145512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5388668" y="4419371"/>
              <a:ext cx="176528" cy="1410812"/>
            </a:xfrm>
            <a:custGeom>
              <a:avLst/>
              <a:pathLst>
                <a:path w="176528" h="1410812">
                  <a:moveTo>
                    <a:pt x="0" y="0"/>
                  </a:moveTo>
                  <a:lnTo>
                    <a:pt x="0" y="1410812"/>
                  </a:lnTo>
                  <a:lnTo>
                    <a:pt x="176528" y="1410812"/>
                  </a:lnTo>
                  <a:lnTo>
                    <a:pt x="17652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5388668" y="5221867"/>
              <a:ext cx="176528" cy="0"/>
            </a:xfrm>
            <a:custGeom>
              <a:avLst/>
              <a:pathLst>
                <a:path w="176528" h="0">
                  <a:moveTo>
                    <a:pt x="0" y="0"/>
                  </a:moveTo>
                  <a:lnTo>
                    <a:pt x="176528" y="0"/>
                  </a:lnTo>
                </a:path>
              </a:pathLst>
            </a:custGeom>
            <a:ln w="24391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5729115" y="2207248"/>
              <a:ext cx="0" cy="2041457"/>
            </a:xfrm>
            <a:custGeom>
              <a:avLst/>
              <a:pathLst>
                <a:path w="0" h="2041457">
                  <a:moveTo>
                    <a:pt x="0" y="2041457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5729115" y="5803787"/>
              <a:ext cx="0" cy="171909"/>
            </a:xfrm>
            <a:custGeom>
              <a:avLst/>
              <a:pathLst>
                <a:path w="0" h="171909">
                  <a:moveTo>
                    <a:pt x="0" y="0"/>
                  </a:moveTo>
                  <a:lnTo>
                    <a:pt x="0" y="171909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5640851" y="4248705"/>
              <a:ext cx="176528" cy="1555081"/>
            </a:xfrm>
            <a:custGeom>
              <a:avLst/>
              <a:pathLst>
                <a:path w="176528" h="1555081">
                  <a:moveTo>
                    <a:pt x="0" y="0"/>
                  </a:moveTo>
                  <a:lnTo>
                    <a:pt x="0" y="1555081"/>
                  </a:lnTo>
                  <a:lnTo>
                    <a:pt x="176528" y="1555081"/>
                  </a:lnTo>
                  <a:lnTo>
                    <a:pt x="17652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5640851" y="5004174"/>
              <a:ext cx="176528" cy="0"/>
            </a:xfrm>
            <a:custGeom>
              <a:avLst/>
              <a:pathLst>
                <a:path w="176528" h="0">
                  <a:moveTo>
                    <a:pt x="0" y="0"/>
                  </a:moveTo>
                  <a:lnTo>
                    <a:pt x="176528" y="0"/>
                  </a:lnTo>
                </a:path>
              </a:pathLst>
            </a:custGeom>
            <a:ln w="24391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5981298" y="2324590"/>
              <a:ext cx="0" cy="1654221"/>
            </a:xfrm>
            <a:custGeom>
              <a:avLst/>
              <a:pathLst>
                <a:path w="0" h="1654221">
                  <a:moveTo>
                    <a:pt x="0" y="1654221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5981298" y="5625434"/>
              <a:ext cx="0" cy="307255"/>
            </a:xfrm>
            <a:custGeom>
              <a:avLst/>
              <a:pathLst>
                <a:path w="0" h="307255">
                  <a:moveTo>
                    <a:pt x="0" y="0"/>
                  </a:moveTo>
                  <a:lnTo>
                    <a:pt x="0" y="307255"/>
                  </a:lnTo>
                </a:path>
              </a:pathLst>
            </a:custGeom>
            <a:ln w="12195" cap="flat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5893034" y="3978812"/>
              <a:ext cx="176528" cy="1646622"/>
            </a:xfrm>
            <a:custGeom>
              <a:avLst/>
              <a:pathLst>
                <a:path w="176528" h="1646622">
                  <a:moveTo>
                    <a:pt x="0" y="0"/>
                  </a:moveTo>
                  <a:lnTo>
                    <a:pt x="0" y="1646622"/>
                  </a:lnTo>
                  <a:lnTo>
                    <a:pt x="176528" y="1646622"/>
                  </a:lnTo>
                  <a:lnTo>
                    <a:pt x="17652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E7298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5893034" y="4703812"/>
              <a:ext cx="176528" cy="0"/>
            </a:xfrm>
            <a:custGeom>
              <a:avLst/>
              <a:pathLst>
                <a:path w="176528" h="0">
                  <a:moveTo>
                    <a:pt x="0" y="0"/>
                  </a:moveTo>
                  <a:lnTo>
                    <a:pt x="176528" y="0"/>
                  </a:lnTo>
                </a:path>
              </a:pathLst>
            </a:custGeom>
            <a:ln w="24391" cap="flat">
              <a:solidFill>
                <a:srgbClr val="E7298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6233481" y="1791139"/>
              <a:ext cx="0" cy="2252303"/>
            </a:xfrm>
            <a:custGeom>
              <a:avLst/>
              <a:pathLst>
                <a:path w="0" h="2252303">
                  <a:moveTo>
                    <a:pt x="0" y="2252303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66A6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6233481" y="5575087"/>
              <a:ext cx="0" cy="400609"/>
            </a:xfrm>
            <a:custGeom>
              <a:avLst/>
              <a:pathLst>
                <a:path w="0" h="400609">
                  <a:moveTo>
                    <a:pt x="0" y="0"/>
                  </a:moveTo>
                  <a:lnTo>
                    <a:pt x="0" y="400609"/>
                  </a:lnTo>
                </a:path>
              </a:pathLst>
            </a:custGeom>
            <a:ln w="12195" cap="flat">
              <a:solidFill>
                <a:srgbClr val="66A6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145217" y="4043442"/>
              <a:ext cx="176528" cy="1531644"/>
            </a:xfrm>
            <a:custGeom>
              <a:avLst/>
              <a:pathLst>
                <a:path w="176528" h="1531644">
                  <a:moveTo>
                    <a:pt x="0" y="0"/>
                  </a:moveTo>
                  <a:lnTo>
                    <a:pt x="0" y="1531644"/>
                  </a:lnTo>
                  <a:lnTo>
                    <a:pt x="176528" y="1531644"/>
                  </a:lnTo>
                  <a:lnTo>
                    <a:pt x="17652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66A61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6145217" y="4775659"/>
              <a:ext cx="176528" cy="0"/>
            </a:xfrm>
            <a:custGeom>
              <a:avLst/>
              <a:pathLst>
                <a:path w="176528" h="0">
                  <a:moveTo>
                    <a:pt x="0" y="0"/>
                  </a:moveTo>
                  <a:lnTo>
                    <a:pt x="176528" y="0"/>
                  </a:lnTo>
                </a:path>
              </a:pathLst>
            </a:custGeom>
            <a:ln w="24391" cap="flat">
              <a:solidFill>
                <a:srgbClr val="66A61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5073439" y="1246521"/>
              <a:ext cx="0" cy="4954373"/>
            </a:xfrm>
            <a:custGeom>
              <a:avLst/>
              <a:pathLst>
                <a:path w="0" h="4954373">
                  <a:moveTo>
                    <a:pt x="0" y="4954373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tx143"/>
            <p:cNvSpPr/>
            <p:nvPr/>
          </p:nvSpPr>
          <p:spPr>
            <a:xfrm>
              <a:off x="4866315" y="5938663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4866315" y="4902847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0.5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4866315" y="3867031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4866315" y="2831215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1.5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4866315" y="1795399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2.0</a:t>
              </a:r>
            </a:p>
          </p:txBody>
        </p:sp>
        <p:sp>
          <p:nvSpPr>
            <p:cNvPr id="148" name="pl148"/>
            <p:cNvSpPr/>
            <p:nvPr/>
          </p:nvSpPr>
          <p:spPr>
            <a:xfrm>
              <a:off x="5048134" y="597569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048134" y="4939880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048134" y="3904064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5048134" y="2868248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5048134" y="183243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073439" y="6200895"/>
              <a:ext cx="1311351" cy="0"/>
            </a:xfrm>
            <a:custGeom>
              <a:avLst/>
              <a:pathLst>
                <a:path w="1311351" h="0">
                  <a:moveTo>
                    <a:pt x="0" y="0"/>
                  </a:moveTo>
                  <a:lnTo>
                    <a:pt x="131135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5224749" y="620089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5476932" y="620089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5729115" y="620089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5981298" y="620089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6233481" y="620089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tx159"/>
            <p:cNvSpPr/>
            <p:nvPr/>
          </p:nvSpPr>
          <p:spPr>
            <a:xfrm>
              <a:off x="5160284" y="6246444"/>
              <a:ext cx="1289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SS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5382611" y="6246444"/>
              <a:ext cx="18864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TST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5626656" y="6246444"/>
              <a:ext cx="20491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NSS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5915644" y="6246444"/>
              <a:ext cx="13130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3K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6106425" y="6246444"/>
              <a:ext cx="25411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Tibet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5478020" y="1151332"/>
              <a:ext cx="502188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666666">
                      <a:alpha val="100000"/>
                    </a:srgbClr>
                  </a:solidFill>
                  <a:latin typeface="DejaVu Sans"/>
                  <a:cs typeface="DejaVu Sans"/>
                </a:rPr>
                <a:t>Shannon</a:t>
              </a:r>
            </a:p>
          </p:txBody>
        </p:sp>
        <p:sp>
          <p:nvSpPr>
            <p:cNvPr id="165" name="rc165"/>
            <p:cNvSpPr/>
            <p:nvPr/>
          </p:nvSpPr>
          <p:spPr>
            <a:xfrm>
              <a:off x="6667829" y="1246521"/>
              <a:ext cx="1311351" cy="495437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6667829" y="5975696"/>
              <a:ext cx="1311351" cy="0"/>
            </a:xfrm>
            <a:custGeom>
              <a:avLst/>
              <a:pathLst>
                <a:path w="1311351" h="0">
                  <a:moveTo>
                    <a:pt x="0" y="0"/>
                  </a:moveTo>
                  <a:lnTo>
                    <a:pt x="1311351" y="0"/>
                  </a:lnTo>
                  <a:lnTo>
                    <a:pt x="131135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6667829" y="4890779"/>
              <a:ext cx="1311351" cy="0"/>
            </a:xfrm>
            <a:custGeom>
              <a:avLst/>
              <a:pathLst>
                <a:path w="1311351" h="0">
                  <a:moveTo>
                    <a:pt x="0" y="0"/>
                  </a:moveTo>
                  <a:lnTo>
                    <a:pt x="1311351" y="0"/>
                  </a:lnTo>
                  <a:lnTo>
                    <a:pt x="131135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6667829" y="3805861"/>
              <a:ext cx="1311351" cy="0"/>
            </a:xfrm>
            <a:custGeom>
              <a:avLst/>
              <a:pathLst>
                <a:path w="1311351" h="0">
                  <a:moveTo>
                    <a:pt x="0" y="0"/>
                  </a:moveTo>
                  <a:lnTo>
                    <a:pt x="1311351" y="0"/>
                  </a:lnTo>
                  <a:lnTo>
                    <a:pt x="131135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6667829" y="2720944"/>
              <a:ext cx="1311351" cy="0"/>
            </a:xfrm>
            <a:custGeom>
              <a:avLst/>
              <a:pathLst>
                <a:path w="1311351" h="0">
                  <a:moveTo>
                    <a:pt x="0" y="0"/>
                  </a:moveTo>
                  <a:lnTo>
                    <a:pt x="1311351" y="0"/>
                  </a:lnTo>
                  <a:lnTo>
                    <a:pt x="131135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6667829" y="1636027"/>
              <a:ext cx="1311351" cy="0"/>
            </a:xfrm>
            <a:custGeom>
              <a:avLst/>
              <a:pathLst>
                <a:path w="1311351" h="0">
                  <a:moveTo>
                    <a:pt x="0" y="0"/>
                  </a:moveTo>
                  <a:lnTo>
                    <a:pt x="1311351" y="0"/>
                  </a:lnTo>
                  <a:lnTo>
                    <a:pt x="131135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6819139" y="1246521"/>
              <a:ext cx="0" cy="4954373"/>
            </a:xfrm>
            <a:custGeom>
              <a:avLst/>
              <a:pathLst>
                <a:path w="0" h="4954373">
                  <a:moveTo>
                    <a:pt x="0" y="49543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7071322" y="1246521"/>
              <a:ext cx="0" cy="4954373"/>
            </a:xfrm>
            <a:custGeom>
              <a:avLst/>
              <a:pathLst>
                <a:path w="0" h="4954373">
                  <a:moveTo>
                    <a:pt x="0" y="49543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7323505" y="1246521"/>
              <a:ext cx="0" cy="4954373"/>
            </a:xfrm>
            <a:custGeom>
              <a:avLst/>
              <a:pathLst>
                <a:path w="0" h="4954373">
                  <a:moveTo>
                    <a:pt x="0" y="49543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7575688" y="1246521"/>
              <a:ext cx="0" cy="4954373"/>
            </a:xfrm>
            <a:custGeom>
              <a:avLst/>
              <a:pathLst>
                <a:path w="0" h="4954373">
                  <a:moveTo>
                    <a:pt x="0" y="49543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7827871" y="1246521"/>
              <a:ext cx="0" cy="4954373"/>
            </a:xfrm>
            <a:custGeom>
              <a:avLst/>
              <a:pathLst>
                <a:path w="0" h="4954373">
                  <a:moveTo>
                    <a:pt x="0" y="49543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6819139" y="2086171"/>
              <a:ext cx="0" cy="1175710"/>
            </a:xfrm>
            <a:custGeom>
              <a:avLst/>
              <a:pathLst>
                <a:path w="0" h="1175710">
                  <a:moveTo>
                    <a:pt x="0" y="117571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6819139" y="5739443"/>
              <a:ext cx="0" cy="236253"/>
            </a:xfrm>
            <a:custGeom>
              <a:avLst/>
              <a:pathLst>
                <a:path w="0" h="236253">
                  <a:moveTo>
                    <a:pt x="0" y="0"/>
                  </a:moveTo>
                  <a:lnTo>
                    <a:pt x="0" y="236253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730875" y="3261881"/>
              <a:ext cx="176528" cy="2477562"/>
            </a:xfrm>
            <a:custGeom>
              <a:avLst/>
              <a:pathLst>
                <a:path w="176528" h="2477562">
                  <a:moveTo>
                    <a:pt x="0" y="0"/>
                  </a:moveTo>
                  <a:lnTo>
                    <a:pt x="0" y="2477562"/>
                  </a:lnTo>
                  <a:lnTo>
                    <a:pt x="176528" y="2477562"/>
                  </a:lnTo>
                  <a:lnTo>
                    <a:pt x="17652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6730875" y="4661466"/>
              <a:ext cx="176528" cy="0"/>
            </a:xfrm>
            <a:custGeom>
              <a:avLst/>
              <a:pathLst>
                <a:path w="176528" h="0">
                  <a:moveTo>
                    <a:pt x="0" y="0"/>
                  </a:moveTo>
                  <a:lnTo>
                    <a:pt x="176528" y="0"/>
                  </a:lnTo>
                </a:path>
              </a:pathLst>
            </a:custGeom>
            <a:ln w="24391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7071322" y="1914904"/>
              <a:ext cx="0" cy="1844366"/>
            </a:xfrm>
            <a:custGeom>
              <a:avLst/>
              <a:pathLst>
                <a:path w="0" h="1844366">
                  <a:moveTo>
                    <a:pt x="0" y="1844366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7071322" y="5852420"/>
              <a:ext cx="0" cy="123275"/>
            </a:xfrm>
            <a:custGeom>
              <a:avLst/>
              <a:pathLst>
                <a:path w="0" h="123275">
                  <a:moveTo>
                    <a:pt x="0" y="0"/>
                  </a:moveTo>
                  <a:lnTo>
                    <a:pt x="0" y="123275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83058" y="3759270"/>
              <a:ext cx="176528" cy="2093150"/>
            </a:xfrm>
            <a:custGeom>
              <a:avLst/>
              <a:pathLst>
                <a:path w="176528" h="2093150">
                  <a:moveTo>
                    <a:pt x="0" y="0"/>
                  </a:moveTo>
                  <a:lnTo>
                    <a:pt x="0" y="2093150"/>
                  </a:lnTo>
                  <a:lnTo>
                    <a:pt x="176528" y="2093150"/>
                  </a:lnTo>
                  <a:lnTo>
                    <a:pt x="17652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6983058" y="5038953"/>
              <a:ext cx="176528" cy="0"/>
            </a:xfrm>
            <a:custGeom>
              <a:avLst/>
              <a:pathLst>
                <a:path w="176528" h="0">
                  <a:moveTo>
                    <a:pt x="0" y="0"/>
                  </a:moveTo>
                  <a:lnTo>
                    <a:pt x="176528" y="0"/>
                  </a:lnTo>
                </a:path>
              </a:pathLst>
            </a:custGeom>
            <a:ln w="24391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7323505" y="1873812"/>
              <a:ext cx="0" cy="1564332"/>
            </a:xfrm>
            <a:custGeom>
              <a:avLst/>
              <a:pathLst>
                <a:path w="0" h="1564332">
                  <a:moveTo>
                    <a:pt x="0" y="1564332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7323505" y="5843999"/>
              <a:ext cx="0" cy="131696"/>
            </a:xfrm>
            <a:custGeom>
              <a:avLst/>
              <a:pathLst>
                <a:path w="0" h="131696">
                  <a:moveTo>
                    <a:pt x="0" y="0"/>
                  </a:moveTo>
                  <a:lnTo>
                    <a:pt x="0" y="131696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7235241" y="3438145"/>
              <a:ext cx="176528" cy="2405854"/>
            </a:xfrm>
            <a:custGeom>
              <a:avLst/>
              <a:pathLst>
                <a:path w="176528" h="2405854">
                  <a:moveTo>
                    <a:pt x="0" y="0"/>
                  </a:moveTo>
                  <a:lnTo>
                    <a:pt x="0" y="2405854"/>
                  </a:lnTo>
                  <a:lnTo>
                    <a:pt x="176528" y="2405854"/>
                  </a:lnTo>
                  <a:lnTo>
                    <a:pt x="17652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7235241" y="4685005"/>
              <a:ext cx="176528" cy="0"/>
            </a:xfrm>
            <a:custGeom>
              <a:avLst/>
              <a:pathLst>
                <a:path w="176528" h="0">
                  <a:moveTo>
                    <a:pt x="0" y="0"/>
                  </a:moveTo>
                  <a:lnTo>
                    <a:pt x="176528" y="0"/>
                  </a:lnTo>
                </a:path>
              </a:pathLst>
            </a:custGeom>
            <a:ln w="24391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7575688" y="1627159"/>
              <a:ext cx="0" cy="1388373"/>
            </a:xfrm>
            <a:custGeom>
              <a:avLst/>
              <a:pathLst>
                <a:path w="0" h="1388373">
                  <a:moveTo>
                    <a:pt x="0" y="1388373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7575688" y="5651501"/>
              <a:ext cx="0" cy="291118"/>
            </a:xfrm>
            <a:custGeom>
              <a:avLst/>
              <a:pathLst>
                <a:path w="0" h="291118">
                  <a:moveTo>
                    <a:pt x="0" y="0"/>
                  </a:moveTo>
                  <a:lnTo>
                    <a:pt x="0" y="291118"/>
                  </a:lnTo>
                </a:path>
              </a:pathLst>
            </a:custGeom>
            <a:ln w="12195" cap="flat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7487424" y="3015532"/>
              <a:ext cx="176528" cy="2635968"/>
            </a:xfrm>
            <a:custGeom>
              <a:avLst/>
              <a:pathLst>
                <a:path w="176528" h="2635968">
                  <a:moveTo>
                    <a:pt x="0" y="0"/>
                  </a:moveTo>
                  <a:lnTo>
                    <a:pt x="0" y="2635968"/>
                  </a:lnTo>
                  <a:lnTo>
                    <a:pt x="176528" y="2635968"/>
                  </a:lnTo>
                  <a:lnTo>
                    <a:pt x="17652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E7298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7487424" y="4322534"/>
              <a:ext cx="176528" cy="0"/>
            </a:xfrm>
            <a:custGeom>
              <a:avLst/>
              <a:pathLst>
                <a:path w="176528" h="0">
                  <a:moveTo>
                    <a:pt x="0" y="0"/>
                  </a:moveTo>
                  <a:lnTo>
                    <a:pt x="176528" y="0"/>
                  </a:lnTo>
                </a:path>
              </a:pathLst>
            </a:custGeom>
            <a:ln w="24391" cap="flat">
              <a:solidFill>
                <a:srgbClr val="E7298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7827871" y="1471720"/>
              <a:ext cx="0" cy="1778619"/>
            </a:xfrm>
            <a:custGeom>
              <a:avLst/>
              <a:pathLst>
                <a:path w="0" h="1778619">
                  <a:moveTo>
                    <a:pt x="0" y="1778619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66A6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7827871" y="5588417"/>
              <a:ext cx="0" cy="387278"/>
            </a:xfrm>
            <a:custGeom>
              <a:avLst/>
              <a:pathLst>
                <a:path w="0" h="387278">
                  <a:moveTo>
                    <a:pt x="0" y="0"/>
                  </a:moveTo>
                  <a:lnTo>
                    <a:pt x="0" y="387278"/>
                  </a:lnTo>
                </a:path>
              </a:pathLst>
            </a:custGeom>
            <a:ln w="12195" cap="flat">
              <a:solidFill>
                <a:srgbClr val="66A6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7739607" y="3250339"/>
              <a:ext cx="176528" cy="2338078"/>
            </a:xfrm>
            <a:custGeom>
              <a:avLst/>
              <a:pathLst>
                <a:path w="176528" h="2338078">
                  <a:moveTo>
                    <a:pt x="0" y="0"/>
                  </a:moveTo>
                  <a:lnTo>
                    <a:pt x="0" y="2338078"/>
                  </a:lnTo>
                  <a:lnTo>
                    <a:pt x="176528" y="2338078"/>
                  </a:lnTo>
                  <a:lnTo>
                    <a:pt x="17652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66A61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7739607" y="4390868"/>
              <a:ext cx="176528" cy="0"/>
            </a:xfrm>
            <a:custGeom>
              <a:avLst/>
              <a:pathLst>
                <a:path w="176528" h="0">
                  <a:moveTo>
                    <a:pt x="0" y="0"/>
                  </a:moveTo>
                  <a:lnTo>
                    <a:pt x="176528" y="0"/>
                  </a:lnTo>
                </a:path>
              </a:pathLst>
            </a:custGeom>
            <a:ln w="24391" cap="flat">
              <a:solidFill>
                <a:srgbClr val="66A61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6667829" y="1246521"/>
              <a:ext cx="0" cy="4954373"/>
            </a:xfrm>
            <a:custGeom>
              <a:avLst/>
              <a:pathLst>
                <a:path w="0" h="4954373">
                  <a:moveTo>
                    <a:pt x="0" y="4954373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tx197"/>
            <p:cNvSpPr/>
            <p:nvPr/>
          </p:nvSpPr>
          <p:spPr>
            <a:xfrm>
              <a:off x="6460706" y="5938663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6460706" y="4853745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0.2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6460706" y="3768828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0.4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6460706" y="2683911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6460706" y="1598993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0.8</a:t>
              </a:r>
            </a:p>
          </p:txBody>
        </p:sp>
        <p:sp>
          <p:nvSpPr>
            <p:cNvPr id="202" name="pl202"/>
            <p:cNvSpPr/>
            <p:nvPr/>
          </p:nvSpPr>
          <p:spPr>
            <a:xfrm>
              <a:off x="6642524" y="597569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6642524" y="489077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6642524" y="3805861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6642524" y="2720944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6642524" y="163602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6667829" y="6200895"/>
              <a:ext cx="1311351" cy="0"/>
            </a:xfrm>
            <a:custGeom>
              <a:avLst/>
              <a:pathLst>
                <a:path w="1311351" h="0">
                  <a:moveTo>
                    <a:pt x="0" y="0"/>
                  </a:moveTo>
                  <a:lnTo>
                    <a:pt x="131135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6819139" y="620089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7071322" y="620089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7323505" y="620089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7575688" y="620089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7827871" y="620089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tx213"/>
            <p:cNvSpPr/>
            <p:nvPr/>
          </p:nvSpPr>
          <p:spPr>
            <a:xfrm>
              <a:off x="6754674" y="6246444"/>
              <a:ext cx="1289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SS</a:t>
              </a:r>
            </a:p>
          </p:txBody>
        </p:sp>
        <p:sp>
          <p:nvSpPr>
            <p:cNvPr id="214" name="tx214"/>
            <p:cNvSpPr/>
            <p:nvPr/>
          </p:nvSpPr>
          <p:spPr>
            <a:xfrm>
              <a:off x="6977002" y="6246444"/>
              <a:ext cx="18864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TST</a:t>
              </a:r>
            </a:p>
          </p:txBody>
        </p:sp>
        <p:sp>
          <p:nvSpPr>
            <p:cNvPr id="215" name="tx215"/>
            <p:cNvSpPr/>
            <p:nvPr/>
          </p:nvSpPr>
          <p:spPr>
            <a:xfrm>
              <a:off x="7221046" y="6246444"/>
              <a:ext cx="20491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NSS</a:t>
              </a:r>
            </a:p>
          </p:txBody>
        </p:sp>
        <p:sp>
          <p:nvSpPr>
            <p:cNvPr id="216" name="tx216"/>
            <p:cNvSpPr/>
            <p:nvPr/>
          </p:nvSpPr>
          <p:spPr>
            <a:xfrm>
              <a:off x="7510034" y="6246444"/>
              <a:ext cx="13130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3K</a:t>
              </a:r>
            </a:p>
          </p:txBody>
        </p:sp>
        <p:sp>
          <p:nvSpPr>
            <p:cNvPr id="217" name="tx217"/>
            <p:cNvSpPr/>
            <p:nvPr/>
          </p:nvSpPr>
          <p:spPr>
            <a:xfrm>
              <a:off x="7700815" y="6246444"/>
              <a:ext cx="25411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Tibet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7078492" y="1151332"/>
              <a:ext cx="490026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666666">
                      <a:alpha val="100000"/>
                    </a:srgbClr>
                  </a:solidFill>
                  <a:latin typeface="DejaVu Sans"/>
                  <a:cs typeface="DejaVu Sans"/>
                </a:rPr>
                <a:t>Simpson</a:t>
              </a:r>
            </a:p>
          </p:txBody>
        </p:sp>
        <p:sp>
          <p:nvSpPr>
            <p:cNvPr id="219" name="rc219"/>
            <p:cNvSpPr/>
            <p:nvPr/>
          </p:nvSpPr>
          <p:spPr>
            <a:xfrm>
              <a:off x="8080401" y="3391944"/>
              <a:ext cx="825059" cy="6635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" name="tx220"/>
            <p:cNvSpPr/>
            <p:nvPr/>
          </p:nvSpPr>
          <p:spPr>
            <a:xfrm>
              <a:off x="8131011" y="3453115"/>
              <a:ext cx="72383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genetic_group</a:t>
              </a:r>
            </a:p>
          </p:txBody>
        </p:sp>
        <p:sp>
          <p:nvSpPr>
            <p:cNvPr id="221" name="rc221"/>
            <p:cNvSpPr/>
            <p:nvPr/>
          </p:nvSpPr>
          <p:spPr>
            <a:xfrm>
              <a:off x="8131011" y="3588353"/>
              <a:ext cx="60732" cy="833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8161377" y="3650829"/>
              <a:ext cx="0" cy="12495"/>
            </a:xfrm>
            <a:custGeom>
              <a:avLst/>
              <a:pathLst>
                <a:path w="0" h="12495">
                  <a:moveTo>
                    <a:pt x="0" y="12495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8161377" y="3596683"/>
              <a:ext cx="0" cy="12495"/>
            </a:xfrm>
            <a:custGeom>
              <a:avLst/>
              <a:pathLst>
                <a:path w="0" h="12495">
                  <a:moveTo>
                    <a:pt x="0" y="12495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224"/>
            <p:cNvSpPr/>
            <p:nvPr/>
          </p:nvSpPr>
          <p:spPr>
            <a:xfrm>
              <a:off x="8138603" y="3609178"/>
              <a:ext cx="45549" cy="416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195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8138603" y="3630004"/>
              <a:ext cx="45549" cy="0"/>
            </a:xfrm>
            <a:custGeom>
              <a:avLst/>
              <a:pathLst>
                <a:path w="45549" h="0">
                  <a:moveTo>
                    <a:pt x="0" y="0"/>
                  </a:moveTo>
                  <a:lnTo>
                    <a:pt x="45549" y="0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8161377" y="366332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8161377" y="359668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rc228"/>
            <p:cNvSpPr/>
            <p:nvPr/>
          </p:nvSpPr>
          <p:spPr>
            <a:xfrm>
              <a:off x="8131011" y="3671655"/>
              <a:ext cx="60732" cy="833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8161377" y="3734131"/>
              <a:ext cx="0" cy="12495"/>
            </a:xfrm>
            <a:custGeom>
              <a:avLst/>
              <a:pathLst>
                <a:path w="0" h="12495">
                  <a:moveTo>
                    <a:pt x="0" y="12495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8161377" y="3679985"/>
              <a:ext cx="0" cy="12495"/>
            </a:xfrm>
            <a:custGeom>
              <a:avLst/>
              <a:pathLst>
                <a:path w="0" h="12495">
                  <a:moveTo>
                    <a:pt x="0" y="12495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231"/>
            <p:cNvSpPr/>
            <p:nvPr/>
          </p:nvSpPr>
          <p:spPr>
            <a:xfrm>
              <a:off x="8138603" y="3692480"/>
              <a:ext cx="45549" cy="416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195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8138603" y="3713306"/>
              <a:ext cx="45549" cy="0"/>
            </a:xfrm>
            <a:custGeom>
              <a:avLst/>
              <a:pathLst>
                <a:path w="45549" h="0">
                  <a:moveTo>
                    <a:pt x="0" y="0"/>
                  </a:moveTo>
                  <a:lnTo>
                    <a:pt x="45549" y="0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8161377" y="374662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8161377" y="367998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rc235"/>
            <p:cNvSpPr/>
            <p:nvPr/>
          </p:nvSpPr>
          <p:spPr>
            <a:xfrm>
              <a:off x="8131011" y="3754957"/>
              <a:ext cx="60732" cy="833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8161377" y="3817433"/>
              <a:ext cx="0" cy="12495"/>
            </a:xfrm>
            <a:custGeom>
              <a:avLst/>
              <a:pathLst>
                <a:path w="0" h="12495">
                  <a:moveTo>
                    <a:pt x="0" y="12495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8161377" y="3763287"/>
              <a:ext cx="0" cy="12495"/>
            </a:xfrm>
            <a:custGeom>
              <a:avLst/>
              <a:pathLst>
                <a:path w="0" h="12495">
                  <a:moveTo>
                    <a:pt x="0" y="12495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8" name="rc238"/>
            <p:cNvSpPr/>
            <p:nvPr/>
          </p:nvSpPr>
          <p:spPr>
            <a:xfrm>
              <a:off x="8138603" y="3775782"/>
              <a:ext cx="45549" cy="416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195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8138603" y="3796608"/>
              <a:ext cx="45549" cy="0"/>
            </a:xfrm>
            <a:custGeom>
              <a:avLst/>
              <a:pathLst>
                <a:path w="45549" h="0">
                  <a:moveTo>
                    <a:pt x="0" y="0"/>
                  </a:moveTo>
                  <a:lnTo>
                    <a:pt x="45549" y="0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8161377" y="382992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8161377" y="376328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2" name="rc242"/>
            <p:cNvSpPr/>
            <p:nvPr/>
          </p:nvSpPr>
          <p:spPr>
            <a:xfrm>
              <a:off x="8131011" y="3838258"/>
              <a:ext cx="60732" cy="833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8161377" y="3900735"/>
              <a:ext cx="0" cy="12495"/>
            </a:xfrm>
            <a:custGeom>
              <a:avLst/>
              <a:pathLst>
                <a:path w="0" h="12495">
                  <a:moveTo>
                    <a:pt x="0" y="12495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7298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8161377" y="3846589"/>
              <a:ext cx="0" cy="12495"/>
            </a:xfrm>
            <a:custGeom>
              <a:avLst/>
              <a:pathLst>
                <a:path w="0" h="12495">
                  <a:moveTo>
                    <a:pt x="0" y="12495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7298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5" name="rc245"/>
            <p:cNvSpPr/>
            <p:nvPr/>
          </p:nvSpPr>
          <p:spPr>
            <a:xfrm>
              <a:off x="8138603" y="3859084"/>
              <a:ext cx="45549" cy="416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195" cap="flat">
              <a:solidFill>
                <a:srgbClr val="E7298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8138603" y="3879909"/>
              <a:ext cx="45549" cy="0"/>
            </a:xfrm>
            <a:custGeom>
              <a:avLst/>
              <a:pathLst>
                <a:path w="45549" h="0">
                  <a:moveTo>
                    <a:pt x="0" y="0"/>
                  </a:moveTo>
                  <a:lnTo>
                    <a:pt x="45549" y="0"/>
                  </a:lnTo>
                </a:path>
              </a:pathLst>
            </a:custGeom>
            <a:ln w="12195" cap="flat">
              <a:solidFill>
                <a:srgbClr val="E7298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8161377" y="391323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7298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8161377" y="384658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7298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9" name="rc249"/>
            <p:cNvSpPr/>
            <p:nvPr/>
          </p:nvSpPr>
          <p:spPr>
            <a:xfrm>
              <a:off x="8131011" y="3921560"/>
              <a:ext cx="60732" cy="833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8161377" y="3984037"/>
              <a:ext cx="0" cy="12495"/>
            </a:xfrm>
            <a:custGeom>
              <a:avLst/>
              <a:pathLst>
                <a:path w="0" h="12495">
                  <a:moveTo>
                    <a:pt x="0" y="12495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66A61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8161377" y="3929891"/>
              <a:ext cx="0" cy="12495"/>
            </a:xfrm>
            <a:custGeom>
              <a:avLst/>
              <a:pathLst>
                <a:path w="0" h="12495">
                  <a:moveTo>
                    <a:pt x="0" y="12495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66A61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2" name="rc252"/>
            <p:cNvSpPr/>
            <p:nvPr/>
          </p:nvSpPr>
          <p:spPr>
            <a:xfrm>
              <a:off x="8138603" y="3942386"/>
              <a:ext cx="45549" cy="416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195" cap="flat">
              <a:solidFill>
                <a:srgbClr val="66A61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8138603" y="3963211"/>
              <a:ext cx="45549" cy="0"/>
            </a:xfrm>
            <a:custGeom>
              <a:avLst/>
              <a:pathLst>
                <a:path w="45549" h="0">
                  <a:moveTo>
                    <a:pt x="0" y="0"/>
                  </a:moveTo>
                  <a:lnTo>
                    <a:pt x="45549" y="0"/>
                  </a:lnTo>
                </a:path>
              </a:pathLst>
            </a:custGeom>
            <a:ln w="12195" cap="flat">
              <a:solidFill>
                <a:srgbClr val="66A61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8161377" y="399653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66A61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8161377" y="392989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66A61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6" name="tx256"/>
            <p:cNvSpPr/>
            <p:nvPr/>
          </p:nvSpPr>
          <p:spPr>
            <a:xfrm>
              <a:off x="8242354" y="3597588"/>
              <a:ext cx="112836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SS</a:t>
              </a:r>
            </a:p>
          </p:txBody>
        </p:sp>
        <p:sp>
          <p:nvSpPr>
            <p:cNvPr id="257" name="tx257"/>
            <p:cNvSpPr/>
            <p:nvPr/>
          </p:nvSpPr>
          <p:spPr>
            <a:xfrm>
              <a:off x="8242354" y="3680890"/>
              <a:ext cx="16504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TST</a:t>
              </a:r>
            </a:p>
          </p:txBody>
        </p:sp>
        <p:sp>
          <p:nvSpPr>
            <p:cNvPr id="258" name="tx258"/>
            <p:cNvSpPr/>
            <p:nvPr/>
          </p:nvSpPr>
          <p:spPr>
            <a:xfrm>
              <a:off x="8242354" y="3764192"/>
              <a:ext cx="179313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NSS</a:t>
              </a:r>
            </a:p>
          </p:txBody>
        </p:sp>
        <p:sp>
          <p:nvSpPr>
            <p:cNvPr id="259" name="tx259"/>
            <p:cNvSpPr/>
            <p:nvPr/>
          </p:nvSpPr>
          <p:spPr>
            <a:xfrm>
              <a:off x="8242354" y="3847494"/>
              <a:ext cx="114757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3K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8242354" y="3930796"/>
              <a:ext cx="22219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Tibet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5</cp:revision>
  <dcterms:created xsi:type="dcterms:W3CDTF">2015-07-14T21:05:00Z</dcterms:created>
  <dcterms:modified xsi:type="dcterms:W3CDTF">2026-10-14T10:36:02Z</dcterms:modified>
</cp:coreProperties>
</file>