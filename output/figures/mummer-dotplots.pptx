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3063082" y="1495425"/>
            <a:ext cx="4572000" cy="4572000"/>
            <a:chOff x="3063082" y="1495425"/>
            <a:chExt cx="4572000" cy="4572000"/>
          </a:xfrm>
        </p:grpSpPr>
        <p:sp>
          <p:nvSpPr>
            <p:cNvPr id="3" name="rc3"/>
            <p:cNvSpPr/>
            <p:nvPr/>
          </p:nvSpPr>
          <p:spPr>
            <a:xfrm>
              <a:off x="3063081" y="1495425"/>
              <a:ext cx="45720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3328631" y="1495425"/>
              <a:ext cx="4040899" cy="4571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576490" y="1993530"/>
              <a:ext cx="3742430" cy="37992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576490" y="5620081"/>
              <a:ext cx="3742430" cy="0"/>
            </a:xfrm>
            <a:custGeom>
              <a:avLst/>
              <a:pathLst>
                <a:path w="3742430" h="0">
                  <a:moveTo>
                    <a:pt x="0" y="0"/>
                  </a:moveTo>
                  <a:lnTo>
                    <a:pt x="3742430" y="0"/>
                  </a:lnTo>
                  <a:lnTo>
                    <a:pt x="374243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576490" y="4908543"/>
              <a:ext cx="3742430" cy="0"/>
            </a:xfrm>
            <a:custGeom>
              <a:avLst/>
              <a:pathLst>
                <a:path w="3742430" h="0">
                  <a:moveTo>
                    <a:pt x="0" y="0"/>
                  </a:moveTo>
                  <a:lnTo>
                    <a:pt x="3742430" y="0"/>
                  </a:lnTo>
                  <a:lnTo>
                    <a:pt x="374243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576490" y="4197004"/>
              <a:ext cx="3742430" cy="0"/>
            </a:xfrm>
            <a:custGeom>
              <a:avLst/>
              <a:pathLst>
                <a:path w="3742430" h="0">
                  <a:moveTo>
                    <a:pt x="0" y="0"/>
                  </a:moveTo>
                  <a:lnTo>
                    <a:pt x="3742430" y="0"/>
                  </a:lnTo>
                  <a:lnTo>
                    <a:pt x="374243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76490" y="3485465"/>
              <a:ext cx="3742430" cy="0"/>
            </a:xfrm>
            <a:custGeom>
              <a:avLst/>
              <a:pathLst>
                <a:path w="3742430" h="0">
                  <a:moveTo>
                    <a:pt x="0" y="0"/>
                  </a:moveTo>
                  <a:lnTo>
                    <a:pt x="3742430" y="0"/>
                  </a:lnTo>
                  <a:lnTo>
                    <a:pt x="374243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576490" y="2773926"/>
              <a:ext cx="3742430" cy="0"/>
            </a:xfrm>
            <a:custGeom>
              <a:avLst/>
              <a:pathLst>
                <a:path w="3742430" h="0">
                  <a:moveTo>
                    <a:pt x="0" y="0"/>
                  </a:moveTo>
                  <a:lnTo>
                    <a:pt x="3742430" y="0"/>
                  </a:lnTo>
                  <a:lnTo>
                    <a:pt x="374243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76490" y="2062388"/>
              <a:ext cx="3742430" cy="0"/>
            </a:xfrm>
            <a:custGeom>
              <a:avLst/>
              <a:pathLst>
                <a:path w="3742430" h="0">
                  <a:moveTo>
                    <a:pt x="0" y="0"/>
                  </a:moveTo>
                  <a:lnTo>
                    <a:pt x="3742430" y="0"/>
                  </a:lnTo>
                  <a:lnTo>
                    <a:pt x="374243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746600" y="1993530"/>
              <a:ext cx="0" cy="3799243"/>
            </a:xfrm>
            <a:custGeom>
              <a:avLst/>
              <a:pathLst>
                <a:path w="0" h="3799243">
                  <a:moveTo>
                    <a:pt x="0" y="37992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458139" y="1993530"/>
              <a:ext cx="0" cy="3799243"/>
            </a:xfrm>
            <a:custGeom>
              <a:avLst/>
              <a:pathLst>
                <a:path w="0" h="3799243">
                  <a:moveTo>
                    <a:pt x="0" y="37992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169678" y="1993530"/>
              <a:ext cx="0" cy="3799243"/>
            </a:xfrm>
            <a:custGeom>
              <a:avLst/>
              <a:pathLst>
                <a:path w="0" h="3799243">
                  <a:moveTo>
                    <a:pt x="0" y="37992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881216" y="1993530"/>
              <a:ext cx="0" cy="3799243"/>
            </a:xfrm>
            <a:custGeom>
              <a:avLst/>
              <a:pathLst>
                <a:path w="0" h="3799243">
                  <a:moveTo>
                    <a:pt x="0" y="37992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592755" y="1993530"/>
              <a:ext cx="0" cy="3799243"/>
            </a:xfrm>
            <a:custGeom>
              <a:avLst/>
              <a:pathLst>
                <a:path w="0" h="3799243">
                  <a:moveTo>
                    <a:pt x="0" y="37992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304294" y="1993530"/>
              <a:ext cx="0" cy="3799243"/>
            </a:xfrm>
            <a:custGeom>
              <a:avLst/>
              <a:pathLst>
                <a:path w="0" h="3799243">
                  <a:moveTo>
                    <a:pt x="0" y="37992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746601" y="5615421"/>
              <a:ext cx="4652" cy="4659"/>
            </a:xfrm>
            <a:custGeom>
              <a:avLst/>
              <a:pathLst>
                <a:path w="4652" h="4659">
                  <a:moveTo>
                    <a:pt x="0" y="4659"/>
                  </a:moveTo>
                  <a:lnTo>
                    <a:pt x="4652" y="0"/>
                  </a:lnTo>
                </a:path>
              </a:pathLst>
            </a:custGeom>
            <a:ln w="13550" cap="flat">
              <a:solidFill>
                <a:srgbClr val="E64B35">
                  <a:alpha val="8627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751254" y="5601224"/>
              <a:ext cx="13958" cy="13958"/>
            </a:xfrm>
            <a:custGeom>
              <a:avLst/>
              <a:pathLst>
                <a:path w="13958" h="13958">
                  <a:moveTo>
                    <a:pt x="0" y="13958"/>
                  </a:moveTo>
                  <a:lnTo>
                    <a:pt x="13958" y="0"/>
                  </a:lnTo>
                </a:path>
              </a:pathLst>
            </a:custGeom>
            <a:ln w="13550" cap="flat">
              <a:solidFill>
                <a:srgbClr val="E64B35">
                  <a:alpha val="8313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788126" y="5573874"/>
              <a:ext cx="10722" cy="10722"/>
            </a:xfrm>
            <a:custGeom>
              <a:avLst/>
              <a:pathLst>
                <a:path w="10722" h="10722">
                  <a:moveTo>
                    <a:pt x="0" y="10722"/>
                  </a:moveTo>
                  <a:lnTo>
                    <a:pt x="10722" y="0"/>
                  </a:lnTo>
                </a:path>
              </a:pathLst>
            </a:custGeom>
            <a:ln w="13550" cap="flat">
              <a:solidFill>
                <a:srgbClr val="E64B35">
                  <a:alpha val="8274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802016" y="5541954"/>
              <a:ext cx="28762" cy="28763"/>
            </a:xfrm>
            <a:custGeom>
              <a:avLst/>
              <a:pathLst>
                <a:path w="28762" h="28763">
                  <a:moveTo>
                    <a:pt x="0" y="28763"/>
                  </a:moveTo>
                  <a:lnTo>
                    <a:pt x="28762" y="0"/>
                  </a:lnTo>
                </a:path>
              </a:pathLst>
            </a:custGeom>
            <a:ln w="13550" cap="flat">
              <a:solidFill>
                <a:srgbClr val="E64B35">
                  <a:alpha val="8392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832438" y="2855277"/>
              <a:ext cx="1248" cy="1248"/>
            </a:xfrm>
            <a:custGeom>
              <a:avLst/>
              <a:pathLst>
                <a:path w="1248" h="1248">
                  <a:moveTo>
                    <a:pt x="0" y="0"/>
                  </a:moveTo>
                  <a:lnTo>
                    <a:pt x="1248" y="1248"/>
                  </a:lnTo>
                </a:path>
              </a:pathLst>
            </a:custGeom>
            <a:ln w="13550" cap="flat">
              <a:solidFill>
                <a:srgbClr val="4DBBD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836155" y="5527329"/>
              <a:ext cx="9211" cy="9213"/>
            </a:xfrm>
            <a:custGeom>
              <a:avLst/>
              <a:pathLst>
                <a:path w="9211" h="9213">
                  <a:moveTo>
                    <a:pt x="0" y="9213"/>
                  </a:moveTo>
                  <a:lnTo>
                    <a:pt x="9211" y="0"/>
                  </a:lnTo>
                </a:path>
              </a:pathLst>
            </a:custGeom>
            <a:ln w="13550" cap="flat">
              <a:solidFill>
                <a:srgbClr val="E64B35">
                  <a:alpha val="8117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845436" y="5512541"/>
              <a:ext cx="14656" cy="14655"/>
            </a:xfrm>
            <a:custGeom>
              <a:avLst/>
              <a:pathLst>
                <a:path w="14656" h="14655">
                  <a:moveTo>
                    <a:pt x="0" y="14655"/>
                  </a:moveTo>
                  <a:lnTo>
                    <a:pt x="14656" y="0"/>
                  </a:lnTo>
                </a:path>
              </a:pathLst>
            </a:custGeom>
            <a:ln w="13550" cap="flat">
              <a:solidFill>
                <a:srgbClr val="E64B35">
                  <a:alpha val="8078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884321" y="5487199"/>
              <a:ext cx="2677" cy="2676"/>
            </a:xfrm>
            <a:custGeom>
              <a:avLst/>
              <a:pathLst>
                <a:path w="2677" h="2676">
                  <a:moveTo>
                    <a:pt x="0" y="2676"/>
                  </a:moveTo>
                  <a:lnTo>
                    <a:pt x="2677" y="0"/>
                  </a:lnTo>
                </a:path>
              </a:pathLst>
            </a:custGeom>
            <a:ln w="13550" cap="flat">
              <a:solidFill>
                <a:srgbClr val="E64B35">
                  <a:alpha val="7960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895001" y="5476696"/>
              <a:ext cx="3206" cy="3226"/>
            </a:xfrm>
            <a:custGeom>
              <a:avLst/>
              <a:pathLst>
                <a:path w="3206" h="3226">
                  <a:moveTo>
                    <a:pt x="0" y="3226"/>
                  </a:moveTo>
                  <a:lnTo>
                    <a:pt x="3206" y="0"/>
                  </a:lnTo>
                </a:path>
              </a:pathLst>
            </a:custGeom>
            <a:ln w="13550" cap="flat">
              <a:solidFill>
                <a:srgbClr val="E64B35">
                  <a:alpha val="6549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909627" y="5461568"/>
              <a:ext cx="4269" cy="4284"/>
            </a:xfrm>
            <a:custGeom>
              <a:avLst/>
              <a:pathLst>
                <a:path w="4269" h="4284">
                  <a:moveTo>
                    <a:pt x="0" y="4284"/>
                  </a:moveTo>
                  <a:lnTo>
                    <a:pt x="4269" y="0"/>
                  </a:lnTo>
                </a:path>
              </a:pathLst>
            </a:custGeom>
            <a:ln w="13550" cap="flat">
              <a:solidFill>
                <a:srgbClr val="E64B35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936828" y="5408093"/>
              <a:ext cx="31612" cy="31616"/>
            </a:xfrm>
            <a:custGeom>
              <a:avLst/>
              <a:pathLst>
                <a:path w="31612" h="31616">
                  <a:moveTo>
                    <a:pt x="0" y="31616"/>
                  </a:moveTo>
                  <a:lnTo>
                    <a:pt x="31612" y="0"/>
                  </a:lnTo>
                </a:path>
              </a:pathLst>
            </a:custGeom>
            <a:ln w="13550" cap="flat">
              <a:solidFill>
                <a:srgbClr val="E64B35">
                  <a:alpha val="8117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968716" y="5398769"/>
              <a:ext cx="9299" cy="9299"/>
            </a:xfrm>
            <a:custGeom>
              <a:avLst/>
              <a:pathLst>
                <a:path w="9299" h="9299">
                  <a:moveTo>
                    <a:pt x="0" y="9299"/>
                  </a:moveTo>
                  <a:lnTo>
                    <a:pt x="9299" y="0"/>
                  </a:lnTo>
                </a:path>
              </a:pathLst>
            </a:custGeom>
            <a:ln w="13550" cap="flat">
              <a:solidFill>
                <a:srgbClr val="E64B35">
                  <a:alpha val="8196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979011" y="5371475"/>
              <a:ext cx="27196" cy="27196"/>
            </a:xfrm>
            <a:custGeom>
              <a:avLst/>
              <a:pathLst>
                <a:path w="27196" h="27196">
                  <a:moveTo>
                    <a:pt x="0" y="27196"/>
                  </a:moveTo>
                  <a:lnTo>
                    <a:pt x="27196" y="0"/>
                  </a:lnTo>
                </a:path>
              </a:pathLst>
            </a:custGeom>
            <a:ln w="13550" cap="flat">
              <a:solidFill>
                <a:srgbClr val="E64B35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006552" y="2829188"/>
              <a:ext cx="1376" cy="1376"/>
            </a:xfrm>
            <a:custGeom>
              <a:avLst/>
              <a:pathLst>
                <a:path w="1376" h="1376">
                  <a:moveTo>
                    <a:pt x="0" y="0"/>
                  </a:moveTo>
                  <a:lnTo>
                    <a:pt x="1376" y="1376"/>
                  </a:lnTo>
                </a:path>
              </a:pathLst>
            </a:custGeom>
            <a:ln w="13550" cap="flat">
              <a:solidFill>
                <a:srgbClr val="4DBBD5">
                  <a:alpha val="9372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006552" y="2666709"/>
              <a:ext cx="1376" cy="1375"/>
            </a:xfrm>
            <a:custGeom>
              <a:avLst/>
              <a:pathLst>
                <a:path w="1376" h="1375">
                  <a:moveTo>
                    <a:pt x="0" y="0"/>
                  </a:moveTo>
                  <a:lnTo>
                    <a:pt x="1376" y="1375"/>
                  </a:lnTo>
                </a:path>
              </a:pathLst>
            </a:custGeom>
            <a:ln w="13550" cap="flat">
              <a:solidFill>
                <a:srgbClr val="4DBBD5">
                  <a:alpha val="9568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006669" y="5536572"/>
              <a:ext cx="3720" cy="3723"/>
            </a:xfrm>
            <a:custGeom>
              <a:avLst/>
              <a:pathLst>
                <a:path w="3720" h="3723">
                  <a:moveTo>
                    <a:pt x="0" y="3723"/>
                  </a:moveTo>
                  <a:lnTo>
                    <a:pt x="3720" y="0"/>
                  </a:lnTo>
                </a:path>
              </a:pathLst>
            </a:custGeom>
            <a:ln w="13550" cap="flat">
              <a:solidFill>
                <a:srgbClr val="E64B35">
                  <a:alpha val="8078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008065" y="5306171"/>
              <a:ext cx="63421" cy="63443"/>
            </a:xfrm>
            <a:custGeom>
              <a:avLst/>
              <a:pathLst>
                <a:path w="63421" h="63443">
                  <a:moveTo>
                    <a:pt x="0" y="63443"/>
                  </a:moveTo>
                  <a:lnTo>
                    <a:pt x="63421" y="0"/>
                  </a:lnTo>
                </a:path>
              </a:pathLst>
            </a:custGeom>
            <a:ln w="13550" cap="flat">
              <a:solidFill>
                <a:srgbClr val="E64B35">
                  <a:alpha val="8392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008065" y="4861592"/>
              <a:ext cx="2518" cy="2518"/>
            </a:xfrm>
            <a:custGeom>
              <a:avLst/>
              <a:pathLst>
                <a:path w="2518" h="2518">
                  <a:moveTo>
                    <a:pt x="0" y="2518"/>
                  </a:moveTo>
                  <a:lnTo>
                    <a:pt x="2518" y="0"/>
                  </a:lnTo>
                </a:path>
              </a:pathLst>
            </a:custGeom>
            <a:ln w="13550" cap="flat">
              <a:solidFill>
                <a:srgbClr val="E64B35">
                  <a:alpha val="8666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008189" y="3250213"/>
              <a:ext cx="2397" cy="2396"/>
            </a:xfrm>
            <a:custGeom>
              <a:avLst/>
              <a:pathLst>
                <a:path w="2397" h="2396">
                  <a:moveTo>
                    <a:pt x="0" y="0"/>
                  </a:moveTo>
                  <a:lnTo>
                    <a:pt x="2397" y="2396"/>
                  </a:lnTo>
                </a:path>
              </a:pathLst>
            </a:custGeom>
            <a:ln w="13550" cap="flat">
              <a:solidFill>
                <a:srgbClr val="4DBBD5">
                  <a:alpha val="8588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008278" y="2856838"/>
              <a:ext cx="2113" cy="2113"/>
            </a:xfrm>
            <a:custGeom>
              <a:avLst/>
              <a:pathLst>
                <a:path w="2113" h="2113">
                  <a:moveTo>
                    <a:pt x="0" y="0"/>
                  </a:moveTo>
                  <a:lnTo>
                    <a:pt x="2113" y="2113"/>
                  </a:lnTo>
                </a:path>
              </a:pathLst>
            </a:custGeom>
            <a:ln w="13550" cap="flat">
              <a:solidFill>
                <a:srgbClr val="4DBBD5">
                  <a:alpha val="9294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008278" y="2830873"/>
              <a:ext cx="2113" cy="2114"/>
            </a:xfrm>
            <a:custGeom>
              <a:avLst/>
              <a:pathLst>
                <a:path w="2113" h="2114">
                  <a:moveTo>
                    <a:pt x="0" y="0"/>
                  </a:moveTo>
                  <a:lnTo>
                    <a:pt x="2113" y="2114"/>
                  </a:lnTo>
                </a:path>
              </a:pathLst>
            </a:custGeom>
            <a:ln w="13550" cap="flat">
              <a:solidFill>
                <a:srgbClr val="4DBBD5">
                  <a:alpha val="9137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008278" y="2668393"/>
              <a:ext cx="2113" cy="2113"/>
            </a:xfrm>
            <a:custGeom>
              <a:avLst/>
              <a:pathLst>
                <a:path w="2113" h="2113">
                  <a:moveTo>
                    <a:pt x="0" y="0"/>
                  </a:moveTo>
                  <a:lnTo>
                    <a:pt x="2113" y="2113"/>
                  </a:lnTo>
                </a:path>
              </a:pathLst>
            </a:custGeom>
            <a:ln w="13550" cap="flat">
              <a:solidFill>
                <a:srgbClr val="4DBBD5">
                  <a:alpha val="9960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071991" y="5296833"/>
              <a:ext cx="9324" cy="9338"/>
            </a:xfrm>
            <a:custGeom>
              <a:avLst/>
              <a:pathLst>
                <a:path w="9324" h="9338">
                  <a:moveTo>
                    <a:pt x="0" y="9338"/>
                  </a:moveTo>
                  <a:lnTo>
                    <a:pt x="9324" y="0"/>
                  </a:lnTo>
                </a:path>
              </a:pathLst>
            </a:custGeom>
            <a:ln w="13550" cap="flat">
              <a:solidFill>
                <a:srgbClr val="E64B35">
                  <a:alpha val="8039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081314" y="5290902"/>
              <a:ext cx="5016" cy="5009"/>
            </a:xfrm>
            <a:custGeom>
              <a:avLst/>
              <a:pathLst>
                <a:path w="5016" h="5009">
                  <a:moveTo>
                    <a:pt x="0" y="5009"/>
                  </a:moveTo>
                  <a:lnTo>
                    <a:pt x="5016" y="0"/>
                  </a:lnTo>
                </a:path>
              </a:pathLst>
            </a:custGeom>
            <a:ln w="13550" cap="flat">
              <a:solidFill>
                <a:srgbClr val="E64B35">
                  <a:alpha val="8352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122448" y="5179572"/>
              <a:ext cx="27937" cy="27932"/>
            </a:xfrm>
            <a:custGeom>
              <a:avLst/>
              <a:pathLst>
                <a:path w="27937" h="27932">
                  <a:moveTo>
                    <a:pt x="0" y="27932"/>
                  </a:moveTo>
                  <a:lnTo>
                    <a:pt x="27937" y="0"/>
                  </a:lnTo>
                </a:path>
              </a:pathLst>
            </a:custGeom>
            <a:ln w="13550" cap="flat">
              <a:solidFill>
                <a:srgbClr val="E64B35">
                  <a:alpha val="6588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4182705" y="5131657"/>
              <a:ext cx="13603" cy="13616"/>
            </a:xfrm>
            <a:custGeom>
              <a:avLst/>
              <a:pathLst>
                <a:path w="13603" h="13616">
                  <a:moveTo>
                    <a:pt x="0" y="13616"/>
                  </a:moveTo>
                  <a:lnTo>
                    <a:pt x="13603" y="0"/>
                  </a:lnTo>
                </a:path>
              </a:pathLst>
            </a:custGeom>
            <a:ln w="13550" cap="flat">
              <a:solidFill>
                <a:srgbClr val="E64B35">
                  <a:alpha val="7215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4236545" y="5077443"/>
              <a:ext cx="14609" cy="14612"/>
            </a:xfrm>
            <a:custGeom>
              <a:avLst/>
              <a:pathLst>
                <a:path w="14609" h="14612">
                  <a:moveTo>
                    <a:pt x="0" y="14612"/>
                  </a:moveTo>
                  <a:lnTo>
                    <a:pt x="14609" y="0"/>
                  </a:lnTo>
                </a:path>
              </a:pathLst>
            </a:custGeom>
            <a:ln w="13550" cap="flat">
              <a:solidFill>
                <a:srgbClr val="E64B35">
                  <a:alpha val="7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4272136" y="5066654"/>
              <a:ext cx="2358" cy="2358"/>
            </a:xfrm>
            <a:custGeom>
              <a:avLst/>
              <a:pathLst>
                <a:path w="2358" h="2358">
                  <a:moveTo>
                    <a:pt x="0" y="2358"/>
                  </a:moveTo>
                  <a:lnTo>
                    <a:pt x="2358" y="0"/>
                  </a:lnTo>
                </a:path>
              </a:pathLst>
            </a:custGeom>
            <a:ln w="13550" cap="flat">
              <a:solidFill>
                <a:srgbClr val="E64B35">
                  <a:alpha val="7333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4275409" y="5060797"/>
              <a:ext cx="5857" cy="5858"/>
            </a:xfrm>
            <a:custGeom>
              <a:avLst/>
              <a:pathLst>
                <a:path w="5857" h="5858">
                  <a:moveTo>
                    <a:pt x="0" y="5858"/>
                  </a:moveTo>
                  <a:lnTo>
                    <a:pt x="5857" y="0"/>
                  </a:lnTo>
                </a:path>
              </a:pathLst>
            </a:custGeom>
            <a:ln w="13550" cap="flat">
              <a:solidFill>
                <a:srgbClr val="E64B35">
                  <a:alpha val="7843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4283918" y="5040493"/>
              <a:ext cx="17708" cy="17692"/>
            </a:xfrm>
            <a:custGeom>
              <a:avLst/>
              <a:pathLst>
                <a:path w="17708" h="17692">
                  <a:moveTo>
                    <a:pt x="0" y="17692"/>
                  </a:moveTo>
                  <a:lnTo>
                    <a:pt x="17708" y="0"/>
                  </a:lnTo>
                </a:path>
              </a:pathLst>
            </a:custGeom>
            <a:ln w="13550" cap="flat">
              <a:solidFill>
                <a:srgbClr val="E64B3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4303678" y="5007488"/>
              <a:ext cx="31000" cy="31000"/>
            </a:xfrm>
            <a:custGeom>
              <a:avLst/>
              <a:pathLst>
                <a:path w="31000" h="31000">
                  <a:moveTo>
                    <a:pt x="0" y="31000"/>
                  </a:moveTo>
                  <a:lnTo>
                    <a:pt x="31000" y="0"/>
                  </a:lnTo>
                </a:path>
              </a:pathLst>
            </a:custGeom>
            <a:ln w="13550" cap="flat">
              <a:solidFill>
                <a:srgbClr val="E64B35">
                  <a:alpha val="8078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341521" y="4969189"/>
              <a:ext cx="31498" cy="31499"/>
            </a:xfrm>
            <a:custGeom>
              <a:avLst/>
              <a:pathLst>
                <a:path w="31498" h="31499">
                  <a:moveTo>
                    <a:pt x="0" y="31499"/>
                  </a:moveTo>
                  <a:lnTo>
                    <a:pt x="31498" y="0"/>
                  </a:lnTo>
                </a:path>
              </a:pathLst>
            </a:custGeom>
            <a:ln w="13550" cap="flat">
              <a:solidFill>
                <a:srgbClr val="E64B35">
                  <a:alpha val="7921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383509" y="4925506"/>
              <a:ext cx="29461" cy="29464"/>
            </a:xfrm>
            <a:custGeom>
              <a:avLst/>
              <a:pathLst>
                <a:path w="29461" h="29464">
                  <a:moveTo>
                    <a:pt x="0" y="29464"/>
                  </a:moveTo>
                  <a:lnTo>
                    <a:pt x="29461" y="0"/>
                  </a:lnTo>
                </a:path>
              </a:pathLst>
            </a:custGeom>
            <a:ln w="13550" cap="flat">
              <a:solidFill>
                <a:srgbClr val="E64B35">
                  <a:alpha val="8078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417680" y="4914247"/>
              <a:ext cx="6490" cy="6488"/>
            </a:xfrm>
            <a:custGeom>
              <a:avLst/>
              <a:pathLst>
                <a:path w="6490" h="6488">
                  <a:moveTo>
                    <a:pt x="0" y="6488"/>
                  </a:moveTo>
                  <a:lnTo>
                    <a:pt x="6490" y="0"/>
                  </a:lnTo>
                </a:path>
              </a:pathLst>
            </a:custGeom>
            <a:ln w="13550" cap="flat">
              <a:solidFill>
                <a:srgbClr val="E64B35">
                  <a:alpha val="7294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424241" y="4905960"/>
              <a:ext cx="8164" cy="8164"/>
            </a:xfrm>
            <a:custGeom>
              <a:avLst/>
              <a:pathLst>
                <a:path w="8164" h="8164">
                  <a:moveTo>
                    <a:pt x="0" y="8164"/>
                  </a:moveTo>
                  <a:lnTo>
                    <a:pt x="8164" y="0"/>
                  </a:lnTo>
                </a:path>
              </a:pathLst>
            </a:custGeom>
            <a:ln w="13550" cap="flat">
              <a:solidFill>
                <a:srgbClr val="E64B35">
                  <a:alpha val="8588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4433381" y="4892370"/>
              <a:ext cx="13593" cy="13593"/>
            </a:xfrm>
            <a:custGeom>
              <a:avLst/>
              <a:pathLst>
                <a:path w="13593" h="13593">
                  <a:moveTo>
                    <a:pt x="0" y="13593"/>
                  </a:moveTo>
                  <a:lnTo>
                    <a:pt x="13593" y="0"/>
                  </a:lnTo>
                </a:path>
              </a:pathLst>
            </a:custGeom>
            <a:ln w="13550" cap="flat">
              <a:solidFill>
                <a:srgbClr val="E64B35">
                  <a:alpha val="8078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466320" y="4880409"/>
              <a:ext cx="6452" cy="6453"/>
            </a:xfrm>
            <a:custGeom>
              <a:avLst/>
              <a:pathLst>
                <a:path w="6452" h="6453">
                  <a:moveTo>
                    <a:pt x="0" y="6453"/>
                  </a:moveTo>
                  <a:lnTo>
                    <a:pt x="6452" y="0"/>
                  </a:lnTo>
                </a:path>
              </a:pathLst>
            </a:custGeom>
            <a:ln w="13550" cap="flat">
              <a:solidFill>
                <a:srgbClr val="E64B35">
                  <a:alpha val="8352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473168" y="4854683"/>
              <a:ext cx="25338" cy="25330"/>
            </a:xfrm>
            <a:custGeom>
              <a:avLst/>
              <a:pathLst>
                <a:path w="25338" h="25330">
                  <a:moveTo>
                    <a:pt x="0" y="25330"/>
                  </a:moveTo>
                  <a:lnTo>
                    <a:pt x="25338" y="0"/>
                  </a:lnTo>
                </a:path>
              </a:pathLst>
            </a:custGeom>
            <a:ln w="13550" cap="flat">
              <a:solidFill>
                <a:srgbClr val="E64B3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4487562" y="5367289"/>
              <a:ext cx="3841" cy="3843"/>
            </a:xfrm>
            <a:custGeom>
              <a:avLst/>
              <a:pathLst>
                <a:path w="3841" h="3843">
                  <a:moveTo>
                    <a:pt x="0" y="3843"/>
                  </a:moveTo>
                  <a:lnTo>
                    <a:pt x="3841" y="0"/>
                  </a:lnTo>
                </a:path>
              </a:pathLst>
            </a:custGeom>
            <a:ln w="13550" cap="flat">
              <a:solidFill>
                <a:srgbClr val="E64B35">
                  <a:alpha val="9294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4487680" y="5536572"/>
              <a:ext cx="3723" cy="3723"/>
            </a:xfrm>
            <a:custGeom>
              <a:avLst/>
              <a:pathLst>
                <a:path w="3723" h="3723">
                  <a:moveTo>
                    <a:pt x="0" y="3723"/>
                  </a:moveTo>
                  <a:lnTo>
                    <a:pt x="3723" y="0"/>
                  </a:lnTo>
                </a:path>
              </a:pathLst>
            </a:custGeom>
            <a:ln w="13550" cap="flat">
              <a:solidFill>
                <a:srgbClr val="E64B35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4489202" y="3250213"/>
              <a:ext cx="2394" cy="2393"/>
            </a:xfrm>
            <a:custGeom>
              <a:avLst/>
              <a:pathLst>
                <a:path w="2394" h="2393">
                  <a:moveTo>
                    <a:pt x="0" y="0"/>
                  </a:moveTo>
                  <a:lnTo>
                    <a:pt x="2394" y="2393"/>
                  </a:lnTo>
                </a:path>
              </a:pathLst>
            </a:custGeom>
            <a:ln w="13550" cap="flat">
              <a:solidFill>
                <a:srgbClr val="4DBBD5">
                  <a:alpha val="9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489291" y="2856838"/>
              <a:ext cx="2337" cy="2341"/>
            </a:xfrm>
            <a:custGeom>
              <a:avLst/>
              <a:pathLst>
                <a:path w="2337" h="2341">
                  <a:moveTo>
                    <a:pt x="0" y="0"/>
                  </a:moveTo>
                  <a:lnTo>
                    <a:pt x="2337" y="2341"/>
                  </a:lnTo>
                </a:path>
              </a:pathLst>
            </a:custGeom>
            <a:ln w="13550" cap="flat">
              <a:solidFill>
                <a:srgbClr val="4DBBD5">
                  <a:alpha val="7450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4489291" y="2830873"/>
              <a:ext cx="2337" cy="2342"/>
            </a:xfrm>
            <a:custGeom>
              <a:avLst/>
              <a:pathLst>
                <a:path w="2337" h="2342">
                  <a:moveTo>
                    <a:pt x="0" y="0"/>
                  </a:moveTo>
                  <a:lnTo>
                    <a:pt x="2337" y="2342"/>
                  </a:lnTo>
                </a:path>
              </a:pathLst>
            </a:custGeom>
            <a:ln w="13550" cap="flat">
              <a:solidFill>
                <a:srgbClr val="4DBBD5">
                  <a:alpha val="7254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489291" y="2668393"/>
              <a:ext cx="2113" cy="2113"/>
            </a:xfrm>
            <a:custGeom>
              <a:avLst/>
              <a:pathLst>
                <a:path w="2113" h="2113">
                  <a:moveTo>
                    <a:pt x="0" y="0"/>
                  </a:moveTo>
                  <a:lnTo>
                    <a:pt x="2113" y="2113"/>
                  </a:lnTo>
                </a:path>
              </a:pathLst>
            </a:custGeom>
            <a:ln w="13550" cap="flat">
              <a:solidFill>
                <a:srgbClr val="4DBBD5">
                  <a:alpha val="9450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505013" y="4834486"/>
              <a:ext cx="14602" cy="14605"/>
            </a:xfrm>
            <a:custGeom>
              <a:avLst/>
              <a:pathLst>
                <a:path w="14602" h="14605">
                  <a:moveTo>
                    <a:pt x="0" y="14605"/>
                  </a:moveTo>
                  <a:lnTo>
                    <a:pt x="14602" y="0"/>
                  </a:lnTo>
                </a:path>
              </a:pathLst>
            </a:custGeom>
            <a:ln w="13550" cap="flat">
              <a:solidFill>
                <a:srgbClr val="E64B35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524606" y="4797746"/>
              <a:ext cx="32318" cy="32309"/>
            </a:xfrm>
            <a:custGeom>
              <a:avLst/>
              <a:pathLst>
                <a:path w="32318" h="32309">
                  <a:moveTo>
                    <a:pt x="0" y="32309"/>
                  </a:moveTo>
                  <a:lnTo>
                    <a:pt x="32318" y="0"/>
                  </a:lnTo>
                </a:path>
              </a:pathLst>
            </a:custGeom>
            <a:ln w="13550" cap="flat">
              <a:solidFill>
                <a:srgbClr val="E64B35">
                  <a:alpha val="8039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4563366" y="4773915"/>
              <a:ext cx="19398" cy="19395"/>
            </a:xfrm>
            <a:custGeom>
              <a:avLst/>
              <a:pathLst>
                <a:path w="19398" h="19395">
                  <a:moveTo>
                    <a:pt x="0" y="19395"/>
                  </a:moveTo>
                  <a:lnTo>
                    <a:pt x="19398" y="0"/>
                  </a:lnTo>
                </a:path>
              </a:pathLst>
            </a:custGeom>
            <a:ln w="13550" cap="flat">
              <a:solidFill>
                <a:srgbClr val="E64B35">
                  <a:alpha val="8470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4590337" y="4756808"/>
              <a:ext cx="6375" cy="6375"/>
            </a:xfrm>
            <a:custGeom>
              <a:avLst/>
              <a:pathLst>
                <a:path w="6375" h="6375">
                  <a:moveTo>
                    <a:pt x="0" y="6375"/>
                  </a:moveTo>
                  <a:lnTo>
                    <a:pt x="6375" y="0"/>
                  </a:lnTo>
                </a:path>
              </a:pathLst>
            </a:custGeom>
            <a:ln w="13550" cap="flat">
              <a:solidFill>
                <a:srgbClr val="E64B35">
                  <a:alpha val="8078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4596772" y="4754867"/>
              <a:ext cx="1845" cy="1845"/>
            </a:xfrm>
            <a:custGeom>
              <a:avLst/>
              <a:pathLst>
                <a:path w="1845" h="1845">
                  <a:moveTo>
                    <a:pt x="0" y="1845"/>
                  </a:moveTo>
                  <a:lnTo>
                    <a:pt x="1845" y="0"/>
                  </a:lnTo>
                </a:path>
              </a:pathLst>
            </a:custGeom>
            <a:ln w="13550" cap="flat">
              <a:solidFill>
                <a:srgbClr val="E64B35">
                  <a:alpha val="8549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600586" y="4728744"/>
              <a:ext cx="24210" cy="24211"/>
            </a:xfrm>
            <a:custGeom>
              <a:avLst/>
              <a:pathLst>
                <a:path w="24210" h="24211">
                  <a:moveTo>
                    <a:pt x="0" y="24211"/>
                  </a:moveTo>
                  <a:lnTo>
                    <a:pt x="24210" y="0"/>
                  </a:lnTo>
                </a:path>
              </a:pathLst>
            </a:custGeom>
            <a:ln w="13550" cap="flat">
              <a:solidFill>
                <a:srgbClr val="E64B35">
                  <a:alpha val="8039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624991" y="4717874"/>
              <a:ext cx="10721" cy="10734"/>
            </a:xfrm>
            <a:custGeom>
              <a:avLst/>
              <a:pathLst>
                <a:path w="10721" h="10734">
                  <a:moveTo>
                    <a:pt x="0" y="10734"/>
                  </a:moveTo>
                  <a:lnTo>
                    <a:pt x="10721" y="0"/>
                  </a:lnTo>
                </a:path>
              </a:pathLst>
            </a:custGeom>
            <a:ln w="13550" cap="flat">
              <a:solidFill>
                <a:srgbClr val="E64B35">
                  <a:alpha val="7411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638999" y="4699834"/>
              <a:ext cx="14754" cy="14755"/>
            </a:xfrm>
            <a:custGeom>
              <a:avLst/>
              <a:pathLst>
                <a:path w="14754" h="14755">
                  <a:moveTo>
                    <a:pt x="0" y="14755"/>
                  </a:moveTo>
                  <a:lnTo>
                    <a:pt x="14754" y="0"/>
                  </a:lnTo>
                </a:path>
              </a:pathLst>
            </a:custGeom>
            <a:ln w="13550" cap="flat">
              <a:solidFill>
                <a:srgbClr val="E64B35">
                  <a:alpha val="8117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653869" y="4690512"/>
              <a:ext cx="9324" cy="9328"/>
            </a:xfrm>
            <a:custGeom>
              <a:avLst/>
              <a:pathLst>
                <a:path w="9324" h="9328">
                  <a:moveTo>
                    <a:pt x="0" y="9328"/>
                  </a:moveTo>
                  <a:lnTo>
                    <a:pt x="9324" y="0"/>
                  </a:lnTo>
                </a:path>
              </a:pathLst>
            </a:custGeom>
            <a:ln w="13550" cap="flat">
              <a:solidFill>
                <a:srgbClr val="E64B35">
                  <a:alpha val="8274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709110" y="4587217"/>
              <a:ext cx="69688" cy="69699"/>
            </a:xfrm>
            <a:custGeom>
              <a:avLst/>
              <a:pathLst>
                <a:path w="69688" h="69699">
                  <a:moveTo>
                    <a:pt x="0" y="69699"/>
                  </a:moveTo>
                  <a:lnTo>
                    <a:pt x="69688" y="0"/>
                  </a:lnTo>
                </a:path>
              </a:pathLst>
            </a:custGeom>
            <a:ln w="13550" cap="flat">
              <a:solidFill>
                <a:srgbClr val="E64B35">
                  <a:alpha val="7843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783579" y="4572138"/>
              <a:ext cx="10004" cy="10004"/>
            </a:xfrm>
            <a:custGeom>
              <a:avLst/>
              <a:pathLst>
                <a:path w="10004" h="10004">
                  <a:moveTo>
                    <a:pt x="0" y="10004"/>
                  </a:moveTo>
                  <a:lnTo>
                    <a:pt x="10004" y="0"/>
                  </a:lnTo>
                </a:path>
              </a:pathLst>
            </a:custGeom>
            <a:ln w="13550" cap="flat">
              <a:solidFill>
                <a:srgbClr val="E64B35">
                  <a:alpha val="8156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793974" y="4547137"/>
              <a:ext cx="20433" cy="20435"/>
            </a:xfrm>
            <a:custGeom>
              <a:avLst/>
              <a:pathLst>
                <a:path w="20433" h="20435">
                  <a:moveTo>
                    <a:pt x="0" y="20435"/>
                  </a:moveTo>
                  <a:lnTo>
                    <a:pt x="20433" y="0"/>
                  </a:lnTo>
                </a:path>
              </a:pathLst>
            </a:custGeom>
            <a:ln w="13550" cap="flat">
              <a:solidFill>
                <a:srgbClr val="E64B35">
                  <a:alpha val="8196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814875" y="4537626"/>
              <a:ext cx="9510" cy="9510"/>
            </a:xfrm>
            <a:custGeom>
              <a:avLst/>
              <a:pathLst>
                <a:path w="9510" h="9510">
                  <a:moveTo>
                    <a:pt x="0" y="9510"/>
                  </a:moveTo>
                  <a:lnTo>
                    <a:pt x="9510" y="0"/>
                  </a:lnTo>
                </a:path>
              </a:pathLst>
            </a:custGeom>
            <a:ln w="13550" cap="flat">
              <a:solidFill>
                <a:srgbClr val="E64B35">
                  <a:alpha val="8392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4836963" y="4509019"/>
              <a:ext cx="15807" cy="15806"/>
            </a:xfrm>
            <a:custGeom>
              <a:avLst/>
              <a:pathLst>
                <a:path w="15807" h="15806">
                  <a:moveTo>
                    <a:pt x="0" y="15806"/>
                  </a:moveTo>
                  <a:lnTo>
                    <a:pt x="15807" y="0"/>
                  </a:lnTo>
                </a:path>
              </a:pathLst>
            </a:custGeom>
            <a:ln w="13550" cap="flat">
              <a:solidFill>
                <a:srgbClr val="E64B35">
                  <a:alpha val="8039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858386" y="4494752"/>
              <a:ext cx="8638" cy="8638"/>
            </a:xfrm>
            <a:custGeom>
              <a:avLst/>
              <a:pathLst>
                <a:path w="8638" h="8638">
                  <a:moveTo>
                    <a:pt x="0" y="8638"/>
                  </a:moveTo>
                  <a:lnTo>
                    <a:pt x="8638" y="0"/>
                  </a:lnTo>
                </a:path>
              </a:pathLst>
            </a:custGeom>
            <a:ln w="13550" cap="flat">
              <a:solidFill>
                <a:srgbClr val="E64B35">
                  <a:alpha val="8862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4890740" y="4449510"/>
              <a:ext cx="17740" cy="17797"/>
            </a:xfrm>
            <a:custGeom>
              <a:avLst/>
              <a:pathLst>
                <a:path w="17740" h="17797">
                  <a:moveTo>
                    <a:pt x="0" y="17797"/>
                  </a:moveTo>
                  <a:lnTo>
                    <a:pt x="17740" y="0"/>
                  </a:lnTo>
                </a:path>
              </a:pathLst>
            </a:custGeom>
            <a:ln w="13550" cap="flat">
              <a:solidFill>
                <a:srgbClr val="E64B35">
                  <a:alpha val="7450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4920976" y="4437976"/>
              <a:ext cx="5160" cy="5157"/>
            </a:xfrm>
            <a:custGeom>
              <a:avLst/>
              <a:pathLst>
                <a:path w="5160" h="5157">
                  <a:moveTo>
                    <a:pt x="0" y="5157"/>
                  </a:moveTo>
                  <a:lnTo>
                    <a:pt x="5160" y="0"/>
                  </a:lnTo>
                </a:path>
              </a:pathLst>
            </a:custGeom>
            <a:ln w="13550" cap="flat">
              <a:solidFill>
                <a:srgbClr val="E64B35">
                  <a:alpha val="8235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4926245" y="4434936"/>
              <a:ext cx="3038" cy="3039"/>
            </a:xfrm>
            <a:custGeom>
              <a:avLst/>
              <a:pathLst>
                <a:path w="3038" h="3039">
                  <a:moveTo>
                    <a:pt x="0" y="3039"/>
                  </a:moveTo>
                  <a:lnTo>
                    <a:pt x="3038" y="0"/>
                  </a:lnTo>
                </a:path>
              </a:pathLst>
            </a:custGeom>
            <a:ln w="13550" cap="flat">
              <a:solidFill>
                <a:srgbClr val="E64B35">
                  <a:alpha val="6156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948519" y="4401057"/>
              <a:ext cx="14735" cy="14737"/>
            </a:xfrm>
            <a:custGeom>
              <a:avLst/>
              <a:pathLst>
                <a:path w="14735" h="14737">
                  <a:moveTo>
                    <a:pt x="0" y="14737"/>
                  </a:moveTo>
                  <a:lnTo>
                    <a:pt x="14735" y="0"/>
                  </a:lnTo>
                </a:path>
              </a:pathLst>
            </a:custGeom>
            <a:ln w="13550" cap="flat">
              <a:solidFill>
                <a:srgbClr val="E64B35">
                  <a:alpha val="7764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4975981" y="4368099"/>
              <a:ext cx="25201" cy="25203"/>
            </a:xfrm>
            <a:custGeom>
              <a:avLst/>
              <a:pathLst>
                <a:path w="25201" h="25203">
                  <a:moveTo>
                    <a:pt x="0" y="25203"/>
                  </a:moveTo>
                  <a:lnTo>
                    <a:pt x="25201" y="0"/>
                  </a:lnTo>
                </a:path>
              </a:pathLst>
            </a:custGeom>
            <a:ln w="13550" cap="flat">
              <a:solidFill>
                <a:srgbClr val="E64B35">
                  <a:alpha val="7372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004123" y="4352896"/>
              <a:ext cx="14769" cy="14770"/>
            </a:xfrm>
            <a:custGeom>
              <a:avLst/>
              <a:pathLst>
                <a:path w="14769" h="14770">
                  <a:moveTo>
                    <a:pt x="0" y="14770"/>
                  </a:moveTo>
                  <a:lnTo>
                    <a:pt x="14769" y="0"/>
                  </a:lnTo>
                </a:path>
              </a:pathLst>
            </a:custGeom>
            <a:ln w="13550" cap="flat">
              <a:solidFill>
                <a:srgbClr val="E64B35">
                  <a:alpha val="7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032124" y="4302099"/>
              <a:ext cx="8399" cy="8399"/>
            </a:xfrm>
            <a:custGeom>
              <a:avLst/>
              <a:pathLst>
                <a:path w="8399" h="8399">
                  <a:moveTo>
                    <a:pt x="0" y="8399"/>
                  </a:moveTo>
                  <a:lnTo>
                    <a:pt x="8399" y="0"/>
                  </a:lnTo>
                </a:path>
              </a:pathLst>
            </a:custGeom>
            <a:ln w="13550" cap="flat">
              <a:solidFill>
                <a:srgbClr val="E64B35">
                  <a:alpha val="8039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047029" y="4287030"/>
              <a:ext cx="9557" cy="9550"/>
            </a:xfrm>
            <a:custGeom>
              <a:avLst/>
              <a:pathLst>
                <a:path w="9557" h="9550">
                  <a:moveTo>
                    <a:pt x="0" y="9550"/>
                  </a:moveTo>
                  <a:lnTo>
                    <a:pt x="9557" y="0"/>
                  </a:lnTo>
                </a:path>
              </a:pathLst>
            </a:custGeom>
            <a:ln w="13550" cap="flat">
              <a:solidFill>
                <a:srgbClr val="E64B35">
                  <a:alpha val="8117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087449" y="4269259"/>
              <a:ext cx="16341" cy="16339"/>
            </a:xfrm>
            <a:custGeom>
              <a:avLst/>
              <a:pathLst>
                <a:path w="16341" h="16339">
                  <a:moveTo>
                    <a:pt x="0" y="16339"/>
                  </a:moveTo>
                  <a:lnTo>
                    <a:pt x="16341" y="0"/>
                  </a:lnTo>
                </a:path>
              </a:pathLst>
            </a:custGeom>
            <a:ln w="13550" cap="flat">
              <a:solidFill>
                <a:srgbClr val="E64B35">
                  <a:alpha val="7960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111641" y="4242970"/>
              <a:ext cx="22380" cy="22380"/>
            </a:xfrm>
            <a:custGeom>
              <a:avLst/>
              <a:pathLst>
                <a:path w="22380" h="22380">
                  <a:moveTo>
                    <a:pt x="0" y="22380"/>
                  </a:moveTo>
                  <a:lnTo>
                    <a:pt x="22380" y="0"/>
                  </a:lnTo>
                </a:path>
              </a:pathLst>
            </a:custGeom>
            <a:ln w="13550" cap="flat">
              <a:solidFill>
                <a:srgbClr val="E64B35">
                  <a:alpha val="8039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134022" y="4232135"/>
              <a:ext cx="8502" cy="8502"/>
            </a:xfrm>
            <a:custGeom>
              <a:avLst/>
              <a:pathLst>
                <a:path w="8502" h="8502">
                  <a:moveTo>
                    <a:pt x="0" y="8502"/>
                  </a:moveTo>
                  <a:lnTo>
                    <a:pt x="8502" y="0"/>
                  </a:lnTo>
                </a:path>
              </a:pathLst>
            </a:custGeom>
            <a:ln w="13550" cap="flat">
              <a:solidFill>
                <a:srgbClr val="E64B35">
                  <a:alpha val="8392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5144858" y="4212681"/>
              <a:ext cx="17153" cy="17153"/>
            </a:xfrm>
            <a:custGeom>
              <a:avLst/>
              <a:pathLst>
                <a:path w="17153" h="17153">
                  <a:moveTo>
                    <a:pt x="0" y="17153"/>
                  </a:moveTo>
                  <a:lnTo>
                    <a:pt x="17153" y="0"/>
                  </a:lnTo>
                </a:path>
              </a:pathLst>
            </a:custGeom>
            <a:ln w="13550" cap="flat">
              <a:solidFill>
                <a:srgbClr val="E64B35">
                  <a:alpha val="7725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162935" y="4185532"/>
              <a:ext cx="27152" cy="27149"/>
            </a:xfrm>
            <a:custGeom>
              <a:avLst/>
              <a:pathLst>
                <a:path w="27152" h="27149">
                  <a:moveTo>
                    <a:pt x="0" y="27149"/>
                  </a:moveTo>
                  <a:lnTo>
                    <a:pt x="27152" y="0"/>
                  </a:lnTo>
                </a:path>
              </a:pathLst>
            </a:custGeom>
            <a:ln w="13550" cap="flat">
              <a:solidFill>
                <a:srgbClr val="E64B35">
                  <a:alpha val="8274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208876" y="4158330"/>
              <a:ext cx="9397" cy="9397"/>
            </a:xfrm>
            <a:custGeom>
              <a:avLst/>
              <a:pathLst>
                <a:path w="9397" h="9397">
                  <a:moveTo>
                    <a:pt x="0" y="9397"/>
                  </a:moveTo>
                  <a:lnTo>
                    <a:pt x="9397" y="0"/>
                  </a:lnTo>
                </a:path>
              </a:pathLst>
            </a:custGeom>
            <a:ln w="13550" cap="flat">
              <a:solidFill>
                <a:srgbClr val="E64B35">
                  <a:alpha val="7921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228128" y="4143483"/>
              <a:ext cx="6729" cy="6729"/>
            </a:xfrm>
            <a:custGeom>
              <a:avLst/>
              <a:pathLst>
                <a:path w="6729" h="6729">
                  <a:moveTo>
                    <a:pt x="0" y="6729"/>
                  </a:moveTo>
                  <a:lnTo>
                    <a:pt x="6729" y="0"/>
                  </a:lnTo>
                </a:path>
              </a:pathLst>
            </a:custGeom>
            <a:ln w="13550" cap="flat">
              <a:solidFill>
                <a:srgbClr val="E64B35">
                  <a:alpha val="7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5249440" y="4117321"/>
              <a:ext cx="10676" cy="10677"/>
            </a:xfrm>
            <a:custGeom>
              <a:avLst/>
              <a:pathLst>
                <a:path w="10676" h="10677">
                  <a:moveTo>
                    <a:pt x="0" y="10677"/>
                  </a:moveTo>
                  <a:lnTo>
                    <a:pt x="10676" y="0"/>
                  </a:lnTo>
                </a:path>
              </a:pathLst>
            </a:custGeom>
            <a:ln w="13550" cap="flat">
              <a:solidFill>
                <a:srgbClr val="E64B35">
                  <a:alpha val="8745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5272462" y="4092381"/>
              <a:ext cx="12408" cy="12416"/>
            </a:xfrm>
            <a:custGeom>
              <a:avLst/>
              <a:pathLst>
                <a:path w="12408" h="12416">
                  <a:moveTo>
                    <a:pt x="0" y="12416"/>
                  </a:moveTo>
                  <a:lnTo>
                    <a:pt x="12408" y="0"/>
                  </a:lnTo>
                </a:path>
              </a:pathLst>
            </a:custGeom>
            <a:ln w="13550" cap="flat">
              <a:solidFill>
                <a:srgbClr val="E64B35">
                  <a:alpha val="7529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5289705" y="4062443"/>
              <a:ext cx="25692" cy="25693"/>
            </a:xfrm>
            <a:custGeom>
              <a:avLst/>
              <a:pathLst>
                <a:path w="25692" h="25693">
                  <a:moveTo>
                    <a:pt x="0" y="25693"/>
                  </a:moveTo>
                  <a:lnTo>
                    <a:pt x="25692" y="0"/>
                  </a:lnTo>
                </a:path>
              </a:pathLst>
            </a:custGeom>
            <a:ln w="13550" cap="flat">
              <a:solidFill>
                <a:srgbClr val="E64B35">
                  <a:alpha val="7960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5325451" y="4032659"/>
              <a:ext cx="19728" cy="19735"/>
            </a:xfrm>
            <a:custGeom>
              <a:avLst/>
              <a:pathLst>
                <a:path w="19728" h="19735">
                  <a:moveTo>
                    <a:pt x="0" y="19735"/>
                  </a:moveTo>
                  <a:lnTo>
                    <a:pt x="19728" y="0"/>
                  </a:lnTo>
                </a:path>
              </a:pathLst>
            </a:custGeom>
            <a:ln w="13550" cap="flat">
              <a:solidFill>
                <a:srgbClr val="E64B35">
                  <a:alpha val="7686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5362481" y="3998356"/>
              <a:ext cx="15472" cy="15467"/>
            </a:xfrm>
            <a:custGeom>
              <a:avLst/>
              <a:pathLst>
                <a:path w="15472" h="15467">
                  <a:moveTo>
                    <a:pt x="0" y="15467"/>
                  </a:moveTo>
                  <a:lnTo>
                    <a:pt x="15472" y="0"/>
                  </a:lnTo>
                </a:path>
              </a:pathLst>
            </a:custGeom>
            <a:ln w="13550" cap="flat">
              <a:solidFill>
                <a:srgbClr val="E64B35">
                  <a:alpha val="7882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5392801" y="3898524"/>
              <a:ext cx="85931" cy="85882"/>
            </a:xfrm>
            <a:custGeom>
              <a:avLst/>
              <a:pathLst>
                <a:path w="85931" h="85882">
                  <a:moveTo>
                    <a:pt x="0" y="85882"/>
                  </a:moveTo>
                  <a:lnTo>
                    <a:pt x="85931" y="0"/>
                  </a:lnTo>
                </a:path>
              </a:pathLst>
            </a:custGeom>
            <a:ln w="13550" cap="flat">
              <a:solidFill>
                <a:srgbClr val="E64B35">
                  <a:alpha val="8156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5494277" y="3863245"/>
              <a:ext cx="7725" cy="7724"/>
            </a:xfrm>
            <a:custGeom>
              <a:avLst/>
              <a:pathLst>
                <a:path w="7725" h="7724">
                  <a:moveTo>
                    <a:pt x="0" y="7724"/>
                  </a:moveTo>
                  <a:lnTo>
                    <a:pt x="7725" y="0"/>
                  </a:lnTo>
                </a:path>
              </a:pathLst>
            </a:custGeom>
            <a:ln w="13550" cap="flat">
              <a:solidFill>
                <a:srgbClr val="E64B35">
                  <a:alpha val="8392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5503420" y="3846374"/>
              <a:ext cx="16476" cy="16476"/>
            </a:xfrm>
            <a:custGeom>
              <a:avLst/>
              <a:pathLst>
                <a:path w="16476" h="16476">
                  <a:moveTo>
                    <a:pt x="0" y="16476"/>
                  </a:moveTo>
                  <a:lnTo>
                    <a:pt x="16476" y="0"/>
                  </a:lnTo>
                </a:path>
              </a:pathLst>
            </a:custGeom>
            <a:ln w="13550" cap="flat">
              <a:solidFill>
                <a:srgbClr val="E64B35">
                  <a:alpha val="7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5519779" y="3810382"/>
              <a:ext cx="6712" cy="6712"/>
            </a:xfrm>
            <a:custGeom>
              <a:avLst/>
              <a:pathLst>
                <a:path w="6712" h="6712">
                  <a:moveTo>
                    <a:pt x="0" y="6712"/>
                  </a:moveTo>
                  <a:lnTo>
                    <a:pt x="6712" y="0"/>
                  </a:lnTo>
                </a:path>
              </a:pathLst>
            </a:custGeom>
            <a:ln w="13550" cap="flat">
              <a:solidFill>
                <a:srgbClr val="E64B35">
                  <a:alpha val="8156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526502" y="3806441"/>
              <a:ext cx="3845" cy="3846"/>
            </a:xfrm>
            <a:custGeom>
              <a:avLst/>
              <a:pathLst>
                <a:path w="3845" h="3846">
                  <a:moveTo>
                    <a:pt x="0" y="3846"/>
                  </a:moveTo>
                  <a:lnTo>
                    <a:pt x="3845" y="0"/>
                  </a:lnTo>
                </a:path>
              </a:pathLst>
            </a:custGeom>
            <a:ln w="13550" cap="flat">
              <a:solidFill>
                <a:srgbClr val="E64B35">
                  <a:alpha val="7843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5538973" y="3777733"/>
              <a:ext cx="20121" cy="20125"/>
            </a:xfrm>
            <a:custGeom>
              <a:avLst/>
              <a:pathLst>
                <a:path w="20121" h="20125">
                  <a:moveTo>
                    <a:pt x="0" y="20125"/>
                  </a:moveTo>
                  <a:lnTo>
                    <a:pt x="20121" y="0"/>
                  </a:lnTo>
                </a:path>
              </a:pathLst>
            </a:custGeom>
            <a:ln w="13550" cap="flat">
              <a:solidFill>
                <a:srgbClr val="E64B35">
                  <a:alpha val="8431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5567873" y="3745929"/>
              <a:ext cx="23025" cy="23028"/>
            </a:xfrm>
            <a:custGeom>
              <a:avLst/>
              <a:pathLst>
                <a:path w="23025" h="23028">
                  <a:moveTo>
                    <a:pt x="0" y="23028"/>
                  </a:moveTo>
                  <a:lnTo>
                    <a:pt x="23025" y="0"/>
                  </a:lnTo>
                </a:path>
              </a:pathLst>
            </a:custGeom>
            <a:ln w="13550" cap="flat">
              <a:solidFill>
                <a:srgbClr val="E64B35">
                  <a:alpha val="8313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616242" y="3686093"/>
              <a:ext cx="35438" cy="35425"/>
            </a:xfrm>
            <a:custGeom>
              <a:avLst/>
              <a:pathLst>
                <a:path w="35438" h="35425">
                  <a:moveTo>
                    <a:pt x="0" y="35425"/>
                  </a:moveTo>
                  <a:lnTo>
                    <a:pt x="35438" y="0"/>
                  </a:lnTo>
                </a:path>
              </a:pathLst>
            </a:custGeom>
            <a:ln w="13550" cap="flat">
              <a:solidFill>
                <a:srgbClr val="E64B35">
                  <a:alpha val="7843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652499" y="3636560"/>
              <a:ext cx="48714" cy="48714"/>
            </a:xfrm>
            <a:custGeom>
              <a:avLst/>
              <a:pathLst>
                <a:path w="48714" h="48714">
                  <a:moveTo>
                    <a:pt x="0" y="48714"/>
                  </a:moveTo>
                  <a:lnTo>
                    <a:pt x="48714" y="0"/>
                  </a:lnTo>
                </a:path>
              </a:pathLst>
            </a:custGeom>
            <a:ln w="13550" cap="flat">
              <a:solidFill>
                <a:srgbClr val="E64B35">
                  <a:alpha val="8156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710397" y="3605032"/>
              <a:ext cx="23428" cy="23426"/>
            </a:xfrm>
            <a:custGeom>
              <a:avLst/>
              <a:pathLst>
                <a:path w="23428" h="23426">
                  <a:moveTo>
                    <a:pt x="0" y="23426"/>
                  </a:moveTo>
                  <a:lnTo>
                    <a:pt x="23428" y="0"/>
                  </a:lnTo>
                </a:path>
              </a:pathLst>
            </a:custGeom>
            <a:ln w="13550" cap="flat">
              <a:solidFill>
                <a:srgbClr val="E64B35">
                  <a:alpha val="7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740180" y="3592814"/>
              <a:ext cx="5922" cy="5922"/>
            </a:xfrm>
            <a:custGeom>
              <a:avLst/>
              <a:pathLst>
                <a:path w="5922" h="5922">
                  <a:moveTo>
                    <a:pt x="0" y="5922"/>
                  </a:moveTo>
                  <a:lnTo>
                    <a:pt x="5922" y="0"/>
                  </a:lnTo>
                </a:path>
              </a:pathLst>
            </a:custGeom>
            <a:ln w="13550" cap="flat">
              <a:solidFill>
                <a:srgbClr val="E64B35">
                  <a:alpha val="7568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753561" y="3577548"/>
              <a:ext cx="6135" cy="6135"/>
            </a:xfrm>
            <a:custGeom>
              <a:avLst/>
              <a:pathLst>
                <a:path w="6135" h="6135">
                  <a:moveTo>
                    <a:pt x="0" y="6135"/>
                  </a:moveTo>
                  <a:lnTo>
                    <a:pt x="6135" y="0"/>
                  </a:lnTo>
                </a:path>
              </a:pathLst>
            </a:custGeom>
            <a:ln w="13550" cap="flat">
              <a:solidFill>
                <a:srgbClr val="E64B35">
                  <a:alpha val="8078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5759790" y="3536701"/>
              <a:ext cx="40712" cy="40709"/>
            </a:xfrm>
            <a:custGeom>
              <a:avLst/>
              <a:pathLst>
                <a:path w="40712" h="40709">
                  <a:moveTo>
                    <a:pt x="0" y="40709"/>
                  </a:moveTo>
                  <a:lnTo>
                    <a:pt x="40712" y="0"/>
                  </a:lnTo>
                </a:path>
              </a:pathLst>
            </a:custGeom>
            <a:ln w="13550" cap="flat">
              <a:solidFill>
                <a:srgbClr val="E64B35">
                  <a:alpha val="8196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800671" y="3462105"/>
              <a:ext cx="74429" cy="74440"/>
            </a:xfrm>
            <a:custGeom>
              <a:avLst/>
              <a:pathLst>
                <a:path w="74429" h="74440">
                  <a:moveTo>
                    <a:pt x="0" y="74440"/>
                  </a:moveTo>
                  <a:lnTo>
                    <a:pt x="74429" y="0"/>
                  </a:lnTo>
                </a:path>
              </a:pathLst>
            </a:custGeom>
            <a:ln w="13550" cap="flat">
              <a:solidFill>
                <a:srgbClr val="E64B35">
                  <a:alpha val="8666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897681" y="3417063"/>
              <a:ext cx="3260" cy="3260"/>
            </a:xfrm>
            <a:custGeom>
              <a:avLst/>
              <a:pathLst>
                <a:path w="3260" h="3260">
                  <a:moveTo>
                    <a:pt x="0" y="3260"/>
                  </a:moveTo>
                  <a:lnTo>
                    <a:pt x="3260" y="0"/>
                  </a:lnTo>
                </a:path>
              </a:pathLst>
            </a:custGeom>
            <a:ln w="13550" cap="flat">
              <a:solidFill>
                <a:srgbClr val="E64B35">
                  <a:alpha val="7921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914916" y="3300414"/>
              <a:ext cx="103580" cy="103723"/>
            </a:xfrm>
            <a:custGeom>
              <a:avLst/>
              <a:pathLst>
                <a:path w="103580" h="103723">
                  <a:moveTo>
                    <a:pt x="0" y="103723"/>
                  </a:moveTo>
                  <a:lnTo>
                    <a:pt x="103580" y="0"/>
                  </a:lnTo>
                </a:path>
              </a:pathLst>
            </a:custGeom>
            <a:ln w="13550" cap="flat">
              <a:solidFill>
                <a:srgbClr val="E64B35">
                  <a:alpha val="8196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6027925" y="3279875"/>
              <a:ext cx="9486" cy="9477"/>
            </a:xfrm>
            <a:custGeom>
              <a:avLst/>
              <a:pathLst>
                <a:path w="9486" h="9477">
                  <a:moveTo>
                    <a:pt x="0" y="9477"/>
                  </a:moveTo>
                  <a:lnTo>
                    <a:pt x="9486" y="0"/>
                  </a:lnTo>
                </a:path>
              </a:pathLst>
            </a:custGeom>
            <a:ln w="13550" cap="flat">
              <a:solidFill>
                <a:srgbClr val="E64B35">
                  <a:alpha val="8196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6041311" y="3243179"/>
              <a:ext cx="30940" cy="30940"/>
            </a:xfrm>
            <a:custGeom>
              <a:avLst/>
              <a:pathLst>
                <a:path w="30940" h="30940">
                  <a:moveTo>
                    <a:pt x="0" y="30940"/>
                  </a:moveTo>
                  <a:lnTo>
                    <a:pt x="30940" y="0"/>
                  </a:lnTo>
                </a:path>
              </a:pathLst>
            </a:custGeom>
            <a:ln w="13550" cap="flat">
              <a:solidFill>
                <a:srgbClr val="E64B35">
                  <a:alpha val="8235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6072368" y="3218630"/>
              <a:ext cx="24431" cy="24432"/>
            </a:xfrm>
            <a:custGeom>
              <a:avLst/>
              <a:pathLst>
                <a:path w="24431" h="24432">
                  <a:moveTo>
                    <a:pt x="0" y="24432"/>
                  </a:moveTo>
                  <a:lnTo>
                    <a:pt x="24431" y="0"/>
                  </a:lnTo>
                </a:path>
              </a:pathLst>
            </a:custGeom>
            <a:ln w="13550" cap="flat">
              <a:solidFill>
                <a:srgbClr val="E64B35">
                  <a:alpha val="8666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6102780" y="3199657"/>
              <a:ext cx="12994" cy="12986"/>
            </a:xfrm>
            <a:custGeom>
              <a:avLst/>
              <a:pathLst>
                <a:path w="12994" h="12986">
                  <a:moveTo>
                    <a:pt x="0" y="12986"/>
                  </a:moveTo>
                  <a:lnTo>
                    <a:pt x="12994" y="0"/>
                  </a:lnTo>
                </a:path>
              </a:pathLst>
            </a:custGeom>
            <a:ln w="13550" cap="flat">
              <a:solidFill>
                <a:srgbClr val="E64B35">
                  <a:alpha val="8196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6124645" y="3176926"/>
              <a:ext cx="13858" cy="13860"/>
            </a:xfrm>
            <a:custGeom>
              <a:avLst/>
              <a:pathLst>
                <a:path w="13858" h="13860">
                  <a:moveTo>
                    <a:pt x="0" y="13860"/>
                  </a:moveTo>
                  <a:lnTo>
                    <a:pt x="13858" y="0"/>
                  </a:lnTo>
                </a:path>
              </a:pathLst>
            </a:custGeom>
            <a:ln w="13550" cap="flat">
              <a:solidFill>
                <a:srgbClr val="E64B35">
                  <a:alpha val="8392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6138502" y="3143478"/>
              <a:ext cx="25934" cy="25929"/>
            </a:xfrm>
            <a:custGeom>
              <a:avLst/>
              <a:pathLst>
                <a:path w="25934" h="25929">
                  <a:moveTo>
                    <a:pt x="0" y="25929"/>
                  </a:moveTo>
                  <a:lnTo>
                    <a:pt x="25934" y="0"/>
                  </a:lnTo>
                </a:path>
              </a:pathLst>
            </a:custGeom>
            <a:ln w="13550" cap="flat">
              <a:solidFill>
                <a:srgbClr val="E64B35">
                  <a:alpha val="8235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6167500" y="3128056"/>
              <a:ext cx="12313" cy="12313"/>
            </a:xfrm>
            <a:custGeom>
              <a:avLst/>
              <a:pathLst>
                <a:path w="12313" h="12313">
                  <a:moveTo>
                    <a:pt x="0" y="12313"/>
                  </a:moveTo>
                  <a:lnTo>
                    <a:pt x="12313" y="0"/>
                  </a:lnTo>
                </a:path>
              </a:pathLst>
            </a:custGeom>
            <a:ln w="13550" cap="flat">
              <a:solidFill>
                <a:srgbClr val="E64B35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6181606" y="3115058"/>
              <a:ext cx="11258" cy="11262"/>
            </a:xfrm>
            <a:custGeom>
              <a:avLst/>
              <a:pathLst>
                <a:path w="11258" h="11262">
                  <a:moveTo>
                    <a:pt x="0" y="11262"/>
                  </a:moveTo>
                  <a:lnTo>
                    <a:pt x="11258" y="0"/>
                  </a:lnTo>
                </a:path>
              </a:pathLst>
            </a:custGeom>
            <a:ln w="13550" cap="flat">
              <a:solidFill>
                <a:srgbClr val="E64B35">
                  <a:alpha val="8078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198245" y="3098053"/>
              <a:ext cx="10535" cy="10536"/>
            </a:xfrm>
            <a:custGeom>
              <a:avLst/>
              <a:pathLst>
                <a:path w="10535" h="10536">
                  <a:moveTo>
                    <a:pt x="0" y="10536"/>
                  </a:moveTo>
                  <a:lnTo>
                    <a:pt x="10535" y="0"/>
                  </a:lnTo>
                </a:path>
              </a:pathLst>
            </a:custGeom>
            <a:ln w="13550" cap="flat">
              <a:solidFill>
                <a:srgbClr val="E64B35">
                  <a:alpha val="8117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6224246" y="3065434"/>
              <a:ext cx="17841" cy="17839"/>
            </a:xfrm>
            <a:custGeom>
              <a:avLst/>
              <a:pathLst>
                <a:path w="17841" h="17839">
                  <a:moveTo>
                    <a:pt x="0" y="17839"/>
                  </a:moveTo>
                  <a:lnTo>
                    <a:pt x="17841" y="0"/>
                  </a:lnTo>
                </a:path>
              </a:pathLst>
            </a:custGeom>
            <a:ln w="13550" cap="flat">
              <a:solidFill>
                <a:srgbClr val="E64B35">
                  <a:alpha val="8235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246003" y="3021790"/>
              <a:ext cx="39806" cy="39807"/>
            </a:xfrm>
            <a:custGeom>
              <a:avLst/>
              <a:pathLst>
                <a:path w="39806" h="39807">
                  <a:moveTo>
                    <a:pt x="0" y="39807"/>
                  </a:moveTo>
                  <a:lnTo>
                    <a:pt x="39806" y="0"/>
                  </a:lnTo>
                </a:path>
              </a:pathLst>
            </a:custGeom>
            <a:ln w="13550" cap="flat">
              <a:solidFill>
                <a:srgbClr val="E64B35">
                  <a:alpha val="8352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286073" y="2985157"/>
              <a:ext cx="36474" cy="36464"/>
            </a:xfrm>
            <a:custGeom>
              <a:avLst/>
              <a:pathLst>
                <a:path w="36474" h="36464">
                  <a:moveTo>
                    <a:pt x="0" y="36464"/>
                  </a:moveTo>
                  <a:lnTo>
                    <a:pt x="36474" y="0"/>
                  </a:lnTo>
                </a:path>
              </a:pathLst>
            </a:custGeom>
            <a:ln w="13550" cap="flat">
              <a:solidFill>
                <a:srgbClr val="E64B35">
                  <a:alpha val="8470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345263" y="2954479"/>
              <a:ext cx="8918" cy="8918"/>
            </a:xfrm>
            <a:custGeom>
              <a:avLst/>
              <a:pathLst>
                <a:path w="8918" h="8918">
                  <a:moveTo>
                    <a:pt x="0" y="8918"/>
                  </a:moveTo>
                  <a:lnTo>
                    <a:pt x="8918" y="0"/>
                  </a:lnTo>
                </a:path>
              </a:pathLst>
            </a:custGeom>
            <a:ln w="13550" cap="flat">
              <a:solidFill>
                <a:srgbClr val="E64B35">
                  <a:alpha val="7686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6359710" y="2942559"/>
              <a:ext cx="6465" cy="6465"/>
            </a:xfrm>
            <a:custGeom>
              <a:avLst/>
              <a:pathLst>
                <a:path w="6465" h="6465">
                  <a:moveTo>
                    <a:pt x="0" y="6465"/>
                  </a:moveTo>
                  <a:lnTo>
                    <a:pt x="6465" y="0"/>
                  </a:lnTo>
                </a:path>
              </a:pathLst>
            </a:custGeom>
            <a:ln w="13550" cap="flat">
              <a:solidFill>
                <a:srgbClr val="E64B35">
                  <a:alpha val="6941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6366155" y="2937082"/>
              <a:ext cx="4876" cy="4876"/>
            </a:xfrm>
            <a:custGeom>
              <a:avLst/>
              <a:pathLst>
                <a:path w="4876" h="4876">
                  <a:moveTo>
                    <a:pt x="0" y="4876"/>
                  </a:moveTo>
                  <a:lnTo>
                    <a:pt x="4876" y="0"/>
                  </a:lnTo>
                </a:path>
              </a:pathLst>
            </a:custGeom>
            <a:ln w="13550" cap="flat">
              <a:solidFill>
                <a:srgbClr val="E64B35">
                  <a:alpha val="8156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371486" y="2912115"/>
              <a:ext cx="24949" cy="24942"/>
            </a:xfrm>
            <a:custGeom>
              <a:avLst/>
              <a:pathLst>
                <a:path w="24949" h="24942">
                  <a:moveTo>
                    <a:pt x="0" y="24942"/>
                  </a:moveTo>
                  <a:lnTo>
                    <a:pt x="24949" y="0"/>
                  </a:lnTo>
                </a:path>
              </a:pathLst>
            </a:custGeom>
            <a:ln w="13550" cap="flat">
              <a:solidFill>
                <a:srgbClr val="E64B35">
                  <a:alpha val="8156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6405191" y="2901164"/>
              <a:ext cx="2192" cy="2192"/>
            </a:xfrm>
            <a:custGeom>
              <a:avLst/>
              <a:pathLst>
                <a:path w="2192" h="2192">
                  <a:moveTo>
                    <a:pt x="0" y="2192"/>
                  </a:moveTo>
                  <a:lnTo>
                    <a:pt x="2192" y="0"/>
                  </a:lnTo>
                </a:path>
              </a:pathLst>
            </a:custGeom>
            <a:ln w="13550" cap="flat">
              <a:solidFill>
                <a:srgbClr val="E64B35">
                  <a:alpha val="9450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6408752" y="2895378"/>
              <a:ext cx="5764" cy="5763"/>
            </a:xfrm>
            <a:custGeom>
              <a:avLst/>
              <a:pathLst>
                <a:path w="5764" h="5763">
                  <a:moveTo>
                    <a:pt x="0" y="5763"/>
                  </a:moveTo>
                  <a:lnTo>
                    <a:pt x="5764" y="0"/>
                  </a:lnTo>
                </a:path>
              </a:pathLst>
            </a:custGeom>
            <a:ln w="13550" cap="flat">
              <a:solidFill>
                <a:srgbClr val="E64B35">
                  <a:alpha val="8313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6414634" y="2891116"/>
              <a:ext cx="4116" cy="4116"/>
            </a:xfrm>
            <a:custGeom>
              <a:avLst/>
              <a:pathLst>
                <a:path w="4116" h="4116">
                  <a:moveTo>
                    <a:pt x="0" y="4116"/>
                  </a:moveTo>
                  <a:lnTo>
                    <a:pt x="4116" y="0"/>
                  </a:lnTo>
                </a:path>
              </a:pathLst>
            </a:custGeom>
            <a:ln w="13550" cap="flat">
              <a:solidFill>
                <a:srgbClr val="E64B35">
                  <a:alpha val="8431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6418778" y="2873838"/>
              <a:ext cx="16309" cy="16356"/>
            </a:xfrm>
            <a:custGeom>
              <a:avLst/>
              <a:pathLst>
                <a:path w="16309" h="16356">
                  <a:moveTo>
                    <a:pt x="0" y="16356"/>
                  </a:moveTo>
                  <a:lnTo>
                    <a:pt x="16309" y="0"/>
                  </a:lnTo>
                </a:path>
              </a:pathLst>
            </a:custGeom>
            <a:ln w="13550" cap="flat">
              <a:solidFill>
                <a:srgbClr val="E64B35">
                  <a:alpha val="7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6436598" y="2859056"/>
              <a:ext cx="14651" cy="14641"/>
            </a:xfrm>
            <a:custGeom>
              <a:avLst/>
              <a:pathLst>
                <a:path w="14651" h="14641">
                  <a:moveTo>
                    <a:pt x="0" y="14641"/>
                  </a:moveTo>
                  <a:lnTo>
                    <a:pt x="14651" y="0"/>
                  </a:lnTo>
                </a:path>
              </a:pathLst>
            </a:custGeom>
            <a:ln w="13550" cap="flat">
              <a:solidFill>
                <a:srgbClr val="E64B35">
                  <a:alpha val="8745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6451349" y="2833092"/>
              <a:ext cx="25867" cy="25860"/>
            </a:xfrm>
            <a:custGeom>
              <a:avLst/>
              <a:pathLst>
                <a:path w="25867" h="25860">
                  <a:moveTo>
                    <a:pt x="0" y="25860"/>
                  </a:moveTo>
                  <a:lnTo>
                    <a:pt x="25867" y="0"/>
                  </a:lnTo>
                </a:path>
              </a:pathLst>
            </a:custGeom>
            <a:ln w="13550" cap="flat">
              <a:solidFill>
                <a:srgbClr val="E64B35">
                  <a:alpha val="8666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6477124" y="3248713"/>
              <a:ext cx="3894" cy="3893"/>
            </a:xfrm>
            <a:custGeom>
              <a:avLst/>
              <a:pathLst>
                <a:path w="3894" h="3893">
                  <a:moveTo>
                    <a:pt x="0" y="3893"/>
                  </a:moveTo>
                  <a:lnTo>
                    <a:pt x="3894" y="0"/>
                  </a:lnTo>
                </a:path>
              </a:pathLst>
            </a:custGeom>
            <a:ln w="13550" cap="flat">
              <a:solidFill>
                <a:srgbClr val="E64B35">
                  <a:alpha val="9215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6479440" y="2764359"/>
              <a:ext cx="66407" cy="66406"/>
            </a:xfrm>
            <a:custGeom>
              <a:avLst/>
              <a:pathLst>
                <a:path w="66407" h="66406">
                  <a:moveTo>
                    <a:pt x="0" y="66406"/>
                  </a:moveTo>
                  <a:lnTo>
                    <a:pt x="66407" y="0"/>
                  </a:lnTo>
                </a:path>
              </a:pathLst>
            </a:custGeom>
            <a:ln w="13550" cap="flat">
              <a:solidFill>
                <a:srgbClr val="E64B35">
                  <a:alpha val="8431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6479440" y="2666704"/>
              <a:ext cx="1583" cy="1581"/>
            </a:xfrm>
            <a:custGeom>
              <a:avLst/>
              <a:pathLst>
                <a:path w="1583" h="1581">
                  <a:moveTo>
                    <a:pt x="0" y="1581"/>
                  </a:moveTo>
                  <a:lnTo>
                    <a:pt x="1583" y="0"/>
                  </a:lnTo>
                </a:path>
              </a:pathLst>
            </a:custGeom>
            <a:ln w="13550" cap="flat">
              <a:solidFill>
                <a:srgbClr val="E64B35">
                  <a:alpha val="9215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6479568" y="2855211"/>
              <a:ext cx="1399" cy="1397"/>
            </a:xfrm>
            <a:custGeom>
              <a:avLst/>
              <a:pathLst>
                <a:path w="1399" h="1397">
                  <a:moveTo>
                    <a:pt x="0" y="1397"/>
                  </a:moveTo>
                  <a:lnTo>
                    <a:pt x="1399" y="0"/>
                  </a:lnTo>
                </a:path>
              </a:pathLst>
            </a:custGeom>
            <a:ln w="13550" cap="flat">
              <a:solidFill>
                <a:srgbClr val="E64B35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6479642" y="5539036"/>
              <a:ext cx="1260" cy="1258"/>
            </a:xfrm>
            <a:custGeom>
              <a:avLst/>
              <a:pathLst>
                <a:path w="1260" h="1258">
                  <a:moveTo>
                    <a:pt x="0" y="0"/>
                  </a:moveTo>
                  <a:lnTo>
                    <a:pt x="1260" y="1258"/>
                  </a:lnTo>
                </a:path>
              </a:pathLst>
            </a:custGeom>
            <a:ln w="13550" cap="flat">
              <a:solidFill>
                <a:srgbClr val="4DBBD5">
                  <a:alpha val="9176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6479642" y="5369755"/>
              <a:ext cx="1378" cy="1376"/>
            </a:xfrm>
            <a:custGeom>
              <a:avLst/>
              <a:pathLst>
                <a:path w="1378" h="1376">
                  <a:moveTo>
                    <a:pt x="0" y="0"/>
                  </a:moveTo>
                  <a:lnTo>
                    <a:pt x="1378" y="1376"/>
                  </a:lnTo>
                </a:path>
              </a:pathLst>
            </a:custGeom>
            <a:ln w="13550" cap="flat">
              <a:solidFill>
                <a:srgbClr val="4DBBD5">
                  <a:alpha val="9215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6479642" y="4864251"/>
              <a:ext cx="1378" cy="1376"/>
            </a:xfrm>
            <a:custGeom>
              <a:avLst/>
              <a:pathLst>
                <a:path w="1378" h="1376">
                  <a:moveTo>
                    <a:pt x="0" y="0"/>
                  </a:moveTo>
                  <a:lnTo>
                    <a:pt x="1378" y="1376"/>
                  </a:lnTo>
                </a:path>
              </a:pathLst>
            </a:custGeom>
            <a:ln w="13550" cap="flat">
              <a:solidFill>
                <a:srgbClr val="4DBBD5">
                  <a:alpha val="9372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6541573" y="2760003"/>
              <a:ext cx="8631" cy="8630"/>
            </a:xfrm>
            <a:custGeom>
              <a:avLst/>
              <a:pathLst>
                <a:path w="8631" h="8630">
                  <a:moveTo>
                    <a:pt x="0" y="8630"/>
                  </a:moveTo>
                  <a:lnTo>
                    <a:pt x="8631" y="0"/>
                  </a:lnTo>
                </a:path>
              </a:pathLst>
            </a:custGeom>
            <a:ln w="13550" cap="flat">
              <a:solidFill>
                <a:srgbClr val="E64B35">
                  <a:alpha val="8156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6550776" y="2746904"/>
              <a:ext cx="13019" cy="13019"/>
            </a:xfrm>
            <a:custGeom>
              <a:avLst/>
              <a:pathLst>
                <a:path w="13019" h="13019">
                  <a:moveTo>
                    <a:pt x="0" y="13019"/>
                  </a:moveTo>
                  <a:lnTo>
                    <a:pt x="13019" y="0"/>
                  </a:lnTo>
                </a:path>
              </a:pathLst>
            </a:custGeom>
            <a:ln w="13550" cap="flat">
              <a:solidFill>
                <a:srgbClr val="E64B35">
                  <a:alpha val="8274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6563886" y="2727936"/>
              <a:ext cx="18886" cy="18887"/>
            </a:xfrm>
            <a:custGeom>
              <a:avLst/>
              <a:pathLst>
                <a:path w="18886" h="18887">
                  <a:moveTo>
                    <a:pt x="0" y="18887"/>
                  </a:moveTo>
                  <a:lnTo>
                    <a:pt x="18886" y="0"/>
                  </a:lnTo>
                </a:path>
              </a:pathLst>
            </a:custGeom>
            <a:ln w="13550" cap="flat">
              <a:solidFill>
                <a:srgbClr val="E64B35">
                  <a:alpha val="8156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6598728" y="2668393"/>
              <a:ext cx="44607" cy="44608"/>
            </a:xfrm>
            <a:custGeom>
              <a:avLst/>
              <a:pathLst>
                <a:path w="44607" h="44608">
                  <a:moveTo>
                    <a:pt x="0" y="44608"/>
                  </a:moveTo>
                  <a:lnTo>
                    <a:pt x="44607" y="0"/>
                  </a:lnTo>
                </a:path>
              </a:pathLst>
            </a:custGeom>
            <a:ln w="13550" cap="flat">
              <a:solidFill>
                <a:srgbClr val="E64B35">
                  <a:alpha val="7686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6646224" y="2643102"/>
              <a:ext cx="22302" cy="22308"/>
            </a:xfrm>
            <a:custGeom>
              <a:avLst/>
              <a:pathLst>
                <a:path w="22302" h="22308">
                  <a:moveTo>
                    <a:pt x="0" y="22308"/>
                  </a:moveTo>
                  <a:lnTo>
                    <a:pt x="22302" y="0"/>
                  </a:lnTo>
                </a:path>
              </a:pathLst>
            </a:custGeom>
            <a:ln w="13550" cap="flat">
              <a:solidFill>
                <a:srgbClr val="E64B35">
                  <a:alpha val="8313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6669998" y="2625221"/>
              <a:ext cx="10806" cy="10806"/>
            </a:xfrm>
            <a:custGeom>
              <a:avLst/>
              <a:pathLst>
                <a:path w="10806" h="10806">
                  <a:moveTo>
                    <a:pt x="0" y="10806"/>
                  </a:moveTo>
                  <a:lnTo>
                    <a:pt x="10806" y="0"/>
                  </a:lnTo>
                </a:path>
              </a:pathLst>
            </a:custGeom>
            <a:ln w="13550" cap="flat">
              <a:solidFill>
                <a:srgbClr val="E64B35">
                  <a:alpha val="8745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6685496" y="5232327"/>
              <a:ext cx="2952" cy="2952"/>
            </a:xfrm>
            <a:custGeom>
              <a:avLst/>
              <a:pathLst>
                <a:path w="2952" h="2952">
                  <a:moveTo>
                    <a:pt x="0" y="0"/>
                  </a:moveTo>
                  <a:lnTo>
                    <a:pt x="2952" y="2952"/>
                  </a:lnTo>
                </a:path>
              </a:pathLst>
            </a:custGeom>
            <a:ln w="13550" cap="flat">
              <a:solidFill>
                <a:srgbClr val="4DBBD5">
                  <a:alpha val="8941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6694907" y="2589888"/>
              <a:ext cx="14750" cy="14745"/>
            </a:xfrm>
            <a:custGeom>
              <a:avLst/>
              <a:pathLst>
                <a:path w="14750" h="14745">
                  <a:moveTo>
                    <a:pt x="0" y="14745"/>
                  </a:moveTo>
                  <a:lnTo>
                    <a:pt x="14750" y="0"/>
                  </a:lnTo>
                </a:path>
              </a:pathLst>
            </a:custGeom>
            <a:ln w="13550" cap="flat">
              <a:solidFill>
                <a:srgbClr val="E64B35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6758492" y="2534556"/>
              <a:ext cx="14619" cy="14607"/>
            </a:xfrm>
            <a:custGeom>
              <a:avLst/>
              <a:pathLst>
                <a:path w="14619" h="14607">
                  <a:moveTo>
                    <a:pt x="0" y="14607"/>
                  </a:moveTo>
                  <a:lnTo>
                    <a:pt x="14619" y="0"/>
                  </a:lnTo>
                </a:path>
              </a:pathLst>
            </a:custGeom>
            <a:ln w="13550" cap="flat">
              <a:solidFill>
                <a:srgbClr val="E64B35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6779398" y="2517642"/>
              <a:ext cx="10755" cy="10764"/>
            </a:xfrm>
            <a:custGeom>
              <a:avLst/>
              <a:pathLst>
                <a:path w="10755" h="10764">
                  <a:moveTo>
                    <a:pt x="0" y="10764"/>
                  </a:moveTo>
                  <a:lnTo>
                    <a:pt x="10755" y="0"/>
                  </a:lnTo>
                </a:path>
              </a:pathLst>
            </a:custGeom>
            <a:ln w="13550" cap="flat">
              <a:solidFill>
                <a:srgbClr val="E64B35">
                  <a:alpha val="65882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6793815" y="2480580"/>
              <a:ext cx="33460" cy="33452"/>
            </a:xfrm>
            <a:custGeom>
              <a:avLst/>
              <a:pathLst>
                <a:path w="33460" h="33452">
                  <a:moveTo>
                    <a:pt x="0" y="33452"/>
                  </a:moveTo>
                  <a:lnTo>
                    <a:pt x="33460" y="0"/>
                  </a:lnTo>
                </a:path>
              </a:pathLst>
            </a:custGeom>
            <a:ln w="13550" cap="flat">
              <a:solidFill>
                <a:srgbClr val="E64B35">
                  <a:alpha val="7176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6888205" y="2390850"/>
              <a:ext cx="23821" cy="23823"/>
            </a:xfrm>
            <a:custGeom>
              <a:avLst/>
              <a:pathLst>
                <a:path w="23821" h="23823">
                  <a:moveTo>
                    <a:pt x="0" y="23823"/>
                  </a:moveTo>
                  <a:lnTo>
                    <a:pt x="23821" y="0"/>
                  </a:lnTo>
                </a:path>
              </a:pathLst>
            </a:custGeom>
            <a:ln w="13550" cap="flat">
              <a:solidFill>
                <a:srgbClr val="E64B35">
                  <a:alpha val="83137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6940162" y="2358967"/>
              <a:ext cx="5026" cy="5025"/>
            </a:xfrm>
            <a:custGeom>
              <a:avLst/>
              <a:pathLst>
                <a:path w="5026" h="5025">
                  <a:moveTo>
                    <a:pt x="0" y="5025"/>
                  </a:moveTo>
                  <a:lnTo>
                    <a:pt x="5026" y="0"/>
                  </a:lnTo>
                </a:path>
              </a:pathLst>
            </a:custGeom>
            <a:ln w="13550" cap="flat">
              <a:solidFill>
                <a:srgbClr val="E64B35">
                  <a:alpha val="7568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6951955" y="2320163"/>
              <a:ext cx="27277" cy="27273"/>
            </a:xfrm>
            <a:custGeom>
              <a:avLst/>
              <a:pathLst>
                <a:path w="27277" h="27273">
                  <a:moveTo>
                    <a:pt x="0" y="27273"/>
                  </a:moveTo>
                  <a:lnTo>
                    <a:pt x="27277" y="0"/>
                  </a:lnTo>
                </a:path>
              </a:pathLst>
            </a:custGeom>
            <a:ln w="13550" cap="flat">
              <a:solidFill>
                <a:srgbClr val="E64B35">
                  <a:alpha val="6823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6985219" y="2299097"/>
              <a:ext cx="14627" cy="14627"/>
            </a:xfrm>
            <a:custGeom>
              <a:avLst/>
              <a:pathLst>
                <a:path w="14627" h="14627">
                  <a:moveTo>
                    <a:pt x="0" y="14627"/>
                  </a:moveTo>
                  <a:lnTo>
                    <a:pt x="14627" y="0"/>
                  </a:lnTo>
                </a:path>
              </a:pathLst>
            </a:custGeom>
            <a:ln w="13550" cap="flat">
              <a:solidFill>
                <a:srgbClr val="E64B35">
                  <a:alpha val="6470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7017138" y="2274909"/>
              <a:ext cx="12734" cy="12730"/>
            </a:xfrm>
            <a:custGeom>
              <a:avLst/>
              <a:pathLst>
                <a:path w="12734" h="12730">
                  <a:moveTo>
                    <a:pt x="0" y="12730"/>
                  </a:moveTo>
                  <a:lnTo>
                    <a:pt x="12734" y="0"/>
                  </a:lnTo>
                </a:path>
              </a:pathLst>
            </a:custGeom>
            <a:ln w="13550" cap="flat">
              <a:solidFill>
                <a:srgbClr val="E64B35">
                  <a:alpha val="7019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7045375" y="2237141"/>
              <a:ext cx="23236" cy="23231"/>
            </a:xfrm>
            <a:custGeom>
              <a:avLst/>
              <a:pathLst>
                <a:path w="23236" h="23231">
                  <a:moveTo>
                    <a:pt x="0" y="23231"/>
                  </a:moveTo>
                  <a:lnTo>
                    <a:pt x="23236" y="0"/>
                  </a:lnTo>
                </a:path>
              </a:pathLst>
            </a:custGeom>
            <a:ln w="13550" cap="flat">
              <a:solidFill>
                <a:srgbClr val="E64B35">
                  <a:alpha val="72156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7068992" y="2223017"/>
              <a:ext cx="14094" cy="14093"/>
            </a:xfrm>
            <a:custGeom>
              <a:avLst/>
              <a:pathLst>
                <a:path w="14094" h="14093">
                  <a:moveTo>
                    <a:pt x="0" y="14093"/>
                  </a:moveTo>
                  <a:lnTo>
                    <a:pt x="14094" y="0"/>
                  </a:lnTo>
                </a:path>
              </a:pathLst>
            </a:custGeom>
            <a:ln w="13550" cap="flat">
              <a:solidFill>
                <a:srgbClr val="E64B35">
                  <a:alpha val="7647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7105334" y="2189262"/>
              <a:ext cx="11478" cy="11478"/>
            </a:xfrm>
            <a:custGeom>
              <a:avLst/>
              <a:pathLst>
                <a:path w="11478" h="11478">
                  <a:moveTo>
                    <a:pt x="0" y="11478"/>
                  </a:moveTo>
                  <a:lnTo>
                    <a:pt x="11478" y="0"/>
                  </a:lnTo>
                </a:path>
              </a:pathLst>
            </a:custGeom>
            <a:ln w="13550" cap="flat">
              <a:solidFill>
                <a:srgbClr val="E64B35">
                  <a:alpha val="71764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7117420" y="2168834"/>
              <a:ext cx="20236" cy="20241"/>
            </a:xfrm>
            <a:custGeom>
              <a:avLst/>
              <a:pathLst>
                <a:path w="20236" h="20241">
                  <a:moveTo>
                    <a:pt x="0" y="20241"/>
                  </a:moveTo>
                  <a:lnTo>
                    <a:pt x="20236" y="0"/>
                  </a:lnTo>
                </a:path>
              </a:pathLst>
            </a:custGeom>
            <a:ln w="13550" cap="flat">
              <a:solidFill>
                <a:srgbClr val="E64B35">
                  <a:alpha val="73725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3746600" y="1993530"/>
              <a:ext cx="0" cy="3799243"/>
            </a:xfrm>
            <a:custGeom>
              <a:avLst/>
              <a:pathLst>
                <a:path w="0" h="3799243">
                  <a:moveTo>
                    <a:pt x="0" y="37992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6680805" y="1993530"/>
              <a:ext cx="0" cy="3799243"/>
            </a:xfrm>
            <a:custGeom>
              <a:avLst/>
              <a:pathLst>
                <a:path w="0" h="3799243">
                  <a:moveTo>
                    <a:pt x="0" y="37992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7148810" y="1993530"/>
              <a:ext cx="0" cy="3799243"/>
            </a:xfrm>
            <a:custGeom>
              <a:avLst/>
              <a:pathLst>
                <a:path w="0" h="3799243">
                  <a:moveTo>
                    <a:pt x="0" y="37992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3576490" y="5620081"/>
              <a:ext cx="3742430" cy="0"/>
            </a:xfrm>
            <a:custGeom>
              <a:avLst/>
              <a:pathLst>
                <a:path w="3742430" h="0">
                  <a:moveTo>
                    <a:pt x="0" y="0"/>
                  </a:moveTo>
                  <a:lnTo>
                    <a:pt x="3742430" y="0"/>
                  </a:lnTo>
                  <a:lnTo>
                    <a:pt x="3742430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3576490" y="2625221"/>
              <a:ext cx="3742430" cy="0"/>
            </a:xfrm>
            <a:custGeom>
              <a:avLst/>
              <a:pathLst>
                <a:path w="3742430" h="0">
                  <a:moveTo>
                    <a:pt x="0" y="0"/>
                  </a:moveTo>
                  <a:lnTo>
                    <a:pt x="3742430" y="0"/>
                  </a:lnTo>
                  <a:lnTo>
                    <a:pt x="3742430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3576490" y="2166223"/>
              <a:ext cx="3742430" cy="0"/>
            </a:xfrm>
            <a:custGeom>
              <a:avLst/>
              <a:pathLst>
                <a:path w="3742430" h="0">
                  <a:moveTo>
                    <a:pt x="0" y="0"/>
                  </a:moveTo>
                  <a:lnTo>
                    <a:pt x="3742430" y="0"/>
                  </a:lnTo>
                  <a:lnTo>
                    <a:pt x="3742430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3576490" y="1993530"/>
              <a:ext cx="0" cy="3799243"/>
            </a:xfrm>
            <a:custGeom>
              <a:avLst/>
              <a:pathLst>
                <a:path w="0" h="3799243">
                  <a:moveTo>
                    <a:pt x="0" y="3799243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tx169"/>
            <p:cNvSpPr/>
            <p:nvPr/>
          </p:nvSpPr>
          <p:spPr>
            <a:xfrm>
              <a:off x="3474431" y="5587666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3474431" y="4876127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3474431" y="4164588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3474431" y="3453050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3474431" y="2741511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3474431" y="2029972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75" name="pl175"/>
            <p:cNvSpPr/>
            <p:nvPr/>
          </p:nvSpPr>
          <p:spPr>
            <a:xfrm>
              <a:off x="3551185" y="562008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3551185" y="490854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3551185" y="419700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3551185" y="348546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3551185" y="277392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3551185" y="206238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3576490" y="5792774"/>
              <a:ext cx="3742430" cy="0"/>
            </a:xfrm>
            <a:custGeom>
              <a:avLst/>
              <a:pathLst>
                <a:path w="3742430" h="0">
                  <a:moveTo>
                    <a:pt x="0" y="0"/>
                  </a:moveTo>
                  <a:lnTo>
                    <a:pt x="374243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3746600" y="5792774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4458139" y="5792774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5169678" y="5792774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5881216" y="5792774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6592755" y="5792774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7304294" y="5792774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tx188"/>
            <p:cNvSpPr/>
            <p:nvPr/>
          </p:nvSpPr>
          <p:spPr>
            <a:xfrm>
              <a:off x="3718345" y="5838323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4429884" y="5838323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5141423" y="5838323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5852961" y="5838323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6564500" y="5838323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7276039" y="5838323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5077190" y="5946930"/>
              <a:ext cx="74102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D119N01 (Mb)</a:t>
              </a:r>
            </a:p>
          </p:txBody>
        </p:sp>
        <p:sp>
          <p:nvSpPr>
            <p:cNvPr id="195" name="tx195"/>
            <p:cNvSpPr/>
            <p:nvPr/>
          </p:nvSpPr>
          <p:spPr>
            <a:xfrm rot="-5400000">
              <a:off x="3027816" y="3856119"/>
              <a:ext cx="726307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D011P03 (Mb)</a:t>
              </a:r>
            </a:p>
          </p:txBody>
        </p:sp>
        <p:sp>
          <p:nvSpPr>
            <p:cNvPr id="196" name="rc196"/>
            <p:cNvSpPr/>
            <p:nvPr/>
          </p:nvSpPr>
          <p:spPr>
            <a:xfrm>
              <a:off x="4525680" y="1665090"/>
              <a:ext cx="1844050" cy="2272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tx197"/>
            <p:cNvSpPr/>
            <p:nvPr/>
          </p:nvSpPr>
          <p:spPr>
            <a:xfrm>
              <a:off x="4576290" y="1741667"/>
              <a:ext cx="57369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Orientation</a:t>
              </a:r>
            </a:p>
          </p:txBody>
        </p:sp>
        <p:sp>
          <p:nvSpPr>
            <p:cNvPr id="198" name="rc198"/>
            <p:cNvSpPr/>
            <p:nvPr/>
          </p:nvSpPr>
          <p:spPr>
            <a:xfrm>
              <a:off x="5200595" y="1715700"/>
              <a:ext cx="125999" cy="125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5213195" y="1778700"/>
              <a:ext cx="100799" cy="0"/>
            </a:xfrm>
            <a:custGeom>
              <a:avLst/>
              <a:pathLst>
                <a:path w="100799" h="0">
                  <a:moveTo>
                    <a:pt x="0" y="0"/>
                  </a:moveTo>
                  <a:lnTo>
                    <a:pt x="100799" y="0"/>
                  </a:lnTo>
                </a:path>
              </a:pathLst>
            </a:custGeom>
            <a:ln w="13550" cap="flat">
              <a:solidFill>
                <a:srgbClr val="4DBBD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5784980" y="1715700"/>
              <a:ext cx="125999" cy="125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5797580" y="1778700"/>
              <a:ext cx="100800" cy="0"/>
            </a:xfrm>
            <a:custGeom>
              <a:avLst/>
              <a:pathLst>
                <a:path w="100800" h="0">
                  <a:moveTo>
                    <a:pt x="0" y="0"/>
                  </a:moveTo>
                  <a:lnTo>
                    <a:pt x="100800" y="0"/>
                  </a:lnTo>
                </a:path>
              </a:pathLst>
            </a:custGeom>
            <a:ln w="13550" cap="flat">
              <a:solidFill>
                <a:srgbClr val="E64B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tx202"/>
            <p:cNvSpPr/>
            <p:nvPr/>
          </p:nvSpPr>
          <p:spPr>
            <a:xfrm>
              <a:off x="5377205" y="1746284"/>
              <a:ext cx="35716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Reverse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5961590" y="1746284"/>
              <a:ext cx="35753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Forward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5065760" y="1559248"/>
              <a:ext cx="763889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1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P. dispersa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5</cp:revision>
  <dcterms:created xsi:type="dcterms:W3CDTF">2015-07-14T21:05:00Z</dcterms:created>
  <dcterms:modified xsi:type="dcterms:W3CDTF">2026-10-14T10:39:08Z</dcterms:modified>
</cp:coreProperties>
</file>