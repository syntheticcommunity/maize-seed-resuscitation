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495425"/>
            <a:ext cx="7315200" cy="4572000"/>
            <a:chOff x="1691481" y="1495425"/>
            <a:chExt cx="7315200" cy="4572000"/>
          </a:xfrm>
        </p:grpSpPr>
        <p:sp>
          <p:nvSpPr>
            <p:cNvPr id="3" name="rc3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88661" y="1653111"/>
              <a:ext cx="2255396" cy="38759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088661" y="5352851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088661" y="4624843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88661" y="3896834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88661" y="3168825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88661" y="2440816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088661" y="1712808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03769" y="1653111"/>
              <a:ext cx="0" cy="3875918"/>
            </a:xfrm>
            <a:custGeom>
              <a:avLst/>
              <a:pathLst>
                <a:path w="0" h="3875918">
                  <a:moveTo>
                    <a:pt x="0" y="38759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28949" y="1653111"/>
              <a:ext cx="0" cy="3875918"/>
            </a:xfrm>
            <a:custGeom>
              <a:avLst/>
              <a:pathLst>
                <a:path w="0" h="3875918">
                  <a:moveTo>
                    <a:pt x="0" y="38759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03769" y="3984195"/>
              <a:ext cx="0" cy="189282"/>
            </a:xfrm>
            <a:custGeom>
              <a:avLst/>
              <a:pathLst>
                <a:path w="0" h="189282">
                  <a:moveTo>
                    <a:pt x="0" y="189282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03769" y="4581162"/>
              <a:ext cx="0" cy="189282"/>
            </a:xfrm>
            <a:custGeom>
              <a:avLst/>
              <a:pathLst>
                <a:path w="0" h="189282">
                  <a:moveTo>
                    <a:pt x="0" y="0"/>
                  </a:moveTo>
                  <a:lnTo>
                    <a:pt x="0" y="18928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447474" y="4173477"/>
              <a:ext cx="512590" cy="407684"/>
            </a:xfrm>
            <a:custGeom>
              <a:avLst/>
              <a:pathLst>
                <a:path w="512590" h="407684">
                  <a:moveTo>
                    <a:pt x="0" y="0"/>
                  </a:moveTo>
                  <a:lnTo>
                    <a:pt x="0" y="407684"/>
                  </a:lnTo>
                  <a:lnTo>
                    <a:pt x="512590" y="407684"/>
                  </a:lnTo>
                  <a:lnTo>
                    <a:pt x="512590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7474" y="4217158"/>
              <a:ext cx="512590" cy="0"/>
            </a:xfrm>
            <a:custGeom>
              <a:avLst/>
              <a:pathLst>
                <a:path w="512590" h="0">
                  <a:moveTo>
                    <a:pt x="0" y="0"/>
                  </a:moveTo>
                  <a:lnTo>
                    <a:pt x="51259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28949" y="2615538"/>
              <a:ext cx="0" cy="553286"/>
            </a:xfrm>
            <a:custGeom>
              <a:avLst/>
              <a:pathLst>
                <a:path w="0" h="553286">
                  <a:moveTo>
                    <a:pt x="0" y="553286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28949" y="3925954"/>
              <a:ext cx="0" cy="436805"/>
            </a:xfrm>
            <a:custGeom>
              <a:avLst/>
              <a:pathLst>
                <a:path w="0" h="436805">
                  <a:moveTo>
                    <a:pt x="0" y="0"/>
                  </a:moveTo>
                  <a:lnTo>
                    <a:pt x="0" y="436805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3472654" y="3168825"/>
              <a:ext cx="512590" cy="757129"/>
            </a:xfrm>
            <a:custGeom>
              <a:avLst/>
              <a:pathLst>
                <a:path w="512590" h="757129">
                  <a:moveTo>
                    <a:pt x="0" y="0"/>
                  </a:moveTo>
                  <a:lnTo>
                    <a:pt x="0" y="757129"/>
                  </a:lnTo>
                  <a:lnTo>
                    <a:pt x="512590" y="757129"/>
                  </a:lnTo>
                  <a:lnTo>
                    <a:pt x="512590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472654" y="3605630"/>
              <a:ext cx="512590" cy="0"/>
            </a:xfrm>
            <a:custGeom>
              <a:avLst/>
              <a:pathLst>
                <a:path w="512590" h="0">
                  <a:moveTo>
                    <a:pt x="0" y="0"/>
                  </a:moveTo>
                  <a:lnTo>
                    <a:pt x="51259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394668" y="1653111"/>
              <a:ext cx="2255396" cy="38759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94668" y="5352851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394668" y="4624843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94668" y="3896834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94668" y="3168825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394668" y="2440816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394668" y="1712808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009776" y="1653111"/>
              <a:ext cx="0" cy="3875918"/>
            </a:xfrm>
            <a:custGeom>
              <a:avLst/>
              <a:pathLst>
                <a:path w="0" h="3875918">
                  <a:moveTo>
                    <a:pt x="0" y="38759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34956" y="1653111"/>
              <a:ext cx="0" cy="3875918"/>
            </a:xfrm>
            <a:custGeom>
              <a:avLst/>
              <a:pathLst>
                <a:path w="0" h="3875918">
                  <a:moveTo>
                    <a:pt x="0" y="38759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009776" y="4683083"/>
              <a:ext cx="0" cy="29120"/>
            </a:xfrm>
            <a:custGeom>
              <a:avLst/>
              <a:pathLst>
                <a:path w="0" h="29120">
                  <a:moveTo>
                    <a:pt x="0" y="2912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009776" y="5032527"/>
              <a:ext cx="0" cy="145601"/>
            </a:xfrm>
            <a:custGeom>
              <a:avLst/>
              <a:pathLst>
                <a:path w="0" h="145601">
                  <a:moveTo>
                    <a:pt x="0" y="0"/>
                  </a:moveTo>
                  <a:lnTo>
                    <a:pt x="0" y="145601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753481" y="4712204"/>
              <a:ext cx="512590" cy="320323"/>
            </a:xfrm>
            <a:custGeom>
              <a:avLst/>
              <a:pathLst>
                <a:path w="512590" h="320323">
                  <a:moveTo>
                    <a:pt x="0" y="0"/>
                  </a:moveTo>
                  <a:lnTo>
                    <a:pt x="0" y="320323"/>
                  </a:lnTo>
                  <a:lnTo>
                    <a:pt x="512590" y="320323"/>
                  </a:lnTo>
                  <a:lnTo>
                    <a:pt x="512590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53481" y="4974287"/>
              <a:ext cx="512590" cy="0"/>
            </a:xfrm>
            <a:custGeom>
              <a:avLst/>
              <a:pathLst>
                <a:path w="512590" h="0">
                  <a:moveTo>
                    <a:pt x="0" y="0"/>
                  </a:moveTo>
                  <a:lnTo>
                    <a:pt x="51259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6015673" y="4722041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034956" y="3751232"/>
              <a:ext cx="0" cy="58240"/>
            </a:xfrm>
            <a:custGeom>
              <a:avLst/>
              <a:pathLst>
                <a:path w="0" h="58240">
                  <a:moveTo>
                    <a:pt x="0" y="5824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034956" y="41297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5778661" y="3809473"/>
              <a:ext cx="512590" cy="320323"/>
            </a:xfrm>
            <a:custGeom>
              <a:avLst/>
              <a:pathLst>
                <a:path w="512590" h="320323">
                  <a:moveTo>
                    <a:pt x="0" y="0"/>
                  </a:moveTo>
                  <a:lnTo>
                    <a:pt x="0" y="320323"/>
                  </a:lnTo>
                  <a:lnTo>
                    <a:pt x="512590" y="320323"/>
                  </a:lnTo>
                  <a:lnTo>
                    <a:pt x="512590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778661" y="4013315"/>
              <a:ext cx="512590" cy="0"/>
            </a:xfrm>
            <a:custGeom>
              <a:avLst/>
              <a:pathLst>
                <a:path w="512590" h="0">
                  <a:moveTo>
                    <a:pt x="0" y="0"/>
                  </a:moveTo>
                  <a:lnTo>
                    <a:pt x="51259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6700674" y="1653111"/>
              <a:ext cx="2255396" cy="38759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700674" y="5352851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700674" y="4624843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700674" y="3896834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700674" y="3168825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700674" y="2440816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700674" y="1712808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  <a:lnTo>
                    <a:pt x="22553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315782" y="1653111"/>
              <a:ext cx="0" cy="3875918"/>
            </a:xfrm>
            <a:custGeom>
              <a:avLst/>
              <a:pathLst>
                <a:path w="0" h="3875918">
                  <a:moveTo>
                    <a:pt x="0" y="38759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340963" y="1653111"/>
              <a:ext cx="0" cy="3875918"/>
            </a:xfrm>
            <a:custGeom>
              <a:avLst/>
              <a:pathLst>
                <a:path w="0" h="3875918">
                  <a:moveTo>
                    <a:pt x="0" y="38759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7296500" y="4052273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7296500" y="3935792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7296500" y="4110514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7296500" y="5304448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7296500" y="5333569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315782" y="4945166"/>
              <a:ext cx="0" cy="29120"/>
            </a:xfrm>
            <a:custGeom>
              <a:avLst/>
              <a:pathLst>
                <a:path w="0" h="29120">
                  <a:moveTo>
                    <a:pt x="0" y="2912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15782" y="5090768"/>
              <a:ext cx="0" cy="174722"/>
            </a:xfrm>
            <a:custGeom>
              <a:avLst/>
              <a:pathLst>
                <a:path w="0" h="174722">
                  <a:moveTo>
                    <a:pt x="0" y="0"/>
                  </a:moveTo>
                  <a:lnTo>
                    <a:pt x="0" y="174722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7059487" y="4974287"/>
              <a:ext cx="512590" cy="116481"/>
            </a:xfrm>
            <a:custGeom>
              <a:avLst/>
              <a:pathLst>
                <a:path w="512590" h="116481">
                  <a:moveTo>
                    <a:pt x="0" y="0"/>
                  </a:moveTo>
                  <a:lnTo>
                    <a:pt x="0" y="116481"/>
                  </a:lnTo>
                  <a:lnTo>
                    <a:pt x="512590" y="116481"/>
                  </a:lnTo>
                  <a:lnTo>
                    <a:pt x="512590" y="0"/>
                  </a:lnTo>
                  <a:close/>
                </a:path>
              </a:pathLst>
            </a:custGeom>
            <a:solidFill>
              <a:srgbClr val="4DBBD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059487" y="5003407"/>
              <a:ext cx="512590" cy="0"/>
            </a:xfrm>
            <a:custGeom>
              <a:avLst/>
              <a:pathLst>
                <a:path w="512590" h="0">
                  <a:moveTo>
                    <a:pt x="0" y="0"/>
                  </a:moveTo>
                  <a:lnTo>
                    <a:pt x="51259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8321680" y="3848431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8321680" y="3848431"/>
              <a:ext cx="38565" cy="38565"/>
            </a:xfrm>
            <a:prstGeom prst="ellipse">
              <a:avLst/>
            </a:prstGeom>
            <a:solidFill>
              <a:srgbClr val="333333">
                <a:alpha val="60000"/>
              </a:srgbClr>
            </a:solidFill>
            <a:ln w="9000" cap="rnd">
              <a:solidFill>
                <a:srgbClr val="333333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340963" y="1829289"/>
              <a:ext cx="0" cy="349444"/>
            </a:xfrm>
            <a:custGeom>
              <a:avLst/>
              <a:pathLst>
                <a:path w="0" h="349444">
                  <a:moveTo>
                    <a:pt x="0" y="349444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340963" y="2732020"/>
              <a:ext cx="0" cy="262083"/>
            </a:xfrm>
            <a:custGeom>
              <a:avLst/>
              <a:pathLst>
                <a:path w="0" h="262083">
                  <a:moveTo>
                    <a:pt x="0" y="0"/>
                  </a:moveTo>
                  <a:lnTo>
                    <a:pt x="0" y="262083"/>
                  </a:lnTo>
                </a:path>
              </a:pathLst>
            </a:custGeom>
            <a:ln w="12195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8084668" y="2178733"/>
              <a:ext cx="512590" cy="553286"/>
            </a:xfrm>
            <a:custGeom>
              <a:avLst/>
              <a:pathLst>
                <a:path w="512590" h="553286">
                  <a:moveTo>
                    <a:pt x="0" y="0"/>
                  </a:moveTo>
                  <a:lnTo>
                    <a:pt x="0" y="553286"/>
                  </a:lnTo>
                  <a:lnTo>
                    <a:pt x="512590" y="553286"/>
                  </a:lnTo>
                  <a:lnTo>
                    <a:pt x="512590" y="0"/>
                  </a:lnTo>
                  <a:close/>
                </a:path>
              </a:pathLst>
            </a:custGeom>
            <a:solidFill>
              <a:srgbClr val="E64B35">
                <a:alpha val="60000"/>
              </a:srgbClr>
            </a:solidFill>
            <a:ln w="1219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084668" y="2411696"/>
              <a:ext cx="512590" cy="0"/>
            </a:xfrm>
            <a:custGeom>
              <a:avLst/>
              <a:pathLst>
                <a:path w="512590" h="0">
                  <a:moveTo>
                    <a:pt x="0" y="0"/>
                  </a:moveTo>
                  <a:lnTo>
                    <a:pt x="512590" y="0"/>
                  </a:lnTo>
                </a:path>
              </a:pathLst>
            </a:custGeom>
            <a:ln w="2439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088661" y="1546035"/>
              <a:ext cx="2255396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2912915" y="1557922"/>
              <a:ext cx="606887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dispersa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4394668" y="1546035"/>
              <a:ext cx="2255396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5213802" y="1557922"/>
              <a:ext cx="617128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P. stewartii</a:t>
              </a:r>
            </a:p>
          </p:txBody>
        </p:sp>
        <p:sp>
          <p:nvSpPr>
            <p:cNvPr id="68" name="rc68"/>
            <p:cNvSpPr/>
            <p:nvPr/>
          </p:nvSpPr>
          <p:spPr>
            <a:xfrm>
              <a:off x="6700674" y="1546035"/>
              <a:ext cx="2255396" cy="107076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7546875" y="1557922"/>
              <a:ext cx="56299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B. gladioli</a:t>
              </a:r>
            </a:p>
          </p:txBody>
        </p:sp>
        <p:sp>
          <p:nvSpPr>
            <p:cNvPr id="70" name="pl70"/>
            <p:cNvSpPr/>
            <p:nvPr/>
          </p:nvSpPr>
          <p:spPr>
            <a:xfrm>
              <a:off x="2088661" y="5529029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03769" y="5529029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728949" y="5529029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 rot="-2700000">
              <a:off x="2233421" y="5769403"/>
              <a:ext cx="57790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Gaps &gt;10 kb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3364045" y="5725727"/>
              <a:ext cx="45436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Inversions</a:t>
              </a:r>
            </a:p>
          </p:txBody>
        </p:sp>
        <p:sp>
          <p:nvSpPr>
            <p:cNvPr id="75" name="pl75"/>
            <p:cNvSpPr/>
            <p:nvPr/>
          </p:nvSpPr>
          <p:spPr>
            <a:xfrm>
              <a:off x="4394668" y="5529029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009776" y="5529029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034956" y="5529029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 rot="-2700000">
              <a:off x="4539428" y="5769403"/>
              <a:ext cx="57790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Gaps &gt;10 kb</a:t>
              </a:r>
            </a:p>
          </p:txBody>
        </p:sp>
        <p:sp>
          <p:nvSpPr>
            <p:cNvPr id="79" name="tx79"/>
            <p:cNvSpPr/>
            <p:nvPr/>
          </p:nvSpPr>
          <p:spPr>
            <a:xfrm rot="-2700000">
              <a:off x="5670052" y="5725727"/>
              <a:ext cx="45436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Inversions</a:t>
              </a:r>
            </a:p>
          </p:txBody>
        </p:sp>
        <p:sp>
          <p:nvSpPr>
            <p:cNvPr id="80" name="pl80"/>
            <p:cNvSpPr/>
            <p:nvPr/>
          </p:nvSpPr>
          <p:spPr>
            <a:xfrm>
              <a:off x="6700674" y="5529029"/>
              <a:ext cx="2255396" cy="0"/>
            </a:xfrm>
            <a:custGeom>
              <a:avLst/>
              <a:pathLst>
                <a:path w="2255396" h="0">
                  <a:moveTo>
                    <a:pt x="0" y="0"/>
                  </a:moveTo>
                  <a:lnTo>
                    <a:pt x="225539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315782" y="5529029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340963" y="5529029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 rot="-2700000">
              <a:off x="6845434" y="5769403"/>
              <a:ext cx="57790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Gaps &gt;10 kb</a:t>
              </a:r>
            </a:p>
          </p:txBody>
        </p:sp>
        <p:sp>
          <p:nvSpPr>
            <p:cNvPr id="84" name="tx84"/>
            <p:cNvSpPr/>
            <p:nvPr/>
          </p:nvSpPr>
          <p:spPr>
            <a:xfrm rot="-2700000">
              <a:off x="7976059" y="5725727"/>
              <a:ext cx="45436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Inversions</a:t>
              </a:r>
            </a:p>
          </p:txBody>
        </p:sp>
        <p:sp>
          <p:nvSpPr>
            <p:cNvPr id="85" name="pl85"/>
            <p:cNvSpPr/>
            <p:nvPr/>
          </p:nvSpPr>
          <p:spPr>
            <a:xfrm>
              <a:off x="2088661" y="1653111"/>
              <a:ext cx="0" cy="3875918"/>
            </a:xfrm>
            <a:custGeom>
              <a:avLst/>
              <a:pathLst>
                <a:path w="0" h="3875918">
                  <a:moveTo>
                    <a:pt x="0" y="3875918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1978464" y="5315818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913816" y="4587809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913816" y="3859801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913816" y="313179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849167" y="2403783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849167" y="1675774"/>
              <a:ext cx="19394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125</a:t>
              </a:r>
            </a:p>
          </p:txBody>
        </p:sp>
        <p:sp>
          <p:nvSpPr>
            <p:cNvPr id="92" name="pl92"/>
            <p:cNvSpPr/>
            <p:nvPr/>
          </p:nvSpPr>
          <p:spPr>
            <a:xfrm>
              <a:off x="2063356" y="535285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063356" y="462484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063356" y="389683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063356" y="316882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063356" y="244081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063356" y="171280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 rot="-5400000">
              <a:off x="1588724" y="3549419"/>
              <a:ext cx="33942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Count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2026-10-14T10:39:13Z</dcterms:modified>
</cp:coreProperties>
</file>