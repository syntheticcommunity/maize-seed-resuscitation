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1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92959" y="1088835"/>
              <a:ext cx="6863112" cy="51373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092959" y="5872145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  <a:lnTo>
                    <a:pt x="686311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92959" y="4947684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  <a:lnTo>
                    <a:pt x="686311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92959" y="4023224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  <a:lnTo>
                    <a:pt x="686311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92959" y="3098764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  <a:lnTo>
                    <a:pt x="686311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92959" y="2174303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  <a:lnTo>
                    <a:pt x="686311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092959" y="1249843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  <a:lnTo>
                    <a:pt x="686311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208450" y="1088835"/>
              <a:ext cx="0" cy="5137365"/>
            </a:xfrm>
            <a:custGeom>
              <a:avLst/>
              <a:pathLst>
                <a:path w="0" h="5137365">
                  <a:moveTo>
                    <a:pt x="0" y="51373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811615" y="1088835"/>
              <a:ext cx="0" cy="5137365"/>
            </a:xfrm>
            <a:custGeom>
              <a:avLst/>
              <a:pathLst>
                <a:path w="0" h="5137365">
                  <a:moveTo>
                    <a:pt x="0" y="51373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14780" y="1088835"/>
              <a:ext cx="0" cy="5137365"/>
            </a:xfrm>
            <a:custGeom>
              <a:avLst/>
              <a:pathLst>
                <a:path w="0" h="5137365">
                  <a:moveTo>
                    <a:pt x="0" y="51373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17945" y="1088835"/>
              <a:ext cx="0" cy="5137365"/>
            </a:xfrm>
            <a:custGeom>
              <a:avLst/>
              <a:pathLst>
                <a:path w="0" h="5137365">
                  <a:moveTo>
                    <a:pt x="0" y="51373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621110" y="1088835"/>
              <a:ext cx="0" cy="5137365"/>
            </a:xfrm>
            <a:custGeom>
              <a:avLst/>
              <a:pathLst>
                <a:path w="0" h="5137365">
                  <a:moveTo>
                    <a:pt x="0" y="51373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488710" y="4589508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040473" y="4658443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7028201" y="5108638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6785732" y="5080417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024128" y="4698223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348150" y="4828319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7624970" y="4987207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739024" y="3244185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467547" y="4666717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03644" y="4436048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538762" y="4718396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935689" y="4938717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662580" y="4289080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6377618" y="4843442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015550" y="3939299"/>
              <a:ext cx="33646" cy="33646"/>
            </a:xfrm>
            <a:prstGeom prst="ellipse">
              <a:avLst/>
            </a:prstGeom>
            <a:solidFill>
              <a:srgbClr val="D95F02">
                <a:alpha val="80000"/>
              </a:srgbClr>
            </a:solidFill>
            <a:ln w="6545" cap="rnd">
              <a:solidFill>
                <a:srgbClr val="D95F02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382115" y="2979561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640918" y="2595211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16581" y="373802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491963" y="454162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48174" y="462817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75815" y="469627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461702" y="458556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433911" y="453291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29296" y="459675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390719" y="462589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749041" y="337752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563543" y="482219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409582" y="457397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381676" y="455368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383915" y="455342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844739" y="295784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426173" y="458378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393375" y="4560761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507435" y="197475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220873" y="217787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605906" y="198053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927559" y="130552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51047" y="453471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923502" y="405660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299039" y="234172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989084" y="137752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989641" y="133590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168521" y="452190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195577" y="231598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161367" y="437828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624522" y="425952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645694" y="423768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700763" y="408273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899097" y="458818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760716" y="272116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494078" y="461449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660269" y="3859452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918670" y="423516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600264" y="4747595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076934" y="219486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045128" y="2175307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256224" y="3358346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477033" y="4344124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164701" y="2107058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415983" y="4556509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85916" y="411720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16830" y="2993790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61828" y="4434073"/>
              <a:ext cx="33646" cy="33646"/>
            </a:xfrm>
            <a:prstGeom prst="ellipse">
              <a:avLst/>
            </a:prstGeom>
            <a:solidFill>
              <a:srgbClr val="7570B3">
                <a:alpha val="80000"/>
              </a:srgbClr>
            </a:solidFill>
            <a:ln w="6545" cap="rnd">
              <a:solidFill>
                <a:srgbClr val="7570B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092665" y="4198327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8322104" y="4319975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8122881" y="4336918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8292850" y="4337747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265567" y="4648704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109495" y="4838816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878978" y="4808541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8017488" y="4439004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8153598" y="4741096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7892846" y="4892701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8280083" y="4621455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8174735" y="4401959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276476" y="4891809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8314667" y="4557336"/>
              <a:ext cx="33646" cy="33646"/>
            </a:xfrm>
            <a:prstGeom prst="ellipse">
              <a:avLst/>
            </a:prstGeom>
            <a:solidFill>
              <a:srgbClr val="1B9E77">
                <a:alpha val="80000"/>
              </a:srgbClr>
            </a:solidFill>
            <a:ln w="6545" cap="rnd">
              <a:solidFill>
                <a:srgbClr val="1B9E77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7885930" y="4074595"/>
              <a:ext cx="611475" cy="1009279"/>
            </a:xfrm>
            <a:custGeom>
              <a:avLst/>
              <a:pathLst>
                <a:path w="611475" h="1009279">
                  <a:moveTo>
                    <a:pt x="611475" y="374384"/>
                  </a:moveTo>
                  <a:lnTo>
                    <a:pt x="609155" y="315413"/>
                  </a:lnTo>
                  <a:lnTo>
                    <a:pt x="602232" y="259307"/>
                  </a:lnTo>
                  <a:lnTo>
                    <a:pt x="590809" y="206916"/>
                  </a:lnTo>
                  <a:lnTo>
                    <a:pt x="575061" y="159036"/>
                  </a:lnTo>
                  <a:lnTo>
                    <a:pt x="555226" y="116391"/>
                  </a:lnTo>
                  <a:lnTo>
                    <a:pt x="531604" y="79628"/>
                  </a:lnTo>
                  <a:lnTo>
                    <a:pt x="504554" y="49305"/>
                  </a:lnTo>
                  <a:lnTo>
                    <a:pt x="474486" y="25880"/>
                  </a:lnTo>
                  <a:lnTo>
                    <a:pt x="441855" y="9710"/>
                  </a:lnTo>
                  <a:lnTo>
                    <a:pt x="407157" y="1040"/>
                  </a:lnTo>
                  <a:lnTo>
                    <a:pt x="370916" y="0"/>
                  </a:lnTo>
                  <a:lnTo>
                    <a:pt x="333684" y="6606"/>
                  </a:lnTo>
                  <a:lnTo>
                    <a:pt x="296023" y="20759"/>
                  </a:lnTo>
                  <a:lnTo>
                    <a:pt x="258505" y="42243"/>
                  </a:lnTo>
                  <a:lnTo>
                    <a:pt x="221698" y="70734"/>
                  </a:lnTo>
                  <a:lnTo>
                    <a:pt x="186162" y="105799"/>
                  </a:lnTo>
                  <a:lnTo>
                    <a:pt x="152433" y="146907"/>
                  </a:lnTo>
                  <a:lnTo>
                    <a:pt x="121024" y="193434"/>
                  </a:lnTo>
                  <a:lnTo>
                    <a:pt x="92411" y="244676"/>
                  </a:lnTo>
                  <a:lnTo>
                    <a:pt x="67027" y="299855"/>
                  </a:lnTo>
                  <a:lnTo>
                    <a:pt x="45257" y="358135"/>
                  </a:lnTo>
                  <a:lnTo>
                    <a:pt x="27431" y="418632"/>
                  </a:lnTo>
                  <a:lnTo>
                    <a:pt x="13820" y="480430"/>
                  </a:lnTo>
                  <a:lnTo>
                    <a:pt x="4630" y="542592"/>
                  </a:lnTo>
                  <a:lnTo>
                    <a:pt x="0" y="604175"/>
                  </a:lnTo>
                  <a:lnTo>
                    <a:pt x="0" y="664246"/>
                  </a:lnTo>
                  <a:lnTo>
                    <a:pt x="4630" y="721894"/>
                  </a:lnTo>
                  <a:lnTo>
                    <a:pt x="13820" y="776245"/>
                  </a:lnTo>
                  <a:lnTo>
                    <a:pt x="27431" y="826476"/>
                  </a:lnTo>
                  <a:lnTo>
                    <a:pt x="45257" y="871825"/>
                  </a:lnTo>
                  <a:lnTo>
                    <a:pt x="67027" y="911604"/>
                  </a:lnTo>
                  <a:lnTo>
                    <a:pt x="92411" y="945211"/>
                  </a:lnTo>
                  <a:lnTo>
                    <a:pt x="121024" y="972135"/>
                  </a:lnTo>
                  <a:lnTo>
                    <a:pt x="152433" y="991970"/>
                  </a:lnTo>
                  <a:lnTo>
                    <a:pt x="186162" y="1004414"/>
                  </a:lnTo>
                  <a:lnTo>
                    <a:pt x="221698" y="1009279"/>
                  </a:lnTo>
                  <a:lnTo>
                    <a:pt x="258505" y="1006490"/>
                  </a:lnTo>
                  <a:lnTo>
                    <a:pt x="296023" y="996091"/>
                  </a:lnTo>
                  <a:lnTo>
                    <a:pt x="333684" y="978238"/>
                  </a:lnTo>
                  <a:lnTo>
                    <a:pt x="370916" y="953203"/>
                  </a:lnTo>
                  <a:lnTo>
                    <a:pt x="407157" y="921365"/>
                  </a:lnTo>
                  <a:lnTo>
                    <a:pt x="441855" y="883206"/>
                  </a:lnTo>
                  <a:lnTo>
                    <a:pt x="474486" y="839305"/>
                  </a:lnTo>
                  <a:lnTo>
                    <a:pt x="504554" y="790328"/>
                  </a:lnTo>
                  <a:lnTo>
                    <a:pt x="531604" y="737017"/>
                  </a:lnTo>
                  <a:lnTo>
                    <a:pt x="555226" y="680180"/>
                  </a:lnTo>
                  <a:lnTo>
                    <a:pt x="575061" y="620678"/>
                  </a:lnTo>
                  <a:lnTo>
                    <a:pt x="590809" y="559414"/>
                  </a:lnTo>
                  <a:lnTo>
                    <a:pt x="602232" y="497316"/>
                  </a:lnTo>
                  <a:lnTo>
                    <a:pt x="609155" y="435327"/>
                  </a:lnTo>
                  <a:close/>
                </a:path>
              </a:pathLst>
            </a:custGeom>
            <a:solidFill>
              <a:srgbClr val="1B9E77">
                <a:alpha val="10196"/>
              </a:srgbClr>
            </a:solidFill>
            <a:ln w="985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547403" y="3955308"/>
              <a:ext cx="6096707" cy="1528961"/>
            </a:xfrm>
            <a:custGeom>
              <a:avLst/>
              <a:pathLst>
                <a:path w="6096707" h="1528961">
                  <a:moveTo>
                    <a:pt x="6096707" y="1117598"/>
                  </a:moveTo>
                  <a:lnTo>
                    <a:pt x="6073580" y="1031556"/>
                  </a:lnTo>
                  <a:lnTo>
                    <a:pt x="6004550" y="941462"/>
                  </a:lnTo>
                  <a:lnTo>
                    <a:pt x="5890663" y="848680"/>
                  </a:lnTo>
                  <a:lnTo>
                    <a:pt x="5733646" y="754617"/>
                  </a:lnTo>
                  <a:lnTo>
                    <a:pt x="5535879" y="660699"/>
                  </a:lnTo>
                  <a:lnTo>
                    <a:pt x="5300359" y="568350"/>
                  </a:lnTo>
                  <a:lnTo>
                    <a:pt x="5030657" y="478970"/>
                  </a:lnTo>
                  <a:lnTo>
                    <a:pt x="4730862" y="393913"/>
                  </a:lnTo>
                  <a:lnTo>
                    <a:pt x="4405518" y="314469"/>
                  </a:lnTo>
                  <a:lnTo>
                    <a:pt x="4059557" y="241843"/>
                  </a:lnTo>
                  <a:lnTo>
                    <a:pt x="3698223" y="177134"/>
                  </a:lnTo>
                  <a:lnTo>
                    <a:pt x="3326993" y="121325"/>
                  </a:lnTo>
                  <a:lnTo>
                    <a:pt x="2951496" y="75261"/>
                  </a:lnTo>
                  <a:lnTo>
                    <a:pt x="2577424" y="39640"/>
                  </a:lnTo>
                  <a:lnTo>
                    <a:pt x="2210446" y="15003"/>
                  </a:lnTo>
                  <a:lnTo>
                    <a:pt x="1856127" y="1722"/>
                  </a:lnTo>
                  <a:lnTo>
                    <a:pt x="1519836" y="0"/>
                  </a:lnTo>
                  <a:lnTo>
                    <a:pt x="1206672" y="9861"/>
                  </a:lnTo>
                  <a:lnTo>
                    <a:pt x="921383" y="31158"/>
                  </a:lnTo>
                  <a:lnTo>
                    <a:pt x="668292" y="63567"/>
                  </a:lnTo>
                  <a:lnTo>
                    <a:pt x="451237" y="106596"/>
                  </a:lnTo>
                  <a:lnTo>
                    <a:pt x="273507" y="159594"/>
                  </a:lnTo>
                  <a:lnTo>
                    <a:pt x="137798" y="221756"/>
                  </a:lnTo>
                  <a:lnTo>
                    <a:pt x="46166" y="292141"/>
                  </a:lnTo>
                  <a:lnTo>
                    <a:pt x="0" y="369682"/>
                  </a:lnTo>
                  <a:lnTo>
                    <a:pt x="0" y="453204"/>
                  </a:lnTo>
                  <a:lnTo>
                    <a:pt x="46166" y="541439"/>
                  </a:lnTo>
                  <a:lnTo>
                    <a:pt x="137798" y="633051"/>
                  </a:lnTo>
                  <a:lnTo>
                    <a:pt x="273507" y="726651"/>
                  </a:lnTo>
                  <a:lnTo>
                    <a:pt x="451237" y="820820"/>
                  </a:lnTo>
                  <a:lnTo>
                    <a:pt x="668292" y="914130"/>
                  </a:lnTo>
                  <a:lnTo>
                    <a:pt x="921383" y="1005168"/>
                  </a:lnTo>
                  <a:lnTo>
                    <a:pt x="1206672" y="1092552"/>
                  </a:lnTo>
                  <a:lnTo>
                    <a:pt x="1519836" y="1174959"/>
                  </a:lnTo>
                  <a:lnTo>
                    <a:pt x="1856127" y="1251138"/>
                  </a:lnTo>
                  <a:lnTo>
                    <a:pt x="2210446" y="1319936"/>
                  </a:lnTo>
                  <a:lnTo>
                    <a:pt x="2577424" y="1380310"/>
                  </a:lnTo>
                  <a:lnTo>
                    <a:pt x="2951496" y="1431343"/>
                  </a:lnTo>
                  <a:lnTo>
                    <a:pt x="3326993" y="1472263"/>
                  </a:lnTo>
                  <a:lnTo>
                    <a:pt x="3698223" y="1502450"/>
                  </a:lnTo>
                  <a:lnTo>
                    <a:pt x="4059557" y="1521445"/>
                  </a:lnTo>
                  <a:lnTo>
                    <a:pt x="4405518" y="1528961"/>
                  </a:lnTo>
                  <a:lnTo>
                    <a:pt x="4730862" y="1524883"/>
                  </a:lnTo>
                  <a:lnTo>
                    <a:pt x="5030657" y="1509274"/>
                  </a:lnTo>
                  <a:lnTo>
                    <a:pt x="5300359" y="1482371"/>
                  </a:lnTo>
                  <a:lnTo>
                    <a:pt x="5535879" y="1444580"/>
                  </a:lnTo>
                  <a:lnTo>
                    <a:pt x="5733646" y="1396475"/>
                  </a:lnTo>
                  <a:lnTo>
                    <a:pt x="5890663" y="1338786"/>
                  </a:lnTo>
                  <a:lnTo>
                    <a:pt x="6004550" y="1272386"/>
                  </a:lnTo>
                  <a:lnTo>
                    <a:pt x="6073580" y="1198282"/>
                  </a:lnTo>
                  <a:close/>
                </a:path>
              </a:pathLst>
            </a:custGeom>
            <a:solidFill>
              <a:srgbClr val="D95F02">
                <a:alpha val="10196"/>
              </a:srgbClr>
            </a:solidFill>
            <a:ln w="985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404918" y="1667483"/>
              <a:ext cx="3750318" cy="4325200"/>
            </a:xfrm>
            <a:custGeom>
              <a:avLst/>
              <a:pathLst>
                <a:path w="3750318" h="4325200">
                  <a:moveTo>
                    <a:pt x="3750318" y="342208"/>
                  </a:moveTo>
                  <a:lnTo>
                    <a:pt x="3736092" y="212083"/>
                  </a:lnTo>
                  <a:lnTo>
                    <a:pt x="3693629" y="111512"/>
                  </a:lnTo>
                  <a:lnTo>
                    <a:pt x="3623573" y="42020"/>
                  </a:lnTo>
                  <a:lnTo>
                    <a:pt x="3526985" y="4660"/>
                  </a:lnTo>
                  <a:lnTo>
                    <a:pt x="3405331" y="0"/>
                  </a:lnTo>
                  <a:lnTo>
                    <a:pt x="3260454" y="28108"/>
                  </a:lnTo>
                  <a:lnTo>
                    <a:pt x="3094550" y="88560"/>
                  </a:lnTo>
                  <a:lnTo>
                    <a:pt x="2910135" y="180438"/>
                  </a:lnTo>
                  <a:lnTo>
                    <a:pt x="2710003" y="302351"/>
                  </a:lnTo>
                  <a:lnTo>
                    <a:pt x="2497189" y="452450"/>
                  </a:lnTo>
                  <a:lnTo>
                    <a:pt x="2274918" y="628459"/>
                  </a:lnTo>
                  <a:lnTo>
                    <a:pt x="2046561" y="827712"/>
                  </a:lnTo>
                  <a:lnTo>
                    <a:pt x="1815579" y="1047186"/>
                  </a:lnTo>
                  <a:lnTo>
                    <a:pt x="1585472" y="1283555"/>
                  </a:lnTo>
                  <a:lnTo>
                    <a:pt x="1359730" y="1533236"/>
                  </a:lnTo>
                  <a:lnTo>
                    <a:pt x="1141775" y="1792444"/>
                  </a:lnTo>
                  <a:lnTo>
                    <a:pt x="934909" y="2057250"/>
                  </a:lnTo>
                  <a:lnTo>
                    <a:pt x="742270" y="2323640"/>
                  </a:lnTo>
                  <a:lnTo>
                    <a:pt x="566778" y="2587575"/>
                  </a:lnTo>
                  <a:lnTo>
                    <a:pt x="411092" y="2845054"/>
                  </a:lnTo>
                  <a:lnTo>
                    <a:pt x="277573" y="3092175"/>
                  </a:lnTo>
                  <a:lnTo>
                    <a:pt x="168245" y="3325191"/>
                  </a:lnTo>
                  <a:lnTo>
                    <a:pt x="84765" y="3540569"/>
                  </a:lnTo>
                  <a:lnTo>
                    <a:pt x="28398" y="3735046"/>
                  </a:lnTo>
                  <a:lnTo>
                    <a:pt x="0" y="3905672"/>
                  </a:lnTo>
                  <a:lnTo>
                    <a:pt x="0" y="4049862"/>
                  </a:lnTo>
                  <a:lnTo>
                    <a:pt x="28398" y="4165429"/>
                  </a:lnTo>
                  <a:lnTo>
                    <a:pt x="84765" y="4250622"/>
                  </a:lnTo>
                  <a:lnTo>
                    <a:pt x="168245" y="4304150"/>
                  </a:lnTo>
                  <a:lnTo>
                    <a:pt x="277573" y="4325200"/>
                  </a:lnTo>
                  <a:lnTo>
                    <a:pt x="411092" y="4313454"/>
                  </a:lnTo>
                  <a:lnTo>
                    <a:pt x="566778" y="4269089"/>
                  </a:lnTo>
                  <a:lnTo>
                    <a:pt x="742270" y="4192779"/>
                  </a:lnTo>
                  <a:lnTo>
                    <a:pt x="934909" y="4085681"/>
                  </a:lnTo>
                  <a:lnTo>
                    <a:pt x="1141775" y="3949416"/>
                  </a:lnTo>
                  <a:lnTo>
                    <a:pt x="1359730" y="3786052"/>
                  </a:lnTo>
                  <a:lnTo>
                    <a:pt x="1585472" y="3598065"/>
                  </a:lnTo>
                  <a:lnTo>
                    <a:pt x="1815579" y="3388304"/>
                  </a:lnTo>
                  <a:lnTo>
                    <a:pt x="2046561" y="3159949"/>
                  </a:lnTo>
                  <a:lnTo>
                    <a:pt x="2274918" y="2916462"/>
                  </a:lnTo>
                  <a:lnTo>
                    <a:pt x="2497189" y="2661534"/>
                  </a:lnTo>
                  <a:lnTo>
                    <a:pt x="2710003" y="2399029"/>
                  </a:lnTo>
                  <a:lnTo>
                    <a:pt x="2910135" y="2132926"/>
                  </a:lnTo>
                  <a:lnTo>
                    <a:pt x="3094550" y="1867260"/>
                  </a:lnTo>
                  <a:lnTo>
                    <a:pt x="3260454" y="1606058"/>
                  </a:lnTo>
                  <a:lnTo>
                    <a:pt x="3405331" y="1353278"/>
                  </a:lnTo>
                  <a:lnTo>
                    <a:pt x="3526985" y="1112754"/>
                  </a:lnTo>
                  <a:lnTo>
                    <a:pt x="3623573" y="888131"/>
                  </a:lnTo>
                  <a:lnTo>
                    <a:pt x="3693629" y="682814"/>
                  </a:lnTo>
                  <a:lnTo>
                    <a:pt x="3736092" y="499915"/>
                  </a:lnTo>
                  <a:close/>
                </a:path>
              </a:pathLst>
            </a:custGeom>
            <a:solidFill>
              <a:srgbClr val="7570B3">
                <a:alpha val="10196"/>
              </a:srgbClr>
            </a:solidFill>
            <a:ln w="985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092959" y="1088835"/>
              <a:ext cx="0" cy="5137365"/>
            </a:xfrm>
            <a:custGeom>
              <a:avLst/>
              <a:pathLst>
                <a:path w="0" h="5137365">
                  <a:moveTo>
                    <a:pt x="0" y="513736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1849167" y="5835111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-0.4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849167" y="4910651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-0.2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885835" y="398619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885835" y="306173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885835" y="2137270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1885835" y="1212810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04" name="pl104"/>
            <p:cNvSpPr/>
            <p:nvPr/>
          </p:nvSpPr>
          <p:spPr>
            <a:xfrm>
              <a:off x="2067653" y="587214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067653" y="494768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067653" y="402322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067653" y="309876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067653" y="21743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067653" y="12498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092959" y="6226200"/>
              <a:ext cx="6863112" cy="0"/>
            </a:xfrm>
            <a:custGeom>
              <a:avLst/>
              <a:pathLst>
                <a:path w="6863112" h="0">
                  <a:moveTo>
                    <a:pt x="0" y="0"/>
                  </a:moveTo>
                  <a:lnTo>
                    <a:pt x="686311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208450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811615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414780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017945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621110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2109329" y="6271749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-0.6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712494" y="6271749"/>
              <a:ext cx="1982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-0.3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33993" y="62717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937158" y="62717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0.3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540323" y="627174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134523" y="6392243"/>
              <a:ext cx="779983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PCo1 [37.8%]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5400000">
              <a:off x="1368445" y="3615866"/>
              <a:ext cx="779983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PCo2 [17.6%]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2026-10-14T10:33:34Z</dcterms:modified>
</cp:coreProperties>
</file>