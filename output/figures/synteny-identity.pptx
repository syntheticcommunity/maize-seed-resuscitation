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2" Type="http://schemas.openxmlformats.org/package/2006/relationships/metadata/thumbnail" Target="docProps/thumbnail.jpeg"/>
<Relationship Id="rId1" Type="http://schemas.openxmlformats.org/officeDocument/2006/relationships/officeDocument" Target="ppt/presentation.xml"/>
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</p:sldIdLst>
  <p:sldSz cx="10698163" cy="7562850"/>
  <p:notesSz cx="6858000" cy="9144000"/>
  <p:defaultTextStyle>
    <a:defPPr>
      <a:defRPr lang="en-US"/>
    </a:defPPr>
    <a:lvl1pPr marL="0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497982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995964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493947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1991929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489911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2987893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485876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3983858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6" d="100"/>
          <a:sy n="76" d="100"/>
        </p:scale>
        <p:origin x="-1320" y="-77"/>
      </p:cViewPr>
      <p:guideLst>
        <p:guide orient="horz" pos="2382"/>
        <p:guide pos="337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viewProps" Target="viewProps.xml"/>
<Relationship Id="rId2" Type="http://schemas.openxmlformats.org/officeDocument/2006/relationships/presProps" Target="presProps.xml"/>
<Relationship Id="rId1" Type="http://schemas.openxmlformats.org/officeDocument/2006/relationships/slideMaster" Target="slideMasters/slideMaster1.xml"/>
<Relationship Id="rId5" Type="http://schemas.openxmlformats.org/officeDocument/2006/relationships/tableStyles" Target="tableStyles.xml"/>
<Relationship Id="rId4" Type="http://schemas.openxmlformats.org/officeDocument/2006/relationships/theme" Target="theme/theme1.xml"/>
<Relationship Id="rId6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2362" y="2349388"/>
            <a:ext cx="9093439" cy="162111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4725" y="4285615"/>
            <a:ext cx="7488714" cy="193272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979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959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93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919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899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878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858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83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081" y="4859833"/>
            <a:ext cx="9093439" cy="1502066"/>
          </a:xfrm>
        </p:spPr>
        <p:txBody>
          <a:bodyPr anchor="t"/>
          <a:lstStyle>
            <a:lvl1pPr algn="l">
              <a:defRPr sz="44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081" y="3205460"/>
            <a:ext cx="9093439" cy="1654373"/>
          </a:xfrm>
        </p:spPr>
        <p:txBody>
          <a:bodyPr anchor="b"/>
          <a:lstStyle>
            <a:lvl1pPr marL="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9798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95964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3pPr>
            <a:lvl4pPr marL="1493947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4pPr>
            <a:lvl5pPr marL="1991929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5pPr>
            <a:lvl6pPr marL="2489911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6pPr>
            <a:lvl7pPr marL="2987893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7pPr>
            <a:lvl8pPr marL="3485876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8pPr>
            <a:lvl9pPr marL="3983858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9486" y="1764667"/>
            <a:ext cx="5126203" cy="4991131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83991" y="1764667"/>
            <a:ext cx="5126203" cy="4991131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08" y="302865"/>
            <a:ext cx="9628347" cy="1260475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909" y="1692889"/>
            <a:ext cx="4726880" cy="705515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7982" indent="0">
              <a:buNone/>
              <a:defRPr sz="2200" b="1"/>
            </a:lvl2pPr>
            <a:lvl3pPr marL="995964" indent="0">
              <a:buNone/>
              <a:defRPr sz="2000" b="1"/>
            </a:lvl3pPr>
            <a:lvl4pPr marL="1493947" indent="0">
              <a:buNone/>
              <a:defRPr sz="1700" b="1"/>
            </a:lvl4pPr>
            <a:lvl5pPr marL="1991929" indent="0">
              <a:buNone/>
              <a:defRPr sz="1700" b="1"/>
            </a:lvl5pPr>
            <a:lvl6pPr marL="2489911" indent="0">
              <a:buNone/>
              <a:defRPr sz="1700" b="1"/>
            </a:lvl6pPr>
            <a:lvl7pPr marL="2987893" indent="0">
              <a:buNone/>
              <a:defRPr sz="1700" b="1"/>
            </a:lvl7pPr>
            <a:lvl8pPr marL="3485876" indent="0">
              <a:buNone/>
              <a:defRPr sz="1700" b="1"/>
            </a:lvl8pPr>
            <a:lvl9pPr marL="3983858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4909" y="2398404"/>
            <a:ext cx="4726880" cy="435739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34519" y="1692889"/>
            <a:ext cx="4728738" cy="705515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7982" indent="0">
              <a:buNone/>
              <a:defRPr sz="2200" b="1"/>
            </a:lvl2pPr>
            <a:lvl3pPr marL="995964" indent="0">
              <a:buNone/>
              <a:defRPr sz="2000" b="1"/>
            </a:lvl3pPr>
            <a:lvl4pPr marL="1493947" indent="0">
              <a:buNone/>
              <a:defRPr sz="1700" b="1"/>
            </a:lvl4pPr>
            <a:lvl5pPr marL="1991929" indent="0">
              <a:buNone/>
              <a:defRPr sz="1700" b="1"/>
            </a:lvl5pPr>
            <a:lvl6pPr marL="2489911" indent="0">
              <a:buNone/>
              <a:defRPr sz="1700" b="1"/>
            </a:lvl6pPr>
            <a:lvl7pPr marL="2987893" indent="0">
              <a:buNone/>
              <a:defRPr sz="1700" b="1"/>
            </a:lvl7pPr>
            <a:lvl8pPr marL="3485876" indent="0">
              <a:buNone/>
              <a:defRPr sz="1700" b="1"/>
            </a:lvl8pPr>
            <a:lvl9pPr marL="3983858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34519" y="2398404"/>
            <a:ext cx="4728738" cy="435739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09" y="301113"/>
            <a:ext cx="3519622" cy="1281483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2686" y="301116"/>
            <a:ext cx="5980569" cy="6454683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6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4909" y="1582598"/>
            <a:ext cx="3519622" cy="5173200"/>
          </a:xfrm>
        </p:spPr>
        <p:txBody>
          <a:bodyPr/>
          <a:lstStyle>
            <a:lvl1pPr marL="0" indent="0">
              <a:buNone/>
              <a:defRPr sz="1500"/>
            </a:lvl1pPr>
            <a:lvl2pPr marL="497982" indent="0">
              <a:buNone/>
              <a:defRPr sz="1300"/>
            </a:lvl2pPr>
            <a:lvl3pPr marL="995964" indent="0">
              <a:buNone/>
              <a:defRPr sz="1100"/>
            </a:lvl3pPr>
            <a:lvl4pPr marL="1493947" indent="0">
              <a:buNone/>
              <a:defRPr sz="1000"/>
            </a:lvl4pPr>
            <a:lvl5pPr marL="1991929" indent="0">
              <a:buNone/>
              <a:defRPr sz="1000"/>
            </a:lvl5pPr>
            <a:lvl6pPr marL="2489911" indent="0">
              <a:buNone/>
              <a:defRPr sz="1000"/>
            </a:lvl6pPr>
            <a:lvl7pPr marL="2987893" indent="0">
              <a:buNone/>
              <a:defRPr sz="1000"/>
            </a:lvl7pPr>
            <a:lvl8pPr marL="3485876" indent="0">
              <a:buNone/>
              <a:defRPr sz="1000"/>
            </a:lvl8pPr>
            <a:lvl9pPr marL="398385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6914" y="5293995"/>
            <a:ext cx="6418898" cy="624986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96914" y="675755"/>
            <a:ext cx="6418898" cy="4537710"/>
          </a:xfrm>
        </p:spPr>
        <p:txBody>
          <a:bodyPr/>
          <a:lstStyle>
            <a:lvl1pPr marL="0" indent="0">
              <a:buNone/>
              <a:defRPr sz="3500"/>
            </a:lvl1pPr>
            <a:lvl2pPr marL="497982" indent="0">
              <a:buNone/>
              <a:defRPr sz="3000"/>
            </a:lvl2pPr>
            <a:lvl3pPr marL="995964" indent="0">
              <a:buNone/>
              <a:defRPr sz="2600"/>
            </a:lvl3pPr>
            <a:lvl4pPr marL="1493947" indent="0">
              <a:buNone/>
              <a:defRPr sz="2200"/>
            </a:lvl4pPr>
            <a:lvl5pPr marL="1991929" indent="0">
              <a:buNone/>
              <a:defRPr sz="2200"/>
            </a:lvl5pPr>
            <a:lvl6pPr marL="2489911" indent="0">
              <a:buNone/>
              <a:defRPr sz="2200"/>
            </a:lvl6pPr>
            <a:lvl7pPr marL="2987893" indent="0">
              <a:buNone/>
              <a:defRPr sz="2200"/>
            </a:lvl7pPr>
            <a:lvl8pPr marL="3485876" indent="0">
              <a:buNone/>
              <a:defRPr sz="2200"/>
            </a:lvl8pPr>
            <a:lvl9pPr marL="3983858" indent="0">
              <a:buNone/>
              <a:defRPr sz="22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96914" y="5918981"/>
            <a:ext cx="6418898" cy="887584"/>
          </a:xfrm>
        </p:spPr>
        <p:txBody>
          <a:bodyPr/>
          <a:lstStyle>
            <a:lvl1pPr marL="0" indent="0">
              <a:buNone/>
              <a:defRPr sz="1500"/>
            </a:lvl1pPr>
            <a:lvl2pPr marL="497982" indent="0">
              <a:buNone/>
              <a:defRPr sz="1300"/>
            </a:lvl2pPr>
            <a:lvl3pPr marL="995964" indent="0">
              <a:buNone/>
              <a:defRPr sz="1100"/>
            </a:lvl3pPr>
            <a:lvl4pPr marL="1493947" indent="0">
              <a:buNone/>
              <a:defRPr sz="1000"/>
            </a:lvl4pPr>
            <a:lvl5pPr marL="1991929" indent="0">
              <a:buNone/>
              <a:defRPr sz="1000"/>
            </a:lvl5pPr>
            <a:lvl6pPr marL="2489911" indent="0">
              <a:buNone/>
              <a:defRPr sz="1000"/>
            </a:lvl6pPr>
            <a:lvl7pPr marL="2987893" indent="0">
              <a:buNone/>
              <a:defRPr sz="1000"/>
            </a:lvl7pPr>
            <a:lvl8pPr marL="3485876" indent="0">
              <a:buNone/>
              <a:defRPr sz="1000"/>
            </a:lvl8pPr>
            <a:lvl9pPr marL="398385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402515" y="302867"/>
            <a:ext cx="2607678" cy="645293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9485" y="302867"/>
            <a:ext cx="7644730" cy="645293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908" y="302865"/>
            <a:ext cx="9628347" cy="1260475"/>
          </a:xfrm>
          <a:prstGeom prst="rect">
            <a:avLst/>
          </a:prstGeom>
        </p:spPr>
        <p:txBody>
          <a:bodyPr vert="horz" lIns="99596" tIns="49798" rIns="99596" bIns="49798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908" y="1764667"/>
            <a:ext cx="9628347" cy="4991131"/>
          </a:xfrm>
          <a:prstGeom prst="rect">
            <a:avLst/>
          </a:prstGeom>
        </p:spPr>
        <p:txBody>
          <a:bodyPr vert="horz" lIns="99596" tIns="49798" rIns="99596" bIns="49798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908" y="7009644"/>
            <a:ext cx="2496238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55206" y="7009644"/>
            <a:ext cx="3387752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67017" y="7009644"/>
            <a:ext cx="2496238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95964" rtl="0" eaLnBrk="1" latinLnBrk="0" hangingPunct="1"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3487" indent="-373487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3500" kern="1200">
          <a:solidFill>
            <a:schemeClr val="tx1"/>
          </a:solidFill>
          <a:latin typeface="+mn-lt"/>
          <a:ea typeface="+mn-ea"/>
          <a:cs typeface="+mn-cs"/>
        </a:defRPr>
      </a:lvl1pPr>
      <a:lvl2pPr marL="809221" indent="-311239" algn="l" defTabSz="995964" rtl="0" eaLnBrk="1" latinLnBrk="0" hangingPunct="1">
        <a:spcBef>
          <a:spcPct val="20000"/>
        </a:spcBef>
        <a:buFont typeface="Arial" panose="020B0604020202020204" pitchFamily="34" charset="0"/>
        <a:buChar char="–"/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244956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42938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40920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»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38902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236885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734867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232849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7982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95964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493947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991929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489911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87893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85876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83858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777081" y="1038225"/>
            <a:ext cx="9144000" cy="5486400"/>
            <a:chOff x="777081" y="1038225"/>
            <a:chExt cx="9144000" cy="5486400"/>
          </a:xfrm>
        </p:grpSpPr>
        <p:sp>
          <p:nvSpPr>
            <p:cNvPr id="3" name="rc3"/>
            <p:cNvSpPr/>
            <p:nvPr/>
          </p:nvSpPr>
          <p:spPr>
            <a:xfrm>
              <a:off x="777081" y="1038225"/>
              <a:ext cx="9144000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777081" y="1038225"/>
              <a:ext cx="9144000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85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026975" y="1268149"/>
              <a:ext cx="2764366" cy="495805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026975" y="6116831"/>
              <a:ext cx="2764366" cy="0"/>
            </a:xfrm>
            <a:custGeom>
              <a:avLst/>
              <a:pathLst>
                <a:path w="2764366" h="0">
                  <a:moveTo>
                    <a:pt x="0" y="0"/>
                  </a:moveTo>
                  <a:lnTo>
                    <a:pt x="2764366" y="0"/>
                  </a:lnTo>
                  <a:lnTo>
                    <a:pt x="276436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026975" y="5934550"/>
              <a:ext cx="2764366" cy="0"/>
            </a:xfrm>
            <a:custGeom>
              <a:avLst/>
              <a:pathLst>
                <a:path w="2764366" h="0">
                  <a:moveTo>
                    <a:pt x="0" y="0"/>
                  </a:moveTo>
                  <a:lnTo>
                    <a:pt x="2764366" y="0"/>
                  </a:lnTo>
                  <a:lnTo>
                    <a:pt x="276436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026975" y="5752268"/>
              <a:ext cx="2764366" cy="0"/>
            </a:xfrm>
            <a:custGeom>
              <a:avLst/>
              <a:pathLst>
                <a:path w="2764366" h="0">
                  <a:moveTo>
                    <a:pt x="0" y="0"/>
                  </a:moveTo>
                  <a:lnTo>
                    <a:pt x="2764366" y="0"/>
                  </a:lnTo>
                  <a:lnTo>
                    <a:pt x="276436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026975" y="5569987"/>
              <a:ext cx="2764366" cy="0"/>
            </a:xfrm>
            <a:custGeom>
              <a:avLst/>
              <a:pathLst>
                <a:path w="2764366" h="0">
                  <a:moveTo>
                    <a:pt x="0" y="0"/>
                  </a:moveTo>
                  <a:lnTo>
                    <a:pt x="2764366" y="0"/>
                  </a:lnTo>
                  <a:lnTo>
                    <a:pt x="276436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026975" y="5387706"/>
              <a:ext cx="2764366" cy="0"/>
            </a:xfrm>
            <a:custGeom>
              <a:avLst/>
              <a:pathLst>
                <a:path w="2764366" h="0">
                  <a:moveTo>
                    <a:pt x="0" y="0"/>
                  </a:moveTo>
                  <a:lnTo>
                    <a:pt x="2764366" y="0"/>
                  </a:lnTo>
                  <a:lnTo>
                    <a:pt x="276436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026975" y="5205425"/>
              <a:ext cx="2764366" cy="0"/>
            </a:xfrm>
            <a:custGeom>
              <a:avLst/>
              <a:pathLst>
                <a:path w="2764366" h="0">
                  <a:moveTo>
                    <a:pt x="0" y="0"/>
                  </a:moveTo>
                  <a:lnTo>
                    <a:pt x="2764366" y="0"/>
                  </a:lnTo>
                  <a:lnTo>
                    <a:pt x="276436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1026975" y="5023143"/>
              <a:ext cx="2764366" cy="0"/>
            </a:xfrm>
            <a:custGeom>
              <a:avLst/>
              <a:pathLst>
                <a:path w="2764366" h="0">
                  <a:moveTo>
                    <a:pt x="0" y="0"/>
                  </a:moveTo>
                  <a:lnTo>
                    <a:pt x="2764366" y="0"/>
                  </a:lnTo>
                  <a:lnTo>
                    <a:pt x="276436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026975" y="4840862"/>
              <a:ext cx="2764366" cy="0"/>
            </a:xfrm>
            <a:custGeom>
              <a:avLst/>
              <a:pathLst>
                <a:path w="2764366" h="0">
                  <a:moveTo>
                    <a:pt x="0" y="0"/>
                  </a:moveTo>
                  <a:lnTo>
                    <a:pt x="2764366" y="0"/>
                  </a:lnTo>
                  <a:lnTo>
                    <a:pt x="276436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026975" y="4658581"/>
              <a:ext cx="2764366" cy="0"/>
            </a:xfrm>
            <a:custGeom>
              <a:avLst/>
              <a:pathLst>
                <a:path w="2764366" h="0">
                  <a:moveTo>
                    <a:pt x="0" y="0"/>
                  </a:moveTo>
                  <a:lnTo>
                    <a:pt x="2764366" y="0"/>
                  </a:lnTo>
                  <a:lnTo>
                    <a:pt x="276436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026975" y="4476299"/>
              <a:ext cx="2764366" cy="0"/>
            </a:xfrm>
            <a:custGeom>
              <a:avLst/>
              <a:pathLst>
                <a:path w="2764366" h="0">
                  <a:moveTo>
                    <a:pt x="0" y="0"/>
                  </a:moveTo>
                  <a:lnTo>
                    <a:pt x="2764366" y="0"/>
                  </a:lnTo>
                  <a:lnTo>
                    <a:pt x="276436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1026975" y="4294018"/>
              <a:ext cx="2764366" cy="0"/>
            </a:xfrm>
            <a:custGeom>
              <a:avLst/>
              <a:pathLst>
                <a:path w="2764366" h="0">
                  <a:moveTo>
                    <a:pt x="0" y="0"/>
                  </a:moveTo>
                  <a:lnTo>
                    <a:pt x="2764366" y="0"/>
                  </a:lnTo>
                  <a:lnTo>
                    <a:pt x="276436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026975" y="4111737"/>
              <a:ext cx="2764366" cy="0"/>
            </a:xfrm>
            <a:custGeom>
              <a:avLst/>
              <a:pathLst>
                <a:path w="2764366" h="0">
                  <a:moveTo>
                    <a:pt x="0" y="0"/>
                  </a:moveTo>
                  <a:lnTo>
                    <a:pt x="2764366" y="0"/>
                  </a:lnTo>
                  <a:lnTo>
                    <a:pt x="276436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026975" y="3929455"/>
              <a:ext cx="2764366" cy="0"/>
            </a:xfrm>
            <a:custGeom>
              <a:avLst/>
              <a:pathLst>
                <a:path w="2764366" h="0">
                  <a:moveTo>
                    <a:pt x="0" y="0"/>
                  </a:moveTo>
                  <a:lnTo>
                    <a:pt x="2764366" y="0"/>
                  </a:lnTo>
                  <a:lnTo>
                    <a:pt x="276436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026975" y="3747174"/>
              <a:ext cx="2764366" cy="0"/>
            </a:xfrm>
            <a:custGeom>
              <a:avLst/>
              <a:pathLst>
                <a:path w="2764366" h="0">
                  <a:moveTo>
                    <a:pt x="0" y="0"/>
                  </a:moveTo>
                  <a:lnTo>
                    <a:pt x="2764366" y="0"/>
                  </a:lnTo>
                  <a:lnTo>
                    <a:pt x="276436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1026975" y="3564893"/>
              <a:ext cx="2764366" cy="0"/>
            </a:xfrm>
            <a:custGeom>
              <a:avLst/>
              <a:pathLst>
                <a:path w="2764366" h="0">
                  <a:moveTo>
                    <a:pt x="0" y="0"/>
                  </a:moveTo>
                  <a:lnTo>
                    <a:pt x="2764366" y="0"/>
                  </a:lnTo>
                  <a:lnTo>
                    <a:pt x="276436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026975" y="3382612"/>
              <a:ext cx="2764366" cy="0"/>
            </a:xfrm>
            <a:custGeom>
              <a:avLst/>
              <a:pathLst>
                <a:path w="2764366" h="0">
                  <a:moveTo>
                    <a:pt x="0" y="0"/>
                  </a:moveTo>
                  <a:lnTo>
                    <a:pt x="2764366" y="0"/>
                  </a:lnTo>
                  <a:lnTo>
                    <a:pt x="276436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026975" y="3200330"/>
              <a:ext cx="2764366" cy="0"/>
            </a:xfrm>
            <a:custGeom>
              <a:avLst/>
              <a:pathLst>
                <a:path w="2764366" h="0">
                  <a:moveTo>
                    <a:pt x="0" y="0"/>
                  </a:moveTo>
                  <a:lnTo>
                    <a:pt x="2764366" y="0"/>
                  </a:lnTo>
                  <a:lnTo>
                    <a:pt x="276436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026975" y="3018049"/>
              <a:ext cx="2764366" cy="0"/>
            </a:xfrm>
            <a:custGeom>
              <a:avLst/>
              <a:pathLst>
                <a:path w="2764366" h="0">
                  <a:moveTo>
                    <a:pt x="0" y="0"/>
                  </a:moveTo>
                  <a:lnTo>
                    <a:pt x="2764366" y="0"/>
                  </a:lnTo>
                  <a:lnTo>
                    <a:pt x="276436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026975" y="2835768"/>
              <a:ext cx="2764366" cy="0"/>
            </a:xfrm>
            <a:custGeom>
              <a:avLst/>
              <a:pathLst>
                <a:path w="2764366" h="0">
                  <a:moveTo>
                    <a:pt x="0" y="0"/>
                  </a:moveTo>
                  <a:lnTo>
                    <a:pt x="2764366" y="0"/>
                  </a:lnTo>
                  <a:lnTo>
                    <a:pt x="276436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026975" y="2653486"/>
              <a:ext cx="2764366" cy="0"/>
            </a:xfrm>
            <a:custGeom>
              <a:avLst/>
              <a:pathLst>
                <a:path w="2764366" h="0">
                  <a:moveTo>
                    <a:pt x="0" y="0"/>
                  </a:moveTo>
                  <a:lnTo>
                    <a:pt x="2764366" y="0"/>
                  </a:lnTo>
                  <a:lnTo>
                    <a:pt x="276436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1026975" y="2471205"/>
              <a:ext cx="2764366" cy="0"/>
            </a:xfrm>
            <a:custGeom>
              <a:avLst/>
              <a:pathLst>
                <a:path w="2764366" h="0">
                  <a:moveTo>
                    <a:pt x="0" y="0"/>
                  </a:moveTo>
                  <a:lnTo>
                    <a:pt x="2764366" y="0"/>
                  </a:lnTo>
                  <a:lnTo>
                    <a:pt x="276436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1026975" y="2288924"/>
              <a:ext cx="2764366" cy="0"/>
            </a:xfrm>
            <a:custGeom>
              <a:avLst/>
              <a:pathLst>
                <a:path w="2764366" h="0">
                  <a:moveTo>
                    <a:pt x="0" y="0"/>
                  </a:moveTo>
                  <a:lnTo>
                    <a:pt x="2764366" y="0"/>
                  </a:lnTo>
                  <a:lnTo>
                    <a:pt x="276436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1026975" y="2106643"/>
              <a:ext cx="2764366" cy="0"/>
            </a:xfrm>
            <a:custGeom>
              <a:avLst/>
              <a:pathLst>
                <a:path w="2764366" h="0">
                  <a:moveTo>
                    <a:pt x="0" y="0"/>
                  </a:moveTo>
                  <a:lnTo>
                    <a:pt x="2764366" y="0"/>
                  </a:lnTo>
                  <a:lnTo>
                    <a:pt x="276436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1026975" y="1924361"/>
              <a:ext cx="2764366" cy="0"/>
            </a:xfrm>
            <a:custGeom>
              <a:avLst/>
              <a:pathLst>
                <a:path w="2764366" h="0">
                  <a:moveTo>
                    <a:pt x="0" y="0"/>
                  </a:moveTo>
                  <a:lnTo>
                    <a:pt x="2764366" y="0"/>
                  </a:lnTo>
                  <a:lnTo>
                    <a:pt x="276436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1026975" y="1742080"/>
              <a:ext cx="2764366" cy="0"/>
            </a:xfrm>
            <a:custGeom>
              <a:avLst/>
              <a:pathLst>
                <a:path w="2764366" h="0">
                  <a:moveTo>
                    <a:pt x="0" y="0"/>
                  </a:moveTo>
                  <a:lnTo>
                    <a:pt x="2764366" y="0"/>
                  </a:lnTo>
                  <a:lnTo>
                    <a:pt x="276436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026975" y="1559799"/>
              <a:ext cx="2764366" cy="0"/>
            </a:xfrm>
            <a:custGeom>
              <a:avLst/>
              <a:pathLst>
                <a:path w="2764366" h="0">
                  <a:moveTo>
                    <a:pt x="0" y="0"/>
                  </a:moveTo>
                  <a:lnTo>
                    <a:pt x="2764366" y="0"/>
                  </a:lnTo>
                  <a:lnTo>
                    <a:pt x="276436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026975" y="1377517"/>
              <a:ext cx="2764366" cy="0"/>
            </a:xfrm>
            <a:custGeom>
              <a:avLst/>
              <a:pathLst>
                <a:path w="2764366" h="0">
                  <a:moveTo>
                    <a:pt x="0" y="0"/>
                  </a:moveTo>
                  <a:lnTo>
                    <a:pt x="2764366" y="0"/>
                  </a:lnTo>
                  <a:lnTo>
                    <a:pt x="276436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52628" y="1268149"/>
              <a:ext cx="0" cy="4958051"/>
            </a:xfrm>
            <a:custGeom>
              <a:avLst/>
              <a:pathLst>
                <a:path w="0" h="4958051">
                  <a:moveTo>
                    <a:pt x="0" y="495805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409158" y="1268149"/>
              <a:ext cx="0" cy="4958051"/>
            </a:xfrm>
            <a:custGeom>
              <a:avLst/>
              <a:pathLst>
                <a:path w="0" h="4958051">
                  <a:moveTo>
                    <a:pt x="0" y="495805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3665688" y="1268149"/>
              <a:ext cx="0" cy="4958051"/>
            </a:xfrm>
            <a:custGeom>
              <a:avLst/>
              <a:pathLst>
                <a:path w="0" h="4958051">
                  <a:moveTo>
                    <a:pt x="0" y="495805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1702968" y="4448636"/>
              <a:ext cx="55327" cy="55327"/>
            </a:xfrm>
            <a:prstGeom prst="ellipse">
              <a:avLst/>
            </a:prstGeom>
            <a:solidFill>
              <a:srgbClr val="4DBBD5">
                <a:alpha val="69803"/>
              </a:srgbClr>
            </a:solidFill>
            <a:ln w="6545" cap="rnd">
              <a:solidFill>
                <a:srgbClr val="4DBBD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1652707" y="6089167"/>
              <a:ext cx="55327" cy="55327"/>
            </a:xfrm>
            <a:prstGeom prst="ellipse">
              <a:avLst/>
            </a:prstGeom>
            <a:solidFill>
              <a:srgbClr val="4DBBD5">
                <a:alpha val="69803"/>
              </a:srgbClr>
            </a:solidFill>
            <a:ln w="6545" cap="rnd">
              <a:solidFill>
                <a:srgbClr val="4DBBD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1715533" y="3901792"/>
              <a:ext cx="55327" cy="55327"/>
            </a:xfrm>
            <a:prstGeom prst="ellipse">
              <a:avLst/>
            </a:prstGeom>
            <a:solidFill>
              <a:srgbClr val="4DBBD5">
                <a:alpha val="69803"/>
              </a:srgbClr>
            </a:solidFill>
            <a:ln w="6545" cap="rnd">
              <a:solidFill>
                <a:srgbClr val="4DBBD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1690402" y="4995479"/>
              <a:ext cx="55327" cy="55327"/>
            </a:xfrm>
            <a:prstGeom prst="ellipse">
              <a:avLst/>
            </a:prstGeom>
            <a:solidFill>
              <a:srgbClr val="4DBBD5">
                <a:alpha val="69803"/>
              </a:srgbClr>
            </a:solidFill>
            <a:ln w="6545" cap="rnd">
              <a:solidFill>
                <a:srgbClr val="4DBBD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1702968" y="4084073"/>
              <a:ext cx="55327" cy="55327"/>
            </a:xfrm>
            <a:prstGeom prst="ellipse">
              <a:avLst/>
            </a:prstGeom>
            <a:solidFill>
              <a:srgbClr val="4DBBD5">
                <a:alpha val="69803"/>
              </a:srgbClr>
            </a:solidFill>
            <a:ln w="6545" cap="rnd">
              <a:solidFill>
                <a:srgbClr val="4DBBD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1728098" y="3719510"/>
              <a:ext cx="55327" cy="55327"/>
            </a:xfrm>
            <a:prstGeom prst="ellipse">
              <a:avLst/>
            </a:prstGeom>
            <a:solidFill>
              <a:srgbClr val="4DBBD5">
                <a:alpha val="69803"/>
              </a:srgbClr>
            </a:solidFill>
            <a:ln w="6545" cap="rnd">
              <a:solidFill>
                <a:srgbClr val="4DBBD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1790925" y="2808104"/>
              <a:ext cx="55327" cy="55327"/>
            </a:xfrm>
            <a:prstGeom prst="ellipse">
              <a:avLst/>
            </a:prstGeom>
            <a:solidFill>
              <a:srgbClr val="4DBBD5">
                <a:alpha val="69803"/>
              </a:srgbClr>
            </a:solidFill>
            <a:ln w="6545" cap="rnd">
              <a:solidFill>
                <a:srgbClr val="4DBBD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1690402" y="4813198"/>
              <a:ext cx="55327" cy="55327"/>
            </a:xfrm>
            <a:prstGeom prst="ellipse">
              <a:avLst/>
            </a:prstGeom>
            <a:solidFill>
              <a:srgbClr val="4DBBD5">
                <a:alpha val="69803"/>
              </a:srgbClr>
            </a:solidFill>
            <a:ln w="6545" cap="rnd">
              <a:solidFill>
                <a:srgbClr val="4DBBD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1929143" y="1714416"/>
              <a:ext cx="55327" cy="55327"/>
            </a:xfrm>
            <a:prstGeom prst="ellipse">
              <a:avLst/>
            </a:prstGeom>
            <a:solidFill>
              <a:srgbClr val="4DBBD5">
                <a:alpha val="69803"/>
              </a:srgbClr>
            </a:solidFill>
            <a:ln w="6545" cap="rnd">
              <a:solidFill>
                <a:srgbClr val="4DBBD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1702968" y="4266354"/>
              <a:ext cx="55327" cy="55327"/>
            </a:xfrm>
            <a:prstGeom prst="ellipse">
              <a:avLst/>
            </a:prstGeom>
            <a:solidFill>
              <a:srgbClr val="4DBBD5">
                <a:alpha val="69803"/>
              </a:srgbClr>
            </a:solidFill>
            <a:ln w="6545" cap="rnd">
              <a:solidFill>
                <a:srgbClr val="4DBBD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1765794" y="3354948"/>
              <a:ext cx="55327" cy="55327"/>
            </a:xfrm>
            <a:prstGeom prst="ellipse">
              <a:avLst/>
            </a:prstGeom>
            <a:solidFill>
              <a:srgbClr val="4DBBD5">
                <a:alpha val="69803"/>
              </a:srgbClr>
            </a:solidFill>
            <a:ln w="6545" cap="rnd">
              <a:solidFill>
                <a:srgbClr val="4DBBD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1677837" y="5360042"/>
              <a:ext cx="55327" cy="55327"/>
            </a:xfrm>
            <a:prstGeom prst="ellipse">
              <a:avLst/>
            </a:prstGeom>
            <a:solidFill>
              <a:srgbClr val="4DBBD5">
                <a:alpha val="69803"/>
              </a:srgbClr>
            </a:solidFill>
            <a:ln w="6545" cap="rnd">
              <a:solidFill>
                <a:srgbClr val="4DBBD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1790925" y="2990385"/>
              <a:ext cx="55327" cy="55327"/>
            </a:xfrm>
            <a:prstGeom prst="ellipse">
              <a:avLst/>
            </a:prstGeom>
            <a:solidFill>
              <a:srgbClr val="4DBBD5">
                <a:alpha val="69803"/>
              </a:srgbClr>
            </a:solidFill>
            <a:ln w="6545" cap="rnd">
              <a:solidFill>
                <a:srgbClr val="4DBBD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1677837" y="5177761"/>
              <a:ext cx="55327" cy="55327"/>
            </a:xfrm>
            <a:prstGeom prst="ellipse">
              <a:avLst/>
            </a:prstGeom>
            <a:solidFill>
              <a:srgbClr val="4DBBD5">
                <a:alpha val="69803"/>
              </a:srgbClr>
            </a:solidFill>
            <a:ln w="6545" cap="rnd">
              <a:solidFill>
                <a:srgbClr val="4DBBD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1929143" y="1532135"/>
              <a:ext cx="55327" cy="55327"/>
            </a:xfrm>
            <a:prstGeom prst="ellipse">
              <a:avLst/>
            </a:prstGeom>
            <a:solidFill>
              <a:srgbClr val="4DBBD5">
                <a:alpha val="69803"/>
              </a:srgbClr>
            </a:solidFill>
            <a:ln w="6545" cap="rnd">
              <a:solidFill>
                <a:srgbClr val="4DBBD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1690402" y="4630917"/>
              <a:ext cx="55327" cy="55327"/>
            </a:xfrm>
            <a:prstGeom prst="ellipse">
              <a:avLst/>
            </a:prstGeom>
            <a:solidFill>
              <a:srgbClr val="4DBBD5">
                <a:alpha val="69803"/>
              </a:srgbClr>
            </a:solidFill>
            <a:ln w="6545" cap="rnd">
              <a:solidFill>
                <a:srgbClr val="4DBBD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1652707" y="5906886"/>
              <a:ext cx="55327" cy="55327"/>
            </a:xfrm>
            <a:prstGeom prst="ellipse">
              <a:avLst/>
            </a:prstGeom>
            <a:solidFill>
              <a:srgbClr val="4DBBD5">
                <a:alpha val="69803"/>
              </a:srgbClr>
            </a:solidFill>
            <a:ln w="6545" cap="rnd">
              <a:solidFill>
                <a:srgbClr val="4DBBD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1853751" y="2261260"/>
              <a:ext cx="55327" cy="55327"/>
            </a:xfrm>
            <a:prstGeom prst="ellipse">
              <a:avLst/>
            </a:prstGeom>
            <a:solidFill>
              <a:srgbClr val="4DBBD5">
                <a:alpha val="69803"/>
              </a:srgbClr>
            </a:solidFill>
            <a:ln w="6545" cap="rnd">
              <a:solidFill>
                <a:srgbClr val="4DBBD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1728098" y="3537229"/>
              <a:ext cx="55327" cy="55327"/>
            </a:xfrm>
            <a:prstGeom prst="ellipse">
              <a:avLst/>
            </a:prstGeom>
            <a:solidFill>
              <a:srgbClr val="4DBBD5">
                <a:alpha val="69803"/>
              </a:srgbClr>
            </a:solidFill>
            <a:ln w="6545" cap="rnd">
              <a:solidFill>
                <a:srgbClr val="4DBBD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1991970" y="1349853"/>
              <a:ext cx="55327" cy="55327"/>
            </a:xfrm>
            <a:prstGeom prst="ellipse">
              <a:avLst/>
            </a:prstGeom>
            <a:solidFill>
              <a:srgbClr val="4DBBD5">
                <a:alpha val="69803"/>
              </a:srgbClr>
            </a:solidFill>
            <a:ln w="6545" cap="rnd">
              <a:solidFill>
                <a:srgbClr val="4DBBD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1665272" y="5724605"/>
              <a:ext cx="55327" cy="55327"/>
            </a:xfrm>
            <a:prstGeom prst="ellipse">
              <a:avLst/>
            </a:prstGeom>
            <a:solidFill>
              <a:srgbClr val="4DBBD5">
                <a:alpha val="69803"/>
              </a:srgbClr>
            </a:solidFill>
            <a:ln w="6545" cap="rnd">
              <a:solidFill>
                <a:srgbClr val="4DBBD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1916578" y="1896697"/>
              <a:ext cx="55327" cy="55327"/>
            </a:xfrm>
            <a:prstGeom prst="ellipse">
              <a:avLst/>
            </a:prstGeom>
            <a:solidFill>
              <a:srgbClr val="4DBBD5">
                <a:alpha val="69803"/>
              </a:srgbClr>
            </a:solidFill>
            <a:ln w="6545" cap="rnd">
              <a:solidFill>
                <a:srgbClr val="4DBBD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1778360" y="3172666"/>
              <a:ext cx="55327" cy="55327"/>
            </a:xfrm>
            <a:prstGeom prst="ellipse">
              <a:avLst/>
            </a:prstGeom>
            <a:solidFill>
              <a:srgbClr val="4DBBD5">
                <a:alpha val="69803"/>
              </a:srgbClr>
            </a:solidFill>
            <a:ln w="6545" cap="rnd">
              <a:solidFill>
                <a:srgbClr val="4DBBD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1790925" y="2625823"/>
              <a:ext cx="55327" cy="55327"/>
            </a:xfrm>
            <a:prstGeom prst="ellipse">
              <a:avLst/>
            </a:prstGeom>
            <a:solidFill>
              <a:srgbClr val="4DBBD5">
                <a:alpha val="69803"/>
              </a:srgbClr>
            </a:solidFill>
            <a:ln w="6545" cap="rnd">
              <a:solidFill>
                <a:srgbClr val="4DBBD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1803490" y="2443541"/>
              <a:ext cx="55327" cy="55327"/>
            </a:xfrm>
            <a:prstGeom prst="ellipse">
              <a:avLst/>
            </a:prstGeom>
            <a:solidFill>
              <a:srgbClr val="4DBBD5">
                <a:alpha val="69803"/>
              </a:srgbClr>
            </a:solidFill>
            <a:ln w="6545" cap="rnd">
              <a:solidFill>
                <a:srgbClr val="4DBBD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1904013" y="2078979"/>
              <a:ext cx="55327" cy="55327"/>
            </a:xfrm>
            <a:prstGeom prst="ellipse">
              <a:avLst/>
            </a:prstGeom>
            <a:solidFill>
              <a:srgbClr val="4DBBD5">
                <a:alpha val="69803"/>
              </a:srgbClr>
            </a:solidFill>
            <a:ln w="6545" cap="rnd">
              <a:solidFill>
                <a:srgbClr val="4DBBD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1665272" y="5542323"/>
              <a:ext cx="55327" cy="55327"/>
            </a:xfrm>
            <a:prstGeom prst="ellipse">
              <a:avLst/>
            </a:prstGeom>
            <a:solidFill>
              <a:srgbClr val="4DBBD5">
                <a:alpha val="69803"/>
              </a:srgbClr>
            </a:solidFill>
            <a:ln w="6545" cap="rnd">
              <a:solidFill>
                <a:srgbClr val="4DBBD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rc63"/>
            <p:cNvSpPr/>
            <p:nvPr/>
          </p:nvSpPr>
          <p:spPr>
            <a:xfrm>
              <a:off x="4066540" y="1268149"/>
              <a:ext cx="2764366" cy="495805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4066540" y="5654117"/>
              <a:ext cx="2764366" cy="0"/>
            </a:xfrm>
            <a:custGeom>
              <a:avLst/>
              <a:pathLst>
                <a:path w="2764366" h="0">
                  <a:moveTo>
                    <a:pt x="0" y="0"/>
                  </a:moveTo>
                  <a:lnTo>
                    <a:pt x="2764366" y="0"/>
                  </a:lnTo>
                  <a:lnTo>
                    <a:pt x="276436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4066540" y="4700646"/>
              <a:ext cx="2764366" cy="0"/>
            </a:xfrm>
            <a:custGeom>
              <a:avLst/>
              <a:pathLst>
                <a:path w="2764366" h="0">
                  <a:moveTo>
                    <a:pt x="0" y="0"/>
                  </a:moveTo>
                  <a:lnTo>
                    <a:pt x="2764366" y="0"/>
                  </a:lnTo>
                  <a:lnTo>
                    <a:pt x="276436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4066540" y="3747174"/>
              <a:ext cx="2764366" cy="0"/>
            </a:xfrm>
            <a:custGeom>
              <a:avLst/>
              <a:pathLst>
                <a:path w="2764366" h="0">
                  <a:moveTo>
                    <a:pt x="0" y="0"/>
                  </a:moveTo>
                  <a:lnTo>
                    <a:pt x="2764366" y="0"/>
                  </a:lnTo>
                  <a:lnTo>
                    <a:pt x="276436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4066540" y="2793703"/>
              <a:ext cx="2764366" cy="0"/>
            </a:xfrm>
            <a:custGeom>
              <a:avLst/>
              <a:pathLst>
                <a:path w="2764366" h="0">
                  <a:moveTo>
                    <a:pt x="0" y="0"/>
                  </a:moveTo>
                  <a:lnTo>
                    <a:pt x="2764366" y="0"/>
                  </a:lnTo>
                  <a:lnTo>
                    <a:pt x="276436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4066540" y="1840231"/>
              <a:ext cx="2764366" cy="0"/>
            </a:xfrm>
            <a:custGeom>
              <a:avLst/>
              <a:pathLst>
                <a:path w="2764366" h="0">
                  <a:moveTo>
                    <a:pt x="0" y="0"/>
                  </a:moveTo>
                  <a:lnTo>
                    <a:pt x="2764366" y="0"/>
                  </a:lnTo>
                  <a:lnTo>
                    <a:pt x="276436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4192193" y="1268149"/>
              <a:ext cx="0" cy="4958051"/>
            </a:xfrm>
            <a:custGeom>
              <a:avLst/>
              <a:pathLst>
                <a:path w="0" h="4958051">
                  <a:moveTo>
                    <a:pt x="0" y="495805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5448723" y="1268149"/>
              <a:ext cx="0" cy="4958051"/>
            </a:xfrm>
            <a:custGeom>
              <a:avLst/>
              <a:pathLst>
                <a:path w="0" h="4958051">
                  <a:moveTo>
                    <a:pt x="0" y="495805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6705253" y="1268149"/>
              <a:ext cx="0" cy="4958051"/>
            </a:xfrm>
            <a:custGeom>
              <a:avLst/>
              <a:pathLst>
                <a:path w="0" h="4958051">
                  <a:moveTo>
                    <a:pt x="0" y="495805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5747757" y="3719510"/>
              <a:ext cx="55327" cy="55327"/>
            </a:xfrm>
            <a:prstGeom prst="ellipse">
              <a:avLst/>
            </a:prstGeom>
            <a:solidFill>
              <a:srgbClr val="4DBBD5">
                <a:alpha val="69803"/>
              </a:srgbClr>
            </a:solidFill>
            <a:ln w="6545" cap="rnd">
              <a:solidFill>
                <a:srgbClr val="4DBBD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5684930" y="5626453"/>
              <a:ext cx="55327" cy="55327"/>
            </a:xfrm>
            <a:prstGeom prst="ellipse">
              <a:avLst/>
            </a:prstGeom>
            <a:solidFill>
              <a:srgbClr val="4DBBD5">
                <a:alpha val="69803"/>
              </a:srgbClr>
            </a:solidFill>
            <a:ln w="6545" cap="rnd">
              <a:solidFill>
                <a:srgbClr val="4DBBD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5747757" y="2766039"/>
              <a:ext cx="55327" cy="55327"/>
            </a:xfrm>
            <a:prstGeom prst="ellipse">
              <a:avLst/>
            </a:prstGeom>
            <a:solidFill>
              <a:srgbClr val="4DBBD5">
                <a:alpha val="69803"/>
              </a:srgbClr>
            </a:solidFill>
            <a:ln w="6545" cap="rnd">
              <a:solidFill>
                <a:srgbClr val="4DBBD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5684930" y="4672982"/>
              <a:ext cx="55327" cy="55327"/>
            </a:xfrm>
            <a:prstGeom prst="ellipse">
              <a:avLst/>
            </a:prstGeom>
            <a:solidFill>
              <a:srgbClr val="4DBBD5">
                <a:alpha val="69803"/>
              </a:srgbClr>
            </a:solidFill>
            <a:ln w="6545" cap="rnd">
              <a:solidFill>
                <a:srgbClr val="4DBBD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6589632" y="1812568"/>
              <a:ext cx="55327" cy="55327"/>
            </a:xfrm>
            <a:prstGeom prst="ellipse">
              <a:avLst/>
            </a:prstGeom>
            <a:solidFill>
              <a:srgbClr val="4DBBD5">
                <a:alpha val="69803"/>
              </a:srgbClr>
            </a:solidFill>
            <a:ln w="6545" cap="rnd">
              <a:solidFill>
                <a:srgbClr val="4DBBD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rc77"/>
            <p:cNvSpPr/>
            <p:nvPr/>
          </p:nvSpPr>
          <p:spPr>
            <a:xfrm>
              <a:off x="7106105" y="1268149"/>
              <a:ext cx="2764366" cy="495805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7106105" y="6085878"/>
              <a:ext cx="2764366" cy="0"/>
            </a:xfrm>
            <a:custGeom>
              <a:avLst/>
              <a:pathLst>
                <a:path w="2764366" h="0">
                  <a:moveTo>
                    <a:pt x="0" y="0"/>
                  </a:moveTo>
                  <a:lnTo>
                    <a:pt x="2764366" y="0"/>
                  </a:lnTo>
                  <a:lnTo>
                    <a:pt x="276436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7106105" y="5852007"/>
              <a:ext cx="2764366" cy="0"/>
            </a:xfrm>
            <a:custGeom>
              <a:avLst/>
              <a:pathLst>
                <a:path w="2764366" h="0">
                  <a:moveTo>
                    <a:pt x="0" y="0"/>
                  </a:moveTo>
                  <a:lnTo>
                    <a:pt x="2764366" y="0"/>
                  </a:lnTo>
                  <a:lnTo>
                    <a:pt x="276436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7106105" y="5618137"/>
              <a:ext cx="2764366" cy="0"/>
            </a:xfrm>
            <a:custGeom>
              <a:avLst/>
              <a:pathLst>
                <a:path w="2764366" h="0">
                  <a:moveTo>
                    <a:pt x="0" y="0"/>
                  </a:moveTo>
                  <a:lnTo>
                    <a:pt x="2764366" y="0"/>
                  </a:lnTo>
                  <a:lnTo>
                    <a:pt x="276436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7106105" y="5384267"/>
              <a:ext cx="2764366" cy="0"/>
            </a:xfrm>
            <a:custGeom>
              <a:avLst/>
              <a:pathLst>
                <a:path w="2764366" h="0">
                  <a:moveTo>
                    <a:pt x="0" y="0"/>
                  </a:moveTo>
                  <a:lnTo>
                    <a:pt x="2764366" y="0"/>
                  </a:lnTo>
                  <a:lnTo>
                    <a:pt x="276436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7106105" y="5150396"/>
              <a:ext cx="2764366" cy="0"/>
            </a:xfrm>
            <a:custGeom>
              <a:avLst/>
              <a:pathLst>
                <a:path w="2764366" h="0">
                  <a:moveTo>
                    <a:pt x="0" y="0"/>
                  </a:moveTo>
                  <a:lnTo>
                    <a:pt x="2764366" y="0"/>
                  </a:lnTo>
                  <a:lnTo>
                    <a:pt x="276436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7106105" y="4916526"/>
              <a:ext cx="2764366" cy="0"/>
            </a:xfrm>
            <a:custGeom>
              <a:avLst/>
              <a:pathLst>
                <a:path w="2764366" h="0">
                  <a:moveTo>
                    <a:pt x="0" y="0"/>
                  </a:moveTo>
                  <a:lnTo>
                    <a:pt x="2764366" y="0"/>
                  </a:lnTo>
                  <a:lnTo>
                    <a:pt x="276436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7106105" y="4682656"/>
              <a:ext cx="2764366" cy="0"/>
            </a:xfrm>
            <a:custGeom>
              <a:avLst/>
              <a:pathLst>
                <a:path w="2764366" h="0">
                  <a:moveTo>
                    <a:pt x="0" y="0"/>
                  </a:moveTo>
                  <a:lnTo>
                    <a:pt x="2764366" y="0"/>
                  </a:lnTo>
                  <a:lnTo>
                    <a:pt x="276436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7106105" y="4448785"/>
              <a:ext cx="2764366" cy="0"/>
            </a:xfrm>
            <a:custGeom>
              <a:avLst/>
              <a:pathLst>
                <a:path w="2764366" h="0">
                  <a:moveTo>
                    <a:pt x="0" y="0"/>
                  </a:moveTo>
                  <a:lnTo>
                    <a:pt x="2764366" y="0"/>
                  </a:lnTo>
                  <a:lnTo>
                    <a:pt x="276436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7106105" y="4214915"/>
              <a:ext cx="2764366" cy="0"/>
            </a:xfrm>
            <a:custGeom>
              <a:avLst/>
              <a:pathLst>
                <a:path w="2764366" h="0">
                  <a:moveTo>
                    <a:pt x="0" y="0"/>
                  </a:moveTo>
                  <a:lnTo>
                    <a:pt x="2764366" y="0"/>
                  </a:lnTo>
                  <a:lnTo>
                    <a:pt x="276436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7106105" y="3981045"/>
              <a:ext cx="2764366" cy="0"/>
            </a:xfrm>
            <a:custGeom>
              <a:avLst/>
              <a:pathLst>
                <a:path w="2764366" h="0">
                  <a:moveTo>
                    <a:pt x="0" y="0"/>
                  </a:moveTo>
                  <a:lnTo>
                    <a:pt x="2764366" y="0"/>
                  </a:lnTo>
                  <a:lnTo>
                    <a:pt x="276436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7106105" y="3747174"/>
              <a:ext cx="2764366" cy="0"/>
            </a:xfrm>
            <a:custGeom>
              <a:avLst/>
              <a:pathLst>
                <a:path w="2764366" h="0">
                  <a:moveTo>
                    <a:pt x="0" y="0"/>
                  </a:moveTo>
                  <a:lnTo>
                    <a:pt x="2764366" y="0"/>
                  </a:lnTo>
                  <a:lnTo>
                    <a:pt x="276436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7106105" y="3513304"/>
              <a:ext cx="2764366" cy="0"/>
            </a:xfrm>
            <a:custGeom>
              <a:avLst/>
              <a:pathLst>
                <a:path w="2764366" h="0">
                  <a:moveTo>
                    <a:pt x="0" y="0"/>
                  </a:moveTo>
                  <a:lnTo>
                    <a:pt x="2764366" y="0"/>
                  </a:lnTo>
                  <a:lnTo>
                    <a:pt x="276436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7106105" y="3279433"/>
              <a:ext cx="2764366" cy="0"/>
            </a:xfrm>
            <a:custGeom>
              <a:avLst/>
              <a:pathLst>
                <a:path w="2764366" h="0">
                  <a:moveTo>
                    <a:pt x="0" y="0"/>
                  </a:moveTo>
                  <a:lnTo>
                    <a:pt x="2764366" y="0"/>
                  </a:lnTo>
                  <a:lnTo>
                    <a:pt x="276436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7106105" y="3045563"/>
              <a:ext cx="2764366" cy="0"/>
            </a:xfrm>
            <a:custGeom>
              <a:avLst/>
              <a:pathLst>
                <a:path w="2764366" h="0">
                  <a:moveTo>
                    <a:pt x="0" y="0"/>
                  </a:moveTo>
                  <a:lnTo>
                    <a:pt x="2764366" y="0"/>
                  </a:lnTo>
                  <a:lnTo>
                    <a:pt x="276436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7106105" y="2811693"/>
              <a:ext cx="2764366" cy="0"/>
            </a:xfrm>
            <a:custGeom>
              <a:avLst/>
              <a:pathLst>
                <a:path w="2764366" h="0">
                  <a:moveTo>
                    <a:pt x="0" y="0"/>
                  </a:moveTo>
                  <a:lnTo>
                    <a:pt x="2764366" y="0"/>
                  </a:lnTo>
                  <a:lnTo>
                    <a:pt x="276436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7106105" y="2577822"/>
              <a:ext cx="2764366" cy="0"/>
            </a:xfrm>
            <a:custGeom>
              <a:avLst/>
              <a:pathLst>
                <a:path w="2764366" h="0">
                  <a:moveTo>
                    <a:pt x="0" y="0"/>
                  </a:moveTo>
                  <a:lnTo>
                    <a:pt x="2764366" y="0"/>
                  </a:lnTo>
                  <a:lnTo>
                    <a:pt x="276436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7106105" y="2343952"/>
              <a:ext cx="2764366" cy="0"/>
            </a:xfrm>
            <a:custGeom>
              <a:avLst/>
              <a:pathLst>
                <a:path w="2764366" h="0">
                  <a:moveTo>
                    <a:pt x="0" y="0"/>
                  </a:moveTo>
                  <a:lnTo>
                    <a:pt x="2764366" y="0"/>
                  </a:lnTo>
                  <a:lnTo>
                    <a:pt x="276436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7106105" y="2110082"/>
              <a:ext cx="2764366" cy="0"/>
            </a:xfrm>
            <a:custGeom>
              <a:avLst/>
              <a:pathLst>
                <a:path w="2764366" h="0">
                  <a:moveTo>
                    <a:pt x="0" y="0"/>
                  </a:moveTo>
                  <a:lnTo>
                    <a:pt x="2764366" y="0"/>
                  </a:lnTo>
                  <a:lnTo>
                    <a:pt x="276436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7106105" y="1876211"/>
              <a:ext cx="2764366" cy="0"/>
            </a:xfrm>
            <a:custGeom>
              <a:avLst/>
              <a:pathLst>
                <a:path w="2764366" h="0">
                  <a:moveTo>
                    <a:pt x="0" y="0"/>
                  </a:moveTo>
                  <a:lnTo>
                    <a:pt x="2764366" y="0"/>
                  </a:lnTo>
                  <a:lnTo>
                    <a:pt x="276436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7106105" y="1642341"/>
              <a:ext cx="2764366" cy="0"/>
            </a:xfrm>
            <a:custGeom>
              <a:avLst/>
              <a:pathLst>
                <a:path w="2764366" h="0">
                  <a:moveTo>
                    <a:pt x="0" y="0"/>
                  </a:moveTo>
                  <a:lnTo>
                    <a:pt x="2764366" y="0"/>
                  </a:lnTo>
                  <a:lnTo>
                    <a:pt x="276436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7106105" y="1408471"/>
              <a:ext cx="2764366" cy="0"/>
            </a:xfrm>
            <a:custGeom>
              <a:avLst/>
              <a:pathLst>
                <a:path w="2764366" h="0">
                  <a:moveTo>
                    <a:pt x="0" y="0"/>
                  </a:moveTo>
                  <a:lnTo>
                    <a:pt x="2764366" y="0"/>
                  </a:lnTo>
                  <a:lnTo>
                    <a:pt x="276436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7231758" y="1268149"/>
              <a:ext cx="0" cy="4958051"/>
            </a:xfrm>
            <a:custGeom>
              <a:avLst/>
              <a:pathLst>
                <a:path w="0" h="4958051">
                  <a:moveTo>
                    <a:pt x="0" y="495805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8488288" y="1268149"/>
              <a:ext cx="0" cy="4958051"/>
            </a:xfrm>
            <a:custGeom>
              <a:avLst/>
              <a:pathLst>
                <a:path w="0" h="4958051">
                  <a:moveTo>
                    <a:pt x="0" y="495805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9744818" y="1268149"/>
              <a:ext cx="0" cy="4958051"/>
            </a:xfrm>
            <a:custGeom>
              <a:avLst/>
              <a:pathLst>
                <a:path w="0" h="4958051">
                  <a:moveTo>
                    <a:pt x="0" y="495805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7669010" y="5590473"/>
              <a:ext cx="55327" cy="55327"/>
            </a:xfrm>
            <a:prstGeom prst="ellipse">
              <a:avLst/>
            </a:prstGeom>
            <a:solidFill>
              <a:srgbClr val="E64B35">
                <a:alpha val="69803"/>
              </a:srgbClr>
            </a:solidFill>
            <a:ln w="6545" cap="rnd">
              <a:solidFill>
                <a:srgbClr val="E64B3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7643879" y="5824343"/>
              <a:ext cx="55327" cy="55327"/>
            </a:xfrm>
            <a:prstGeom prst="ellipse">
              <a:avLst/>
            </a:prstGeom>
            <a:solidFill>
              <a:srgbClr val="E64B35">
                <a:alpha val="69803"/>
              </a:srgbClr>
            </a:solidFill>
            <a:ln w="6545" cap="rnd">
              <a:solidFill>
                <a:srgbClr val="E64B3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8711930" y="3719510"/>
              <a:ext cx="55327" cy="55327"/>
            </a:xfrm>
            <a:prstGeom prst="ellipse">
              <a:avLst/>
            </a:prstGeom>
            <a:solidFill>
              <a:srgbClr val="E64B35">
                <a:alpha val="69803"/>
              </a:srgbClr>
            </a:solidFill>
            <a:ln w="6545" cap="rnd">
              <a:solidFill>
                <a:srgbClr val="E64B3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7618749" y="6058214"/>
              <a:ext cx="55327" cy="55327"/>
            </a:xfrm>
            <a:prstGeom prst="ellipse">
              <a:avLst/>
            </a:prstGeom>
            <a:solidFill>
              <a:srgbClr val="E64B35">
                <a:alpha val="69803"/>
              </a:srgbClr>
            </a:solidFill>
            <a:ln w="6545" cap="rnd">
              <a:solidFill>
                <a:srgbClr val="E64B3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8636538" y="5356603"/>
              <a:ext cx="55327" cy="55327"/>
            </a:xfrm>
            <a:prstGeom prst="ellipse">
              <a:avLst/>
            </a:prstGeom>
            <a:solidFill>
              <a:srgbClr val="E64B35">
                <a:alpha val="69803"/>
              </a:srgbClr>
            </a:solidFill>
            <a:ln w="6545" cap="rnd">
              <a:solidFill>
                <a:srgbClr val="E64B3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8699365" y="4421121"/>
              <a:ext cx="55327" cy="55327"/>
            </a:xfrm>
            <a:prstGeom prst="ellipse">
              <a:avLst/>
            </a:prstGeom>
            <a:solidFill>
              <a:srgbClr val="E64B35">
                <a:alpha val="69803"/>
              </a:srgbClr>
            </a:solidFill>
            <a:ln w="6545" cap="rnd">
              <a:solidFill>
                <a:srgbClr val="E64B3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8749626" y="2784029"/>
              <a:ext cx="55327" cy="55327"/>
            </a:xfrm>
            <a:prstGeom prst="ellipse">
              <a:avLst/>
            </a:prstGeom>
            <a:solidFill>
              <a:srgbClr val="E64B35">
                <a:alpha val="69803"/>
              </a:srgbClr>
            </a:solidFill>
            <a:ln w="6545" cap="rnd">
              <a:solidFill>
                <a:srgbClr val="E64B3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8699365" y="4187251"/>
              <a:ext cx="55327" cy="55327"/>
            </a:xfrm>
            <a:prstGeom prst="ellipse">
              <a:avLst/>
            </a:prstGeom>
            <a:solidFill>
              <a:srgbClr val="E64B35">
                <a:alpha val="69803"/>
              </a:srgbClr>
            </a:solidFill>
            <a:ln w="6545" cap="rnd">
              <a:solidFill>
                <a:srgbClr val="E64B3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8737061" y="3251770"/>
              <a:ext cx="55327" cy="55327"/>
            </a:xfrm>
            <a:prstGeom prst="ellipse">
              <a:avLst/>
            </a:prstGeom>
            <a:solidFill>
              <a:srgbClr val="E64B35">
                <a:alpha val="69803"/>
              </a:srgbClr>
            </a:solidFill>
            <a:ln w="6545" cap="rnd">
              <a:solidFill>
                <a:srgbClr val="E64B3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8724495" y="3485640"/>
              <a:ext cx="55327" cy="55327"/>
            </a:xfrm>
            <a:prstGeom prst="ellipse">
              <a:avLst/>
            </a:prstGeom>
            <a:solidFill>
              <a:srgbClr val="E64B35">
                <a:alpha val="69803"/>
              </a:srgbClr>
            </a:solidFill>
            <a:ln w="6545" cap="rnd">
              <a:solidFill>
                <a:srgbClr val="E64B3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8749626" y="3017899"/>
              <a:ext cx="55327" cy="55327"/>
            </a:xfrm>
            <a:prstGeom prst="ellipse">
              <a:avLst/>
            </a:prstGeom>
            <a:solidFill>
              <a:srgbClr val="E64B35">
                <a:alpha val="69803"/>
              </a:srgbClr>
            </a:solidFill>
            <a:ln w="6545" cap="rnd">
              <a:solidFill>
                <a:srgbClr val="E64B3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8699365" y="4654992"/>
              <a:ext cx="55327" cy="55327"/>
            </a:xfrm>
            <a:prstGeom prst="ellipse">
              <a:avLst/>
            </a:prstGeom>
            <a:solidFill>
              <a:srgbClr val="E64B35">
                <a:alpha val="69803"/>
              </a:srgbClr>
            </a:solidFill>
            <a:ln w="6545" cap="rnd">
              <a:solidFill>
                <a:srgbClr val="E64B3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8686799" y="5122732"/>
              <a:ext cx="55327" cy="55327"/>
            </a:xfrm>
            <a:prstGeom prst="ellipse">
              <a:avLst/>
            </a:prstGeom>
            <a:solidFill>
              <a:srgbClr val="E64B35">
                <a:alpha val="69803"/>
              </a:srgbClr>
            </a:solidFill>
            <a:ln w="6545" cap="rnd">
              <a:solidFill>
                <a:srgbClr val="E64B3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8762191" y="2550159"/>
              <a:ext cx="55327" cy="55327"/>
            </a:xfrm>
            <a:prstGeom prst="ellipse">
              <a:avLst/>
            </a:prstGeom>
            <a:solidFill>
              <a:srgbClr val="E64B35">
                <a:alpha val="69803"/>
              </a:srgbClr>
            </a:solidFill>
            <a:ln w="6545" cap="rnd">
              <a:solidFill>
                <a:srgbClr val="E64B3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8699365" y="3953381"/>
              <a:ext cx="55327" cy="55327"/>
            </a:xfrm>
            <a:prstGeom prst="ellipse">
              <a:avLst/>
            </a:prstGeom>
            <a:solidFill>
              <a:srgbClr val="E64B35">
                <a:alpha val="69803"/>
              </a:srgbClr>
            </a:solidFill>
            <a:ln w="6545" cap="rnd">
              <a:solidFill>
                <a:srgbClr val="E64B3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8774756" y="2316288"/>
              <a:ext cx="55327" cy="55327"/>
            </a:xfrm>
            <a:prstGeom prst="ellipse">
              <a:avLst/>
            </a:prstGeom>
            <a:solidFill>
              <a:srgbClr val="E64B35">
                <a:alpha val="69803"/>
              </a:srgbClr>
            </a:solidFill>
            <a:ln w="6545" cap="rnd">
              <a:solidFill>
                <a:srgbClr val="E64B3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8774756" y="2082418"/>
              <a:ext cx="55327" cy="55327"/>
            </a:xfrm>
            <a:prstGeom prst="ellipse">
              <a:avLst/>
            </a:prstGeom>
            <a:solidFill>
              <a:srgbClr val="E64B35">
                <a:alpha val="69803"/>
              </a:srgbClr>
            </a:solidFill>
            <a:ln w="6545" cap="rnd">
              <a:solidFill>
                <a:srgbClr val="E64B3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9"/>
            <p:cNvSpPr/>
            <p:nvPr/>
          </p:nvSpPr>
          <p:spPr>
            <a:xfrm>
              <a:off x="9516109" y="1614677"/>
              <a:ext cx="55327" cy="55327"/>
            </a:xfrm>
            <a:prstGeom prst="ellipse">
              <a:avLst/>
            </a:prstGeom>
            <a:solidFill>
              <a:srgbClr val="E64B35">
                <a:alpha val="69803"/>
              </a:srgbClr>
            </a:solidFill>
            <a:ln w="6545" cap="rnd">
              <a:solidFill>
                <a:srgbClr val="E64B3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9478413" y="1848548"/>
              <a:ext cx="55327" cy="55327"/>
            </a:xfrm>
            <a:prstGeom prst="ellipse">
              <a:avLst/>
            </a:prstGeom>
            <a:solidFill>
              <a:srgbClr val="E64B35">
                <a:alpha val="69803"/>
              </a:srgbClr>
            </a:solidFill>
            <a:ln w="6545" cap="rnd">
              <a:solidFill>
                <a:srgbClr val="E64B3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1"/>
            <p:cNvSpPr/>
            <p:nvPr/>
          </p:nvSpPr>
          <p:spPr>
            <a:xfrm>
              <a:off x="8686799" y="4888862"/>
              <a:ext cx="55327" cy="55327"/>
            </a:xfrm>
            <a:prstGeom prst="ellipse">
              <a:avLst/>
            </a:prstGeom>
            <a:solidFill>
              <a:srgbClr val="E64B35">
                <a:alpha val="69803"/>
              </a:srgbClr>
            </a:solidFill>
            <a:ln w="6545" cap="rnd">
              <a:solidFill>
                <a:srgbClr val="E64B3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2"/>
            <p:cNvSpPr/>
            <p:nvPr/>
          </p:nvSpPr>
          <p:spPr>
            <a:xfrm>
              <a:off x="9692023" y="1380807"/>
              <a:ext cx="55327" cy="55327"/>
            </a:xfrm>
            <a:prstGeom prst="ellipse">
              <a:avLst/>
            </a:prstGeom>
            <a:solidFill>
              <a:srgbClr val="E64B35">
                <a:alpha val="69803"/>
              </a:srgbClr>
            </a:solidFill>
            <a:ln w="6545" cap="rnd">
              <a:solidFill>
                <a:srgbClr val="E64B3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rc123"/>
            <p:cNvSpPr/>
            <p:nvPr/>
          </p:nvSpPr>
          <p:spPr>
            <a:xfrm>
              <a:off x="1026975" y="1088835"/>
              <a:ext cx="2764366" cy="179313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4" name="tx124"/>
            <p:cNvSpPr/>
            <p:nvPr/>
          </p:nvSpPr>
          <p:spPr>
            <a:xfrm>
              <a:off x="2173105" y="1098070"/>
              <a:ext cx="472104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P. dispersa</a:t>
              </a:r>
            </a:p>
          </p:txBody>
        </p:sp>
        <p:sp>
          <p:nvSpPr>
            <p:cNvPr id="125" name="tx125"/>
            <p:cNvSpPr/>
            <p:nvPr/>
          </p:nvSpPr>
          <p:spPr>
            <a:xfrm>
              <a:off x="2143342" y="1194082"/>
              <a:ext cx="531632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vs D011P03</a:t>
              </a:r>
            </a:p>
          </p:txBody>
        </p:sp>
        <p:sp>
          <p:nvSpPr>
            <p:cNvPr id="126" name="rc126"/>
            <p:cNvSpPr/>
            <p:nvPr/>
          </p:nvSpPr>
          <p:spPr>
            <a:xfrm>
              <a:off x="4066540" y="1088835"/>
              <a:ext cx="2764366" cy="179313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7" name="tx127"/>
            <p:cNvSpPr/>
            <p:nvPr/>
          </p:nvSpPr>
          <p:spPr>
            <a:xfrm>
              <a:off x="5208693" y="1098070"/>
              <a:ext cx="480059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P. stewartii</a:t>
              </a:r>
            </a:p>
          </p:txBody>
        </p:sp>
        <p:sp>
          <p:nvSpPr>
            <p:cNvPr id="128" name="tx128"/>
            <p:cNvSpPr/>
            <p:nvPr/>
          </p:nvSpPr>
          <p:spPr>
            <a:xfrm>
              <a:off x="5176460" y="1194082"/>
              <a:ext cx="544525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vs D113N10</a:t>
              </a:r>
            </a:p>
          </p:txBody>
        </p:sp>
        <p:sp>
          <p:nvSpPr>
            <p:cNvPr id="129" name="rc129"/>
            <p:cNvSpPr/>
            <p:nvPr/>
          </p:nvSpPr>
          <p:spPr>
            <a:xfrm>
              <a:off x="7106105" y="1088835"/>
              <a:ext cx="2764366" cy="179313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0" name="tx130"/>
            <p:cNvSpPr/>
            <p:nvPr/>
          </p:nvSpPr>
          <p:spPr>
            <a:xfrm>
              <a:off x="8269289" y="1098070"/>
              <a:ext cx="437997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B. gladioli</a:t>
              </a:r>
            </a:p>
          </p:txBody>
        </p:sp>
        <p:sp>
          <p:nvSpPr>
            <p:cNvPr id="131" name="tx131"/>
            <p:cNvSpPr/>
            <p:nvPr/>
          </p:nvSpPr>
          <p:spPr>
            <a:xfrm>
              <a:off x="8222472" y="1194082"/>
              <a:ext cx="531632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vs D112P05</a:t>
              </a:r>
            </a:p>
          </p:txBody>
        </p:sp>
        <p:sp>
          <p:nvSpPr>
            <p:cNvPr id="132" name="pl132"/>
            <p:cNvSpPr/>
            <p:nvPr/>
          </p:nvSpPr>
          <p:spPr>
            <a:xfrm>
              <a:off x="1026975" y="6226200"/>
              <a:ext cx="2764366" cy="0"/>
            </a:xfrm>
            <a:custGeom>
              <a:avLst/>
              <a:pathLst>
                <a:path w="2764366" h="0">
                  <a:moveTo>
                    <a:pt x="0" y="0"/>
                  </a:moveTo>
                  <a:lnTo>
                    <a:pt x="2764366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1152628" y="622620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2409158" y="622620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3665688" y="622620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tx136"/>
            <p:cNvSpPr/>
            <p:nvPr/>
          </p:nvSpPr>
          <p:spPr>
            <a:xfrm>
              <a:off x="1087980" y="6271749"/>
              <a:ext cx="12929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98</a:t>
              </a:r>
            </a:p>
          </p:txBody>
        </p:sp>
        <p:sp>
          <p:nvSpPr>
            <p:cNvPr id="137" name="tx137"/>
            <p:cNvSpPr/>
            <p:nvPr/>
          </p:nvSpPr>
          <p:spPr>
            <a:xfrm>
              <a:off x="2344510" y="6271749"/>
              <a:ext cx="12929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99</a:t>
              </a:r>
            </a:p>
          </p:txBody>
        </p:sp>
        <p:sp>
          <p:nvSpPr>
            <p:cNvPr id="138" name="tx138"/>
            <p:cNvSpPr/>
            <p:nvPr/>
          </p:nvSpPr>
          <p:spPr>
            <a:xfrm>
              <a:off x="3568716" y="6271749"/>
              <a:ext cx="19394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100</a:t>
              </a:r>
            </a:p>
          </p:txBody>
        </p:sp>
        <p:sp>
          <p:nvSpPr>
            <p:cNvPr id="139" name="pl139"/>
            <p:cNvSpPr/>
            <p:nvPr/>
          </p:nvSpPr>
          <p:spPr>
            <a:xfrm>
              <a:off x="4066540" y="6226200"/>
              <a:ext cx="2764366" cy="0"/>
            </a:xfrm>
            <a:custGeom>
              <a:avLst/>
              <a:pathLst>
                <a:path w="2764366" h="0">
                  <a:moveTo>
                    <a:pt x="0" y="0"/>
                  </a:moveTo>
                  <a:lnTo>
                    <a:pt x="2764366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4192193" y="622620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5448723" y="622620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6705253" y="622620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tx143"/>
            <p:cNvSpPr/>
            <p:nvPr/>
          </p:nvSpPr>
          <p:spPr>
            <a:xfrm>
              <a:off x="4127545" y="6271749"/>
              <a:ext cx="12929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98</a:t>
              </a:r>
            </a:p>
          </p:txBody>
        </p:sp>
        <p:sp>
          <p:nvSpPr>
            <p:cNvPr id="144" name="tx144"/>
            <p:cNvSpPr/>
            <p:nvPr/>
          </p:nvSpPr>
          <p:spPr>
            <a:xfrm>
              <a:off x="5384075" y="6271749"/>
              <a:ext cx="12929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99</a:t>
              </a:r>
            </a:p>
          </p:txBody>
        </p:sp>
        <p:sp>
          <p:nvSpPr>
            <p:cNvPr id="145" name="tx145"/>
            <p:cNvSpPr/>
            <p:nvPr/>
          </p:nvSpPr>
          <p:spPr>
            <a:xfrm>
              <a:off x="6608281" y="6271749"/>
              <a:ext cx="19394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100</a:t>
              </a:r>
            </a:p>
          </p:txBody>
        </p:sp>
        <p:sp>
          <p:nvSpPr>
            <p:cNvPr id="146" name="pl146"/>
            <p:cNvSpPr/>
            <p:nvPr/>
          </p:nvSpPr>
          <p:spPr>
            <a:xfrm>
              <a:off x="7106105" y="6226200"/>
              <a:ext cx="2764366" cy="0"/>
            </a:xfrm>
            <a:custGeom>
              <a:avLst/>
              <a:pathLst>
                <a:path w="2764366" h="0">
                  <a:moveTo>
                    <a:pt x="0" y="0"/>
                  </a:moveTo>
                  <a:lnTo>
                    <a:pt x="2764366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7231758" y="622620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8"/>
            <p:cNvSpPr/>
            <p:nvPr/>
          </p:nvSpPr>
          <p:spPr>
            <a:xfrm>
              <a:off x="8488288" y="622620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9744818" y="622620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tx150"/>
            <p:cNvSpPr/>
            <p:nvPr/>
          </p:nvSpPr>
          <p:spPr>
            <a:xfrm>
              <a:off x="7167110" y="6271749"/>
              <a:ext cx="12929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98</a:t>
              </a:r>
            </a:p>
          </p:txBody>
        </p:sp>
        <p:sp>
          <p:nvSpPr>
            <p:cNvPr id="151" name="tx151"/>
            <p:cNvSpPr/>
            <p:nvPr/>
          </p:nvSpPr>
          <p:spPr>
            <a:xfrm>
              <a:off x="8423640" y="6271749"/>
              <a:ext cx="12929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99</a:t>
              </a:r>
            </a:p>
          </p:txBody>
        </p:sp>
        <p:sp>
          <p:nvSpPr>
            <p:cNvPr id="152" name="tx152"/>
            <p:cNvSpPr/>
            <p:nvPr/>
          </p:nvSpPr>
          <p:spPr>
            <a:xfrm>
              <a:off x="9647846" y="6271749"/>
              <a:ext cx="19394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100</a:t>
              </a:r>
            </a:p>
          </p:txBody>
        </p:sp>
        <p:sp>
          <p:nvSpPr>
            <p:cNvPr id="153" name="pl153"/>
            <p:cNvSpPr/>
            <p:nvPr/>
          </p:nvSpPr>
          <p:spPr>
            <a:xfrm>
              <a:off x="7106105" y="1268149"/>
              <a:ext cx="0" cy="4958051"/>
            </a:xfrm>
            <a:custGeom>
              <a:avLst/>
              <a:pathLst>
                <a:path w="0" h="4958051">
                  <a:moveTo>
                    <a:pt x="0" y="4958051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tx154"/>
            <p:cNvSpPr/>
            <p:nvPr/>
          </p:nvSpPr>
          <p:spPr>
            <a:xfrm>
              <a:off x="6881516" y="6062743"/>
              <a:ext cx="179039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bin07</a:t>
              </a:r>
            </a:p>
          </p:txBody>
        </p:sp>
        <p:sp>
          <p:nvSpPr>
            <p:cNvPr id="155" name="tx155"/>
            <p:cNvSpPr/>
            <p:nvPr/>
          </p:nvSpPr>
          <p:spPr>
            <a:xfrm>
              <a:off x="6881516" y="5828873"/>
              <a:ext cx="179039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bin03</a:t>
              </a:r>
            </a:p>
          </p:txBody>
        </p:sp>
        <p:sp>
          <p:nvSpPr>
            <p:cNvPr id="156" name="tx156"/>
            <p:cNvSpPr/>
            <p:nvPr/>
          </p:nvSpPr>
          <p:spPr>
            <a:xfrm>
              <a:off x="6881516" y="5595003"/>
              <a:ext cx="179039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bin09</a:t>
              </a:r>
            </a:p>
          </p:txBody>
        </p:sp>
        <p:sp>
          <p:nvSpPr>
            <p:cNvPr id="157" name="tx157"/>
            <p:cNvSpPr/>
            <p:nvPr/>
          </p:nvSpPr>
          <p:spPr>
            <a:xfrm>
              <a:off x="6881516" y="5361132"/>
              <a:ext cx="179039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bin25</a:t>
              </a:r>
            </a:p>
          </p:txBody>
        </p:sp>
        <p:sp>
          <p:nvSpPr>
            <p:cNvPr id="158" name="tx158"/>
            <p:cNvSpPr/>
            <p:nvPr/>
          </p:nvSpPr>
          <p:spPr>
            <a:xfrm>
              <a:off x="6881516" y="5127262"/>
              <a:ext cx="179039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bin20</a:t>
              </a:r>
            </a:p>
          </p:txBody>
        </p:sp>
        <p:sp>
          <p:nvSpPr>
            <p:cNvPr id="159" name="tx159"/>
            <p:cNvSpPr/>
            <p:nvPr/>
          </p:nvSpPr>
          <p:spPr>
            <a:xfrm>
              <a:off x="6881516" y="4893392"/>
              <a:ext cx="179039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bin46</a:t>
              </a:r>
            </a:p>
          </p:txBody>
        </p:sp>
        <p:sp>
          <p:nvSpPr>
            <p:cNvPr id="160" name="tx160"/>
            <p:cNvSpPr/>
            <p:nvPr/>
          </p:nvSpPr>
          <p:spPr>
            <a:xfrm>
              <a:off x="6881516" y="4659521"/>
              <a:ext cx="179039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bin17</a:t>
              </a:r>
            </a:p>
          </p:txBody>
        </p:sp>
        <p:sp>
          <p:nvSpPr>
            <p:cNvPr id="161" name="tx161"/>
            <p:cNvSpPr/>
            <p:nvPr/>
          </p:nvSpPr>
          <p:spPr>
            <a:xfrm>
              <a:off x="6881516" y="4425651"/>
              <a:ext cx="179039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bin27</a:t>
              </a:r>
            </a:p>
          </p:txBody>
        </p:sp>
        <p:sp>
          <p:nvSpPr>
            <p:cNvPr id="162" name="tx162"/>
            <p:cNvSpPr/>
            <p:nvPr/>
          </p:nvSpPr>
          <p:spPr>
            <a:xfrm>
              <a:off x="6881516" y="4191781"/>
              <a:ext cx="179039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bin29</a:t>
              </a:r>
            </a:p>
          </p:txBody>
        </p:sp>
        <p:sp>
          <p:nvSpPr>
            <p:cNvPr id="163" name="tx163"/>
            <p:cNvSpPr/>
            <p:nvPr/>
          </p:nvSpPr>
          <p:spPr>
            <a:xfrm>
              <a:off x="6881516" y="3957910"/>
              <a:ext cx="179039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bin41</a:t>
              </a:r>
            </a:p>
          </p:txBody>
        </p:sp>
        <p:sp>
          <p:nvSpPr>
            <p:cNvPr id="164" name="tx164"/>
            <p:cNvSpPr/>
            <p:nvPr/>
          </p:nvSpPr>
          <p:spPr>
            <a:xfrm>
              <a:off x="6881516" y="3724040"/>
              <a:ext cx="179039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bin06</a:t>
              </a:r>
            </a:p>
          </p:txBody>
        </p:sp>
        <p:sp>
          <p:nvSpPr>
            <p:cNvPr id="165" name="tx165"/>
            <p:cNvSpPr/>
            <p:nvPr/>
          </p:nvSpPr>
          <p:spPr>
            <a:xfrm>
              <a:off x="6881516" y="3490170"/>
              <a:ext cx="179039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bin13</a:t>
              </a:r>
            </a:p>
          </p:txBody>
        </p:sp>
        <p:sp>
          <p:nvSpPr>
            <p:cNvPr id="166" name="tx166"/>
            <p:cNvSpPr/>
            <p:nvPr/>
          </p:nvSpPr>
          <p:spPr>
            <a:xfrm>
              <a:off x="6881516" y="3256299"/>
              <a:ext cx="179039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bin10</a:t>
              </a:r>
            </a:p>
          </p:txBody>
        </p:sp>
        <p:sp>
          <p:nvSpPr>
            <p:cNvPr id="167" name="tx167"/>
            <p:cNvSpPr/>
            <p:nvPr/>
          </p:nvSpPr>
          <p:spPr>
            <a:xfrm>
              <a:off x="6881516" y="3022429"/>
              <a:ext cx="179039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bin15</a:t>
              </a:r>
            </a:p>
          </p:txBody>
        </p:sp>
        <p:sp>
          <p:nvSpPr>
            <p:cNvPr id="168" name="tx168"/>
            <p:cNvSpPr/>
            <p:nvPr/>
          </p:nvSpPr>
          <p:spPr>
            <a:xfrm>
              <a:off x="6881516" y="2788558"/>
              <a:ext cx="179039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bin28</a:t>
              </a:r>
            </a:p>
          </p:txBody>
        </p:sp>
        <p:sp>
          <p:nvSpPr>
            <p:cNvPr id="169" name="tx169"/>
            <p:cNvSpPr/>
            <p:nvPr/>
          </p:nvSpPr>
          <p:spPr>
            <a:xfrm>
              <a:off x="6881516" y="2554688"/>
              <a:ext cx="179039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bin21</a:t>
              </a:r>
            </a:p>
          </p:txBody>
        </p:sp>
        <p:sp>
          <p:nvSpPr>
            <p:cNvPr id="170" name="tx170"/>
            <p:cNvSpPr/>
            <p:nvPr/>
          </p:nvSpPr>
          <p:spPr>
            <a:xfrm>
              <a:off x="6881516" y="2320818"/>
              <a:ext cx="179039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bin38</a:t>
              </a:r>
            </a:p>
          </p:txBody>
        </p:sp>
        <p:sp>
          <p:nvSpPr>
            <p:cNvPr id="171" name="tx171"/>
            <p:cNvSpPr/>
            <p:nvPr/>
          </p:nvSpPr>
          <p:spPr>
            <a:xfrm>
              <a:off x="6881516" y="2086947"/>
              <a:ext cx="179039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bin39</a:t>
              </a:r>
            </a:p>
          </p:txBody>
        </p:sp>
        <p:sp>
          <p:nvSpPr>
            <p:cNvPr id="172" name="tx172"/>
            <p:cNvSpPr/>
            <p:nvPr/>
          </p:nvSpPr>
          <p:spPr>
            <a:xfrm>
              <a:off x="6881516" y="1853077"/>
              <a:ext cx="179039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bin45</a:t>
              </a:r>
            </a:p>
          </p:txBody>
        </p:sp>
        <p:sp>
          <p:nvSpPr>
            <p:cNvPr id="173" name="tx173"/>
            <p:cNvSpPr/>
            <p:nvPr/>
          </p:nvSpPr>
          <p:spPr>
            <a:xfrm>
              <a:off x="6881516" y="1619207"/>
              <a:ext cx="179039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bin54</a:t>
              </a:r>
            </a:p>
          </p:txBody>
        </p:sp>
        <p:sp>
          <p:nvSpPr>
            <p:cNvPr id="174" name="tx174"/>
            <p:cNvSpPr/>
            <p:nvPr/>
          </p:nvSpPr>
          <p:spPr>
            <a:xfrm>
              <a:off x="6881516" y="1385336"/>
              <a:ext cx="179039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bin49</a:t>
              </a:r>
            </a:p>
          </p:txBody>
        </p:sp>
        <p:sp>
          <p:nvSpPr>
            <p:cNvPr id="175" name="pl175"/>
            <p:cNvSpPr/>
            <p:nvPr/>
          </p:nvSpPr>
          <p:spPr>
            <a:xfrm>
              <a:off x="7080800" y="6085878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l176"/>
            <p:cNvSpPr/>
            <p:nvPr/>
          </p:nvSpPr>
          <p:spPr>
            <a:xfrm>
              <a:off x="7080800" y="5852007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l177"/>
            <p:cNvSpPr/>
            <p:nvPr/>
          </p:nvSpPr>
          <p:spPr>
            <a:xfrm>
              <a:off x="7080800" y="5618137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l178"/>
            <p:cNvSpPr/>
            <p:nvPr/>
          </p:nvSpPr>
          <p:spPr>
            <a:xfrm>
              <a:off x="7080800" y="5384267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l179"/>
            <p:cNvSpPr/>
            <p:nvPr/>
          </p:nvSpPr>
          <p:spPr>
            <a:xfrm>
              <a:off x="7080800" y="5150396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l180"/>
            <p:cNvSpPr/>
            <p:nvPr/>
          </p:nvSpPr>
          <p:spPr>
            <a:xfrm>
              <a:off x="7080800" y="4916526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l181"/>
            <p:cNvSpPr/>
            <p:nvPr/>
          </p:nvSpPr>
          <p:spPr>
            <a:xfrm>
              <a:off x="7080800" y="4682656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l182"/>
            <p:cNvSpPr/>
            <p:nvPr/>
          </p:nvSpPr>
          <p:spPr>
            <a:xfrm>
              <a:off x="7080800" y="4448785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l183"/>
            <p:cNvSpPr/>
            <p:nvPr/>
          </p:nvSpPr>
          <p:spPr>
            <a:xfrm>
              <a:off x="7080800" y="4214915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l184"/>
            <p:cNvSpPr/>
            <p:nvPr/>
          </p:nvSpPr>
          <p:spPr>
            <a:xfrm>
              <a:off x="7080800" y="3981045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l185"/>
            <p:cNvSpPr/>
            <p:nvPr/>
          </p:nvSpPr>
          <p:spPr>
            <a:xfrm>
              <a:off x="7080800" y="3747174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l186"/>
            <p:cNvSpPr/>
            <p:nvPr/>
          </p:nvSpPr>
          <p:spPr>
            <a:xfrm>
              <a:off x="7080800" y="3513304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l187"/>
            <p:cNvSpPr/>
            <p:nvPr/>
          </p:nvSpPr>
          <p:spPr>
            <a:xfrm>
              <a:off x="7080800" y="3279433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l188"/>
            <p:cNvSpPr/>
            <p:nvPr/>
          </p:nvSpPr>
          <p:spPr>
            <a:xfrm>
              <a:off x="7080800" y="3045563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l189"/>
            <p:cNvSpPr/>
            <p:nvPr/>
          </p:nvSpPr>
          <p:spPr>
            <a:xfrm>
              <a:off x="7080800" y="2811693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l190"/>
            <p:cNvSpPr/>
            <p:nvPr/>
          </p:nvSpPr>
          <p:spPr>
            <a:xfrm>
              <a:off x="7080800" y="2577822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l191"/>
            <p:cNvSpPr/>
            <p:nvPr/>
          </p:nvSpPr>
          <p:spPr>
            <a:xfrm>
              <a:off x="7080800" y="2343952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l192"/>
            <p:cNvSpPr/>
            <p:nvPr/>
          </p:nvSpPr>
          <p:spPr>
            <a:xfrm>
              <a:off x="7080800" y="2110082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l193"/>
            <p:cNvSpPr/>
            <p:nvPr/>
          </p:nvSpPr>
          <p:spPr>
            <a:xfrm>
              <a:off x="7080800" y="1876211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l194"/>
            <p:cNvSpPr/>
            <p:nvPr/>
          </p:nvSpPr>
          <p:spPr>
            <a:xfrm>
              <a:off x="7080800" y="1642341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l195"/>
            <p:cNvSpPr/>
            <p:nvPr/>
          </p:nvSpPr>
          <p:spPr>
            <a:xfrm>
              <a:off x="7080800" y="1408471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l196"/>
            <p:cNvSpPr/>
            <p:nvPr/>
          </p:nvSpPr>
          <p:spPr>
            <a:xfrm>
              <a:off x="4066540" y="1268149"/>
              <a:ext cx="0" cy="4958051"/>
            </a:xfrm>
            <a:custGeom>
              <a:avLst/>
              <a:pathLst>
                <a:path w="0" h="4958051">
                  <a:moveTo>
                    <a:pt x="0" y="4958051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tx197"/>
            <p:cNvSpPr/>
            <p:nvPr/>
          </p:nvSpPr>
          <p:spPr>
            <a:xfrm>
              <a:off x="3841951" y="5630983"/>
              <a:ext cx="179039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bin19</a:t>
              </a:r>
            </a:p>
          </p:txBody>
        </p:sp>
        <p:sp>
          <p:nvSpPr>
            <p:cNvPr id="198" name="tx198"/>
            <p:cNvSpPr/>
            <p:nvPr/>
          </p:nvSpPr>
          <p:spPr>
            <a:xfrm>
              <a:off x="3841951" y="4677511"/>
              <a:ext cx="179039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bin42</a:t>
              </a:r>
            </a:p>
          </p:txBody>
        </p:sp>
        <p:sp>
          <p:nvSpPr>
            <p:cNvPr id="199" name="tx199"/>
            <p:cNvSpPr/>
            <p:nvPr/>
          </p:nvSpPr>
          <p:spPr>
            <a:xfrm>
              <a:off x="3841951" y="3724040"/>
              <a:ext cx="179039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bin02</a:t>
              </a:r>
            </a:p>
          </p:txBody>
        </p:sp>
        <p:sp>
          <p:nvSpPr>
            <p:cNvPr id="200" name="tx200"/>
            <p:cNvSpPr/>
            <p:nvPr/>
          </p:nvSpPr>
          <p:spPr>
            <a:xfrm>
              <a:off x="3841951" y="2770568"/>
              <a:ext cx="179039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bin22</a:t>
              </a:r>
            </a:p>
          </p:txBody>
        </p:sp>
        <p:sp>
          <p:nvSpPr>
            <p:cNvPr id="201" name="tx201"/>
            <p:cNvSpPr/>
            <p:nvPr/>
          </p:nvSpPr>
          <p:spPr>
            <a:xfrm>
              <a:off x="3841951" y="1817097"/>
              <a:ext cx="179039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bin52</a:t>
              </a:r>
            </a:p>
          </p:txBody>
        </p:sp>
        <p:sp>
          <p:nvSpPr>
            <p:cNvPr id="202" name="pl202"/>
            <p:cNvSpPr/>
            <p:nvPr/>
          </p:nvSpPr>
          <p:spPr>
            <a:xfrm>
              <a:off x="4041235" y="5654117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l203"/>
            <p:cNvSpPr/>
            <p:nvPr/>
          </p:nvSpPr>
          <p:spPr>
            <a:xfrm>
              <a:off x="4041235" y="4700646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l204"/>
            <p:cNvSpPr/>
            <p:nvPr/>
          </p:nvSpPr>
          <p:spPr>
            <a:xfrm>
              <a:off x="4041235" y="3747174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l205"/>
            <p:cNvSpPr/>
            <p:nvPr/>
          </p:nvSpPr>
          <p:spPr>
            <a:xfrm>
              <a:off x="4041235" y="2793703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l206"/>
            <p:cNvSpPr/>
            <p:nvPr/>
          </p:nvSpPr>
          <p:spPr>
            <a:xfrm>
              <a:off x="4041235" y="1840231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l207"/>
            <p:cNvSpPr/>
            <p:nvPr/>
          </p:nvSpPr>
          <p:spPr>
            <a:xfrm>
              <a:off x="1026975" y="1268149"/>
              <a:ext cx="0" cy="4958051"/>
            </a:xfrm>
            <a:custGeom>
              <a:avLst/>
              <a:pathLst>
                <a:path w="0" h="4958051">
                  <a:moveTo>
                    <a:pt x="0" y="4958051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tx208"/>
            <p:cNvSpPr/>
            <p:nvPr/>
          </p:nvSpPr>
          <p:spPr>
            <a:xfrm>
              <a:off x="802386" y="6093697"/>
              <a:ext cx="179039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bin04</a:t>
              </a:r>
            </a:p>
          </p:txBody>
        </p:sp>
        <p:sp>
          <p:nvSpPr>
            <p:cNvPr id="209" name="tx209"/>
            <p:cNvSpPr/>
            <p:nvPr/>
          </p:nvSpPr>
          <p:spPr>
            <a:xfrm>
              <a:off x="802386" y="5911415"/>
              <a:ext cx="179039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bin34</a:t>
              </a:r>
            </a:p>
          </p:txBody>
        </p:sp>
        <p:sp>
          <p:nvSpPr>
            <p:cNvPr id="210" name="tx210"/>
            <p:cNvSpPr/>
            <p:nvPr/>
          </p:nvSpPr>
          <p:spPr>
            <a:xfrm>
              <a:off x="802386" y="5729134"/>
              <a:ext cx="179039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bin37</a:t>
              </a:r>
            </a:p>
          </p:txBody>
        </p:sp>
        <p:sp>
          <p:nvSpPr>
            <p:cNvPr id="211" name="tx211"/>
            <p:cNvSpPr/>
            <p:nvPr/>
          </p:nvSpPr>
          <p:spPr>
            <a:xfrm>
              <a:off x="802386" y="5546853"/>
              <a:ext cx="179039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bin50</a:t>
              </a:r>
            </a:p>
          </p:txBody>
        </p:sp>
        <p:sp>
          <p:nvSpPr>
            <p:cNvPr id="212" name="tx212"/>
            <p:cNvSpPr/>
            <p:nvPr/>
          </p:nvSpPr>
          <p:spPr>
            <a:xfrm>
              <a:off x="802386" y="5364572"/>
              <a:ext cx="179039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bin18</a:t>
              </a:r>
            </a:p>
          </p:txBody>
        </p:sp>
        <p:sp>
          <p:nvSpPr>
            <p:cNvPr id="213" name="tx213"/>
            <p:cNvSpPr/>
            <p:nvPr/>
          </p:nvSpPr>
          <p:spPr>
            <a:xfrm>
              <a:off x="802386" y="5182290"/>
              <a:ext cx="179039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bin31</a:t>
              </a:r>
            </a:p>
          </p:txBody>
        </p:sp>
        <p:sp>
          <p:nvSpPr>
            <p:cNvPr id="214" name="tx214"/>
            <p:cNvSpPr/>
            <p:nvPr/>
          </p:nvSpPr>
          <p:spPr>
            <a:xfrm>
              <a:off x="802386" y="5000009"/>
              <a:ext cx="179039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bin08</a:t>
              </a:r>
            </a:p>
          </p:txBody>
        </p:sp>
        <p:sp>
          <p:nvSpPr>
            <p:cNvPr id="215" name="tx215"/>
            <p:cNvSpPr/>
            <p:nvPr/>
          </p:nvSpPr>
          <p:spPr>
            <a:xfrm>
              <a:off x="802386" y="4817728"/>
              <a:ext cx="179039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bin11</a:t>
              </a:r>
            </a:p>
          </p:txBody>
        </p:sp>
        <p:sp>
          <p:nvSpPr>
            <p:cNvPr id="216" name="tx216"/>
            <p:cNvSpPr/>
            <p:nvPr/>
          </p:nvSpPr>
          <p:spPr>
            <a:xfrm>
              <a:off x="802386" y="4635446"/>
              <a:ext cx="179039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bin33</a:t>
              </a:r>
            </a:p>
          </p:txBody>
        </p:sp>
        <p:sp>
          <p:nvSpPr>
            <p:cNvPr id="217" name="tx217"/>
            <p:cNvSpPr/>
            <p:nvPr/>
          </p:nvSpPr>
          <p:spPr>
            <a:xfrm>
              <a:off x="802386" y="4453165"/>
              <a:ext cx="179039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bin01</a:t>
              </a:r>
            </a:p>
          </p:txBody>
        </p:sp>
        <p:sp>
          <p:nvSpPr>
            <p:cNvPr id="218" name="tx218"/>
            <p:cNvSpPr/>
            <p:nvPr/>
          </p:nvSpPr>
          <p:spPr>
            <a:xfrm>
              <a:off x="802386" y="4270884"/>
              <a:ext cx="179039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bin14</a:t>
              </a:r>
            </a:p>
          </p:txBody>
        </p:sp>
        <p:sp>
          <p:nvSpPr>
            <p:cNvPr id="219" name="tx219"/>
            <p:cNvSpPr/>
            <p:nvPr/>
          </p:nvSpPr>
          <p:spPr>
            <a:xfrm>
              <a:off x="802386" y="4088602"/>
              <a:ext cx="179039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bin24</a:t>
              </a:r>
            </a:p>
          </p:txBody>
        </p:sp>
        <p:sp>
          <p:nvSpPr>
            <p:cNvPr id="220" name="tx220"/>
            <p:cNvSpPr/>
            <p:nvPr/>
          </p:nvSpPr>
          <p:spPr>
            <a:xfrm>
              <a:off x="802386" y="3906321"/>
              <a:ext cx="179039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bin05</a:t>
              </a:r>
            </a:p>
          </p:txBody>
        </p:sp>
        <p:sp>
          <p:nvSpPr>
            <p:cNvPr id="221" name="tx221"/>
            <p:cNvSpPr/>
            <p:nvPr/>
          </p:nvSpPr>
          <p:spPr>
            <a:xfrm>
              <a:off x="802386" y="3724040"/>
              <a:ext cx="179039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bin26</a:t>
              </a:r>
            </a:p>
          </p:txBody>
        </p:sp>
        <p:sp>
          <p:nvSpPr>
            <p:cNvPr id="222" name="tx222"/>
            <p:cNvSpPr/>
            <p:nvPr/>
          </p:nvSpPr>
          <p:spPr>
            <a:xfrm>
              <a:off x="802386" y="3541759"/>
              <a:ext cx="179039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bin36</a:t>
              </a:r>
            </a:p>
          </p:txBody>
        </p:sp>
        <p:sp>
          <p:nvSpPr>
            <p:cNvPr id="223" name="tx223"/>
            <p:cNvSpPr/>
            <p:nvPr/>
          </p:nvSpPr>
          <p:spPr>
            <a:xfrm>
              <a:off x="802386" y="3359477"/>
              <a:ext cx="179039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bin16</a:t>
              </a:r>
            </a:p>
          </p:txBody>
        </p:sp>
        <p:sp>
          <p:nvSpPr>
            <p:cNvPr id="224" name="tx224"/>
            <p:cNvSpPr/>
            <p:nvPr/>
          </p:nvSpPr>
          <p:spPr>
            <a:xfrm>
              <a:off x="802386" y="3177196"/>
              <a:ext cx="179039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bin51</a:t>
              </a:r>
            </a:p>
          </p:txBody>
        </p:sp>
        <p:sp>
          <p:nvSpPr>
            <p:cNvPr id="225" name="tx225"/>
            <p:cNvSpPr/>
            <p:nvPr/>
          </p:nvSpPr>
          <p:spPr>
            <a:xfrm>
              <a:off x="802386" y="2994915"/>
              <a:ext cx="179039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bin23</a:t>
              </a:r>
            </a:p>
          </p:txBody>
        </p:sp>
        <p:sp>
          <p:nvSpPr>
            <p:cNvPr id="226" name="tx226"/>
            <p:cNvSpPr/>
            <p:nvPr/>
          </p:nvSpPr>
          <p:spPr>
            <a:xfrm>
              <a:off x="802386" y="2812633"/>
              <a:ext cx="179039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bin30</a:t>
              </a:r>
            </a:p>
          </p:txBody>
        </p:sp>
        <p:sp>
          <p:nvSpPr>
            <p:cNvPr id="227" name="tx227"/>
            <p:cNvSpPr/>
            <p:nvPr/>
          </p:nvSpPr>
          <p:spPr>
            <a:xfrm>
              <a:off x="802386" y="2630352"/>
              <a:ext cx="179039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bin44</a:t>
              </a:r>
            </a:p>
          </p:txBody>
        </p:sp>
        <p:sp>
          <p:nvSpPr>
            <p:cNvPr id="228" name="tx228"/>
            <p:cNvSpPr/>
            <p:nvPr/>
          </p:nvSpPr>
          <p:spPr>
            <a:xfrm>
              <a:off x="802386" y="2448071"/>
              <a:ext cx="179039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bin47</a:t>
              </a:r>
            </a:p>
          </p:txBody>
        </p:sp>
        <p:sp>
          <p:nvSpPr>
            <p:cNvPr id="229" name="tx229"/>
            <p:cNvSpPr/>
            <p:nvPr/>
          </p:nvSpPr>
          <p:spPr>
            <a:xfrm>
              <a:off x="802386" y="2265789"/>
              <a:ext cx="179039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bin35</a:t>
              </a:r>
            </a:p>
          </p:txBody>
        </p:sp>
        <p:sp>
          <p:nvSpPr>
            <p:cNvPr id="230" name="tx230"/>
            <p:cNvSpPr/>
            <p:nvPr/>
          </p:nvSpPr>
          <p:spPr>
            <a:xfrm>
              <a:off x="802386" y="2083508"/>
              <a:ext cx="179039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bin48</a:t>
              </a:r>
            </a:p>
          </p:txBody>
        </p:sp>
        <p:sp>
          <p:nvSpPr>
            <p:cNvPr id="231" name="tx231"/>
            <p:cNvSpPr/>
            <p:nvPr/>
          </p:nvSpPr>
          <p:spPr>
            <a:xfrm>
              <a:off x="802386" y="1901227"/>
              <a:ext cx="179039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bin40</a:t>
              </a:r>
            </a:p>
          </p:txBody>
        </p:sp>
        <p:sp>
          <p:nvSpPr>
            <p:cNvPr id="232" name="tx232"/>
            <p:cNvSpPr/>
            <p:nvPr/>
          </p:nvSpPr>
          <p:spPr>
            <a:xfrm>
              <a:off x="802386" y="1718946"/>
              <a:ext cx="179039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bin12</a:t>
              </a:r>
            </a:p>
          </p:txBody>
        </p:sp>
        <p:sp>
          <p:nvSpPr>
            <p:cNvPr id="233" name="tx233"/>
            <p:cNvSpPr/>
            <p:nvPr/>
          </p:nvSpPr>
          <p:spPr>
            <a:xfrm>
              <a:off x="802386" y="1536664"/>
              <a:ext cx="179039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bin32</a:t>
              </a:r>
            </a:p>
          </p:txBody>
        </p:sp>
        <p:sp>
          <p:nvSpPr>
            <p:cNvPr id="234" name="tx234"/>
            <p:cNvSpPr/>
            <p:nvPr/>
          </p:nvSpPr>
          <p:spPr>
            <a:xfrm>
              <a:off x="802386" y="1354383"/>
              <a:ext cx="179039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bin43</a:t>
              </a:r>
            </a:p>
          </p:txBody>
        </p:sp>
        <p:sp>
          <p:nvSpPr>
            <p:cNvPr id="235" name="pl235"/>
            <p:cNvSpPr/>
            <p:nvPr/>
          </p:nvSpPr>
          <p:spPr>
            <a:xfrm>
              <a:off x="1001670" y="6116831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l236"/>
            <p:cNvSpPr/>
            <p:nvPr/>
          </p:nvSpPr>
          <p:spPr>
            <a:xfrm>
              <a:off x="1001670" y="5934550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l237"/>
            <p:cNvSpPr/>
            <p:nvPr/>
          </p:nvSpPr>
          <p:spPr>
            <a:xfrm>
              <a:off x="1001670" y="5752268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l238"/>
            <p:cNvSpPr/>
            <p:nvPr/>
          </p:nvSpPr>
          <p:spPr>
            <a:xfrm>
              <a:off x="1001670" y="5569987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l239"/>
            <p:cNvSpPr/>
            <p:nvPr/>
          </p:nvSpPr>
          <p:spPr>
            <a:xfrm>
              <a:off x="1001670" y="5387706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l240"/>
            <p:cNvSpPr/>
            <p:nvPr/>
          </p:nvSpPr>
          <p:spPr>
            <a:xfrm>
              <a:off x="1001670" y="5205425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l241"/>
            <p:cNvSpPr/>
            <p:nvPr/>
          </p:nvSpPr>
          <p:spPr>
            <a:xfrm>
              <a:off x="1001670" y="5023143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l242"/>
            <p:cNvSpPr/>
            <p:nvPr/>
          </p:nvSpPr>
          <p:spPr>
            <a:xfrm>
              <a:off x="1001670" y="4840862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l243"/>
            <p:cNvSpPr/>
            <p:nvPr/>
          </p:nvSpPr>
          <p:spPr>
            <a:xfrm>
              <a:off x="1001670" y="4658581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l244"/>
            <p:cNvSpPr/>
            <p:nvPr/>
          </p:nvSpPr>
          <p:spPr>
            <a:xfrm>
              <a:off x="1001670" y="4476299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l245"/>
            <p:cNvSpPr/>
            <p:nvPr/>
          </p:nvSpPr>
          <p:spPr>
            <a:xfrm>
              <a:off x="1001670" y="4294018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l246"/>
            <p:cNvSpPr/>
            <p:nvPr/>
          </p:nvSpPr>
          <p:spPr>
            <a:xfrm>
              <a:off x="1001670" y="4111737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l247"/>
            <p:cNvSpPr/>
            <p:nvPr/>
          </p:nvSpPr>
          <p:spPr>
            <a:xfrm>
              <a:off x="1001670" y="3929455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l248"/>
            <p:cNvSpPr/>
            <p:nvPr/>
          </p:nvSpPr>
          <p:spPr>
            <a:xfrm>
              <a:off x="1001670" y="3747174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l249"/>
            <p:cNvSpPr/>
            <p:nvPr/>
          </p:nvSpPr>
          <p:spPr>
            <a:xfrm>
              <a:off x="1001670" y="3564893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l250"/>
            <p:cNvSpPr/>
            <p:nvPr/>
          </p:nvSpPr>
          <p:spPr>
            <a:xfrm>
              <a:off x="1001670" y="3382612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l251"/>
            <p:cNvSpPr/>
            <p:nvPr/>
          </p:nvSpPr>
          <p:spPr>
            <a:xfrm>
              <a:off x="1001670" y="3200330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l252"/>
            <p:cNvSpPr/>
            <p:nvPr/>
          </p:nvSpPr>
          <p:spPr>
            <a:xfrm>
              <a:off x="1001670" y="3018049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l253"/>
            <p:cNvSpPr/>
            <p:nvPr/>
          </p:nvSpPr>
          <p:spPr>
            <a:xfrm>
              <a:off x="1001670" y="2835768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l254"/>
            <p:cNvSpPr/>
            <p:nvPr/>
          </p:nvSpPr>
          <p:spPr>
            <a:xfrm>
              <a:off x="1001670" y="2653486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l255"/>
            <p:cNvSpPr/>
            <p:nvPr/>
          </p:nvSpPr>
          <p:spPr>
            <a:xfrm>
              <a:off x="1001670" y="2471205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l256"/>
            <p:cNvSpPr/>
            <p:nvPr/>
          </p:nvSpPr>
          <p:spPr>
            <a:xfrm>
              <a:off x="1001670" y="2288924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l257"/>
            <p:cNvSpPr/>
            <p:nvPr/>
          </p:nvSpPr>
          <p:spPr>
            <a:xfrm>
              <a:off x="1001670" y="2106643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l258"/>
            <p:cNvSpPr/>
            <p:nvPr/>
          </p:nvSpPr>
          <p:spPr>
            <a:xfrm>
              <a:off x="1001670" y="1924361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l259"/>
            <p:cNvSpPr/>
            <p:nvPr/>
          </p:nvSpPr>
          <p:spPr>
            <a:xfrm>
              <a:off x="1001670" y="1742080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l260"/>
            <p:cNvSpPr/>
            <p:nvPr/>
          </p:nvSpPr>
          <p:spPr>
            <a:xfrm>
              <a:off x="1001670" y="1559799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l261"/>
            <p:cNvSpPr/>
            <p:nvPr/>
          </p:nvSpPr>
          <p:spPr>
            <a:xfrm>
              <a:off x="1001670" y="1377517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tx262"/>
            <p:cNvSpPr/>
            <p:nvPr/>
          </p:nvSpPr>
          <p:spPr>
            <a:xfrm>
              <a:off x="4632987" y="6392243"/>
              <a:ext cx="1631472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Mean alignment identity (%)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Tom Wenseleers</dc:creator>
  <cp:lastModifiedBy>gaoch</cp:lastModifiedBy>
  <cp:revision>5</cp:revision>
  <dcterms:created xsi:type="dcterms:W3CDTF">2015-07-14T21:05:00Z</dcterms:created>
  <dcterms:modified xsi:type="dcterms:W3CDTF">2026-10-14T10:39:10Z</dcterms:modified>
</cp:coreProperties>
</file>