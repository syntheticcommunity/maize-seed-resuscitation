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2" Type="http://schemas.openxmlformats.org/package/2006/relationships/metadata/thumbnail" Target="docProps/thumbnail.jpeg"/>
<Relationship Id="rId1" Type="http://schemas.openxmlformats.org/officeDocument/2006/relationships/officeDocument" Target="ppt/presentation.xml"/>
<Relationship Id="rId4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6"/>
  </p:sldIdLst>
  <p:sldSz cx="10698163" cy="7562850"/>
  <p:notesSz cx="6858000" cy="9144000"/>
  <p:defaultTextStyle>
    <a:defPPr>
      <a:defRPr lang="en-US"/>
    </a:defPPr>
    <a:lvl1pPr marL="0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1pPr>
    <a:lvl2pPr marL="497982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2pPr>
    <a:lvl3pPr marL="995964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3pPr>
    <a:lvl4pPr marL="1493947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4pPr>
    <a:lvl5pPr marL="1991929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5pPr>
    <a:lvl6pPr marL="2489911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6pPr>
    <a:lvl7pPr marL="2987893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7pPr>
    <a:lvl8pPr marL="3485876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8pPr>
    <a:lvl9pPr marL="3983858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76" d="100"/>
          <a:sy n="76" d="100"/>
        </p:scale>
        <p:origin x="-1320" y="-77"/>
      </p:cViewPr>
      <p:guideLst>
        <p:guide orient="horz" pos="2382"/>
        <p:guide pos="337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viewProps" Target="viewProps.xml"/>
<Relationship Id="rId2" Type="http://schemas.openxmlformats.org/officeDocument/2006/relationships/presProps" Target="presProps.xml"/>
<Relationship Id="rId1" Type="http://schemas.openxmlformats.org/officeDocument/2006/relationships/slideMaster" Target="slideMasters/slideMaster1.xml"/>
<Relationship Id="rId5" Type="http://schemas.openxmlformats.org/officeDocument/2006/relationships/tableStyles" Target="tableStyles.xml"/>
<Relationship Id="rId4" Type="http://schemas.openxmlformats.org/officeDocument/2006/relationships/theme" Target="theme/theme1.xml"/>
<Relationship Id="rId6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2362" y="2349388"/>
            <a:ext cx="9093439" cy="162111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4725" y="4285615"/>
            <a:ext cx="7488714" cy="1932728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979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959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93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919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4899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9878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4858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9838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626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2499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081" y="4859833"/>
            <a:ext cx="9093439" cy="1502066"/>
          </a:xfrm>
        </p:spPr>
        <p:txBody>
          <a:bodyPr anchor="t"/>
          <a:lstStyle>
            <a:lvl1pPr algn="l">
              <a:defRPr sz="44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081" y="3205460"/>
            <a:ext cx="9093439" cy="1654373"/>
          </a:xfrm>
        </p:spPr>
        <p:txBody>
          <a:bodyPr anchor="b"/>
          <a:lstStyle>
            <a:lvl1pPr marL="0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97982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95964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3pPr>
            <a:lvl4pPr marL="1493947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4pPr>
            <a:lvl5pPr marL="1991929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5pPr>
            <a:lvl6pPr marL="2489911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6pPr>
            <a:lvl7pPr marL="2987893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7pPr>
            <a:lvl8pPr marL="3485876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8pPr>
            <a:lvl9pPr marL="3983858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1327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79486" y="1764667"/>
            <a:ext cx="5126203" cy="4991131"/>
          </a:xfrm>
        </p:spPr>
        <p:txBody>
          <a:bodyPr/>
          <a:lstStyle>
            <a:lvl1pPr>
              <a:defRPr sz="3000"/>
            </a:lvl1pPr>
            <a:lvl2pPr>
              <a:defRPr sz="26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83991" y="1764667"/>
            <a:ext cx="5126203" cy="4991131"/>
          </a:xfrm>
        </p:spPr>
        <p:txBody>
          <a:bodyPr/>
          <a:lstStyle>
            <a:lvl1pPr>
              <a:defRPr sz="3000"/>
            </a:lvl1pPr>
            <a:lvl2pPr>
              <a:defRPr sz="26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3140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908" y="302865"/>
            <a:ext cx="9628347" cy="1260475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909" y="1692889"/>
            <a:ext cx="4726880" cy="705515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497982" indent="0">
              <a:buNone/>
              <a:defRPr sz="2200" b="1"/>
            </a:lvl2pPr>
            <a:lvl3pPr marL="995964" indent="0">
              <a:buNone/>
              <a:defRPr sz="2000" b="1"/>
            </a:lvl3pPr>
            <a:lvl4pPr marL="1493947" indent="0">
              <a:buNone/>
              <a:defRPr sz="1700" b="1"/>
            </a:lvl4pPr>
            <a:lvl5pPr marL="1991929" indent="0">
              <a:buNone/>
              <a:defRPr sz="1700" b="1"/>
            </a:lvl5pPr>
            <a:lvl6pPr marL="2489911" indent="0">
              <a:buNone/>
              <a:defRPr sz="1700" b="1"/>
            </a:lvl6pPr>
            <a:lvl7pPr marL="2987893" indent="0">
              <a:buNone/>
              <a:defRPr sz="1700" b="1"/>
            </a:lvl7pPr>
            <a:lvl8pPr marL="3485876" indent="0">
              <a:buNone/>
              <a:defRPr sz="1700" b="1"/>
            </a:lvl8pPr>
            <a:lvl9pPr marL="3983858" indent="0">
              <a:buNone/>
              <a:defRPr sz="17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4909" y="2398404"/>
            <a:ext cx="4726880" cy="435739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34519" y="1692889"/>
            <a:ext cx="4728738" cy="705515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497982" indent="0">
              <a:buNone/>
              <a:defRPr sz="2200" b="1"/>
            </a:lvl2pPr>
            <a:lvl3pPr marL="995964" indent="0">
              <a:buNone/>
              <a:defRPr sz="2000" b="1"/>
            </a:lvl3pPr>
            <a:lvl4pPr marL="1493947" indent="0">
              <a:buNone/>
              <a:defRPr sz="1700" b="1"/>
            </a:lvl4pPr>
            <a:lvl5pPr marL="1991929" indent="0">
              <a:buNone/>
              <a:defRPr sz="1700" b="1"/>
            </a:lvl5pPr>
            <a:lvl6pPr marL="2489911" indent="0">
              <a:buNone/>
              <a:defRPr sz="1700" b="1"/>
            </a:lvl6pPr>
            <a:lvl7pPr marL="2987893" indent="0">
              <a:buNone/>
              <a:defRPr sz="1700" b="1"/>
            </a:lvl7pPr>
            <a:lvl8pPr marL="3485876" indent="0">
              <a:buNone/>
              <a:defRPr sz="1700" b="1"/>
            </a:lvl8pPr>
            <a:lvl9pPr marL="3983858" indent="0">
              <a:buNone/>
              <a:defRPr sz="17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34519" y="2398404"/>
            <a:ext cx="4728738" cy="435739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0559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1564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1818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909" y="301113"/>
            <a:ext cx="3519622" cy="1281483"/>
          </a:xfrm>
        </p:spPr>
        <p:txBody>
          <a:bodyPr anchor="b"/>
          <a:lstStyle>
            <a:lvl1pPr algn="l">
              <a:defRPr sz="22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2686" y="301116"/>
            <a:ext cx="5980569" cy="6454683"/>
          </a:xfrm>
        </p:spPr>
        <p:txBody>
          <a:bodyPr/>
          <a:lstStyle>
            <a:lvl1pPr>
              <a:defRPr sz="3500"/>
            </a:lvl1pPr>
            <a:lvl2pPr>
              <a:defRPr sz="3000"/>
            </a:lvl2pPr>
            <a:lvl3pPr>
              <a:defRPr sz="260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4909" y="1582598"/>
            <a:ext cx="3519622" cy="5173200"/>
          </a:xfrm>
        </p:spPr>
        <p:txBody>
          <a:bodyPr/>
          <a:lstStyle>
            <a:lvl1pPr marL="0" indent="0">
              <a:buNone/>
              <a:defRPr sz="1500"/>
            </a:lvl1pPr>
            <a:lvl2pPr marL="497982" indent="0">
              <a:buNone/>
              <a:defRPr sz="1300"/>
            </a:lvl2pPr>
            <a:lvl3pPr marL="995964" indent="0">
              <a:buNone/>
              <a:defRPr sz="1100"/>
            </a:lvl3pPr>
            <a:lvl4pPr marL="1493947" indent="0">
              <a:buNone/>
              <a:defRPr sz="1000"/>
            </a:lvl4pPr>
            <a:lvl5pPr marL="1991929" indent="0">
              <a:buNone/>
              <a:defRPr sz="1000"/>
            </a:lvl5pPr>
            <a:lvl6pPr marL="2489911" indent="0">
              <a:buNone/>
              <a:defRPr sz="1000"/>
            </a:lvl6pPr>
            <a:lvl7pPr marL="2987893" indent="0">
              <a:buNone/>
              <a:defRPr sz="1000"/>
            </a:lvl7pPr>
            <a:lvl8pPr marL="3485876" indent="0">
              <a:buNone/>
              <a:defRPr sz="1000"/>
            </a:lvl8pPr>
            <a:lvl9pPr marL="3983858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0804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96914" y="5293995"/>
            <a:ext cx="6418898" cy="624986"/>
          </a:xfrm>
        </p:spPr>
        <p:txBody>
          <a:bodyPr anchor="b"/>
          <a:lstStyle>
            <a:lvl1pPr algn="l">
              <a:defRPr sz="22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096914" y="675755"/>
            <a:ext cx="6418898" cy="4537710"/>
          </a:xfrm>
        </p:spPr>
        <p:txBody>
          <a:bodyPr/>
          <a:lstStyle>
            <a:lvl1pPr marL="0" indent="0">
              <a:buNone/>
              <a:defRPr sz="3500"/>
            </a:lvl1pPr>
            <a:lvl2pPr marL="497982" indent="0">
              <a:buNone/>
              <a:defRPr sz="3000"/>
            </a:lvl2pPr>
            <a:lvl3pPr marL="995964" indent="0">
              <a:buNone/>
              <a:defRPr sz="2600"/>
            </a:lvl3pPr>
            <a:lvl4pPr marL="1493947" indent="0">
              <a:buNone/>
              <a:defRPr sz="2200"/>
            </a:lvl4pPr>
            <a:lvl5pPr marL="1991929" indent="0">
              <a:buNone/>
              <a:defRPr sz="2200"/>
            </a:lvl5pPr>
            <a:lvl6pPr marL="2489911" indent="0">
              <a:buNone/>
              <a:defRPr sz="2200"/>
            </a:lvl6pPr>
            <a:lvl7pPr marL="2987893" indent="0">
              <a:buNone/>
              <a:defRPr sz="2200"/>
            </a:lvl7pPr>
            <a:lvl8pPr marL="3485876" indent="0">
              <a:buNone/>
              <a:defRPr sz="2200"/>
            </a:lvl8pPr>
            <a:lvl9pPr marL="3983858" indent="0">
              <a:buNone/>
              <a:defRPr sz="22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96914" y="5918981"/>
            <a:ext cx="6418898" cy="887584"/>
          </a:xfrm>
        </p:spPr>
        <p:txBody>
          <a:bodyPr/>
          <a:lstStyle>
            <a:lvl1pPr marL="0" indent="0">
              <a:buNone/>
              <a:defRPr sz="1500"/>
            </a:lvl1pPr>
            <a:lvl2pPr marL="497982" indent="0">
              <a:buNone/>
              <a:defRPr sz="1300"/>
            </a:lvl2pPr>
            <a:lvl3pPr marL="995964" indent="0">
              <a:buNone/>
              <a:defRPr sz="1100"/>
            </a:lvl3pPr>
            <a:lvl4pPr marL="1493947" indent="0">
              <a:buNone/>
              <a:defRPr sz="1000"/>
            </a:lvl4pPr>
            <a:lvl5pPr marL="1991929" indent="0">
              <a:buNone/>
              <a:defRPr sz="1000"/>
            </a:lvl5pPr>
            <a:lvl6pPr marL="2489911" indent="0">
              <a:buNone/>
              <a:defRPr sz="1000"/>
            </a:lvl6pPr>
            <a:lvl7pPr marL="2987893" indent="0">
              <a:buNone/>
              <a:defRPr sz="1000"/>
            </a:lvl7pPr>
            <a:lvl8pPr marL="3485876" indent="0">
              <a:buNone/>
              <a:defRPr sz="1000"/>
            </a:lvl8pPr>
            <a:lvl9pPr marL="3983858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6271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4603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402515" y="302867"/>
            <a:ext cx="2607678" cy="645293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79485" y="302867"/>
            <a:ext cx="7644730" cy="645293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5730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908" y="302865"/>
            <a:ext cx="9628347" cy="1260475"/>
          </a:xfrm>
          <a:prstGeom prst="rect">
            <a:avLst/>
          </a:prstGeom>
        </p:spPr>
        <p:txBody>
          <a:bodyPr vert="horz" lIns="99596" tIns="49798" rIns="99596" bIns="49798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908" y="1764667"/>
            <a:ext cx="9628347" cy="4991131"/>
          </a:xfrm>
          <a:prstGeom prst="rect">
            <a:avLst/>
          </a:prstGeom>
        </p:spPr>
        <p:txBody>
          <a:bodyPr vert="horz" lIns="99596" tIns="49798" rIns="99596" bIns="49798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908" y="7009644"/>
            <a:ext cx="2496238" cy="402652"/>
          </a:xfrm>
          <a:prstGeom prst="rect">
            <a:avLst/>
          </a:prstGeom>
        </p:spPr>
        <p:txBody>
          <a:bodyPr vert="horz" lIns="99596" tIns="49798" rIns="99596" bIns="49798" rtlCol="0" anchor="ctr"/>
          <a:lstStyle>
            <a:lvl1pPr algn="l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55206" y="7009644"/>
            <a:ext cx="3387752" cy="402652"/>
          </a:xfrm>
          <a:prstGeom prst="rect">
            <a:avLst/>
          </a:prstGeom>
        </p:spPr>
        <p:txBody>
          <a:bodyPr vert="horz" lIns="99596" tIns="49798" rIns="99596" bIns="49798" rtlCol="0" anchor="ctr"/>
          <a:lstStyle>
            <a:lvl1pPr algn="ct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67017" y="7009644"/>
            <a:ext cx="2496238" cy="402652"/>
          </a:xfrm>
          <a:prstGeom prst="rect">
            <a:avLst/>
          </a:prstGeom>
        </p:spPr>
        <p:txBody>
          <a:bodyPr vert="horz" lIns="99596" tIns="49798" rIns="99596" bIns="49798" rtlCol="0" anchor="ctr"/>
          <a:lstStyle>
            <a:lvl1pPr algn="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6274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95964" rtl="0" eaLnBrk="1" latinLnBrk="0" hangingPunct="1">
        <a:spcBef>
          <a:spcPct val="0"/>
        </a:spcBef>
        <a:buNone/>
        <a:defRPr sz="4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73487" indent="-373487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3500" kern="1200">
          <a:solidFill>
            <a:schemeClr val="tx1"/>
          </a:solidFill>
          <a:latin typeface="+mn-lt"/>
          <a:ea typeface="+mn-ea"/>
          <a:cs typeface="+mn-cs"/>
        </a:defRPr>
      </a:lvl1pPr>
      <a:lvl2pPr marL="809221" indent="-311239" algn="l" defTabSz="995964" rtl="0" eaLnBrk="1" latinLnBrk="0" hangingPunct="1">
        <a:spcBef>
          <a:spcPct val="20000"/>
        </a:spcBef>
        <a:buFont typeface="Arial" panose="020B0604020202020204" pitchFamily="34" charset="0"/>
        <a:buChar char="–"/>
        <a:defRPr sz="3000" kern="1200">
          <a:solidFill>
            <a:schemeClr val="tx1"/>
          </a:solidFill>
          <a:latin typeface="+mn-lt"/>
          <a:ea typeface="+mn-ea"/>
          <a:cs typeface="+mn-cs"/>
        </a:defRPr>
      </a:lvl2pPr>
      <a:lvl3pPr marL="1244956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742938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–"/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2240920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»"/>
        <a:defRPr sz="2200" kern="1200">
          <a:solidFill>
            <a:schemeClr val="tx1"/>
          </a:solidFill>
          <a:latin typeface="+mn-lt"/>
          <a:ea typeface="+mn-ea"/>
          <a:cs typeface="+mn-cs"/>
        </a:defRPr>
      </a:lvl5pPr>
      <a:lvl6pPr marL="2738902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6pPr>
      <a:lvl7pPr marL="3236885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7pPr>
      <a:lvl8pPr marL="3734867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8pPr>
      <a:lvl9pPr marL="4232849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7982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95964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493947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991929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489911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87893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85876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83858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777081" y="1952625"/>
            <a:ext cx="9144000" cy="3657600"/>
            <a:chOff x="777081" y="1952625"/>
            <a:chExt cx="9144000" cy="3657600"/>
          </a:xfrm>
        </p:grpSpPr>
        <p:sp>
          <p:nvSpPr>
            <p:cNvPr id="3" name="rc3"/>
            <p:cNvSpPr/>
            <p:nvPr/>
          </p:nvSpPr>
          <p:spPr>
            <a:xfrm>
              <a:off x="777081" y="1952625"/>
              <a:ext cx="9144000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777081" y="1952625"/>
              <a:ext cx="9143999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85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1303100" y="2110311"/>
              <a:ext cx="2103885" cy="333387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1303100" y="4910693"/>
              <a:ext cx="2103885" cy="0"/>
            </a:xfrm>
            <a:custGeom>
              <a:avLst/>
              <a:pathLst>
                <a:path w="2103885" h="0">
                  <a:moveTo>
                    <a:pt x="0" y="0"/>
                  </a:moveTo>
                  <a:lnTo>
                    <a:pt x="2103885" y="0"/>
                  </a:lnTo>
                  <a:lnTo>
                    <a:pt x="2103885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1303100" y="4248457"/>
              <a:ext cx="2103885" cy="0"/>
            </a:xfrm>
            <a:custGeom>
              <a:avLst/>
              <a:pathLst>
                <a:path w="2103885" h="0">
                  <a:moveTo>
                    <a:pt x="0" y="0"/>
                  </a:moveTo>
                  <a:lnTo>
                    <a:pt x="2103885" y="0"/>
                  </a:lnTo>
                  <a:lnTo>
                    <a:pt x="2103885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303100" y="3586222"/>
              <a:ext cx="2103885" cy="0"/>
            </a:xfrm>
            <a:custGeom>
              <a:avLst/>
              <a:pathLst>
                <a:path w="2103885" h="0">
                  <a:moveTo>
                    <a:pt x="0" y="0"/>
                  </a:moveTo>
                  <a:lnTo>
                    <a:pt x="2103885" y="0"/>
                  </a:lnTo>
                  <a:lnTo>
                    <a:pt x="2103885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303100" y="2923986"/>
              <a:ext cx="2103885" cy="0"/>
            </a:xfrm>
            <a:custGeom>
              <a:avLst/>
              <a:pathLst>
                <a:path w="2103885" h="0">
                  <a:moveTo>
                    <a:pt x="0" y="0"/>
                  </a:moveTo>
                  <a:lnTo>
                    <a:pt x="2103885" y="0"/>
                  </a:lnTo>
                  <a:lnTo>
                    <a:pt x="2103885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1303100" y="2261750"/>
              <a:ext cx="2103885" cy="0"/>
            </a:xfrm>
            <a:custGeom>
              <a:avLst/>
              <a:pathLst>
                <a:path w="2103885" h="0">
                  <a:moveTo>
                    <a:pt x="0" y="0"/>
                  </a:moveTo>
                  <a:lnTo>
                    <a:pt x="2103885" y="0"/>
                  </a:lnTo>
                  <a:lnTo>
                    <a:pt x="2103885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1545856" y="2110311"/>
              <a:ext cx="0" cy="3333870"/>
            </a:xfrm>
            <a:custGeom>
              <a:avLst/>
              <a:pathLst>
                <a:path w="0" h="3333870">
                  <a:moveTo>
                    <a:pt x="0" y="333387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1950449" y="2110311"/>
              <a:ext cx="0" cy="3333870"/>
            </a:xfrm>
            <a:custGeom>
              <a:avLst/>
              <a:pathLst>
                <a:path w="0" h="3333870">
                  <a:moveTo>
                    <a:pt x="0" y="333387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2355042" y="2110311"/>
              <a:ext cx="0" cy="3333870"/>
            </a:xfrm>
            <a:custGeom>
              <a:avLst/>
              <a:pathLst>
                <a:path w="0" h="3333870">
                  <a:moveTo>
                    <a:pt x="0" y="333387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2759636" y="2110311"/>
              <a:ext cx="0" cy="3333870"/>
            </a:xfrm>
            <a:custGeom>
              <a:avLst/>
              <a:pathLst>
                <a:path w="0" h="3333870">
                  <a:moveTo>
                    <a:pt x="0" y="333387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3164229" y="2110311"/>
              <a:ext cx="0" cy="3333870"/>
            </a:xfrm>
            <a:custGeom>
              <a:avLst/>
              <a:pathLst>
                <a:path w="0" h="3333870">
                  <a:moveTo>
                    <a:pt x="0" y="333387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1545856" y="2261994"/>
              <a:ext cx="0" cy="28746"/>
            </a:xfrm>
            <a:custGeom>
              <a:avLst/>
              <a:pathLst>
                <a:path w="0" h="28746">
                  <a:moveTo>
                    <a:pt x="0" y="28746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1545856" y="3344753"/>
              <a:ext cx="0" cy="468158"/>
            </a:xfrm>
            <a:custGeom>
              <a:avLst/>
              <a:pathLst>
                <a:path w="0" h="468158">
                  <a:moveTo>
                    <a:pt x="0" y="0"/>
                  </a:moveTo>
                  <a:lnTo>
                    <a:pt x="0" y="468158"/>
                  </a:lnTo>
                </a:path>
              </a:pathLst>
            </a:custGeom>
            <a:ln w="12195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g18"/>
            <p:cNvSpPr/>
            <p:nvPr/>
          </p:nvSpPr>
          <p:spPr>
            <a:xfrm>
              <a:off x="1394133" y="2290741"/>
              <a:ext cx="303444" cy="1054012"/>
            </a:xfrm>
            <a:custGeom>
              <a:avLst/>
              <a:pathLst>
                <a:path w="303444" h="1054012">
                  <a:moveTo>
                    <a:pt x="0" y="0"/>
                  </a:moveTo>
                  <a:lnTo>
                    <a:pt x="0" y="1054012"/>
                  </a:lnTo>
                  <a:lnTo>
                    <a:pt x="303444" y="1054012"/>
                  </a:lnTo>
                  <a:lnTo>
                    <a:pt x="303444" y="0"/>
                  </a:lnTo>
                  <a:close/>
                </a:path>
              </a:pathLst>
            </a:custGeom>
            <a:solidFill>
              <a:srgbClr val="F8766D">
                <a:alpha val="69803"/>
              </a:srgbClr>
            </a:solidFill>
            <a:ln w="1219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1394133" y="2587890"/>
              <a:ext cx="303444" cy="0"/>
            </a:xfrm>
            <a:custGeom>
              <a:avLst/>
              <a:pathLst>
                <a:path w="303444" h="0">
                  <a:moveTo>
                    <a:pt x="0" y="0"/>
                  </a:moveTo>
                  <a:lnTo>
                    <a:pt x="303444" y="0"/>
                  </a:lnTo>
                </a:path>
              </a:pathLst>
            </a:custGeom>
            <a:ln w="2439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1950449" y="2262070"/>
              <a:ext cx="0" cy="2568"/>
            </a:xfrm>
            <a:custGeom>
              <a:avLst/>
              <a:pathLst>
                <a:path w="0" h="2568">
                  <a:moveTo>
                    <a:pt x="0" y="2568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950449" y="2618710"/>
              <a:ext cx="0" cy="1024432"/>
            </a:xfrm>
            <a:custGeom>
              <a:avLst/>
              <a:pathLst>
                <a:path w="0" h="1024432">
                  <a:moveTo>
                    <a:pt x="0" y="0"/>
                  </a:moveTo>
                  <a:lnTo>
                    <a:pt x="0" y="1024432"/>
                  </a:lnTo>
                </a:path>
              </a:pathLst>
            </a:custGeom>
            <a:ln w="12195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g22"/>
            <p:cNvSpPr/>
            <p:nvPr/>
          </p:nvSpPr>
          <p:spPr>
            <a:xfrm>
              <a:off x="1798727" y="2264639"/>
              <a:ext cx="303444" cy="354071"/>
            </a:xfrm>
            <a:custGeom>
              <a:avLst/>
              <a:pathLst>
                <a:path w="303444" h="354071">
                  <a:moveTo>
                    <a:pt x="0" y="0"/>
                  </a:moveTo>
                  <a:lnTo>
                    <a:pt x="0" y="354071"/>
                  </a:lnTo>
                  <a:lnTo>
                    <a:pt x="303444" y="354071"/>
                  </a:lnTo>
                  <a:lnTo>
                    <a:pt x="303444" y="0"/>
                  </a:lnTo>
                  <a:close/>
                </a:path>
              </a:pathLst>
            </a:custGeom>
            <a:solidFill>
              <a:srgbClr val="A3A500">
                <a:alpha val="69803"/>
              </a:srgbClr>
            </a:solidFill>
            <a:ln w="1219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798727" y="2334319"/>
              <a:ext cx="303444" cy="0"/>
            </a:xfrm>
            <a:custGeom>
              <a:avLst/>
              <a:pathLst>
                <a:path w="303444" h="0">
                  <a:moveTo>
                    <a:pt x="0" y="0"/>
                  </a:moveTo>
                  <a:lnTo>
                    <a:pt x="303444" y="0"/>
                  </a:lnTo>
                </a:path>
              </a:pathLst>
            </a:custGeom>
            <a:ln w="2439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355042" y="2261851"/>
              <a:ext cx="0" cy="1519"/>
            </a:xfrm>
            <a:custGeom>
              <a:avLst/>
              <a:pathLst>
                <a:path w="0" h="1519">
                  <a:moveTo>
                    <a:pt x="0" y="1519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2355042" y="2375338"/>
              <a:ext cx="0" cy="316578"/>
            </a:xfrm>
            <a:custGeom>
              <a:avLst/>
              <a:pathLst>
                <a:path w="0" h="316578">
                  <a:moveTo>
                    <a:pt x="0" y="0"/>
                  </a:moveTo>
                  <a:lnTo>
                    <a:pt x="0" y="316578"/>
                  </a:lnTo>
                </a:path>
              </a:pathLst>
            </a:custGeom>
            <a:ln w="12195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g26"/>
            <p:cNvSpPr/>
            <p:nvPr/>
          </p:nvSpPr>
          <p:spPr>
            <a:xfrm>
              <a:off x="2203320" y="2263370"/>
              <a:ext cx="303444" cy="111968"/>
            </a:xfrm>
            <a:custGeom>
              <a:avLst/>
              <a:pathLst>
                <a:path w="303444" h="111968">
                  <a:moveTo>
                    <a:pt x="0" y="0"/>
                  </a:moveTo>
                  <a:lnTo>
                    <a:pt x="0" y="111968"/>
                  </a:lnTo>
                  <a:lnTo>
                    <a:pt x="303444" y="111968"/>
                  </a:lnTo>
                  <a:lnTo>
                    <a:pt x="303444" y="0"/>
                  </a:lnTo>
                  <a:close/>
                </a:path>
              </a:pathLst>
            </a:custGeom>
            <a:solidFill>
              <a:srgbClr val="00BF7D">
                <a:alpha val="69803"/>
              </a:srgbClr>
            </a:solidFill>
            <a:ln w="1219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2203320" y="2318019"/>
              <a:ext cx="303444" cy="0"/>
            </a:xfrm>
            <a:custGeom>
              <a:avLst/>
              <a:pathLst>
                <a:path w="303444" h="0">
                  <a:moveTo>
                    <a:pt x="0" y="0"/>
                  </a:moveTo>
                  <a:lnTo>
                    <a:pt x="303444" y="0"/>
                  </a:lnTo>
                </a:path>
              </a:pathLst>
            </a:custGeom>
            <a:ln w="2439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2759636" y="2261883"/>
              <a:ext cx="0" cy="5744"/>
            </a:xfrm>
            <a:custGeom>
              <a:avLst/>
              <a:pathLst>
                <a:path w="0" h="5744">
                  <a:moveTo>
                    <a:pt x="0" y="5744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2759636" y="2394899"/>
              <a:ext cx="0" cy="183686"/>
            </a:xfrm>
            <a:custGeom>
              <a:avLst/>
              <a:pathLst>
                <a:path w="0" h="183686">
                  <a:moveTo>
                    <a:pt x="0" y="0"/>
                  </a:moveTo>
                  <a:lnTo>
                    <a:pt x="0" y="183686"/>
                  </a:lnTo>
                </a:path>
              </a:pathLst>
            </a:custGeom>
            <a:ln w="12195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2607913" y="2267627"/>
              <a:ext cx="303444" cy="127272"/>
            </a:xfrm>
            <a:custGeom>
              <a:avLst/>
              <a:pathLst>
                <a:path w="303444" h="127272">
                  <a:moveTo>
                    <a:pt x="0" y="0"/>
                  </a:moveTo>
                  <a:lnTo>
                    <a:pt x="0" y="127272"/>
                  </a:lnTo>
                  <a:lnTo>
                    <a:pt x="303444" y="127272"/>
                  </a:lnTo>
                  <a:lnTo>
                    <a:pt x="303444" y="0"/>
                  </a:lnTo>
                  <a:close/>
                </a:path>
              </a:pathLst>
            </a:custGeom>
            <a:solidFill>
              <a:srgbClr val="00B0F6">
                <a:alpha val="69803"/>
              </a:srgbClr>
            </a:solidFill>
            <a:ln w="1219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2607913" y="2314394"/>
              <a:ext cx="303444" cy="0"/>
            </a:xfrm>
            <a:custGeom>
              <a:avLst/>
              <a:pathLst>
                <a:path w="303444" h="0">
                  <a:moveTo>
                    <a:pt x="0" y="0"/>
                  </a:moveTo>
                  <a:lnTo>
                    <a:pt x="303444" y="0"/>
                  </a:lnTo>
                </a:path>
              </a:pathLst>
            </a:custGeom>
            <a:ln w="2439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3164229" y="2261977"/>
              <a:ext cx="0" cy="8337"/>
            </a:xfrm>
            <a:custGeom>
              <a:avLst/>
              <a:pathLst>
                <a:path w="0" h="8337">
                  <a:moveTo>
                    <a:pt x="0" y="8337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3164229" y="2428220"/>
              <a:ext cx="0" cy="306802"/>
            </a:xfrm>
            <a:custGeom>
              <a:avLst/>
              <a:pathLst>
                <a:path w="0" h="306802">
                  <a:moveTo>
                    <a:pt x="0" y="0"/>
                  </a:moveTo>
                  <a:lnTo>
                    <a:pt x="0" y="306802"/>
                  </a:lnTo>
                </a:path>
              </a:pathLst>
            </a:custGeom>
            <a:ln w="12195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g34"/>
            <p:cNvSpPr/>
            <p:nvPr/>
          </p:nvSpPr>
          <p:spPr>
            <a:xfrm>
              <a:off x="3012506" y="2270314"/>
              <a:ext cx="303444" cy="157905"/>
            </a:xfrm>
            <a:custGeom>
              <a:avLst/>
              <a:pathLst>
                <a:path w="303444" h="157905">
                  <a:moveTo>
                    <a:pt x="0" y="0"/>
                  </a:moveTo>
                  <a:lnTo>
                    <a:pt x="0" y="157905"/>
                  </a:lnTo>
                  <a:lnTo>
                    <a:pt x="303444" y="157905"/>
                  </a:lnTo>
                  <a:lnTo>
                    <a:pt x="303444" y="0"/>
                  </a:lnTo>
                  <a:close/>
                </a:path>
              </a:pathLst>
            </a:custGeom>
            <a:solidFill>
              <a:srgbClr val="E76BF3">
                <a:alpha val="69803"/>
              </a:srgbClr>
            </a:solidFill>
            <a:ln w="1219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3012506" y="2326693"/>
              <a:ext cx="303444" cy="0"/>
            </a:xfrm>
            <a:custGeom>
              <a:avLst/>
              <a:pathLst>
                <a:path w="303444" h="0">
                  <a:moveTo>
                    <a:pt x="0" y="0"/>
                  </a:moveTo>
                  <a:lnTo>
                    <a:pt x="303444" y="0"/>
                  </a:lnTo>
                </a:path>
              </a:pathLst>
            </a:custGeom>
            <a:ln w="2439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3457595" y="2110311"/>
              <a:ext cx="2103885" cy="333387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3457595" y="4910693"/>
              <a:ext cx="2103885" cy="0"/>
            </a:xfrm>
            <a:custGeom>
              <a:avLst/>
              <a:pathLst>
                <a:path w="2103885" h="0">
                  <a:moveTo>
                    <a:pt x="0" y="0"/>
                  </a:moveTo>
                  <a:lnTo>
                    <a:pt x="2103885" y="0"/>
                  </a:lnTo>
                  <a:lnTo>
                    <a:pt x="2103885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3457595" y="4248457"/>
              <a:ext cx="2103885" cy="0"/>
            </a:xfrm>
            <a:custGeom>
              <a:avLst/>
              <a:pathLst>
                <a:path w="2103885" h="0">
                  <a:moveTo>
                    <a:pt x="0" y="0"/>
                  </a:moveTo>
                  <a:lnTo>
                    <a:pt x="2103885" y="0"/>
                  </a:lnTo>
                  <a:lnTo>
                    <a:pt x="2103885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3457595" y="3586222"/>
              <a:ext cx="2103885" cy="0"/>
            </a:xfrm>
            <a:custGeom>
              <a:avLst/>
              <a:pathLst>
                <a:path w="2103885" h="0">
                  <a:moveTo>
                    <a:pt x="0" y="0"/>
                  </a:moveTo>
                  <a:lnTo>
                    <a:pt x="2103885" y="0"/>
                  </a:lnTo>
                  <a:lnTo>
                    <a:pt x="2103885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3457595" y="2923986"/>
              <a:ext cx="2103885" cy="0"/>
            </a:xfrm>
            <a:custGeom>
              <a:avLst/>
              <a:pathLst>
                <a:path w="2103885" h="0">
                  <a:moveTo>
                    <a:pt x="0" y="0"/>
                  </a:moveTo>
                  <a:lnTo>
                    <a:pt x="2103885" y="0"/>
                  </a:lnTo>
                  <a:lnTo>
                    <a:pt x="2103885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3457595" y="2261750"/>
              <a:ext cx="2103885" cy="0"/>
            </a:xfrm>
            <a:custGeom>
              <a:avLst/>
              <a:pathLst>
                <a:path w="2103885" h="0">
                  <a:moveTo>
                    <a:pt x="0" y="0"/>
                  </a:moveTo>
                  <a:lnTo>
                    <a:pt x="2103885" y="0"/>
                  </a:lnTo>
                  <a:lnTo>
                    <a:pt x="2103885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3700351" y="2110311"/>
              <a:ext cx="0" cy="3333870"/>
            </a:xfrm>
            <a:custGeom>
              <a:avLst/>
              <a:pathLst>
                <a:path w="0" h="3333870">
                  <a:moveTo>
                    <a:pt x="0" y="333387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4104944" y="2110311"/>
              <a:ext cx="0" cy="3333870"/>
            </a:xfrm>
            <a:custGeom>
              <a:avLst/>
              <a:pathLst>
                <a:path w="0" h="3333870">
                  <a:moveTo>
                    <a:pt x="0" y="333387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4509538" y="2110311"/>
              <a:ext cx="0" cy="3333870"/>
            </a:xfrm>
            <a:custGeom>
              <a:avLst/>
              <a:pathLst>
                <a:path w="0" h="3333870">
                  <a:moveTo>
                    <a:pt x="0" y="333387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4914131" y="2110311"/>
              <a:ext cx="0" cy="3333870"/>
            </a:xfrm>
            <a:custGeom>
              <a:avLst/>
              <a:pathLst>
                <a:path w="0" h="3333870">
                  <a:moveTo>
                    <a:pt x="0" y="333387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5318724" y="2110311"/>
              <a:ext cx="0" cy="3333870"/>
            </a:xfrm>
            <a:custGeom>
              <a:avLst/>
              <a:pathLst>
                <a:path w="0" h="3333870">
                  <a:moveTo>
                    <a:pt x="0" y="333387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3700351" y="2264116"/>
              <a:ext cx="0" cy="892908"/>
            </a:xfrm>
            <a:custGeom>
              <a:avLst/>
              <a:pathLst>
                <a:path w="0" h="892908">
                  <a:moveTo>
                    <a:pt x="0" y="892908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3700351" y="4543058"/>
              <a:ext cx="0" cy="351425"/>
            </a:xfrm>
            <a:custGeom>
              <a:avLst/>
              <a:pathLst>
                <a:path w="0" h="351425">
                  <a:moveTo>
                    <a:pt x="0" y="0"/>
                  </a:moveTo>
                  <a:lnTo>
                    <a:pt x="0" y="351425"/>
                  </a:lnTo>
                </a:path>
              </a:pathLst>
            </a:custGeom>
            <a:ln w="12195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g49"/>
            <p:cNvSpPr/>
            <p:nvPr/>
          </p:nvSpPr>
          <p:spPr>
            <a:xfrm>
              <a:off x="3548629" y="3157025"/>
              <a:ext cx="303444" cy="1386033"/>
            </a:xfrm>
            <a:custGeom>
              <a:avLst/>
              <a:pathLst>
                <a:path w="303444" h="1386033">
                  <a:moveTo>
                    <a:pt x="0" y="0"/>
                  </a:moveTo>
                  <a:lnTo>
                    <a:pt x="0" y="1386033"/>
                  </a:lnTo>
                  <a:lnTo>
                    <a:pt x="303444" y="1386033"/>
                  </a:lnTo>
                  <a:lnTo>
                    <a:pt x="303444" y="0"/>
                  </a:lnTo>
                  <a:close/>
                </a:path>
              </a:pathLst>
            </a:custGeom>
            <a:solidFill>
              <a:srgbClr val="F8766D">
                <a:alpha val="69803"/>
              </a:srgbClr>
            </a:solidFill>
            <a:ln w="1219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3548629" y="4035594"/>
              <a:ext cx="303444" cy="0"/>
            </a:xfrm>
            <a:custGeom>
              <a:avLst/>
              <a:pathLst>
                <a:path w="303444" h="0">
                  <a:moveTo>
                    <a:pt x="0" y="0"/>
                  </a:moveTo>
                  <a:lnTo>
                    <a:pt x="303444" y="0"/>
                  </a:lnTo>
                </a:path>
              </a:pathLst>
            </a:custGeom>
            <a:ln w="2439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4104944" y="2263276"/>
              <a:ext cx="0" cy="264395"/>
            </a:xfrm>
            <a:custGeom>
              <a:avLst/>
              <a:pathLst>
                <a:path w="0" h="264395">
                  <a:moveTo>
                    <a:pt x="0" y="264395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4104944" y="4289098"/>
              <a:ext cx="0" cy="691606"/>
            </a:xfrm>
            <a:custGeom>
              <a:avLst/>
              <a:pathLst>
                <a:path w="0" h="691606">
                  <a:moveTo>
                    <a:pt x="0" y="0"/>
                  </a:moveTo>
                  <a:lnTo>
                    <a:pt x="0" y="691606"/>
                  </a:lnTo>
                </a:path>
              </a:pathLst>
            </a:custGeom>
            <a:ln w="12195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g53"/>
            <p:cNvSpPr/>
            <p:nvPr/>
          </p:nvSpPr>
          <p:spPr>
            <a:xfrm>
              <a:off x="3953222" y="2527671"/>
              <a:ext cx="303444" cy="1761426"/>
            </a:xfrm>
            <a:custGeom>
              <a:avLst/>
              <a:pathLst>
                <a:path w="303444" h="1761426">
                  <a:moveTo>
                    <a:pt x="0" y="0"/>
                  </a:moveTo>
                  <a:lnTo>
                    <a:pt x="0" y="1761426"/>
                  </a:lnTo>
                  <a:lnTo>
                    <a:pt x="303444" y="1761426"/>
                  </a:lnTo>
                  <a:lnTo>
                    <a:pt x="303444" y="0"/>
                  </a:lnTo>
                  <a:close/>
                </a:path>
              </a:pathLst>
            </a:custGeom>
            <a:solidFill>
              <a:srgbClr val="A3A500">
                <a:alpha val="69803"/>
              </a:srgbClr>
            </a:solidFill>
            <a:ln w="1219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3953222" y="3830758"/>
              <a:ext cx="303444" cy="0"/>
            </a:xfrm>
            <a:custGeom>
              <a:avLst/>
              <a:pathLst>
                <a:path w="303444" h="0">
                  <a:moveTo>
                    <a:pt x="0" y="0"/>
                  </a:moveTo>
                  <a:lnTo>
                    <a:pt x="303444" y="0"/>
                  </a:lnTo>
                </a:path>
              </a:pathLst>
            </a:custGeom>
            <a:ln w="2439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4509538" y="2267021"/>
              <a:ext cx="0" cy="543762"/>
            </a:xfrm>
            <a:custGeom>
              <a:avLst/>
              <a:pathLst>
                <a:path w="0" h="543762">
                  <a:moveTo>
                    <a:pt x="0" y="543762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4509538" y="4422935"/>
              <a:ext cx="0" cy="364336"/>
            </a:xfrm>
            <a:custGeom>
              <a:avLst/>
              <a:pathLst>
                <a:path w="0" h="364336">
                  <a:moveTo>
                    <a:pt x="0" y="0"/>
                  </a:moveTo>
                  <a:lnTo>
                    <a:pt x="0" y="364336"/>
                  </a:lnTo>
                </a:path>
              </a:pathLst>
            </a:custGeom>
            <a:ln w="12195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g57"/>
            <p:cNvSpPr/>
            <p:nvPr/>
          </p:nvSpPr>
          <p:spPr>
            <a:xfrm>
              <a:off x="4357815" y="2810784"/>
              <a:ext cx="303444" cy="1612151"/>
            </a:xfrm>
            <a:custGeom>
              <a:avLst/>
              <a:pathLst>
                <a:path w="303444" h="1612151">
                  <a:moveTo>
                    <a:pt x="0" y="0"/>
                  </a:moveTo>
                  <a:lnTo>
                    <a:pt x="0" y="1612151"/>
                  </a:lnTo>
                  <a:lnTo>
                    <a:pt x="303444" y="1612151"/>
                  </a:lnTo>
                  <a:lnTo>
                    <a:pt x="303444" y="0"/>
                  </a:lnTo>
                  <a:close/>
                </a:path>
              </a:pathLst>
            </a:custGeom>
            <a:solidFill>
              <a:srgbClr val="00BF7D">
                <a:alpha val="69803"/>
              </a:srgbClr>
            </a:solidFill>
            <a:ln w="1219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4357815" y="4124016"/>
              <a:ext cx="303444" cy="0"/>
            </a:xfrm>
            <a:custGeom>
              <a:avLst/>
              <a:pathLst>
                <a:path w="303444" h="0">
                  <a:moveTo>
                    <a:pt x="0" y="0"/>
                  </a:moveTo>
                  <a:lnTo>
                    <a:pt x="303444" y="0"/>
                  </a:lnTo>
                </a:path>
              </a:pathLst>
            </a:custGeom>
            <a:ln w="2439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4914131" y="2326855"/>
              <a:ext cx="0" cy="449524"/>
            </a:xfrm>
            <a:custGeom>
              <a:avLst/>
              <a:pathLst>
                <a:path w="0" h="449524">
                  <a:moveTo>
                    <a:pt x="0" y="449524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4914131" y="4407796"/>
              <a:ext cx="0" cy="187195"/>
            </a:xfrm>
            <a:custGeom>
              <a:avLst/>
              <a:pathLst>
                <a:path w="0" h="187195">
                  <a:moveTo>
                    <a:pt x="0" y="0"/>
                  </a:moveTo>
                  <a:lnTo>
                    <a:pt x="0" y="187195"/>
                  </a:lnTo>
                </a:path>
              </a:pathLst>
            </a:custGeom>
            <a:ln w="12195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g61"/>
            <p:cNvSpPr/>
            <p:nvPr/>
          </p:nvSpPr>
          <p:spPr>
            <a:xfrm>
              <a:off x="4762408" y="2776379"/>
              <a:ext cx="303444" cy="1631417"/>
            </a:xfrm>
            <a:custGeom>
              <a:avLst/>
              <a:pathLst>
                <a:path w="303444" h="1631417">
                  <a:moveTo>
                    <a:pt x="0" y="0"/>
                  </a:moveTo>
                  <a:lnTo>
                    <a:pt x="0" y="1631417"/>
                  </a:lnTo>
                  <a:lnTo>
                    <a:pt x="303444" y="1631417"/>
                  </a:lnTo>
                  <a:lnTo>
                    <a:pt x="303444" y="0"/>
                  </a:lnTo>
                  <a:close/>
                </a:path>
              </a:pathLst>
            </a:custGeom>
            <a:solidFill>
              <a:srgbClr val="00B0F6">
                <a:alpha val="69803"/>
              </a:srgbClr>
            </a:solidFill>
            <a:ln w="1219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4762408" y="3962584"/>
              <a:ext cx="303444" cy="0"/>
            </a:xfrm>
            <a:custGeom>
              <a:avLst/>
              <a:pathLst>
                <a:path w="303444" h="0">
                  <a:moveTo>
                    <a:pt x="0" y="0"/>
                  </a:moveTo>
                  <a:lnTo>
                    <a:pt x="303444" y="0"/>
                  </a:lnTo>
                </a:path>
              </a:pathLst>
            </a:custGeom>
            <a:ln w="2439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5318724" y="2262955"/>
              <a:ext cx="0" cy="601202"/>
            </a:xfrm>
            <a:custGeom>
              <a:avLst/>
              <a:pathLst>
                <a:path w="0" h="601202">
                  <a:moveTo>
                    <a:pt x="0" y="601202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5318724" y="4469442"/>
              <a:ext cx="0" cy="545212"/>
            </a:xfrm>
            <a:custGeom>
              <a:avLst/>
              <a:pathLst>
                <a:path w="0" h="545212">
                  <a:moveTo>
                    <a:pt x="0" y="0"/>
                  </a:moveTo>
                  <a:lnTo>
                    <a:pt x="0" y="545212"/>
                  </a:lnTo>
                </a:path>
              </a:pathLst>
            </a:custGeom>
            <a:ln w="12195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g65"/>
            <p:cNvSpPr/>
            <p:nvPr/>
          </p:nvSpPr>
          <p:spPr>
            <a:xfrm>
              <a:off x="5167002" y="2864157"/>
              <a:ext cx="303444" cy="1605284"/>
            </a:xfrm>
            <a:custGeom>
              <a:avLst/>
              <a:pathLst>
                <a:path w="303444" h="1605284">
                  <a:moveTo>
                    <a:pt x="0" y="0"/>
                  </a:moveTo>
                  <a:lnTo>
                    <a:pt x="0" y="1605284"/>
                  </a:lnTo>
                  <a:lnTo>
                    <a:pt x="303444" y="1605284"/>
                  </a:lnTo>
                  <a:lnTo>
                    <a:pt x="303444" y="0"/>
                  </a:lnTo>
                  <a:close/>
                </a:path>
              </a:pathLst>
            </a:custGeom>
            <a:solidFill>
              <a:srgbClr val="E76BF3">
                <a:alpha val="69803"/>
              </a:srgbClr>
            </a:solidFill>
            <a:ln w="1219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5167002" y="4224951"/>
              <a:ext cx="303444" cy="0"/>
            </a:xfrm>
            <a:custGeom>
              <a:avLst/>
              <a:pathLst>
                <a:path w="303444" h="0">
                  <a:moveTo>
                    <a:pt x="0" y="0"/>
                  </a:moveTo>
                  <a:lnTo>
                    <a:pt x="303444" y="0"/>
                  </a:lnTo>
                </a:path>
              </a:pathLst>
            </a:custGeom>
            <a:ln w="2439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7" name="rc67"/>
            <p:cNvSpPr/>
            <p:nvPr/>
          </p:nvSpPr>
          <p:spPr>
            <a:xfrm>
              <a:off x="5612090" y="2110311"/>
              <a:ext cx="2103885" cy="333387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5612090" y="4910693"/>
              <a:ext cx="2103885" cy="0"/>
            </a:xfrm>
            <a:custGeom>
              <a:avLst/>
              <a:pathLst>
                <a:path w="2103885" h="0">
                  <a:moveTo>
                    <a:pt x="0" y="0"/>
                  </a:moveTo>
                  <a:lnTo>
                    <a:pt x="2103885" y="0"/>
                  </a:lnTo>
                  <a:lnTo>
                    <a:pt x="2103885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5612090" y="4248457"/>
              <a:ext cx="2103885" cy="0"/>
            </a:xfrm>
            <a:custGeom>
              <a:avLst/>
              <a:pathLst>
                <a:path w="2103885" h="0">
                  <a:moveTo>
                    <a:pt x="0" y="0"/>
                  </a:moveTo>
                  <a:lnTo>
                    <a:pt x="2103885" y="0"/>
                  </a:lnTo>
                  <a:lnTo>
                    <a:pt x="2103885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5612090" y="3586222"/>
              <a:ext cx="2103885" cy="0"/>
            </a:xfrm>
            <a:custGeom>
              <a:avLst/>
              <a:pathLst>
                <a:path w="2103885" h="0">
                  <a:moveTo>
                    <a:pt x="0" y="0"/>
                  </a:moveTo>
                  <a:lnTo>
                    <a:pt x="2103885" y="0"/>
                  </a:lnTo>
                  <a:lnTo>
                    <a:pt x="2103885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5612090" y="2923986"/>
              <a:ext cx="2103885" cy="0"/>
            </a:xfrm>
            <a:custGeom>
              <a:avLst/>
              <a:pathLst>
                <a:path w="2103885" h="0">
                  <a:moveTo>
                    <a:pt x="0" y="0"/>
                  </a:moveTo>
                  <a:lnTo>
                    <a:pt x="2103885" y="0"/>
                  </a:lnTo>
                  <a:lnTo>
                    <a:pt x="2103885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5612090" y="2261750"/>
              <a:ext cx="2103885" cy="0"/>
            </a:xfrm>
            <a:custGeom>
              <a:avLst/>
              <a:pathLst>
                <a:path w="2103885" h="0">
                  <a:moveTo>
                    <a:pt x="0" y="0"/>
                  </a:moveTo>
                  <a:lnTo>
                    <a:pt x="2103885" y="0"/>
                  </a:lnTo>
                  <a:lnTo>
                    <a:pt x="2103885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5854846" y="2110311"/>
              <a:ext cx="0" cy="3333870"/>
            </a:xfrm>
            <a:custGeom>
              <a:avLst/>
              <a:pathLst>
                <a:path w="0" h="3333870">
                  <a:moveTo>
                    <a:pt x="0" y="333387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6259440" y="2110311"/>
              <a:ext cx="0" cy="3333870"/>
            </a:xfrm>
            <a:custGeom>
              <a:avLst/>
              <a:pathLst>
                <a:path w="0" h="3333870">
                  <a:moveTo>
                    <a:pt x="0" y="333387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6664033" y="2110311"/>
              <a:ext cx="0" cy="3333870"/>
            </a:xfrm>
            <a:custGeom>
              <a:avLst/>
              <a:pathLst>
                <a:path w="0" h="3333870">
                  <a:moveTo>
                    <a:pt x="0" y="333387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7068626" y="2110311"/>
              <a:ext cx="0" cy="3333870"/>
            </a:xfrm>
            <a:custGeom>
              <a:avLst/>
              <a:pathLst>
                <a:path w="0" h="3333870">
                  <a:moveTo>
                    <a:pt x="0" y="333387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7473220" y="2110311"/>
              <a:ext cx="0" cy="3333870"/>
            </a:xfrm>
            <a:custGeom>
              <a:avLst/>
              <a:pathLst>
                <a:path w="0" h="3333870">
                  <a:moveTo>
                    <a:pt x="0" y="333387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5854846" y="2287152"/>
              <a:ext cx="0" cy="1294140"/>
            </a:xfrm>
            <a:custGeom>
              <a:avLst/>
              <a:pathLst>
                <a:path w="0" h="1294140">
                  <a:moveTo>
                    <a:pt x="0" y="129414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5854846" y="4756507"/>
              <a:ext cx="0" cy="238169"/>
            </a:xfrm>
            <a:custGeom>
              <a:avLst/>
              <a:pathLst>
                <a:path w="0" h="238169">
                  <a:moveTo>
                    <a:pt x="0" y="0"/>
                  </a:moveTo>
                  <a:lnTo>
                    <a:pt x="0" y="238169"/>
                  </a:lnTo>
                </a:path>
              </a:pathLst>
            </a:custGeom>
            <a:ln w="12195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80"/>
            <p:cNvSpPr/>
            <p:nvPr/>
          </p:nvSpPr>
          <p:spPr>
            <a:xfrm>
              <a:off x="5703124" y="3581293"/>
              <a:ext cx="303444" cy="1175214"/>
            </a:xfrm>
            <a:custGeom>
              <a:avLst/>
              <a:pathLst>
                <a:path w="303444" h="1175214">
                  <a:moveTo>
                    <a:pt x="0" y="0"/>
                  </a:moveTo>
                  <a:lnTo>
                    <a:pt x="0" y="1175214"/>
                  </a:lnTo>
                  <a:lnTo>
                    <a:pt x="303444" y="1175214"/>
                  </a:lnTo>
                  <a:lnTo>
                    <a:pt x="303444" y="0"/>
                  </a:lnTo>
                  <a:close/>
                </a:path>
              </a:pathLst>
            </a:custGeom>
            <a:solidFill>
              <a:srgbClr val="F8766D">
                <a:alpha val="69803"/>
              </a:srgbClr>
            </a:solidFill>
            <a:ln w="1219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5703124" y="4384486"/>
              <a:ext cx="303444" cy="0"/>
            </a:xfrm>
            <a:custGeom>
              <a:avLst/>
              <a:pathLst>
                <a:path w="303444" h="0">
                  <a:moveTo>
                    <a:pt x="0" y="0"/>
                  </a:moveTo>
                  <a:lnTo>
                    <a:pt x="303444" y="0"/>
                  </a:lnTo>
                </a:path>
              </a:pathLst>
            </a:custGeom>
            <a:ln w="2439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6259440" y="3333373"/>
              <a:ext cx="0" cy="1172515"/>
            </a:xfrm>
            <a:custGeom>
              <a:avLst/>
              <a:pathLst>
                <a:path w="0" h="1172515">
                  <a:moveTo>
                    <a:pt x="0" y="1172515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6259440" y="4916906"/>
              <a:ext cx="0" cy="375735"/>
            </a:xfrm>
            <a:custGeom>
              <a:avLst/>
              <a:pathLst>
                <a:path w="0" h="375735">
                  <a:moveTo>
                    <a:pt x="0" y="0"/>
                  </a:moveTo>
                  <a:lnTo>
                    <a:pt x="0" y="375735"/>
                  </a:lnTo>
                </a:path>
              </a:pathLst>
            </a:custGeom>
            <a:ln w="12195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6107717" y="4505889"/>
              <a:ext cx="303444" cy="411016"/>
            </a:xfrm>
            <a:custGeom>
              <a:avLst/>
              <a:pathLst>
                <a:path w="303444" h="411016">
                  <a:moveTo>
                    <a:pt x="0" y="0"/>
                  </a:moveTo>
                  <a:lnTo>
                    <a:pt x="0" y="411016"/>
                  </a:lnTo>
                  <a:lnTo>
                    <a:pt x="303444" y="411016"/>
                  </a:lnTo>
                  <a:lnTo>
                    <a:pt x="303444" y="0"/>
                  </a:lnTo>
                  <a:close/>
                </a:path>
              </a:pathLst>
            </a:custGeom>
            <a:solidFill>
              <a:srgbClr val="A3A500">
                <a:alpha val="69803"/>
              </a:srgbClr>
            </a:solidFill>
            <a:ln w="1219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6107717" y="4749833"/>
              <a:ext cx="303444" cy="0"/>
            </a:xfrm>
            <a:custGeom>
              <a:avLst/>
              <a:pathLst>
                <a:path w="303444" h="0">
                  <a:moveTo>
                    <a:pt x="0" y="0"/>
                  </a:moveTo>
                  <a:lnTo>
                    <a:pt x="303444" y="0"/>
                  </a:lnTo>
                </a:path>
              </a:pathLst>
            </a:custGeom>
            <a:ln w="2439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6" name="pl86"/>
            <p:cNvSpPr/>
            <p:nvPr/>
          </p:nvSpPr>
          <p:spPr>
            <a:xfrm>
              <a:off x="6664033" y="2276205"/>
              <a:ext cx="0" cy="1747147"/>
            </a:xfrm>
            <a:custGeom>
              <a:avLst/>
              <a:pathLst>
                <a:path w="0" h="1747147">
                  <a:moveTo>
                    <a:pt x="0" y="1747147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l87"/>
            <p:cNvSpPr/>
            <p:nvPr/>
          </p:nvSpPr>
          <p:spPr>
            <a:xfrm>
              <a:off x="6664033" y="4874951"/>
              <a:ext cx="0" cy="342159"/>
            </a:xfrm>
            <a:custGeom>
              <a:avLst/>
              <a:pathLst>
                <a:path w="0" h="342159">
                  <a:moveTo>
                    <a:pt x="0" y="0"/>
                  </a:moveTo>
                  <a:lnTo>
                    <a:pt x="0" y="342159"/>
                  </a:lnTo>
                </a:path>
              </a:pathLst>
            </a:custGeom>
            <a:ln w="12195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512310" y="4023353"/>
              <a:ext cx="303444" cy="851598"/>
            </a:xfrm>
            <a:custGeom>
              <a:avLst/>
              <a:pathLst>
                <a:path w="303444" h="851598">
                  <a:moveTo>
                    <a:pt x="0" y="0"/>
                  </a:moveTo>
                  <a:lnTo>
                    <a:pt x="0" y="851598"/>
                  </a:lnTo>
                  <a:lnTo>
                    <a:pt x="303444" y="851598"/>
                  </a:lnTo>
                  <a:lnTo>
                    <a:pt x="303444" y="0"/>
                  </a:lnTo>
                  <a:close/>
                </a:path>
              </a:pathLst>
            </a:custGeom>
            <a:solidFill>
              <a:srgbClr val="00BF7D">
                <a:alpha val="69803"/>
              </a:srgbClr>
            </a:solidFill>
            <a:ln w="1219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9" name="pl89"/>
            <p:cNvSpPr/>
            <p:nvPr/>
          </p:nvSpPr>
          <p:spPr>
            <a:xfrm>
              <a:off x="6512310" y="4635947"/>
              <a:ext cx="303444" cy="0"/>
            </a:xfrm>
            <a:custGeom>
              <a:avLst/>
              <a:pathLst>
                <a:path w="303444" h="0">
                  <a:moveTo>
                    <a:pt x="0" y="0"/>
                  </a:moveTo>
                  <a:lnTo>
                    <a:pt x="303444" y="0"/>
                  </a:lnTo>
                </a:path>
              </a:pathLst>
            </a:custGeom>
            <a:ln w="2439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0" name="pl90"/>
            <p:cNvSpPr/>
            <p:nvPr/>
          </p:nvSpPr>
          <p:spPr>
            <a:xfrm>
              <a:off x="7068626" y="2544742"/>
              <a:ext cx="0" cy="1187468"/>
            </a:xfrm>
            <a:custGeom>
              <a:avLst/>
              <a:pathLst>
                <a:path w="0" h="1187468">
                  <a:moveTo>
                    <a:pt x="0" y="1187468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l91"/>
            <p:cNvSpPr/>
            <p:nvPr/>
          </p:nvSpPr>
          <p:spPr>
            <a:xfrm>
              <a:off x="7068626" y="4796963"/>
              <a:ext cx="0" cy="432648"/>
            </a:xfrm>
            <a:custGeom>
              <a:avLst/>
              <a:pathLst>
                <a:path w="0" h="432648">
                  <a:moveTo>
                    <a:pt x="0" y="0"/>
                  </a:moveTo>
                  <a:lnTo>
                    <a:pt x="0" y="432648"/>
                  </a:lnTo>
                </a:path>
              </a:pathLst>
            </a:custGeom>
            <a:ln w="12195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916904" y="3732210"/>
              <a:ext cx="303444" cy="1064753"/>
            </a:xfrm>
            <a:custGeom>
              <a:avLst/>
              <a:pathLst>
                <a:path w="303444" h="1064753">
                  <a:moveTo>
                    <a:pt x="0" y="0"/>
                  </a:moveTo>
                  <a:lnTo>
                    <a:pt x="0" y="1064753"/>
                  </a:lnTo>
                  <a:lnTo>
                    <a:pt x="303444" y="1064753"/>
                  </a:lnTo>
                  <a:lnTo>
                    <a:pt x="303444" y="0"/>
                  </a:lnTo>
                  <a:close/>
                </a:path>
              </a:pathLst>
            </a:custGeom>
            <a:solidFill>
              <a:srgbClr val="00B0F6">
                <a:alpha val="69803"/>
              </a:srgbClr>
            </a:solidFill>
            <a:ln w="1219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3" name="pl93"/>
            <p:cNvSpPr/>
            <p:nvPr/>
          </p:nvSpPr>
          <p:spPr>
            <a:xfrm>
              <a:off x="6916904" y="4540639"/>
              <a:ext cx="303444" cy="0"/>
            </a:xfrm>
            <a:custGeom>
              <a:avLst/>
              <a:pathLst>
                <a:path w="303444" h="0">
                  <a:moveTo>
                    <a:pt x="0" y="0"/>
                  </a:moveTo>
                  <a:lnTo>
                    <a:pt x="303444" y="0"/>
                  </a:lnTo>
                </a:path>
              </a:pathLst>
            </a:custGeom>
            <a:ln w="2439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4" name="pl94"/>
            <p:cNvSpPr/>
            <p:nvPr/>
          </p:nvSpPr>
          <p:spPr>
            <a:xfrm>
              <a:off x="7473220" y="2264409"/>
              <a:ext cx="0" cy="1731312"/>
            </a:xfrm>
            <a:custGeom>
              <a:avLst/>
              <a:pathLst>
                <a:path w="0" h="1731312">
                  <a:moveTo>
                    <a:pt x="0" y="1731312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l95"/>
            <p:cNvSpPr/>
            <p:nvPr/>
          </p:nvSpPr>
          <p:spPr>
            <a:xfrm>
              <a:off x="7473220" y="4820979"/>
              <a:ext cx="0" cy="388122"/>
            </a:xfrm>
            <a:custGeom>
              <a:avLst/>
              <a:pathLst>
                <a:path w="0" h="388122">
                  <a:moveTo>
                    <a:pt x="0" y="0"/>
                  </a:moveTo>
                  <a:lnTo>
                    <a:pt x="0" y="388122"/>
                  </a:lnTo>
                </a:path>
              </a:pathLst>
            </a:custGeom>
            <a:ln w="12195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7321497" y="3995722"/>
              <a:ext cx="303444" cy="825257"/>
            </a:xfrm>
            <a:custGeom>
              <a:avLst/>
              <a:pathLst>
                <a:path w="303444" h="825257">
                  <a:moveTo>
                    <a:pt x="0" y="0"/>
                  </a:moveTo>
                  <a:lnTo>
                    <a:pt x="0" y="825257"/>
                  </a:lnTo>
                  <a:lnTo>
                    <a:pt x="303444" y="825257"/>
                  </a:lnTo>
                  <a:lnTo>
                    <a:pt x="303444" y="0"/>
                  </a:lnTo>
                  <a:close/>
                </a:path>
              </a:pathLst>
            </a:custGeom>
            <a:solidFill>
              <a:srgbClr val="E76BF3">
                <a:alpha val="69803"/>
              </a:srgbClr>
            </a:solidFill>
            <a:ln w="1219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7" name="pl97"/>
            <p:cNvSpPr/>
            <p:nvPr/>
          </p:nvSpPr>
          <p:spPr>
            <a:xfrm>
              <a:off x="7321497" y="4558669"/>
              <a:ext cx="303444" cy="0"/>
            </a:xfrm>
            <a:custGeom>
              <a:avLst/>
              <a:pathLst>
                <a:path w="303444" h="0">
                  <a:moveTo>
                    <a:pt x="0" y="0"/>
                  </a:moveTo>
                  <a:lnTo>
                    <a:pt x="303444" y="0"/>
                  </a:lnTo>
                </a:path>
              </a:pathLst>
            </a:custGeom>
            <a:ln w="2439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8" name="rc98"/>
            <p:cNvSpPr/>
            <p:nvPr/>
          </p:nvSpPr>
          <p:spPr>
            <a:xfrm>
              <a:off x="7766586" y="2110311"/>
              <a:ext cx="2103885" cy="333387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9" name="pl99"/>
            <p:cNvSpPr/>
            <p:nvPr/>
          </p:nvSpPr>
          <p:spPr>
            <a:xfrm>
              <a:off x="7766586" y="4910693"/>
              <a:ext cx="2103885" cy="0"/>
            </a:xfrm>
            <a:custGeom>
              <a:avLst/>
              <a:pathLst>
                <a:path w="2103885" h="0">
                  <a:moveTo>
                    <a:pt x="0" y="0"/>
                  </a:moveTo>
                  <a:lnTo>
                    <a:pt x="2103885" y="0"/>
                  </a:lnTo>
                  <a:lnTo>
                    <a:pt x="2103885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l100"/>
            <p:cNvSpPr/>
            <p:nvPr/>
          </p:nvSpPr>
          <p:spPr>
            <a:xfrm>
              <a:off x="7766586" y="4248457"/>
              <a:ext cx="2103885" cy="0"/>
            </a:xfrm>
            <a:custGeom>
              <a:avLst/>
              <a:pathLst>
                <a:path w="2103885" h="0">
                  <a:moveTo>
                    <a:pt x="0" y="0"/>
                  </a:moveTo>
                  <a:lnTo>
                    <a:pt x="2103885" y="0"/>
                  </a:lnTo>
                  <a:lnTo>
                    <a:pt x="2103885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l101"/>
            <p:cNvSpPr/>
            <p:nvPr/>
          </p:nvSpPr>
          <p:spPr>
            <a:xfrm>
              <a:off x="7766586" y="3586222"/>
              <a:ext cx="2103885" cy="0"/>
            </a:xfrm>
            <a:custGeom>
              <a:avLst/>
              <a:pathLst>
                <a:path w="2103885" h="0">
                  <a:moveTo>
                    <a:pt x="0" y="0"/>
                  </a:moveTo>
                  <a:lnTo>
                    <a:pt x="2103885" y="0"/>
                  </a:lnTo>
                  <a:lnTo>
                    <a:pt x="2103885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l102"/>
            <p:cNvSpPr/>
            <p:nvPr/>
          </p:nvSpPr>
          <p:spPr>
            <a:xfrm>
              <a:off x="7766586" y="2923986"/>
              <a:ext cx="2103885" cy="0"/>
            </a:xfrm>
            <a:custGeom>
              <a:avLst/>
              <a:pathLst>
                <a:path w="2103885" h="0">
                  <a:moveTo>
                    <a:pt x="0" y="0"/>
                  </a:moveTo>
                  <a:lnTo>
                    <a:pt x="2103885" y="0"/>
                  </a:lnTo>
                  <a:lnTo>
                    <a:pt x="2103885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l103"/>
            <p:cNvSpPr/>
            <p:nvPr/>
          </p:nvSpPr>
          <p:spPr>
            <a:xfrm>
              <a:off x="7766586" y="2261750"/>
              <a:ext cx="2103885" cy="0"/>
            </a:xfrm>
            <a:custGeom>
              <a:avLst/>
              <a:pathLst>
                <a:path w="2103885" h="0">
                  <a:moveTo>
                    <a:pt x="0" y="0"/>
                  </a:moveTo>
                  <a:lnTo>
                    <a:pt x="2103885" y="0"/>
                  </a:lnTo>
                  <a:lnTo>
                    <a:pt x="2103885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l104"/>
            <p:cNvSpPr/>
            <p:nvPr/>
          </p:nvSpPr>
          <p:spPr>
            <a:xfrm>
              <a:off x="8009342" y="2110311"/>
              <a:ext cx="0" cy="3333870"/>
            </a:xfrm>
            <a:custGeom>
              <a:avLst/>
              <a:pathLst>
                <a:path w="0" h="3333870">
                  <a:moveTo>
                    <a:pt x="0" y="333387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l105"/>
            <p:cNvSpPr/>
            <p:nvPr/>
          </p:nvSpPr>
          <p:spPr>
            <a:xfrm>
              <a:off x="8413935" y="2110311"/>
              <a:ext cx="0" cy="3333870"/>
            </a:xfrm>
            <a:custGeom>
              <a:avLst/>
              <a:pathLst>
                <a:path w="0" h="3333870">
                  <a:moveTo>
                    <a:pt x="0" y="333387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l106"/>
            <p:cNvSpPr/>
            <p:nvPr/>
          </p:nvSpPr>
          <p:spPr>
            <a:xfrm>
              <a:off x="8818528" y="2110311"/>
              <a:ext cx="0" cy="3333870"/>
            </a:xfrm>
            <a:custGeom>
              <a:avLst/>
              <a:pathLst>
                <a:path w="0" h="3333870">
                  <a:moveTo>
                    <a:pt x="0" y="333387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l107"/>
            <p:cNvSpPr/>
            <p:nvPr/>
          </p:nvSpPr>
          <p:spPr>
            <a:xfrm>
              <a:off x="9223122" y="2110311"/>
              <a:ext cx="0" cy="3333870"/>
            </a:xfrm>
            <a:custGeom>
              <a:avLst/>
              <a:pathLst>
                <a:path w="0" h="3333870">
                  <a:moveTo>
                    <a:pt x="0" y="333387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l108"/>
            <p:cNvSpPr/>
            <p:nvPr/>
          </p:nvSpPr>
          <p:spPr>
            <a:xfrm>
              <a:off x="9627715" y="2110311"/>
              <a:ext cx="0" cy="3333870"/>
            </a:xfrm>
            <a:custGeom>
              <a:avLst/>
              <a:pathLst>
                <a:path w="0" h="3333870">
                  <a:moveTo>
                    <a:pt x="0" y="333387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l109"/>
            <p:cNvSpPr/>
            <p:nvPr/>
          </p:nvSpPr>
          <p:spPr>
            <a:xfrm>
              <a:off x="8009342" y="2286462"/>
              <a:ext cx="0" cy="656964"/>
            </a:xfrm>
            <a:custGeom>
              <a:avLst/>
              <a:pathLst>
                <a:path w="0" h="656964">
                  <a:moveTo>
                    <a:pt x="0" y="656964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l110"/>
            <p:cNvSpPr/>
            <p:nvPr/>
          </p:nvSpPr>
          <p:spPr>
            <a:xfrm>
              <a:off x="8009342" y="4580069"/>
              <a:ext cx="0" cy="577945"/>
            </a:xfrm>
            <a:custGeom>
              <a:avLst/>
              <a:pathLst>
                <a:path w="0" h="577945">
                  <a:moveTo>
                    <a:pt x="0" y="0"/>
                  </a:moveTo>
                  <a:lnTo>
                    <a:pt x="0" y="577945"/>
                  </a:lnTo>
                </a:path>
              </a:pathLst>
            </a:custGeom>
            <a:ln w="12195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7857619" y="2943426"/>
              <a:ext cx="303444" cy="1636642"/>
            </a:xfrm>
            <a:custGeom>
              <a:avLst/>
              <a:pathLst>
                <a:path w="303444" h="1636642">
                  <a:moveTo>
                    <a:pt x="0" y="0"/>
                  </a:moveTo>
                  <a:lnTo>
                    <a:pt x="0" y="1636642"/>
                  </a:lnTo>
                  <a:lnTo>
                    <a:pt x="303444" y="1636642"/>
                  </a:lnTo>
                  <a:lnTo>
                    <a:pt x="303444" y="0"/>
                  </a:lnTo>
                  <a:close/>
                </a:path>
              </a:pathLst>
            </a:custGeom>
            <a:solidFill>
              <a:srgbClr val="F8766D">
                <a:alpha val="69803"/>
              </a:srgbClr>
            </a:solidFill>
            <a:ln w="1219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2" name="pl112"/>
            <p:cNvSpPr/>
            <p:nvPr/>
          </p:nvSpPr>
          <p:spPr>
            <a:xfrm>
              <a:off x="7857619" y="3857282"/>
              <a:ext cx="303444" cy="0"/>
            </a:xfrm>
            <a:custGeom>
              <a:avLst/>
              <a:pathLst>
                <a:path w="303444" h="0">
                  <a:moveTo>
                    <a:pt x="0" y="0"/>
                  </a:moveTo>
                  <a:lnTo>
                    <a:pt x="303444" y="0"/>
                  </a:lnTo>
                </a:path>
              </a:pathLst>
            </a:custGeom>
            <a:ln w="2439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3" name="pl113"/>
            <p:cNvSpPr/>
            <p:nvPr/>
          </p:nvSpPr>
          <p:spPr>
            <a:xfrm>
              <a:off x="8413935" y="2569956"/>
              <a:ext cx="0" cy="1307985"/>
            </a:xfrm>
            <a:custGeom>
              <a:avLst/>
              <a:pathLst>
                <a:path w="0" h="1307985">
                  <a:moveTo>
                    <a:pt x="0" y="1307985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l114"/>
            <p:cNvSpPr/>
            <p:nvPr/>
          </p:nvSpPr>
          <p:spPr>
            <a:xfrm>
              <a:off x="8413935" y="4736091"/>
              <a:ext cx="0" cy="353466"/>
            </a:xfrm>
            <a:custGeom>
              <a:avLst/>
              <a:pathLst>
                <a:path w="0" h="353466">
                  <a:moveTo>
                    <a:pt x="0" y="0"/>
                  </a:moveTo>
                  <a:lnTo>
                    <a:pt x="0" y="353466"/>
                  </a:lnTo>
                </a:path>
              </a:pathLst>
            </a:custGeom>
            <a:ln w="12195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8262212" y="3877941"/>
              <a:ext cx="303444" cy="858149"/>
            </a:xfrm>
            <a:custGeom>
              <a:avLst/>
              <a:pathLst>
                <a:path w="303444" h="858149">
                  <a:moveTo>
                    <a:pt x="0" y="0"/>
                  </a:moveTo>
                  <a:lnTo>
                    <a:pt x="0" y="858149"/>
                  </a:lnTo>
                  <a:lnTo>
                    <a:pt x="303444" y="858149"/>
                  </a:lnTo>
                  <a:lnTo>
                    <a:pt x="303444" y="0"/>
                  </a:lnTo>
                  <a:close/>
                </a:path>
              </a:pathLst>
            </a:custGeom>
            <a:solidFill>
              <a:srgbClr val="A3A500">
                <a:alpha val="69803"/>
              </a:srgbClr>
            </a:solidFill>
            <a:ln w="1219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6" name="pl116"/>
            <p:cNvSpPr/>
            <p:nvPr/>
          </p:nvSpPr>
          <p:spPr>
            <a:xfrm>
              <a:off x="8262212" y="4514746"/>
              <a:ext cx="303444" cy="0"/>
            </a:xfrm>
            <a:custGeom>
              <a:avLst/>
              <a:pathLst>
                <a:path w="303444" h="0">
                  <a:moveTo>
                    <a:pt x="0" y="0"/>
                  </a:moveTo>
                  <a:lnTo>
                    <a:pt x="303444" y="0"/>
                  </a:lnTo>
                </a:path>
              </a:pathLst>
            </a:custGeom>
            <a:ln w="2439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7" name="pl117"/>
            <p:cNvSpPr/>
            <p:nvPr/>
          </p:nvSpPr>
          <p:spPr>
            <a:xfrm>
              <a:off x="8818528" y="2769801"/>
              <a:ext cx="0" cy="790602"/>
            </a:xfrm>
            <a:custGeom>
              <a:avLst/>
              <a:pathLst>
                <a:path w="0" h="790602">
                  <a:moveTo>
                    <a:pt x="0" y="790602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l118"/>
            <p:cNvSpPr/>
            <p:nvPr/>
          </p:nvSpPr>
          <p:spPr>
            <a:xfrm>
              <a:off x="8818528" y="4736250"/>
              <a:ext cx="0" cy="295433"/>
            </a:xfrm>
            <a:custGeom>
              <a:avLst/>
              <a:pathLst>
                <a:path w="0" h="295433">
                  <a:moveTo>
                    <a:pt x="0" y="0"/>
                  </a:moveTo>
                  <a:lnTo>
                    <a:pt x="0" y="295433"/>
                  </a:lnTo>
                </a:path>
              </a:pathLst>
            </a:custGeom>
            <a:ln w="12195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8666806" y="3560403"/>
              <a:ext cx="303444" cy="1175847"/>
            </a:xfrm>
            <a:custGeom>
              <a:avLst/>
              <a:pathLst>
                <a:path w="303444" h="1175847">
                  <a:moveTo>
                    <a:pt x="0" y="0"/>
                  </a:moveTo>
                  <a:lnTo>
                    <a:pt x="0" y="1175847"/>
                  </a:lnTo>
                  <a:lnTo>
                    <a:pt x="303444" y="1175847"/>
                  </a:lnTo>
                  <a:lnTo>
                    <a:pt x="303444" y="0"/>
                  </a:lnTo>
                  <a:close/>
                </a:path>
              </a:pathLst>
            </a:custGeom>
            <a:solidFill>
              <a:srgbClr val="00BF7D">
                <a:alpha val="69803"/>
              </a:srgbClr>
            </a:solidFill>
            <a:ln w="1219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0" name="pl120"/>
            <p:cNvSpPr/>
            <p:nvPr/>
          </p:nvSpPr>
          <p:spPr>
            <a:xfrm>
              <a:off x="8666806" y="4389985"/>
              <a:ext cx="303444" cy="0"/>
            </a:xfrm>
            <a:custGeom>
              <a:avLst/>
              <a:pathLst>
                <a:path w="303444" h="0">
                  <a:moveTo>
                    <a:pt x="0" y="0"/>
                  </a:moveTo>
                  <a:lnTo>
                    <a:pt x="303444" y="0"/>
                  </a:lnTo>
                </a:path>
              </a:pathLst>
            </a:custGeom>
            <a:ln w="2439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1" name="pl121"/>
            <p:cNvSpPr/>
            <p:nvPr/>
          </p:nvSpPr>
          <p:spPr>
            <a:xfrm>
              <a:off x="9223122" y="2274400"/>
              <a:ext cx="0" cy="1584877"/>
            </a:xfrm>
            <a:custGeom>
              <a:avLst/>
              <a:pathLst>
                <a:path w="0" h="1584877">
                  <a:moveTo>
                    <a:pt x="0" y="1584877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l122"/>
            <p:cNvSpPr/>
            <p:nvPr/>
          </p:nvSpPr>
          <p:spPr>
            <a:xfrm>
              <a:off x="9223122" y="4724736"/>
              <a:ext cx="0" cy="356845"/>
            </a:xfrm>
            <a:custGeom>
              <a:avLst/>
              <a:pathLst>
                <a:path w="0" h="356845">
                  <a:moveTo>
                    <a:pt x="0" y="0"/>
                  </a:moveTo>
                  <a:lnTo>
                    <a:pt x="0" y="356845"/>
                  </a:lnTo>
                </a:path>
              </a:pathLst>
            </a:custGeom>
            <a:ln w="12195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9071399" y="3859278"/>
              <a:ext cx="303444" cy="865458"/>
            </a:xfrm>
            <a:custGeom>
              <a:avLst/>
              <a:pathLst>
                <a:path w="303444" h="865458">
                  <a:moveTo>
                    <a:pt x="0" y="0"/>
                  </a:moveTo>
                  <a:lnTo>
                    <a:pt x="0" y="865458"/>
                  </a:lnTo>
                  <a:lnTo>
                    <a:pt x="303444" y="865458"/>
                  </a:lnTo>
                  <a:lnTo>
                    <a:pt x="303444" y="0"/>
                  </a:lnTo>
                  <a:close/>
                </a:path>
              </a:pathLst>
            </a:custGeom>
            <a:solidFill>
              <a:srgbClr val="00B0F6">
                <a:alpha val="69803"/>
              </a:srgbClr>
            </a:solidFill>
            <a:ln w="1219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4" name="pl124"/>
            <p:cNvSpPr/>
            <p:nvPr/>
          </p:nvSpPr>
          <p:spPr>
            <a:xfrm>
              <a:off x="9071399" y="4333339"/>
              <a:ext cx="303444" cy="0"/>
            </a:xfrm>
            <a:custGeom>
              <a:avLst/>
              <a:pathLst>
                <a:path w="303444" h="0">
                  <a:moveTo>
                    <a:pt x="0" y="0"/>
                  </a:moveTo>
                  <a:lnTo>
                    <a:pt x="303444" y="0"/>
                  </a:lnTo>
                </a:path>
              </a:pathLst>
            </a:custGeom>
            <a:ln w="2439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5" name="pl125"/>
            <p:cNvSpPr/>
            <p:nvPr/>
          </p:nvSpPr>
          <p:spPr>
            <a:xfrm>
              <a:off x="9627715" y="2265427"/>
              <a:ext cx="0" cy="1085013"/>
            </a:xfrm>
            <a:custGeom>
              <a:avLst/>
              <a:pathLst>
                <a:path w="0" h="1085013">
                  <a:moveTo>
                    <a:pt x="0" y="1085013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l126"/>
            <p:cNvSpPr/>
            <p:nvPr/>
          </p:nvSpPr>
          <p:spPr>
            <a:xfrm>
              <a:off x="9627715" y="4572223"/>
              <a:ext cx="0" cy="472741"/>
            </a:xfrm>
            <a:custGeom>
              <a:avLst/>
              <a:pathLst>
                <a:path w="0" h="472741">
                  <a:moveTo>
                    <a:pt x="0" y="0"/>
                  </a:moveTo>
                  <a:lnTo>
                    <a:pt x="0" y="472741"/>
                  </a:lnTo>
                </a:path>
              </a:pathLst>
            </a:custGeom>
            <a:ln w="12195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9475992" y="3350441"/>
              <a:ext cx="303444" cy="1221782"/>
            </a:xfrm>
            <a:custGeom>
              <a:avLst/>
              <a:pathLst>
                <a:path w="303444" h="1221782">
                  <a:moveTo>
                    <a:pt x="0" y="0"/>
                  </a:moveTo>
                  <a:lnTo>
                    <a:pt x="0" y="1221782"/>
                  </a:lnTo>
                  <a:lnTo>
                    <a:pt x="303444" y="1221782"/>
                  </a:lnTo>
                  <a:lnTo>
                    <a:pt x="303444" y="0"/>
                  </a:lnTo>
                  <a:close/>
                </a:path>
              </a:pathLst>
            </a:custGeom>
            <a:solidFill>
              <a:srgbClr val="E76BF3">
                <a:alpha val="69803"/>
              </a:srgbClr>
            </a:solidFill>
            <a:ln w="1219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8" name="pl128"/>
            <p:cNvSpPr/>
            <p:nvPr/>
          </p:nvSpPr>
          <p:spPr>
            <a:xfrm>
              <a:off x="9475992" y="4002293"/>
              <a:ext cx="303444" cy="0"/>
            </a:xfrm>
            <a:custGeom>
              <a:avLst/>
              <a:pathLst>
                <a:path w="303444" h="0">
                  <a:moveTo>
                    <a:pt x="0" y="0"/>
                  </a:moveTo>
                  <a:lnTo>
                    <a:pt x="303444" y="0"/>
                  </a:lnTo>
                </a:path>
              </a:pathLst>
            </a:custGeom>
            <a:ln w="2439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9" name="rc129"/>
            <p:cNvSpPr/>
            <p:nvPr/>
          </p:nvSpPr>
          <p:spPr>
            <a:xfrm>
              <a:off x="1303100" y="2003235"/>
              <a:ext cx="2103885" cy="107076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0" name="tx130"/>
            <p:cNvSpPr/>
            <p:nvPr/>
          </p:nvSpPr>
          <p:spPr>
            <a:xfrm>
              <a:off x="2124339" y="2015122"/>
              <a:ext cx="461406" cy="833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Pantoea</a:t>
              </a:r>
            </a:p>
          </p:txBody>
        </p:sp>
        <p:sp>
          <p:nvSpPr>
            <p:cNvPr id="131" name="rc131"/>
            <p:cNvSpPr/>
            <p:nvPr/>
          </p:nvSpPr>
          <p:spPr>
            <a:xfrm>
              <a:off x="3457595" y="2003235"/>
              <a:ext cx="2103885" cy="107076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2" name="tx132"/>
            <p:cNvSpPr/>
            <p:nvPr/>
          </p:nvSpPr>
          <p:spPr>
            <a:xfrm>
              <a:off x="4144646" y="2015122"/>
              <a:ext cx="729782" cy="833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Burkholderia</a:t>
              </a:r>
            </a:p>
          </p:txBody>
        </p:sp>
        <p:sp>
          <p:nvSpPr>
            <p:cNvPr id="133" name="rc133"/>
            <p:cNvSpPr/>
            <p:nvPr/>
          </p:nvSpPr>
          <p:spPr>
            <a:xfrm>
              <a:off x="5612090" y="2003235"/>
              <a:ext cx="2103885" cy="107076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4" name="tx134"/>
            <p:cNvSpPr/>
            <p:nvPr/>
          </p:nvSpPr>
          <p:spPr>
            <a:xfrm>
              <a:off x="6240346" y="2015122"/>
              <a:ext cx="847374" cy="833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Sphingomonas</a:t>
              </a:r>
            </a:p>
          </p:txBody>
        </p:sp>
        <p:sp>
          <p:nvSpPr>
            <p:cNvPr id="135" name="rc135"/>
            <p:cNvSpPr/>
            <p:nvPr/>
          </p:nvSpPr>
          <p:spPr>
            <a:xfrm>
              <a:off x="7766586" y="2003235"/>
              <a:ext cx="2103885" cy="107076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6" name="tx136"/>
            <p:cNvSpPr/>
            <p:nvPr/>
          </p:nvSpPr>
          <p:spPr>
            <a:xfrm>
              <a:off x="8370015" y="2015122"/>
              <a:ext cx="897026" cy="833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Curtobacterium</a:t>
              </a:r>
            </a:p>
          </p:txBody>
        </p:sp>
        <p:sp>
          <p:nvSpPr>
            <p:cNvPr id="137" name="pl137"/>
            <p:cNvSpPr/>
            <p:nvPr/>
          </p:nvSpPr>
          <p:spPr>
            <a:xfrm>
              <a:off x="1303100" y="5444181"/>
              <a:ext cx="2103885" cy="0"/>
            </a:xfrm>
            <a:custGeom>
              <a:avLst/>
              <a:pathLst>
                <a:path w="2103885" h="0">
                  <a:moveTo>
                    <a:pt x="0" y="0"/>
                  </a:moveTo>
                  <a:lnTo>
                    <a:pt x="210388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l138"/>
            <p:cNvSpPr/>
            <p:nvPr/>
          </p:nvSpPr>
          <p:spPr>
            <a:xfrm>
              <a:off x="1545856" y="5444181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l139"/>
            <p:cNvSpPr/>
            <p:nvPr/>
          </p:nvSpPr>
          <p:spPr>
            <a:xfrm>
              <a:off x="1950449" y="5444181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l140"/>
            <p:cNvSpPr/>
            <p:nvPr/>
          </p:nvSpPr>
          <p:spPr>
            <a:xfrm>
              <a:off x="2355042" y="5444181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l141"/>
            <p:cNvSpPr/>
            <p:nvPr/>
          </p:nvSpPr>
          <p:spPr>
            <a:xfrm>
              <a:off x="2759636" y="5444181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l142"/>
            <p:cNvSpPr/>
            <p:nvPr/>
          </p:nvSpPr>
          <p:spPr>
            <a:xfrm>
              <a:off x="3164229" y="5444181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tx143"/>
            <p:cNvSpPr/>
            <p:nvPr/>
          </p:nvSpPr>
          <p:spPr>
            <a:xfrm>
              <a:off x="1481391" y="5489730"/>
              <a:ext cx="12893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SS</a:t>
              </a:r>
            </a:p>
          </p:txBody>
        </p:sp>
        <p:sp>
          <p:nvSpPr>
            <p:cNvPr id="144" name="tx144"/>
            <p:cNvSpPr/>
            <p:nvPr/>
          </p:nvSpPr>
          <p:spPr>
            <a:xfrm>
              <a:off x="1856129" y="5489730"/>
              <a:ext cx="18864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TST</a:t>
              </a:r>
            </a:p>
          </p:txBody>
        </p:sp>
        <p:sp>
          <p:nvSpPr>
            <p:cNvPr id="145" name="tx145"/>
            <p:cNvSpPr/>
            <p:nvPr/>
          </p:nvSpPr>
          <p:spPr>
            <a:xfrm>
              <a:off x="2252584" y="5489730"/>
              <a:ext cx="204917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NSS</a:t>
              </a:r>
            </a:p>
          </p:txBody>
        </p:sp>
        <p:sp>
          <p:nvSpPr>
            <p:cNvPr id="146" name="tx146"/>
            <p:cNvSpPr/>
            <p:nvPr/>
          </p:nvSpPr>
          <p:spPr>
            <a:xfrm>
              <a:off x="2693982" y="5489730"/>
              <a:ext cx="131307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3K</a:t>
              </a:r>
            </a:p>
          </p:txBody>
        </p:sp>
        <p:sp>
          <p:nvSpPr>
            <p:cNvPr id="147" name="tx147"/>
            <p:cNvSpPr/>
            <p:nvPr/>
          </p:nvSpPr>
          <p:spPr>
            <a:xfrm>
              <a:off x="3037173" y="5489730"/>
              <a:ext cx="254111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Tibet</a:t>
              </a:r>
            </a:p>
          </p:txBody>
        </p:sp>
        <p:sp>
          <p:nvSpPr>
            <p:cNvPr id="148" name="pl148"/>
            <p:cNvSpPr/>
            <p:nvPr/>
          </p:nvSpPr>
          <p:spPr>
            <a:xfrm>
              <a:off x="3457595" y="5444181"/>
              <a:ext cx="2103885" cy="0"/>
            </a:xfrm>
            <a:custGeom>
              <a:avLst/>
              <a:pathLst>
                <a:path w="2103885" h="0">
                  <a:moveTo>
                    <a:pt x="0" y="0"/>
                  </a:moveTo>
                  <a:lnTo>
                    <a:pt x="210388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l149"/>
            <p:cNvSpPr/>
            <p:nvPr/>
          </p:nvSpPr>
          <p:spPr>
            <a:xfrm>
              <a:off x="3700351" y="5444181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l150"/>
            <p:cNvSpPr/>
            <p:nvPr/>
          </p:nvSpPr>
          <p:spPr>
            <a:xfrm>
              <a:off x="4104944" y="5444181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l151"/>
            <p:cNvSpPr/>
            <p:nvPr/>
          </p:nvSpPr>
          <p:spPr>
            <a:xfrm>
              <a:off x="4509538" y="5444181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l152"/>
            <p:cNvSpPr/>
            <p:nvPr/>
          </p:nvSpPr>
          <p:spPr>
            <a:xfrm>
              <a:off x="4914131" y="5444181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l153"/>
            <p:cNvSpPr/>
            <p:nvPr/>
          </p:nvSpPr>
          <p:spPr>
            <a:xfrm>
              <a:off x="5318724" y="5444181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tx154"/>
            <p:cNvSpPr/>
            <p:nvPr/>
          </p:nvSpPr>
          <p:spPr>
            <a:xfrm>
              <a:off x="3635886" y="5489730"/>
              <a:ext cx="12893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SS</a:t>
              </a:r>
            </a:p>
          </p:txBody>
        </p:sp>
        <p:sp>
          <p:nvSpPr>
            <p:cNvPr id="155" name="tx155"/>
            <p:cNvSpPr/>
            <p:nvPr/>
          </p:nvSpPr>
          <p:spPr>
            <a:xfrm>
              <a:off x="4010624" y="5489730"/>
              <a:ext cx="18864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TST</a:t>
              </a:r>
            </a:p>
          </p:txBody>
        </p:sp>
        <p:sp>
          <p:nvSpPr>
            <p:cNvPr id="156" name="tx156"/>
            <p:cNvSpPr/>
            <p:nvPr/>
          </p:nvSpPr>
          <p:spPr>
            <a:xfrm>
              <a:off x="4407079" y="5489730"/>
              <a:ext cx="204917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NSS</a:t>
              </a:r>
            </a:p>
          </p:txBody>
        </p:sp>
        <p:sp>
          <p:nvSpPr>
            <p:cNvPr id="157" name="tx157"/>
            <p:cNvSpPr/>
            <p:nvPr/>
          </p:nvSpPr>
          <p:spPr>
            <a:xfrm>
              <a:off x="4848477" y="5489730"/>
              <a:ext cx="131307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3K</a:t>
              </a:r>
            </a:p>
          </p:txBody>
        </p:sp>
        <p:sp>
          <p:nvSpPr>
            <p:cNvPr id="158" name="tx158"/>
            <p:cNvSpPr/>
            <p:nvPr/>
          </p:nvSpPr>
          <p:spPr>
            <a:xfrm>
              <a:off x="5191668" y="5489730"/>
              <a:ext cx="254111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Tibet</a:t>
              </a:r>
            </a:p>
          </p:txBody>
        </p:sp>
        <p:sp>
          <p:nvSpPr>
            <p:cNvPr id="159" name="pl159"/>
            <p:cNvSpPr/>
            <p:nvPr/>
          </p:nvSpPr>
          <p:spPr>
            <a:xfrm>
              <a:off x="5612090" y="5444181"/>
              <a:ext cx="2103885" cy="0"/>
            </a:xfrm>
            <a:custGeom>
              <a:avLst/>
              <a:pathLst>
                <a:path w="2103885" h="0">
                  <a:moveTo>
                    <a:pt x="0" y="0"/>
                  </a:moveTo>
                  <a:lnTo>
                    <a:pt x="210388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l160"/>
            <p:cNvSpPr/>
            <p:nvPr/>
          </p:nvSpPr>
          <p:spPr>
            <a:xfrm>
              <a:off x="5854846" y="5444181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l161"/>
            <p:cNvSpPr/>
            <p:nvPr/>
          </p:nvSpPr>
          <p:spPr>
            <a:xfrm>
              <a:off x="6259440" y="5444181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l162"/>
            <p:cNvSpPr/>
            <p:nvPr/>
          </p:nvSpPr>
          <p:spPr>
            <a:xfrm>
              <a:off x="6664033" y="5444181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l163"/>
            <p:cNvSpPr/>
            <p:nvPr/>
          </p:nvSpPr>
          <p:spPr>
            <a:xfrm>
              <a:off x="7068626" y="5444181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l164"/>
            <p:cNvSpPr/>
            <p:nvPr/>
          </p:nvSpPr>
          <p:spPr>
            <a:xfrm>
              <a:off x="7473220" y="5444181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tx165"/>
            <p:cNvSpPr/>
            <p:nvPr/>
          </p:nvSpPr>
          <p:spPr>
            <a:xfrm>
              <a:off x="5790381" y="5489730"/>
              <a:ext cx="12893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SS</a:t>
              </a:r>
            </a:p>
          </p:txBody>
        </p:sp>
        <p:sp>
          <p:nvSpPr>
            <p:cNvPr id="166" name="tx166"/>
            <p:cNvSpPr/>
            <p:nvPr/>
          </p:nvSpPr>
          <p:spPr>
            <a:xfrm>
              <a:off x="6165119" y="5489730"/>
              <a:ext cx="18864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TST</a:t>
              </a:r>
            </a:p>
          </p:txBody>
        </p:sp>
        <p:sp>
          <p:nvSpPr>
            <p:cNvPr id="167" name="tx167"/>
            <p:cNvSpPr/>
            <p:nvPr/>
          </p:nvSpPr>
          <p:spPr>
            <a:xfrm>
              <a:off x="6561574" y="5489730"/>
              <a:ext cx="204917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NSS</a:t>
              </a:r>
            </a:p>
          </p:txBody>
        </p:sp>
        <p:sp>
          <p:nvSpPr>
            <p:cNvPr id="168" name="tx168"/>
            <p:cNvSpPr/>
            <p:nvPr/>
          </p:nvSpPr>
          <p:spPr>
            <a:xfrm>
              <a:off x="7002972" y="5489730"/>
              <a:ext cx="131307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3K</a:t>
              </a:r>
            </a:p>
          </p:txBody>
        </p:sp>
        <p:sp>
          <p:nvSpPr>
            <p:cNvPr id="169" name="tx169"/>
            <p:cNvSpPr/>
            <p:nvPr/>
          </p:nvSpPr>
          <p:spPr>
            <a:xfrm>
              <a:off x="7346164" y="5489730"/>
              <a:ext cx="254111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Tibet</a:t>
              </a:r>
            </a:p>
          </p:txBody>
        </p:sp>
        <p:sp>
          <p:nvSpPr>
            <p:cNvPr id="170" name="pl170"/>
            <p:cNvSpPr/>
            <p:nvPr/>
          </p:nvSpPr>
          <p:spPr>
            <a:xfrm>
              <a:off x="7766586" y="5444181"/>
              <a:ext cx="2103885" cy="0"/>
            </a:xfrm>
            <a:custGeom>
              <a:avLst/>
              <a:pathLst>
                <a:path w="2103885" h="0">
                  <a:moveTo>
                    <a:pt x="0" y="0"/>
                  </a:moveTo>
                  <a:lnTo>
                    <a:pt x="210388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l171"/>
            <p:cNvSpPr/>
            <p:nvPr/>
          </p:nvSpPr>
          <p:spPr>
            <a:xfrm>
              <a:off x="8009342" y="5444181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l172"/>
            <p:cNvSpPr/>
            <p:nvPr/>
          </p:nvSpPr>
          <p:spPr>
            <a:xfrm>
              <a:off x="8413935" y="5444181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l173"/>
            <p:cNvSpPr/>
            <p:nvPr/>
          </p:nvSpPr>
          <p:spPr>
            <a:xfrm>
              <a:off x="8818528" y="5444181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l174"/>
            <p:cNvSpPr/>
            <p:nvPr/>
          </p:nvSpPr>
          <p:spPr>
            <a:xfrm>
              <a:off x="9223122" y="5444181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l175"/>
            <p:cNvSpPr/>
            <p:nvPr/>
          </p:nvSpPr>
          <p:spPr>
            <a:xfrm>
              <a:off x="9627715" y="5444181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tx176"/>
            <p:cNvSpPr/>
            <p:nvPr/>
          </p:nvSpPr>
          <p:spPr>
            <a:xfrm>
              <a:off x="7944876" y="5489730"/>
              <a:ext cx="12893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SS</a:t>
              </a:r>
            </a:p>
          </p:txBody>
        </p:sp>
        <p:sp>
          <p:nvSpPr>
            <p:cNvPr id="177" name="tx177"/>
            <p:cNvSpPr/>
            <p:nvPr/>
          </p:nvSpPr>
          <p:spPr>
            <a:xfrm>
              <a:off x="8319615" y="5489730"/>
              <a:ext cx="18864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TST</a:t>
              </a:r>
            </a:p>
          </p:txBody>
        </p:sp>
        <p:sp>
          <p:nvSpPr>
            <p:cNvPr id="178" name="tx178"/>
            <p:cNvSpPr/>
            <p:nvPr/>
          </p:nvSpPr>
          <p:spPr>
            <a:xfrm>
              <a:off x="8716070" y="5489730"/>
              <a:ext cx="204917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NSS</a:t>
              </a:r>
            </a:p>
          </p:txBody>
        </p:sp>
        <p:sp>
          <p:nvSpPr>
            <p:cNvPr id="179" name="tx179"/>
            <p:cNvSpPr/>
            <p:nvPr/>
          </p:nvSpPr>
          <p:spPr>
            <a:xfrm>
              <a:off x="9157468" y="5489730"/>
              <a:ext cx="131307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3K</a:t>
              </a:r>
            </a:p>
          </p:txBody>
        </p:sp>
        <p:sp>
          <p:nvSpPr>
            <p:cNvPr id="180" name="tx180"/>
            <p:cNvSpPr/>
            <p:nvPr/>
          </p:nvSpPr>
          <p:spPr>
            <a:xfrm>
              <a:off x="9500659" y="5489730"/>
              <a:ext cx="254111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Tibet</a:t>
              </a:r>
            </a:p>
          </p:txBody>
        </p:sp>
        <p:sp>
          <p:nvSpPr>
            <p:cNvPr id="181" name="pl181"/>
            <p:cNvSpPr/>
            <p:nvPr/>
          </p:nvSpPr>
          <p:spPr>
            <a:xfrm>
              <a:off x="1303100" y="2110311"/>
              <a:ext cx="0" cy="3333870"/>
            </a:xfrm>
            <a:custGeom>
              <a:avLst/>
              <a:pathLst>
                <a:path w="0" h="3333870">
                  <a:moveTo>
                    <a:pt x="0" y="333387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tx182"/>
            <p:cNvSpPr/>
            <p:nvPr/>
          </p:nvSpPr>
          <p:spPr>
            <a:xfrm>
              <a:off x="934767" y="4873660"/>
              <a:ext cx="32278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0.01%</a:t>
              </a:r>
            </a:p>
          </p:txBody>
        </p:sp>
        <p:sp>
          <p:nvSpPr>
            <p:cNvPr id="183" name="tx183"/>
            <p:cNvSpPr/>
            <p:nvPr/>
          </p:nvSpPr>
          <p:spPr>
            <a:xfrm>
              <a:off x="999416" y="4211424"/>
              <a:ext cx="258135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0.1%</a:t>
              </a:r>
            </a:p>
          </p:txBody>
        </p:sp>
        <p:sp>
          <p:nvSpPr>
            <p:cNvPr id="184" name="tx184"/>
            <p:cNvSpPr/>
            <p:nvPr/>
          </p:nvSpPr>
          <p:spPr>
            <a:xfrm>
              <a:off x="1096342" y="3549188"/>
              <a:ext cx="16120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1%</a:t>
              </a:r>
            </a:p>
          </p:txBody>
        </p:sp>
        <p:sp>
          <p:nvSpPr>
            <p:cNvPr id="185" name="tx185"/>
            <p:cNvSpPr/>
            <p:nvPr/>
          </p:nvSpPr>
          <p:spPr>
            <a:xfrm>
              <a:off x="1031694" y="2886953"/>
              <a:ext cx="225856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10%</a:t>
              </a:r>
            </a:p>
          </p:txBody>
        </p:sp>
        <p:sp>
          <p:nvSpPr>
            <p:cNvPr id="186" name="tx186"/>
            <p:cNvSpPr/>
            <p:nvPr/>
          </p:nvSpPr>
          <p:spPr>
            <a:xfrm>
              <a:off x="967046" y="2224717"/>
              <a:ext cx="290504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100%</a:t>
              </a:r>
            </a:p>
          </p:txBody>
        </p:sp>
        <p:sp>
          <p:nvSpPr>
            <p:cNvPr id="187" name="pl187"/>
            <p:cNvSpPr/>
            <p:nvPr/>
          </p:nvSpPr>
          <p:spPr>
            <a:xfrm>
              <a:off x="1277795" y="4910693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l188"/>
            <p:cNvSpPr/>
            <p:nvPr/>
          </p:nvSpPr>
          <p:spPr>
            <a:xfrm>
              <a:off x="1277795" y="4248457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l189"/>
            <p:cNvSpPr/>
            <p:nvPr/>
          </p:nvSpPr>
          <p:spPr>
            <a:xfrm>
              <a:off x="1277795" y="3586222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l190"/>
            <p:cNvSpPr/>
            <p:nvPr/>
          </p:nvSpPr>
          <p:spPr>
            <a:xfrm>
              <a:off x="1277795" y="2923986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l191"/>
            <p:cNvSpPr/>
            <p:nvPr/>
          </p:nvSpPr>
          <p:spPr>
            <a:xfrm>
              <a:off x="1277795" y="2261750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tx192"/>
            <p:cNvSpPr/>
            <p:nvPr/>
          </p:nvSpPr>
          <p:spPr>
            <a:xfrm rot="-5400000">
              <a:off x="160569" y="3735595"/>
              <a:ext cx="1366936" cy="833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Relative abundance (%)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0</Words>
  <Application>Microsoft Office PowerPoint</Application>
  <PresentationFormat>Custom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 Presentation</dc:title>
  <dc:creator>Tom Wenseleers</dc:creator>
  <cp:lastModifiedBy>gaoch</cp:lastModifiedBy>
  <cp:revision>5</cp:revision>
  <dcterms:created xsi:type="dcterms:W3CDTF">2015-07-14T21:05:00Z</dcterms:created>
  <dcterms:modified xsi:type="dcterms:W3CDTF">2026-10-14T10:35:09Z</dcterms:modified>
</cp:coreProperties>
</file>