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777081" y="1038225"/>
            <a:ext cx="9144000" cy="5486400"/>
            <a:chOff x="777081" y="1038225"/>
            <a:chExt cx="9144000" cy="5486400"/>
          </a:xfrm>
        </p:grpSpPr>
        <p:sp>
          <p:nvSpPr>
            <p:cNvPr id="3" name="rc3"/>
            <p:cNvSpPr/>
            <p:nvPr/>
          </p:nvSpPr>
          <p:spPr>
            <a:xfrm>
              <a:off x="777081" y="1038225"/>
              <a:ext cx="91440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605881" y="1038225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675470" y="1107814"/>
              <a:ext cx="5347221" cy="53472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349081" y="3575762"/>
              <a:ext cx="356217" cy="205662"/>
            </a:xfrm>
            <a:custGeom>
              <a:avLst/>
              <a:pathLst>
                <a:path w="356217" h="205662">
                  <a:moveTo>
                    <a:pt x="0" y="205662"/>
                  </a:moveTo>
                  <a:lnTo>
                    <a:pt x="44527" y="179954"/>
                  </a:lnTo>
                  <a:lnTo>
                    <a:pt x="89054" y="154246"/>
                  </a:lnTo>
                  <a:lnTo>
                    <a:pt x="133581" y="128538"/>
                  </a:lnTo>
                  <a:lnTo>
                    <a:pt x="178108" y="102831"/>
                  </a:lnTo>
                  <a:lnTo>
                    <a:pt x="222636" y="77123"/>
                  </a:lnTo>
                  <a:lnTo>
                    <a:pt x="267163" y="51415"/>
                  </a:lnTo>
                  <a:lnTo>
                    <a:pt x="311690" y="25707"/>
                  </a:lnTo>
                  <a:lnTo>
                    <a:pt x="356217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242622" y="3384115"/>
              <a:ext cx="23657" cy="88290"/>
            </a:xfrm>
            <a:custGeom>
              <a:avLst/>
              <a:pathLst>
                <a:path w="23657" h="88290">
                  <a:moveTo>
                    <a:pt x="23657" y="8829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120561" y="3439420"/>
              <a:ext cx="25391" cy="38000"/>
            </a:xfrm>
            <a:custGeom>
              <a:avLst/>
              <a:pathLst>
                <a:path w="25391" h="38000">
                  <a:moveTo>
                    <a:pt x="25391" y="3800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022755" y="3531026"/>
              <a:ext cx="36258" cy="27822"/>
            </a:xfrm>
            <a:custGeom>
              <a:avLst/>
              <a:pathLst>
                <a:path w="36258" h="27822">
                  <a:moveTo>
                    <a:pt x="36258" y="2782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367016" y="3370980"/>
              <a:ext cx="8967" cy="136814"/>
            </a:xfrm>
            <a:custGeom>
              <a:avLst/>
              <a:pathLst>
                <a:path w="8967" h="136814">
                  <a:moveTo>
                    <a:pt x="0" y="136814"/>
                  </a:moveTo>
                  <a:lnTo>
                    <a:pt x="4483" y="68407"/>
                  </a:lnTo>
                  <a:lnTo>
                    <a:pt x="8967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59585" y="3898950"/>
              <a:ext cx="43277" cy="14690"/>
            </a:xfrm>
            <a:custGeom>
              <a:avLst/>
              <a:pathLst>
                <a:path w="43277" h="14690">
                  <a:moveTo>
                    <a:pt x="43277" y="0"/>
                  </a:moveTo>
                  <a:lnTo>
                    <a:pt x="0" y="1469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2755" y="4004001"/>
              <a:ext cx="36258" cy="27822"/>
            </a:xfrm>
            <a:custGeom>
              <a:avLst/>
              <a:pathLst>
                <a:path w="36258" h="27822">
                  <a:moveTo>
                    <a:pt x="36258" y="0"/>
                  </a:moveTo>
                  <a:lnTo>
                    <a:pt x="0" y="2782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20561" y="4047428"/>
              <a:ext cx="50782" cy="76000"/>
            </a:xfrm>
            <a:custGeom>
              <a:avLst/>
              <a:pathLst>
                <a:path w="50782" h="76000">
                  <a:moveTo>
                    <a:pt x="50782" y="0"/>
                  </a:moveTo>
                  <a:lnTo>
                    <a:pt x="0" y="7600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242622" y="4134588"/>
              <a:ext cx="11828" cy="44145"/>
            </a:xfrm>
            <a:custGeom>
              <a:avLst/>
              <a:pathLst>
                <a:path w="11828" h="44145">
                  <a:moveTo>
                    <a:pt x="11828" y="0"/>
                  </a:moveTo>
                  <a:lnTo>
                    <a:pt x="0" y="4414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372994" y="4146264"/>
              <a:ext cx="2989" cy="45604"/>
            </a:xfrm>
            <a:custGeom>
              <a:avLst/>
              <a:pathLst>
                <a:path w="2989" h="45604">
                  <a:moveTo>
                    <a:pt x="0" y="0"/>
                  </a:moveTo>
                  <a:lnTo>
                    <a:pt x="2989" y="45604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590152" y="4056314"/>
              <a:ext cx="30133" cy="34361"/>
            </a:xfrm>
            <a:custGeom>
              <a:avLst/>
              <a:pathLst>
                <a:path w="30133" h="34361">
                  <a:moveTo>
                    <a:pt x="0" y="0"/>
                  </a:moveTo>
                  <a:lnTo>
                    <a:pt x="30133" y="34361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65719" y="3964236"/>
              <a:ext cx="39579" cy="22851"/>
            </a:xfrm>
            <a:custGeom>
              <a:avLst/>
              <a:pathLst>
                <a:path w="39579" h="22851">
                  <a:moveTo>
                    <a:pt x="0" y="0"/>
                  </a:moveTo>
                  <a:lnTo>
                    <a:pt x="39579" y="22851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471509" y="4076991"/>
              <a:ext cx="34979" cy="84447"/>
            </a:xfrm>
            <a:custGeom>
              <a:avLst/>
              <a:pathLst>
                <a:path w="34979" h="84447">
                  <a:moveTo>
                    <a:pt x="0" y="0"/>
                  </a:moveTo>
                  <a:lnTo>
                    <a:pt x="34979" y="8444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59585" y="3649208"/>
              <a:ext cx="43277" cy="14690"/>
            </a:xfrm>
            <a:custGeom>
              <a:avLst/>
              <a:pathLst>
                <a:path w="43277" h="14690">
                  <a:moveTo>
                    <a:pt x="43277" y="1469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937756" y="3781424"/>
              <a:ext cx="45702" cy="0"/>
            </a:xfrm>
            <a:custGeom>
              <a:avLst/>
              <a:pathLst>
                <a:path w="45702" h="0">
                  <a:moveTo>
                    <a:pt x="45702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384060" y="3401410"/>
              <a:ext cx="122427" cy="295566"/>
            </a:xfrm>
            <a:custGeom>
              <a:avLst/>
              <a:pathLst>
                <a:path w="122427" h="295566">
                  <a:moveTo>
                    <a:pt x="0" y="295566"/>
                  </a:moveTo>
                  <a:lnTo>
                    <a:pt x="24485" y="236453"/>
                  </a:lnTo>
                  <a:lnTo>
                    <a:pt x="48971" y="177340"/>
                  </a:lnTo>
                  <a:lnTo>
                    <a:pt x="73456" y="118226"/>
                  </a:lnTo>
                  <a:lnTo>
                    <a:pt x="97942" y="59113"/>
                  </a:lnTo>
                  <a:lnTo>
                    <a:pt x="122427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379215" y="3472174"/>
              <a:ext cx="241071" cy="274889"/>
            </a:xfrm>
            <a:custGeom>
              <a:avLst/>
              <a:pathLst>
                <a:path w="241071" h="274889">
                  <a:moveTo>
                    <a:pt x="0" y="274889"/>
                  </a:moveTo>
                  <a:lnTo>
                    <a:pt x="40178" y="229074"/>
                  </a:lnTo>
                  <a:lnTo>
                    <a:pt x="80357" y="183259"/>
                  </a:lnTo>
                  <a:lnTo>
                    <a:pt x="120535" y="137444"/>
                  </a:lnTo>
                  <a:lnTo>
                    <a:pt x="160714" y="91629"/>
                  </a:lnTo>
                  <a:lnTo>
                    <a:pt x="200892" y="45814"/>
                  </a:lnTo>
                  <a:lnTo>
                    <a:pt x="241071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349081" y="37814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349081" y="3736423"/>
              <a:ext cx="7974" cy="45001"/>
            </a:xfrm>
            <a:custGeom>
              <a:avLst/>
              <a:pathLst>
                <a:path w="7974" h="45001">
                  <a:moveTo>
                    <a:pt x="0" y="45001"/>
                  </a:moveTo>
                  <a:lnTo>
                    <a:pt x="7974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316097" y="3696178"/>
              <a:ext cx="16491" cy="42623"/>
            </a:xfrm>
            <a:custGeom>
              <a:avLst/>
              <a:pathLst>
                <a:path w="16491" h="42623">
                  <a:moveTo>
                    <a:pt x="16491" y="4262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25017" y="3723057"/>
              <a:ext cx="41354" cy="19455"/>
            </a:xfrm>
            <a:custGeom>
              <a:avLst/>
              <a:pathLst>
                <a:path w="41354" h="19455">
                  <a:moveTo>
                    <a:pt x="41354" y="1945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289000" y="3513871"/>
              <a:ext cx="30040" cy="133776"/>
            </a:xfrm>
            <a:custGeom>
              <a:avLst/>
              <a:pathLst>
                <a:path w="30040" h="133776">
                  <a:moveTo>
                    <a:pt x="30040" y="133776"/>
                  </a:moveTo>
                  <a:lnTo>
                    <a:pt x="15020" y="66888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93676" y="3501786"/>
              <a:ext cx="22200" cy="39948"/>
            </a:xfrm>
            <a:custGeom>
              <a:avLst/>
              <a:pathLst>
                <a:path w="22200" h="39948">
                  <a:moveTo>
                    <a:pt x="22200" y="3994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099145" y="3514570"/>
              <a:ext cx="31242" cy="33356"/>
            </a:xfrm>
            <a:custGeom>
              <a:avLst/>
              <a:pathLst>
                <a:path w="31242" h="33356">
                  <a:moveTo>
                    <a:pt x="31242" y="333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186127" y="3843570"/>
              <a:ext cx="40738" cy="20715"/>
            </a:xfrm>
            <a:custGeom>
              <a:avLst/>
              <a:pathLst>
                <a:path w="40738" h="20715">
                  <a:moveTo>
                    <a:pt x="40738" y="0"/>
                  </a:moveTo>
                  <a:lnTo>
                    <a:pt x="0" y="2071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246339" y="3944716"/>
              <a:ext cx="20548" cy="40822"/>
            </a:xfrm>
            <a:custGeom>
              <a:avLst/>
              <a:pathLst>
                <a:path w="20548" h="40822">
                  <a:moveTo>
                    <a:pt x="20548" y="0"/>
                  </a:moveTo>
                  <a:lnTo>
                    <a:pt x="0" y="4082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026631" y="3889145"/>
              <a:ext cx="120918" cy="64632"/>
            </a:xfrm>
            <a:custGeom>
              <a:avLst/>
              <a:pathLst>
                <a:path w="120918" h="64632">
                  <a:moveTo>
                    <a:pt x="120918" y="0"/>
                  </a:moveTo>
                  <a:lnTo>
                    <a:pt x="60459" y="32316"/>
                  </a:lnTo>
                  <a:lnTo>
                    <a:pt x="0" y="6463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382611" y="4007465"/>
              <a:ext cx="6705" cy="45208"/>
            </a:xfrm>
            <a:custGeom>
              <a:avLst/>
              <a:pathLst>
                <a:path w="6705" h="45208">
                  <a:moveTo>
                    <a:pt x="0" y="0"/>
                  </a:moveTo>
                  <a:lnTo>
                    <a:pt x="6705" y="4520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241303" y="4039611"/>
              <a:ext cx="15396" cy="43031"/>
            </a:xfrm>
            <a:custGeom>
              <a:avLst/>
              <a:pathLst>
                <a:path w="15396" h="43031">
                  <a:moveTo>
                    <a:pt x="15396" y="0"/>
                  </a:moveTo>
                  <a:lnTo>
                    <a:pt x="0" y="43031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313244" y="4099803"/>
              <a:ext cx="4479" cy="45482"/>
            </a:xfrm>
            <a:custGeom>
              <a:avLst/>
              <a:pathLst>
                <a:path w="4479" h="45482">
                  <a:moveTo>
                    <a:pt x="4479" y="0"/>
                  </a:moveTo>
                  <a:lnTo>
                    <a:pt x="0" y="4548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12432" y="4001677"/>
              <a:ext cx="27225" cy="36708"/>
            </a:xfrm>
            <a:custGeom>
              <a:avLst/>
              <a:pathLst>
                <a:path w="27225" h="36708">
                  <a:moveTo>
                    <a:pt x="0" y="0"/>
                  </a:moveTo>
                  <a:lnTo>
                    <a:pt x="27225" y="3670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96382" y="3984379"/>
              <a:ext cx="35328" cy="28993"/>
            </a:xfrm>
            <a:custGeom>
              <a:avLst/>
              <a:pathLst>
                <a:path w="35328" h="28993">
                  <a:moveTo>
                    <a:pt x="0" y="0"/>
                  </a:moveTo>
                  <a:lnTo>
                    <a:pt x="35328" y="2899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988342" y="3721866"/>
              <a:ext cx="180369" cy="29779"/>
            </a:xfrm>
            <a:custGeom>
              <a:avLst/>
              <a:pathLst>
                <a:path w="180369" h="29779">
                  <a:moveTo>
                    <a:pt x="180369" y="29779"/>
                  </a:moveTo>
                  <a:lnTo>
                    <a:pt x="120246" y="19852"/>
                  </a:lnTo>
                  <a:lnTo>
                    <a:pt x="60123" y="9926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349081" y="37814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93676" y="3472406"/>
              <a:ext cx="72603" cy="29379"/>
            </a:xfrm>
            <a:custGeom>
              <a:avLst/>
              <a:pathLst>
                <a:path w="72603" h="29379">
                  <a:moveTo>
                    <a:pt x="0" y="29379"/>
                  </a:moveTo>
                  <a:lnTo>
                    <a:pt x="72603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099145" y="3477421"/>
              <a:ext cx="46807" cy="37149"/>
            </a:xfrm>
            <a:custGeom>
              <a:avLst/>
              <a:pathLst>
                <a:path w="46807" h="37149">
                  <a:moveTo>
                    <a:pt x="0" y="37149"/>
                  </a:moveTo>
                  <a:lnTo>
                    <a:pt x="46807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059014" y="3514570"/>
              <a:ext cx="40131" cy="44277"/>
            </a:xfrm>
            <a:custGeom>
              <a:avLst/>
              <a:pathLst>
                <a:path w="40131" h="44277">
                  <a:moveTo>
                    <a:pt x="40131" y="0"/>
                  </a:moveTo>
                  <a:lnTo>
                    <a:pt x="0" y="4427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289000" y="3507795"/>
              <a:ext cx="78015" cy="6075"/>
            </a:xfrm>
            <a:custGeom>
              <a:avLst/>
              <a:pathLst>
                <a:path w="78015" h="6075">
                  <a:moveTo>
                    <a:pt x="0" y="6075"/>
                  </a:moveTo>
                  <a:lnTo>
                    <a:pt x="78015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002863" y="3898950"/>
              <a:ext cx="23768" cy="54827"/>
            </a:xfrm>
            <a:custGeom>
              <a:avLst/>
              <a:pathLst>
                <a:path w="23768" h="54827">
                  <a:moveTo>
                    <a:pt x="23768" y="5482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026631" y="3953778"/>
              <a:ext cx="32382" cy="50223"/>
            </a:xfrm>
            <a:custGeom>
              <a:avLst/>
              <a:pathLst>
                <a:path w="32382" h="50223">
                  <a:moveTo>
                    <a:pt x="0" y="0"/>
                  </a:moveTo>
                  <a:lnTo>
                    <a:pt x="32382" y="5022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1343" y="4047428"/>
              <a:ext cx="69960" cy="35214"/>
            </a:xfrm>
            <a:custGeom>
              <a:avLst/>
              <a:pathLst>
                <a:path w="69960" h="35214">
                  <a:moveTo>
                    <a:pt x="69960" y="3521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254451" y="4134588"/>
              <a:ext cx="58792" cy="10697"/>
            </a:xfrm>
            <a:custGeom>
              <a:avLst/>
              <a:pathLst>
                <a:path w="58792" h="10697">
                  <a:moveTo>
                    <a:pt x="58792" y="1069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313244" y="4145286"/>
              <a:ext cx="59750" cy="977"/>
            </a:xfrm>
            <a:custGeom>
              <a:avLst/>
              <a:pathLst>
                <a:path w="59750" h="977">
                  <a:moveTo>
                    <a:pt x="0" y="0"/>
                  </a:moveTo>
                  <a:lnTo>
                    <a:pt x="59750" y="97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5590152" y="4013373"/>
              <a:ext cx="41558" cy="42941"/>
            </a:xfrm>
            <a:custGeom>
              <a:avLst/>
              <a:pathLst>
                <a:path w="41558" h="42941">
                  <a:moveTo>
                    <a:pt x="41558" y="0"/>
                  </a:moveTo>
                  <a:lnTo>
                    <a:pt x="0" y="42941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5631711" y="3964236"/>
              <a:ext cx="34008" cy="49137"/>
            </a:xfrm>
            <a:custGeom>
              <a:avLst/>
              <a:pathLst>
                <a:path w="34008" h="49137">
                  <a:moveTo>
                    <a:pt x="0" y="49137"/>
                  </a:moveTo>
                  <a:lnTo>
                    <a:pt x="34008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471509" y="4038386"/>
              <a:ext cx="68147" cy="38605"/>
            </a:xfrm>
            <a:custGeom>
              <a:avLst/>
              <a:pathLst>
                <a:path w="68147" h="38605">
                  <a:moveTo>
                    <a:pt x="68147" y="0"/>
                  </a:moveTo>
                  <a:lnTo>
                    <a:pt x="0" y="386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988342" y="3663899"/>
              <a:ext cx="14520" cy="57967"/>
            </a:xfrm>
            <a:custGeom>
              <a:avLst/>
              <a:pathLst>
                <a:path w="14520" h="57967">
                  <a:moveTo>
                    <a:pt x="0" y="57967"/>
                  </a:moveTo>
                  <a:lnTo>
                    <a:pt x="1452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4983459" y="3721866"/>
              <a:ext cx="4883" cy="59558"/>
            </a:xfrm>
            <a:custGeom>
              <a:avLst/>
              <a:pathLst>
                <a:path w="4883" h="59558">
                  <a:moveTo>
                    <a:pt x="4883" y="0"/>
                  </a:moveTo>
                  <a:lnTo>
                    <a:pt x="0" y="5955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316097" y="3690025"/>
              <a:ext cx="67962" cy="6951"/>
            </a:xfrm>
            <a:custGeom>
              <a:avLst/>
              <a:pathLst>
                <a:path w="67962" h="6951">
                  <a:moveTo>
                    <a:pt x="0" y="6152"/>
                  </a:moveTo>
                  <a:lnTo>
                    <a:pt x="34058" y="0"/>
                  </a:lnTo>
                  <a:lnTo>
                    <a:pt x="67962" y="6951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357056" y="3736423"/>
              <a:ext cx="22159" cy="10640"/>
            </a:xfrm>
            <a:custGeom>
              <a:avLst/>
              <a:pathLst>
                <a:path w="22159" h="10640">
                  <a:moveTo>
                    <a:pt x="0" y="0"/>
                  </a:moveTo>
                  <a:lnTo>
                    <a:pt x="22159" y="1064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349081" y="37814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349081" y="378142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332589" y="3736423"/>
              <a:ext cx="24466" cy="2378"/>
            </a:xfrm>
            <a:custGeom>
              <a:avLst/>
              <a:pathLst>
                <a:path w="24466" h="2378">
                  <a:moveTo>
                    <a:pt x="24466" y="0"/>
                  </a:moveTo>
                  <a:lnTo>
                    <a:pt x="0" y="237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66372" y="3696178"/>
              <a:ext cx="49725" cy="46335"/>
            </a:xfrm>
            <a:custGeom>
              <a:avLst/>
              <a:pathLst>
                <a:path w="49725" h="46335">
                  <a:moveTo>
                    <a:pt x="49725" y="0"/>
                  </a:moveTo>
                  <a:lnTo>
                    <a:pt x="20396" y="18373"/>
                  </a:lnTo>
                  <a:lnTo>
                    <a:pt x="0" y="4633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225017" y="3647648"/>
              <a:ext cx="94023" cy="75409"/>
            </a:xfrm>
            <a:custGeom>
              <a:avLst/>
              <a:pathLst>
                <a:path w="94023" h="75409">
                  <a:moveTo>
                    <a:pt x="0" y="75409"/>
                  </a:moveTo>
                  <a:lnTo>
                    <a:pt x="23103" y="41010"/>
                  </a:lnTo>
                  <a:lnTo>
                    <a:pt x="55428" y="15084"/>
                  </a:lnTo>
                  <a:lnTo>
                    <a:pt x="94023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5215877" y="3513871"/>
              <a:ext cx="73123" cy="27863"/>
            </a:xfrm>
            <a:custGeom>
              <a:avLst/>
              <a:pathLst>
                <a:path w="73123" h="27863">
                  <a:moveTo>
                    <a:pt x="73123" y="0"/>
                  </a:moveTo>
                  <a:lnTo>
                    <a:pt x="0" y="2786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130387" y="3501786"/>
              <a:ext cx="63289" cy="46140"/>
            </a:xfrm>
            <a:custGeom>
              <a:avLst/>
              <a:pathLst>
                <a:path w="63289" h="46140">
                  <a:moveTo>
                    <a:pt x="63289" y="0"/>
                  </a:moveTo>
                  <a:lnTo>
                    <a:pt x="0" y="4614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5213245" y="3723057"/>
              <a:ext cx="13620" cy="120513"/>
            </a:xfrm>
            <a:custGeom>
              <a:avLst/>
              <a:pathLst>
                <a:path w="13620" h="120513">
                  <a:moveTo>
                    <a:pt x="11771" y="0"/>
                  </a:moveTo>
                  <a:lnTo>
                    <a:pt x="0" y="39730"/>
                  </a:lnTo>
                  <a:lnTo>
                    <a:pt x="635" y="81163"/>
                  </a:lnTo>
                  <a:lnTo>
                    <a:pt x="13620" y="12051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5186127" y="3864286"/>
              <a:ext cx="80759" cy="80430"/>
            </a:xfrm>
            <a:custGeom>
              <a:avLst/>
              <a:pathLst>
                <a:path w="80759" h="80430">
                  <a:moveTo>
                    <a:pt x="0" y="0"/>
                  </a:moveTo>
                  <a:lnTo>
                    <a:pt x="33951" y="46669"/>
                  </a:lnTo>
                  <a:lnTo>
                    <a:pt x="80759" y="8043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147550" y="3889145"/>
              <a:ext cx="98788" cy="96393"/>
            </a:xfrm>
            <a:custGeom>
              <a:avLst/>
              <a:pathLst>
                <a:path w="98788" h="96393">
                  <a:moveTo>
                    <a:pt x="98788" y="96393"/>
                  </a:moveTo>
                  <a:lnTo>
                    <a:pt x="59473" y="71271"/>
                  </a:lnTo>
                  <a:lnTo>
                    <a:pt x="26079" y="38687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246339" y="3985539"/>
              <a:ext cx="136272" cy="24025"/>
            </a:xfrm>
            <a:custGeom>
              <a:avLst/>
              <a:pathLst>
                <a:path w="136272" h="24025">
                  <a:moveTo>
                    <a:pt x="0" y="0"/>
                  </a:moveTo>
                  <a:lnTo>
                    <a:pt x="43598" y="16613"/>
                  </a:lnTo>
                  <a:lnTo>
                    <a:pt x="89662" y="24025"/>
                  </a:lnTo>
                  <a:lnTo>
                    <a:pt x="136272" y="2192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256700" y="4039611"/>
              <a:ext cx="132616" cy="15992"/>
            </a:xfrm>
            <a:custGeom>
              <a:avLst/>
              <a:pathLst>
                <a:path w="132616" h="15992">
                  <a:moveTo>
                    <a:pt x="132616" y="13061"/>
                  </a:moveTo>
                  <a:lnTo>
                    <a:pt x="87894" y="15992"/>
                  </a:lnTo>
                  <a:lnTo>
                    <a:pt x="43291" y="11599"/>
                  </a:ln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241303" y="4082643"/>
              <a:ext cx="76419" cy="17160"/>
            </a:xfrm>
            <a:custGeom>
              <a:avLst/>
              <a:pathLst>
                <a:path w="76419" h="17160">
                  <a:moveTo>
                    <a:pt x="0" y="0"/>
                  </a:moveTo>
                  <a:lnTo>
                    <a:pt x="76419" y="1716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389317" y="4001677"/>
              <a:ext cx="123114" cy="50995"/>
            </a:xfrm>
            <a:custGeom>
              <a:avLst/>
              <a:pathLst>
                <a:path w="123114" h="50995">
                  <a:moveTo>
                    <a:pt x="0" y="50995"/>
                  </a:moveTo>
                  <a:lnTo>
                    <a:pt x="43647" y="40818"/>
                  </a:lnTo>
                  <a:lnTo>
                    <a:pt x="85054" y="23667"/>
                  </a:lnTo>
                  <a:lnTo>
                    <a:pt x="123114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539657" y="3984379"/>
              <a:ext cx="56725" cy="54006"/>
            </a:xfrm>
            <a:custGeom>
              <a:avLst/>
              <a:pathLst>
                <a:path w="56725" h="54006">
                  <a:moveTo>
                    <a:pt x="0" y="54006"/>
                  </a:moveTo>
                  <a:lnTo>
                    <a:pt x="56725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168417" y="3751645"/>
              <a:ext cx="17710" cy="112640"/>
            </a:xfrm>
            <a:custGeom>
              <a:avLst/>
              <a:pathLst>
                <a:path w="17710" h="112640">
                  <a:moveTo>
                    <a:pt x="17710" y="112640"/>
                  </a:moveTo>
                  <a:lnTo>
                    <a:pt x="0" y="57712"/>
                  </a:lnTo>
                  <a:lnTo>
                    <a:pt x="295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 rot="-1270588">
              <a:off x="5777509" y="3431793"/>
              <a:ext cx="46113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73" name="tx73"/>
            <p:cNvSpPr/>
            <p:nvPr/>
          </p:nvSpPr>
          <p:spPr>
            <a:xfrm rot="-5082352">
              <a:off x="5076835" y="2863498"/>
              <a:ext cx="68735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Stenotrophomonas</a:t>
              </a:r>
            </a:p>
          </p:txBody>
        </p:sp>
        <p:sp>
          <p:nvSpPr>
            <p:cNvPr id="74" name="tx74"/>
            <p:cNvSpPr/>
            <p:nvPr/>
          </p:nvSpPr>
          <p:spPr>
            <a:xfrm rot="-16517647">
              <a:off x="4995203" y="4549606"/>
              <a:ext cx="56701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Curtobacterium</a:t>
              </a:r>
            </a:p>
          </p:txBody>
        </p:sp>
        <p:sp>
          <p:nvSpPr>
            <p:cNvPr id="75" name="tx75"/>
            <p:cNvSpPr/>
            <p:nvPr/>
          </p:nvSpPr>
          <p:spPr>
            <a:xfrm rot="-17788235">
              <a:off x="5315818" y="4368586"/>
              <a:ext cx="32077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Leifsonia</a:t>
              </a:r>
            </a:p>
          </p:txBody>
        </p:sp>
        <p:sp>
          <p:nvSpPr>
            <p:cNvPr id="76" name="tx76"/>
            <p:cNvSpPr/>
            <p:nvPr/>
          </p:nvSpPr>
          <p:spPr>
            <a:xfrm rot="-20329411">
              <a:off x="5677016" y="4157567"/>
              <a:ext cx="36255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Bacillus_A</a:t>
              </a:r>
            </a:p>
          </p:txBody>
        </p:sp>
        <p:sp>
          <p:nvSpPr>
            <p:cNvPr id="77" name="tx77"/>
            <p:cNvSpPr/>
            <p:nvPr/>
          </p:nvSpPr>
          <p:spPr>
            <a:xfrm rot="-21600000">
              <a:off x="5762492" y="3961780"/>
              <a:ext cx="277063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Bacillus</a:t>
              </a:r>
            </a:p>
          </p:txBody>
        </p:sp>
        <p:sp>
          <p:nvSpPr>
            <p:cNvPr id="78" name="tx78"/>
            <p:cNvSpPr/>
            <p:nvPr/>
          </p:nvSpPr>
          <p:spPr>
            <a:xfrm rot="-19058823">
              <a:off x="5515378" y="4357789"/>
              <a:ext cx="46817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Paenibacillus</a:t>
              </a:r>
            </a:p>
          </p:txBody>
        </p:sp>
        <p:sp>
          <p:nvSpPr>
            <p:cNvPr id="79" name="tx79"/>
            <p:cNvSpPr/>
            <p:nvPr/>
          </p:nvSpPr>
          <p:spPr>
            <a:xfrm rot="-3811764">
              <a:off x="5437814" y="3141636"/>
              <a:ext cx="36950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Bordetella</a:t>
              </a:r>
            </a:p>
          </p:txBody>
        </p:sp>
        <p:sp>
          <p:nvSpPr>
            <p:cNvPr id="80" name="tx80"/>
            <p:cNvSpPr/>
            <p:nvPr/>
          </p:nvSpPr>
          <p:spPr>
            <a:xfrm rot="-2541176">
              <a:off x="5629460" y="3231271"/>
              <a:ext cx="451713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Caballeronia</a:t>
              </a:r>
            </a:p>
          </p:txBody>
        </p:sp>
        <p:sp>
          <p:nvSpPr>
            <p:cNvPr id="81" name="tx81"/>
            <p:cNvSpPr/>
            <p:nvPr/>
          </p:nvSpPr>
          <p:spPr>
            <a:xfrm rot="-17152941">
              <a:off x="5040428" y="3159465"/>
              <a:ext cx="29160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82" name="tx82"/>
            <p:cNvSpPr/>
            <p:nvPr/>
          </p:nvSpPr>
          <p:spPr>
            <a:xfrm rot="-18423529">
              <a:off x="4687246" y="3149491"/>
              <a:ext cx="468812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Enterobacter</a:t>
              </a:r>
            </a:p>
          </p:txBody>
        </p:sp>
        <p:sp>
          <p:nvSpPr>
            <p:cNvPr id="83" name="tx83"/>
            <p:cNvSpPr/>
            <p:nvPr/>
          </p:nvSpPr>
          <p:spPr>
            <a:xfrm rot="-19694117">
              <a:off x="4644294" y="3376642"/>
              <a:ext cx="344088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Klebsiella</a:t>
              </a:r>
            </a:p>
          </p:txBody>
        </p:sp>
        <p:sp>
          <p:nvSpPr>
            <p:cNvPr id="84" name="tx84"/>
            <p:cNvSpPr/>
            <p:nvPr/>
          </p:nvSpPr>
          <p:spPr>
            <a:xfrm rot="-23505882">
              <a:off x="4383932" y="4081011"/>
              <a:ext cx="523859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Siphonobacter</a:t>
              </a:r>
            </a:p>
          </p:txBody>
        </p:sp>
        <p:sp>
          <p:nvSpPr>
            <p:cNvPr id="85" name="tx85"/>
            <p:cNvSpPr/>
            <p:nvPr/>
          </p:nvSpPr>
          <p:spPr>
            <a:xfrm rot="-24776470">
              <a:off x="4409406" y="4377424"/>
              <a:ext cx="663580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Chryseobacterium</a:t>
              </a:r>
            </a:p>
          </p:txBody>
        </p:sp>
        <p:sp>
          <p:nvSpPr>
            <p:cNvPr id="86" name="tx86"/>
            <p:cNvSpPr/>
            <p:nvPr/>
          </p:nvSpPr>
          <p:spPr>
            <a:xfrm rot="-26047058">
              <a:off x="4730134" y="4477795"/>
              <a:ext cx="56290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Microbacterium</a:t>
              </a:r>
            </a:p>
          </p:txBody>
        </p:sp>
        <p:sp>
          <p:nvSpPr>
            <p:cNvPr id="87" name="tx87"/>
            <p:cNvSpPr/>
            <p:nvPr/>
          </p:nvSpPr>
          <p:spPr>
            <a:xfrm rot="-20964705">
              <a:off x="4321344" y="3553326"/>
              <a:ext cx="535564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Sphingomonas</a:t>
              </a:r>
            </a:p>
          </p:txBody>
        </p:sp>
        <p:sp>
          <p:nvSpPr>
            <p:cNvPr id="88" name="tx88"/>
            <p:cNvSpPr/>
            <p:nvPr/>
          </p:nvSpPr>
          <p:spPr>
            <a:xfrm rot="-22235294">
              <a:off x="4298863" y="3824035"/>
              <a:ext cx="536021" cy="526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69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Agrobacterium</a:t>
              </a:r>
            </a:p>
          </p:txBody>
        </p:sp>
        <p:sp>
          <p:nvSpPr>
            <p:cNvPr id="89" name="pt89"/>
            <p:cNvSpPr/>
            <p:nvPr/>
          </p:nvSpPr>
          <p:spPr>
            <a:xfrm>
              <a:off x="5687248" y="3557711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5224572" y="3366065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5102511" y="3421370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5004705" y="3512975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5357932" y="3352930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4941535" y="3895590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5004705" y="4013773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5102511" y="4105378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224572" y="4160683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5357932" y="4173818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5602236" y="4072624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5687248" y="3969036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5488438" y="4143388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941535" y="3631158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919706" y="3763374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5488438" y="3383359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5602236" y="3454124"/>
              <a:ext cx="36101" cy="36101"/>
            </a:xfrm>
            <a:prstGeom prst="ellipse">
              <a:avLst/>
            </a:prstGeom>
            <a:solidFill>
              <a:srgbClr val="999999">
                <a:alpha val="80000"/>
              </a:srgbClr>
            </a:solidFill>
            <a:ln w="9000" cap="rnd">
              <a:solidFill>
                <a:srgbClr val="999999">
                  <a:alpha val="8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3950612" y="2383129"/>
              <a:ext cx="2770101" cy="2796632"/>
            </a:xfrm>
            <a:custGeom>
              <a:avLst/>
              <a:pathLst>
                <a:path w="2770101" h="2796632">
                  <a:moveTo>
                    <a:pt x="2760440" y="1080728"/>
                  </a:moveTo>
                  <a:lnTo>
                    <a:pt x="2744068" y="1017275"/>
                  </a:lnTo>
                  <a:lnTo>
                    <a:pt x="2724742" y="954659"/>
                  </a:lnTo>
                  <a:lnTo>
                    <a:pt x="2702504" y="893017"/>
                  </a:lnTo>
                  <a:lnTo>
                    <a:pt x="2677403" y="832484"/>
                  </a:lnTo>
                  <a:lnTo>
                    <a:pt x="2649493" y="773193"/>
                  </a:lnTo>
                  <a:lnTo>
                    <a:pt x="2618837" y="715276"/>
                  </a:lnTo>
                  <a:lnTo>
                    <a:pt x="2585501" y="658857"/>
                  </a:lnTo>
                  <a:lnTo>
                    <a:pt x="2549559" y="604063"/>
                  </a:lnTo>
                  <a:lnTo>
                    <a:pt x="2511090" y="551012"/>
                  </a:lnTo>
                  <a:lnTo>
                    <a:pt x="2470177" y="499821"/>
                  </a:lnTo>
                  <a:lnTo>
                    <a:pt x="2426912" y="450604"/>
                  </a:lnTo>
                  <a:lnTo>
                    <a:pt x="2381388" y="403467"/>
                  </a:lnTo>
                  <a:lnTo>
                    <a:pt x="2333706" y="358514"/>
                  </a:lnTo>
                  <a:lnTo>
                    <a:pt x="2283971" y="315844"/>
                  </a:lnTo>
                  <a:lnTo>
                    <a:pt x="2232292" y="275551"/>
                  </a:lnTo>
                  <a:lnTo>
                    <a:pt x="2178781" y="237724"/>
                  </a:lnTo>
                  <a:lnTo>
                    <a:pt x="2123558" y="202444"/>
                  </a:lnTo>
                  <a:lnTo>
                    <a:pt x="2066742" y="169790"/>
                  </a:lnTo>
                  <a:lnTo>
                    <a:pt x="2008459" y="139833"/>
                  </a:lnTo>
                  <a:lnTo>
                    <a:pt x="1948837" y="112640"/>
                  </a:lnTo>
                  <a:lnTo>
                    <a:pt x="1888007" y="88269"/>
                  </a:lnTo>
                  <a:lnTo>
                    <a:pt x="1826101" y="66775"/>
                  </a:lnTo>
                  <a:lnTo>
                    <a:pt x="1763257" y="48205"/>
                  </a:lnTo>
                  <a:lnTo>
                    <a:pt x="1699611" y="32598"/>
                  </a:lnTo>
                  <a:lnTo>
                    <a:pt x="1635305" y="19991"/>
                  </a:lnTo>
                  <a:lnTo>
                    <a:pt x="1570478" y="10409"/>
                  </a:lnTo>
                  <a:lnTo>
                    <a:pt x="1505274" y="3875"/>
                  </a:lnTo>
                  <a:lnTo>
                    <a:pt x="1439835" y="403"/>
                  </a:lnTo>
                  <a:lnTo>
                    <a:pt x="1374306" y="0"/>
                  </a:lnTo>
                  <a:lnTo>
                    <a:pt x="1308829" y="2667"/>
                  </a:lnTo>
                  <a:lnTo>
                    <a:pt x="1243549" y="8398"/>
                  </a:lnTo>
                  <a:lnTo>
                    <a:pt x="1178610" y="17181"/>
                  </a:lnTo>
                  <a:lnTo>
                    <a:pt x="1114153" y="28996"/>
                  </a:lnTo>
                  <a:lnTo>
                    <a:pt x="1050320" y="43818"/>
                  </a:lnTo>
                  <a:lnTo>
                    <a:pt x="987252" y="61614"/>
                  </a:lnTo>
                  <a:lnTo>
                    <a:pt x="925087" y="82345"/>
                  </a:lnTo>
                  <a:lnTo>
                    <a:pt x="863961" y="105965"/>
                  </a:lnTo>
                  <a:lnTo>
                    <a:pt x="804009" y="132423"/>
                  </a:lnTo>
                  <a:lnTo>
                    <a:pt x="745362" y="161660"/>
                  </a:lnTo>
                  <a:lnTo>
                    <a:pt x="688149" y="193613"/>
                  </a:lnTo>
                  <a:lnTo>
                    <a:pt x="632495" y="228210"/>
                  </a:lnTo>
                  <a:lnTo>
                    <a:pt x="578523" y="265377"/>
                  </a:lnTo>
                  <a:lnTo>
                    <a:pt x="526352" y="305031"/>
                  </a:lnTo>
                  <a:lnTo>
                    <a:pt x="476096" y="347085"/>
                  </a:lnTo>
                  <a:lnTo>
                    <a:pt x="427864" y="391448"/>
                  </a:lnTo>
                  <a:lnTo>
                    <a:pt x="381764" y="438021"/>
                  </a:lnTo>
                  <a:lnTo>
                    <a:pt x="337896" y="486703"/>
                  </a:lnTo>
                  <a:lnTo>
                    <a:pt x="296357" y="537386"/>
                  </a:lnTo>
                  <a:lnTo>
                    <a:pt x="257238" y="589959"/>
                  </a:lnTo>
                  <a:lnTo>
                    <a:pt x="220624" y="644308"/>
                  </a:lnTo>
                  <a:lnTo>
                    <a:pt x="186597" y="700312"/>
                  </a:lnTo>
                  <a:lnTo>
                    <a:pt x="155230" y="757848"/>
                  </a:lnTo>
                  <a:lnTo>
                    <a:pt x="126594" y="816790"/>
                  </a:lnTo>
                  <a:lnTo>
                    <a:pt x="100749" y="877010"/>
                  </a:lnTo>
                  <a:lnTo>
                    <a:pt x="77754" y="938374"/>
                  </a:lnTo>
                  <a:lnTo>
                    <a:pt x="57659" y="1000747"/>
                  </a:lnTo>
                  <a:lnTo>
                    <a:pt x="40508" y="1063994"/>
                  </a:lnTo>
                  <a:lnTo>
                    <a:pt x="26339" y="1127974"/>
                  </a:lnTo>
                  <a:lnTo>
                    <a:pt x="15182" y="1192549"/>
                  </a:lnTo>
                  <a:lnTo>
                    <a:pt x="7062" y="1257574"/>
                  </a:lnTo>
                  <a:lnTo>
                    <a:pt x="1998" y="1322909"/>
                  </a:lnTo>
                  <a:lnTo>
                    <a:pt x="0" y="1388410"/>
                  </a:lnTo>
                  <a:lnTo>
                    <a:pt x="1072" y="1453932"/>
                  </a:lnTo>
                  <a:lnTo>
                    <a:pt x="5212" y="1519332"/>
                  </a:lnTo>
                  <a:lnTo>
                    <a:pt x="12412" y="1584466"/>
                  </a:lnTo>
                  <a:lnTo>
                    <a:pt x="22654" y="1649191"/>
                  </a:lnTo>
                  <a:lnTo>
                    <a:pt x="35918" y="1713366"/>
                  </a:lnTo>
                  <a:lnTo>
                    <a:pt x="52173" y="1776848"/>
                  </a:lnTo>
                  <a:lnTo>
                    <a:pt x="71385" y="1839500"/>
                  </a:lnTo>
                  <a:lnTo>
                    <a:pt x="93510" y="1901183"/>
                  </a:lnTo>
                  <a:lnTo>
                    <a:pt x="118500" y="1961761"/>
                  </a:lnTo>
                  <a:lnTo>
                    <a:pt x="146301" y="2021103"/>
                  </a:lnTo>
                  <a:lnTo>
                    <a:pt x="176851" y="2079077"/>
                  </a:lnTo>
                  <a:lnTo>
                    <a:pt x="210083" y="2135556"/>
                  </a:lnTo>
                  <a:lnTo>
                    <a:pt x="245925" y="2190416"/>
                  </a:lnTo>
                  <a:lnTo>
                    <a:pt x="284297" y="2243538"/>
                  </a:lnTo>
                  <a:lnTo>
                    <a:pt x="325116" y="2294803"/>
                  </a:lnTo>
                  <a:lnTo>
                    <a:pt x="368291" y="2344100"/>
                  </a:lnTo>
                  <a:lnTo>
                    <a:pt x="413728" y="2391320"/>
                  </a:lnTo>
                  <a:lnTo>
                    <a:pt x="461327" y="2436360"/>
                  </a:lnTo>
                  <a:lnTo>
                    <a:pt x="510984" y="2479121"/>
                  </a:lnTo>
                  <a:lnTo>
                    <a:pt x="562590" y="2519509"/>
                  </a:lnTo>
                  <a:lnTo>
                    <a:pt x="616030" y="2557434"/>
                  </a:lnTo>
                  <a:lnTo>
                    <a:pt x="671189" y="2592815"/>
                  </a:lnTo>
                  <a:lnTo>
                    <a:pt x="727945" y="2625573"/>
                  </a:lnTo>
                  <a:lnTo>
                    <a:pt x="786173" y="2655636"/>
                  </a:lnTo>
                  <a:lnTo>
                    <a:pt x="845745" y="2682939"/>
                  </a:lnTo>
                  <a:lnTo>
                    <a:pt x="906531" y="2707421"/>
                  </a:lnTo>
                  <a:lnTo>
                    <a:pt x="968397" y="2729029"/>
                  </a:lnTo>
                  <a:lnTo>
                    <a:pt x="1031207" y="2747714"/>
                  </a:lnTo>
                  <a:lnTo>
                    <a:pt x="1094824" y="2763437"/>
                  </a:lnTo>
                  <a:lnTo>
                    <a:pt x="1159107" y="2776163"/>
                  </a:lnTo>
                  <a:lnTo>
                    <a:pt x="1223916" y="2785863"/>
                  </a:lnTo>
                  <a:lnTo>
                    <a:pt x="1289108" y="2792517"/>
                  </a:lnTo>
                  <a:lnTo>
                    <a:pt x="1354541" y="2796109"/>
                  </a:lnTo>
                  <a:lnTo>
                    <a:pt x="1420069" y="2796632"/>
                  </a:lnTo>
                  <a:lnTo>
                    <a:pt x="1485551" y="2794085"/>
                  </a:lnTo>
                  <a:lnTo>
                    <a:pt x="1550841" y="2788474"/>
                  </a:lnTo>
                  <a:lnTo>
                    <a:pt x="1615796" y="2779810"/>
                  </a:lnTo>
                  <a:lnTo>
                    <a:pt x="1680275" y="2768112"/>
                  </a:lnTo>
                  <a:lnTo>
                    <a:pt x="1744134" y="2753407"/>
                  </a:lnTo>
                  <a:lnTo>
                    <a:pt x="1807235" y="2735727"/>
                  </a:lnTo>
                  <a:lnTo>
                    <a:pt x="1869438" y="2715110"/>
                  </a:lnTo>
                  <a:lnTo>
                    <a:pt x="1930607" y="2691602"/>
                  </a:lnTo>
                  <a:lnTo>
                    <a:pt x="1990608" y="2665254"/>
                  </a:lnTo>
                  <a:lnTo>
                    <a:pt x="2049309" y="2636124"/>
                  </a:lnTo>
                  <a:lnTo>
                    <a:pt x="2106580" y="2604277"/>
                  </a:lnTo>
                  <a:lnTo>
                    <a:pt x="2162297" y="2569781"/>
                  </a:lnTo>
                  <a:lnTo>
                    <a:pt x="2216337" y="2532714"/>
                  </a:lnTo>
                  <a:lnTo>
                    <a:pt x="2268580" y="2493155"/>
                  </a:lnTo>
                  <a:lnTo>
                    <a:pt x="2318914" y="2451193"/>
                  </a:lnTo>
                  <a:lnTo>
                    <a:pt x="2367226" y="2406919"/>
                  </a:lnTo>
                  <a:lnTo>
                    <a:pt x="2413412" y="2360430"/>
                  </a:lnTo>
                  <a:lnTo>
                    <a:pt x="2457369" y="2311829"/>
                  </a:lnTo>
                  <a:lnTo>
                    <a:pt x="2499001" y="2261222"/>
                  </a:lnTo>
                  <a:lnTo>
                    <a:pt x="2538216" y="2208720"/>
                  </a:lnTo>
                  <a:lnTo>
                    <a:pt x="2574929" y="2154439"/>
                  </a:lnTo>
                  <a:lnTo>
                    <a:pt x="2609059" y="2098498"/>
                  </a:lnTo>
                  <a:lnTo>
                    <a:pt x="2640531" y="2041019"/>
                  </a:lnTo>
                  <a:lnTo>
                    <a:pt x="2669276" y="1982129"/>
                  </a:lnTo>
                  <a:lnTo>
                    <a:pt x="2695231" y="1921958"/>
                  </a:lnTo>
                  <a:lnTo>
                    <a:pt x="2718338" y="1860636"/>
                  </a:lnTo>
                  <a:lnTo>
                    <a:pt x="2738547" y="1798299"/>
                  </a:lnTo>
                  <a:lnTo>
                    <a:pt x="2755814" y="1735084"/>
                  </a:lnTo>
                  <a:lnTo>
                    <a:pt x="2770101" y="167113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3744932" y="2177295"/>
              <a:ext cx="3177491" cy="3208084"/>
            </a:xfrm>
            <a:custGeom>
              <a:avLst/>
              <a:pathLst>
                <a:path w="3177491" h="3208084">
                  <a:moveTo>
                    <a:pt x="3166409" y="1239861"/>
                  </a:moveTo>
                  <a:lnTo>
                    <a:pt x="3149676" y="1174366"/>
                  </a:lnTo>
                  <a:lnTo>
                    <a:pt x="3130198" y="1109635"/>
                  </a:lnTo>
                  <a:lnTo>
                    <a:pt x="3108010" y="1045782"/>
                  </a:lnTo>
                  <a:lnTo>
                    <a:pt x="3083152" y="982921"/>
                  </a:lnTo>
                  <a:lnTo>
                    <a:pt x="3055667" y="921162"/>
                  </a:lnTo>
                  <a:lnTo>
                    <a:pt x="3025605" y="860617"/>
                  </a:lnTo>
                  <a:lnTo>
                    <a:pt x="2993019" y="801391"/>
                  </a:lnTo>
                  <a:lnTo>
                    <a:pt x="2957967" y="743591"/>
                  </a:lnTo>
                  <a:lnTo>
                    <a:pt x="2920511" y="687319"/>
                  </a:lnTo>
                  <a:lnTo>
                    <a:pt x="2880717" y="632675"/>
                  </a:lnTo>
                  <a:lnTo>
                    <a:pt x="2838657" y="579756"/>
                  </a:lnTo>
                  <a:lnTo>
                    <a:pt x="2794405" y="528656"/>
                  </a:lnTo>
                  <a:lnTo>
                    <a:pt x="2748038" y="479466"/>
                  </a:lnTo>
                  <a:lnTo>
                    <a:pt x="2699641" y="432273"/>
                  </a:lnTo>
                  <a:lnTo>
                    <a:pt x="2649299" y="387161"/>
                  </a:lnTo>
                  <a:lnTo>
                    <a:pt x="2597100" y="344209"/>
                  </a:lnTo>
                  <a:lnTo>
                    <a:pt x="2543139" y="303495"/>
                  </a:lnTo>
                  <a:lnTo>
                    <a:pt x="2487510" y="265090"/>
                  </a:lnTo>
                  <a:lnTo>
                    <a:pt x="2430312" y="229064"/>
                  </a:lnTo>
                  <a:lnTo>
                    <a:pt x="2371647" y="195478"/>
                  </a:lnTo>
                  <a:lnTo>
                    <a:pt x="2311620" y="164395"/>
                  </a:lnTo>
                  <a:lnTo>
                    <a:pt x="2250336" y="135867"/>
                  </a:lnTo>
                  <a:lnTo>
                    <a:pt x="2187905" y="109947"/>
                  </a:lnTo>
                  <a:lnTo>
                    <a:pt x="2124437" y="86680"/>
                  </a:lnTo>
                  <a:lnTo>
                    <a:pt x="2060046" y="66108"/>
                  </a:lnTo>
                  <a:lnTo>
                    <a:pt x="1994845" y="48267"/>
                  </a:lnTo>
                  <a:lnTo>
                    <a:pt x="1928950" y="33188"/>
                  </a:lnTo>
                  <a:lnTo>
                    <a:pt x="1862478" y="20899"/>
                  </a:lnTo>
                  <a:lnTo>
                    <a:pt x="1795548" y="11421"/>
                  </a:lnTo>
                  <a:lnTo>
                    <a:pt x="1728278" y="4772"/>
                  </a:lnTo>
                  <a:lnTo>
                    <a:pt x="1660787" y="962"/>
                  </a:lnTo>
                  <a:lnTo>
                    <a:pt x="1593196" y="0"/>
                  </a:lnTo>
                  <a:lnTo>
                    <a:pt x="1525624" y="1885"/>
                  </a:lnTo>
                  <a:lnTo>
                    <a:pt x="1458192" y="6616"/>
                  </a:lnTo>
                  <a:lnTo>
                    <a:pt x="1391019" y="14183"/>
                  </a:lnTo>
                  <a:lnTo>
                    <a:pt x="1324224" y="24574"/>
                  </a:lnTo>
                  <a:lnTo>
                    <a:pt x="1257926" y="37770"/>
                  </a:lnTo>
                  <a:lnTo>
                    <a:pt x="1192244" y="53747"/>
                  </a:lnTo>
                  <a:lnTo>
                    <a:pt x="1127292" y="72476"/>
                  </a:lnTo>
                  <a:lnTo>
                    <a:pt x="1063187" y="93926"/>
                  </a:lnTo>
                  <a:lnTo>
                    <a:pt x="1000043" y="118057"/>
                  </a:lnTo>
                  <a:lnTo>
                    <a:pt x="937972" y="144828"/>
                  </a:lnTo>
                  <a:lnTo>
                    <a:pt x="877084" y="174189"/>
                  </a:lnTo>
                  <a:lnTo>
                    <a:pt x="817486" y="206090"/>
                  </a:lnTo>
                  <a:lnTo>
                    <a:pt x="759286" y="240473"/>
                  </a:lnTo>
                  <a:lnTo>
                    <a:pt x="702585" y="277277"/>
                  </a:lnTo>
                  <a:lnTo>
                    <a:pt x="647486" y="316438"/>
                  </a:lnTo>
                  <a:lnTo>
                    <a:pt x="594085" y="357885"/>
                  </a:lnTo>
                  <a:lnTo>
                    <a:pt x="542478" y="401545"/>
                  </a:lnTo>
                  <a:lnTo>
                    <a:pt x="492756" y="447341"/>
                  </a:lnTo>
                  <a:lnTo>
                    <a:pt x="445008" y="495190"/>
                  </a:lnTo>
                  <a:lnTo>
                    <a:pt x="399318" y="545009"/>
                  </a:lnTo>
                  <a:lnTo>
                    <a:pt x="355767" y="596709"/>
                  </a:lnTo>
                  <a:lnTo>
                    <a:pt x="314433" y="650197"/>
                  </a:lnTo>
                  <a:lnTo>
                    <a:pt x="275390" y="705379"/>
                  </a:lnTo>
                  <a:lnTo>
                    <a:pt x="238705" y="762157"/>
                  </a:lnTo>
                  <a:lnTo>
                    <a:pt x="204446" y="820431"/>
                  </a:lnTo>
                  <a:lnTo>
                    <a:pt x="172671" y="880095"/>
                  </a:lnTo>
                  <a:lnTo>
                    <a:pt x="143439" y="941046"/>
                  </a:lnTo>
                  <a:lnTo>
                    <a:pt x="116800" y="1003174"/>
                  </a:lnTo>
                  <a:lnTo>
                    <a:pt x="92803" y="1066369"/>
                  </a:lnTo>
                  <a:lnTo>
                    <a:pt x="71489" y="1130519"/>
                  </a:lnTo>
                  <a:lnTo>
                    <a:pt x="52897" y="1195510"/>
                  </a:lnTo>
                  <a:lnTo>
                    <a:pt x="37059" y="1261227"/>
                  </a:lnTo>
                  <a:lnTo>
                    <a:pt x="24004" y="1327552"/>
                  </a:lnTo>
                  <a:lnTo>
                    <a:pt x="13755" y="1394368"/>
                  </a:lnTo>
                  <a:lnTo>
                    <a:pt x="6330" y="1461558"/>
                  </a:lnTo>
                  <a:lnTo>
                    <a:pt x="1742" y="1529000"/>
                  </a:lnTo>
                  <a:lnTo>
                    <a:pt x="0" y="1596575"/>
                  </a:lnTo>
                  <a:lnTo>
                    <a:pt x="1106" y="1664164"/>
                  </a:lnTo>
                  <a:lnTo>
                    <a:pt x="5058" y="1731647"/>
                  </a:lnTo>
                  <a:lnTo>
                    <a:pt x="11850" y="1798903"/>
                  </a:lnTo>
                  <a:lnTo>
                    <a:pt x="21470" y="1865813"/>
                  </a:lnTo>
                  <a:lnTo>
                    <a:pt x="33899" y="1932258"/>
                  </a:lnTo>
                  <a:lnTo>
                    <a:pt x="49118" y="1998121"/>
                  </a:lnTo>
                  <a:lnTo>
                    <a:pt x="67097" y="2063284"/>
                  </a:lnTo>
                  <a:lnTo>
                    <a:pt x="87806" y="2127632"/>
                  </a:lnTo>
                  <a:lnTo>
                    <a:pt x="111207" y="2191050"/>
                  </a:lnTo>
                  <a:lnTo>
                    <a:pt x="137259" y="2253426"/>
                  </a:lnTo>
                  <a:lnTo>
                    <a:pt x="165916" y="2314649"/>
                  </a:lnTo>
                  <a:lnTo>
                    <a:pt x="197127" y="2374611"/>
                  </a:lnTo>
                  <a:lnTo>
                    <a:pt x="230837" y="2433204"/>
                  </a:lnTo>
                  <a:lnTo>
                    <a:pt x="266985" y="2490325"/>
                  </a:lnTo>
                  <a:lnTo>
                    <a:pt x="305507" y="2545873"/>
                  </a:lnTo>
                  <a:lnTo>
                    <a:pt x="346336" y="2599748"/>
                  </a:lnTo>
                  <a:lnTo>
                    <a:pt x="389398" y="2651855"/>
                  </a:lnTo>
                  <a:lnTo>
                    <a:pt x="434616" y="2702102"/>
                  </a:lnTo>
                  <a:lnTo>
                    <a:pt x="481912" y="2750399"/>
                  </a:lnTo>
                  <a:lnTo>
                    <a:pt x="531200" y="2796661"/>
                  </a:lnTo>
                  <a:lnTo>
                    <a:pt x="582394" y="2840805"/>
                  </a:lnTo>
                  <a:lnTo>
                    <a:pt x="635402" y="2882753"/>
                  </a:lnTo>
                  <a:lnTo>
                    <a:pt x="690130" y="2922431"/>
                  </a:lnTo>
                  <a:lnTo>
                    <a:pt x="746481" y="2959768"/>
                  </a:lnTo>
                  <a:lnTo>
                    <a:pt x="804356" y="2994698"/>
                  </a:lnTo>
                  <a:lnTo>
                    <a:pt x="863650" y="3027158"/>
                  </a:lnTo>
                  <a:lnTo>
                    <a:pt x="924259" y="3057092"/>
                  </a:lnTo>
                  <a:lnTo>
                    <a:pt x="986076" y="3084445"/>
                  </a:lnTo>
                  <a:lnTo>
                    <a:pt x="1048990" y="3109170"/>
                  </a:lnTo>
                  <a:lnTo>
                    <a:pt x="1112890" y="3131222"/>
                  </a:lnTo>
                  <a:lnTo>
                    <a:pt x="1177662" y="3150563"/>
                  </a:lnTo>
                  <a:lnTo>
                    <a:pt x="1243191" y="3167158"/>
                  </a:lnTo>
                  <a:lnTo>
                    <a:pt x="1309362" y="3180977"/>
                  </a:lnTo>
                  <a:lnTo>
                    <a:pt x="1376055" y="3191996"/>
                  </a:lnTo>
                  <a:lnTo>
                    <a:pt x="1443154" y="3200196"/>
                  </a:lnTo>
                  <a:lnTo>
                    <a:pt x="1510539" y="3205562"/>
                  </a:lnTo>
                  <a:lnTo>
                    <a:pt x="1578090" y="3208084"/>
                  </a:lnTo>
                  <a:lnTo>
                    <a:pt x="1645687" y="3207757"/>
                  </a:lnTo>
                  <a:lnTo>
                    <a:pt x="1713211" y="3204584"/>
                  </a:lnTo>
                  <a:lnTo>
                    <a:pt x="1780541" y="3198568"/>
                  </a:lnTo>
                  <a:lnTo>
                    <a:pt x="1847557" y="3189721"/>
                  </a:lnTo>
                  <a:lnTo>
                    <a:pt x="1914142" y="3178058"/>
                  </a:lnTo>
                  <a:lnTo>
                    <a:pt x="1980176" y="3163601"/>
                  </a:lnTo>
                  <a:lnTo>
                    <a:pt x="2045542" y="3146374"/>
                  </a:lnTo>
                  <a:lnTo>
                    <a:pt x="2110124" y="3126409"/>
                  </a:lnTo>
                  <a:lnTo>
                    <a:pt x="2173808" y="3103741"/>
                  </a:lnTo>
                  <a:lnTo>
                    <a:pt x="2236481" y="3078410"/>
                  </a:lnTo>
                  <a:lnTo>
                    <a:pt x="2298030" y="3050461"/>
                  </a:lnTo>
                  <a:lnTo>
                    <a:pt x="2358348" y="3019944"/>
                  </a:lnTo>
                  <a:lnTo>
                    <a:pt x="2417326" y="2986913"/>
                  </a:lnTo>
                  <a:lnTo>
                    <a:pt x="2474861" y="2951426"/>
                  </a:lnTo>
                  <a:lnTo>
                    <a:pt x="2530849" y="2913547"/>
                  </a:lnTo>
                  <a:lnTo>
                    <a:pt x="2585191" y="2873343"/>
                  </a:lnTo>
                  <a:lnTo>
                    <a:pt x="2637792" y="2830885"/>
                  </a:lnTo>
                  <a:lnTo>
                    <a:pt x="2688557" y="2786249"/>
                  </a:lnTo>
                  <a:lnTo>
                    <a:pt x="2737397" y="2739513"/>
                  </a:lnTo>
                  <a:lnTo>
                    <a:pt x="2784224" y="2690762"/>
                  </a:lnTo>
                  <a:lnTo>
                    <a:pt x="2828956" y="2640081"/>
                  </a:lnTo>
                  <a:lnTo>
                    <a:pt x="2871513" y="2587560"/>
                  </a:lnTo>
                  <a:lnTo>
                    <a:pt x="2911819" y="2533294"/>
                  </a:lnTo>
                  <a:lnTo>
                    <a:pt x="2949803" y="2477377"/>
                  </a:lnTo>
                  <a:lnTo>
                    <a:pt x="2985398" y="2419910"/>
                  </a:lnTo>
                  <a:lnTo>
                    <a:pt x="3018541" y="2360994"/>
                  </a:lnTo>
                  <a:lnTo>
                    <a:pt x="3049171" y="2300734"/>
                  </a:lnTo>
                  <a:lnTo>
                    <a:pt x="3077236" y="2239237"/>
                  </a:lnTo>
                  <a:lnTo>
                    <a:pt x="3102685" y="2176612"/>
                  </a:lnTo>
                  <a:lnTo>
                    <a:pt x="3125473" y="2112971"/>
                  </a:lnTo>
                  <a:lnTo>
                    <a:pt x="3145560" y="2048426"/>
                  </a:lnTo>
                  <a:lnTo>
                    <a:pt x="3162910" y="1983093"/>
                  </a:lnTo>
                  <a:lnTo>
                    <a:pt x="3177491" y="1917086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3539494" y="1971641"/>
              <a:ext cx="3584640" cy="3619461"/>
            </a:xfrm>
            <a:custGeom>
              <a:avLst/>
              <a:pathLst>
                <a:path w="3584640" h="3619461">
                  <a:moveTo>
                    <a:pt x="3572137" y="1398814"/>
                  </a:moveTo>
                  <a:lnTo>
                    <a:pt x="3554994" y="1331211"/>
                  </a:lnTo>
                  <a:lnTo>
                    <a:pt x="3535260" y="1264318"/>
                  </a:lnTo>
                  <a:lnTo>
                    <a:pt x="3512963" y="1198236"/>
                  </a:lnTo>
                  <a:lnTo>
                    <a:pt x="3488136" y="1133062"/>
                  </a:lnTo>
                  <a:lnTo>
                    <a:pt x="3460817" y="1068892"/>
                  </a:lnTo>
                  <a:lnTo>
                    <a:pt x="3431045" y="1005823"/>
                  </a:lnTo>
                  <a:lnTo>
                    <a:pt x="3398866" y="943948"/>
                  </a:lnTo>
                  <a:lnTo>
                    <a:pt x="3364327" y="883358"/>
                  </a:lnTo>
                  <a:lnTo>
                    <a:pt x="3327479" y="824145"/>
                  </a:lnTo>
                  <a:lnTo>
                    <a:pt x="3288377" y="766395"/>
                  </a:lnTo>
                  <a:lnTo>
                    <a:pt x="3247079" y="710194"/>
                  </a:lnTo>
                  <a:lnTo>
                    <a:pt x="3203646" y="655626"/>
                  </a:lnTo>
                  <a:lnTo>
                    <a:pt x="3158143" y="602772"/>
                  </a:lnTo>
                  <a:lnTo>
                    <a:pt x="3110638" y="551711"/>
                  </a:lnTo>
                  <a:lnTo>
                    <a:pt x="3061200" y="502517"/>
                  </a:lnTo>
                  <a:lnTo>
                    <a:pt x="3009904" y="455265"/>
                  </a:lnTo>
                  <a:lnTo>
                    <a:pt x="2956826" y="410025"/>
                  </a:lnTo>
                  <a:lnTo>
                    <a:pt x="2902043" y="366863"/>
                  </a:lnTo>
                  <a:lnTo>
                    <a:pt x="2845639" y="325844"/>
                  </a:lnTo>
                  <a:lnTo>
                    <a:pt x="2787696" y="287028"/>
                  </a:lnTo>
                  <a:lnTo>
                    <a:pt x="2728300" y="250474"/>
                  </a:lnTo>
                  <a:lnTo>
                    <a:pt x="2667541" y="216235"/>
                  </a:lnTo>
                  <a:lnTo>
                    <a:pt x="2605507" y="184363"/>
                  </a:lnTo>
                  <a:lnTo>
                    <a:pt x="2542291" y="154904"/>
                  </a:lnTo>
                  <a:lnTo>
                    <a:pt x="2477987" y="127903"/>
                  </a:lnTo>
                  <a:lnTo>
                    <a:pt x="2412691" y="103399"/>
                  </a:lnTo>
                  <a:lnTo>
                    <a:pt x="2346499" y="81429"/>
                  </a:lnTo>
                  <a:lnTo>
                    <a:pt x="2279510" y="62026"/>
                  </a:lnTo>
                  <a:lnTo>
                    <a:pt x="2211823" y="45219"/>
                  </a:lnTo>
                  <a:lnTo>
                    <a:pt x="2143538" y="31031"/>
                  </a:lnTo>
                  <a:lnTo>
                    <a:pt x="2074758" y="19485"/>
                  </a:lnTo>
                  <a:lnTo>
                    <a:pt x="2005584" y="10598"/>
                  </a:lnTo>
                  <a:lnTo>
                    <a:pt x="1936119" y="4382"/>
                  </a:lnTo>
                  <a:lnTo>
                    <a:pt x="1866465" y="848"/>
                  </a:lnTo>
                  <a:lnTo>
                    <a:pt x="1796728" y="0"/>
                  </a:lnTo>
                  <a:lnTo>
                    <a:pt x="1727009" y="1839"/>
                  </a:lnTo>
                  <a:lnTo>
                    <a:pt x="1657414" y="6363"/>
                  </a:lnTo>
                  <a:lnTo>
                    <a:pt x="1588044" y="13565"/>
                  </a:lnTo>
                  <a:lnTo>
                    <a:pt x="1519003" y="23434"/>
                  </a:lnTo>
                  <a:lnTo>
                    <a:pt x="1450394" y="35956"/>
                  </a:lnTo>
                  <a:lnTo>
                    <a:pt x="1382318" y="51112"/>
                  </a:lnTo>
                  <a:lnTo>
                    <a:pt x="1314876" y="68880"/>
                  </a:lnTo>
                  <a:lnTo>
                    <a:pt x="1248169" y="89233"/>
                  </a:lnTo>
                  <a:lnTo>
                    <a:pt x="1182296" y="112141"/>
                  </a:lnTo>
                  <a:lnTo>
                    <a:pt x="1117355" y="137570"/>
                  </a:lnTo>
                  <a:lnTo>
                    <a:pt x="1053441" y="165482"/>
                  </a:lnTo>
                  <a:lnTo>
                    <a:pt x="990650" y="195836"/>
                  </a:lnTo>
                  <a:lnTo>
                    <a:pt x="929076" y="228586"/>
                  </a:lnTo>
                  <a:lnTo>
                    <a:pt x="868808" y="263685"/>
                  </a:lnTo>
                  <a:lnTo>
                    <a:pt x="809938" y="301080"/>
                  </a:lnTo>
                  <a:lnTo>
                    <a:pt x="752553" y="340715"/>
                  </a:lnTo>
                  <a:lnTo>
                    <a:pt x="696737" y="382531"/>
                  </a:lnTo>
                  <a:lnTo>
                    <a:pt x="642573" y="426467"/>
                  </a:lnTo>
                  <a:lnTo>
                    <a:pt x="590143" y="472457"/>
                  </a:lnTo>
                  <a:lnTo>
                    <a:pt x="539523" y="520434"/>
                  </a:lnTo>
                  <a:lnTo>
                    <a:pt x="490790" y="570324"/>
                  </a:lnTo>
                  <a:lnTo>
                    <a:pt x="444015" y="622056"/>
                  </a:lnTo>
                  <a:lnTo>
                    <a:pt x="399268" y="675551"/>
                  </a:lnTo>
                  <a:lnTo>
                    <a:pt x="356615" y="730730"/>
                  </a:lnTo>
                  <a:lnTo>
                    <a:pt x="316119" y="787512"/>
                  </a:lnTo>
                  <a:lnTo>
                    <a:pt x="277842" y="845812"/>
                  </a:lnTo>
                  <a:lnTo>
                    <a:pt x="241839" y="905543"/>
                  </a:lnTo>
                  <a:lnTo>
                    <a:pt x="208164" y="966617"/>
                  </a:lnTo>
                  <a:lnTo>
                    <a:pt x="176867" y="1028944"/>
                  </a:lnTo>
                  <a:lnTo>
                    <a:pt x="147995" y="1092429"/>
                  </a:lnTo>
                  <a:lnTo>
                    <a:pt x="121590" y="1156980"/>
                  </a:lnTo>
                  <a:lnTo>
                    <a:pt x="97692" y="1222501"/>
                  </a:lnTo>
                  <a:lnTo>
                    <a:pt x="76336" y="1288893"/>
                  </a:lnTo>
                  <a:lnTo>
                    <a:pt x="57554" y="1356059"/>
                  </a:lnTo>
                  <a:lnTo>
                    <a:pt x="41374" y="1423899"/>
                  </a:lnTo>
                  <a:lnTo>
                    <a:pt x="27819" y="1492312"/>
                  </a:lnTo>
                  <a:lnTo>
                    <a:pt x="16911" y="1561196"/>
                  </a:lnTo>
                  <a:lnTo>
                    <a:pt x="8664" y="1630450"/>
                  </a:lnTo>
                  <a:lnTo>
                    <a:pt x="3092" y="1699970"/>
                  </a:lnTo>
                  <a:lnTo>
                    <a:pt x="202" y="1769652"/>
                  </a:lnTo>
                  <a:lnTo>
                    <a:pt x="0" y="1839395"/>
                  </a:lnTo>
                  <a:lnTo>
                    <a:pt x="2484" y="1909093"/>
                  </a:lnTo>
                  <a:lnTo>
                    <a:pt x="7652" y="1978644"/>
                  </a:lnTo>
                  <a:lnTo>
                    <a:pt x="15496" y="2047944"/>
                  </a:lnTo>
                  <a:lnTo>
                    <a:pt x="26004" y="2116891"/>
                  </a:lnTo>
                  <a:lnTo>
                    <a:pt x="39161" y="2185381"/>
                  </a:lnTo>
                  <a:lnTo>
                    <a:pt x="54946" y="2253314"/>
                  </a:lnTo>
                  <a:lnTo>
                    <a:pt x="73338" y="2320588"/>
                  </a:lnTo>
                  <a:lnTo>
                    <a:pt x="94307" y="2387104"/>
                  </a:lnTo>
                  <a:lnTo>
                    <a:pt x="117824" y="2452762"/>
                  </a:lnTo>
                  <a:lnTo>
                    <a:pt x="143853" y="2517465"/>
                  </a:lnTo>
                  <a:lnTo>
                    <a:pt x="172356" y="2581118"/>
                  </a:lnTo>
                  <a:lnTo>
                    <a:pt x="203290" y="2643625"/>
                  </a:lnTo>
                  <a:lnTo>
                    <a:pt x="236609" y="2704894"/>
                  </a:lnTo>
                  <a:lnTo>
                    <a:pt x="272264" y="2764833"/>
                  </a:lnTo>
                  <a:lnTo>
                    <a:pt x="310202" y="2823355"/>
                  </a:lnTo>
                  <a:lnTo>
                    <a:pt x="350367" y="2880371"/>
                  </a:lnTo>
                  <a:lnTo>
                    <a:pt x="392698" y="2935797"/>
                  </a:lnTo>
                  <a:lnTo>
                    <a:pt x="437134" y="2989552"/>
                  </a:lnTo>
                  <a:lnTo>
                    <a:pt x="483607" y="3041554"/>
                  </a:lnTo>
                  <a:lnTo>
                    <a:pt x="532050" y="3091727"/>
                  </a:lnTo>
                  <a:lnTo>
                    <a:pt x="582390" y="3139997"/>
                  </a:lnTo>
                  <a:lnTo>
                    <a:pt x="634552" y="3186291"/>
                  </a:lnTo>
                  <a:lnTo>
                    <a:pt x="688459" y="3230541"/>
                  </a:lnTo>
                  <a:lnTo>
                    <a:pt x="744031" y="3272682"/>
                  </a:lnTo>
                  <a:lnTo>
                    <a:pt x="801185" y="3312649"/>
                  </a:lnTo>
                  <a:lnTo>
                    <a:pt x="859837" y="3350386"/>
                  </a:lnTo>
                  <a:lnTo>
                    <a:pt x="919899" y="3385834"/>
                  </a:lnTo>
                  <a:lnTo>
                    <a:pt x="981282" y="3418942"/>
                  </a:lnTo>
                  <a:lnTo>
                    <a:pt x="1043896" y="3449660"/>
                  </a:lnTo>
                  <a:lnTo>
                    <a:pt x="1107646" y="3477944"/>
                  </a:lnTo>
                  <a:lnTo>
                    <a:pt x="1172439" y="3503750"/>
                  </a:lnTo>
                  <a:lnTo>
                    <a:pt x="1238177" y="3527040"/>
                  </a:lnTo>
                  <a:lnTo>
                    <a:pt x="1304765" y="3547781"/>
                  </a:lnTo>
                  <a:lnTo>
                    <a:pt x="1372102" y="3565940"/>
                  </a:lnTo>
                  <a:lnTo>
                    <a:pt x="1440089" y="3581492"/>
                  </a:lnTo>
                  <a:lnTo>
                    <a:pt x="1508624" y="3594412"/>
                  </a:lnTo>
                  <a:lnTo>
                    <a:pt x="1577606" y="3604683"/>
                  </a:lnTo>
                  <a:lnTo>
                    <a:pt x="1646933" y="3612288"/>
                  </a:lnTo>
                  <a:lnTo>
                    <a:pt x="1716501" y="3617216"/>
                  </a:lnTo>
                  <a:lnTo>
                    <a:pt x="1786208" y="3619461"/>
                  </a:lnTo>
                  <a:lnTo>
                    <a:pt x="1855949" y="3619018"/>
                  </a:lnTo>
                  <a:lnTo>
                    <a:pt x="1925622" y="3615888"/>
                  </a:lnTo>
                  <a:lnTo>
                    <a:pt x="1995122" y="3610076"/>
                  </a:lnTo>
                  <a:lnTo>
                    <a:pt x="2064346" y="3601591"/>
                  </a:lnTo>
                  <a:lnTo>
                    <a:pt x="2133193" y="3590445"/>
                  </a:lnTo>
                  <a:lnTo>
                    <a:pt x="2201558" y="3576655"/>
                  </a:lnTo>
                  <a:lnTo>
                    <a:pt x="2269342" y="3560241"/>
                  </a:lnTo>
                  <a:lnTo>
                    <a:pt x="2336443" y="3541228"/>
                  </a:lnTo>
                  <a:lnTo>
                    <a:pt x="2402762" y="3519644"/>
                  </a:lnTo>
                  <a:lnTo>
                    <a:pt x="2468199" y="3495520"/>
                  </a:lnTo>
                  <a:lnTo>
                    <a:pt x="2532659" y="3468893"/>
                  </a:lnTo>
                  <a:lnTo>
                    <a:pt x="2596045" y="3439802"/>
                  </a:lnTo>
                  <a:lnTo>
                    <a:pt x="2658263" y="3408291"/>
                  </a:lnTo>
                  <a:lnTo>
                    <a:pt x="2719221" y="3374406"/>
                  </a:lnTo>
                  <a:lnTo>
                    <a:pt x="2778828" y="3338198"/>
                  </a:lnTo>
                  <a:lnTo>
                    <a:pt x="2836995" y="3299719"/>
                  </a:lnTo>
                  <a:lnTo>
                    <a:pt x="2893637" y="3259029"/>
                  </a:lnTo>
                  <a:lnTo>
                    <a:pt x="2948670" y="3216186"/>
                  </a:lnTo>
                  <a:lnTo>
                    <a:pt x="3002010" y="3171255"/>
                  </a:lnTo>
                  <a:lnTo>
                    <a:pt x="3053580" y="3124302"/>
                  </a:lnTo>
                  <a:lnTo>
                    <a:pt x="3103303" y="3075397"/>
                  </a:lnTo>
                  <a:lnTo>
                    <a:pt x="3151104" y="3024612"/>
                  </a:lnTo>
                  <a:lnTo>
                    <a:pt x="3196914" y="2972024"/>
                  </a:lnTo>
                  <a:lnTo>
                    <a:pt x="3240663" y="2917709"/>
                  </a:lnTo>
                  <a:lnTo>
                    <a:pt x="3282287" y="2861750"/>
                  </a:lnTo>
                  <a:lnTo>
                    <a:pt x="3321724" y="2804228"/>
                  </a:lnTo>
                  <a:lnTo>
                    <a:pt x="3358915" y="2745229"/>
                  </a:lnTo>
                  <a:lnTo>
                    <a:pt x="3393806" y="2684841"/>
                  </a:lnTo>
                  <a:lnTo>
                    <a:pt x="3426345" y="2623154"/>
                  </a:lnTo>
                  <a:lnTo>
                    <a:pt x="3456482" y="2560259"/>
                  </a:lnTo>
                  <a:lnTo>
                    <a:pt x="3484174" y="2496250"/>
                  </a:lnTo>
                  <a:lnTo>
                    <a:pt x="3509379" y="2431221"/>
                  </a:lnTo>
                  <a:lnTo>
                    <a:pt x="3532060" y="2365269"/>
                  </a:lnTo>
                  <a:lnTo>
                    <a:pt x="3552183" y="2298493"/>
                  </a:lnTo>
                  <a:lnTo>
                    <a:pt x="3569718" y="2230991"/>
                  </a:lnTo>
                  <a:lnTo>
                    <a:pt x="3584640" y="2162863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3333592" y="1765987"/>
              <a:ext cx="3992253" cy="4030825"/>
            </a:xfrm>
            <a:custGeom>
              <a:avLst/>
              <a:pathLst>
                <a:path w="3992253" h="4030825">
                  <a:moveTo>
                    <a:pt x="3978330" y="1557766"/>
                  </a:moveTo>
                  <a:lnTo>
                    <a:pt x="3960848" y="1488385"/>
                  </a:lnTo>
                  <a:lnTo>
                    <a:pt x="3940915" y="1419669"/>
                  </a:lnTo>
                  <a:lnTo>
                    <a:pt x="3918556" y="1351703"/>
                  </a:lnTo>
                  <a:lnTo>
                    <a:pt x="3893798" y="1284573"/>
                  </a:lnTo>
                  <a:lnTo>
                    <a:pt x="3866673" y="1218365"/>
                  </a:lnTo>
                  <a:lnTo>
                    <a:pt x="3837215" y="1153161"/>
                  </a:lnTo>
                  <a:lnTo>
                    <a:pt x="3805461" y="1089044"/>
                  </a:lnTo>
                  <a:lnTo>
                    <a:pt x="3771452" y="1026094"/>
                  </a:lnTo>
                  <a:lnTo>
                    <a:pt x="3735230" y="964391"/>
                  </a:lnTo>
                  <a:lnTo>
                    <a:pt x="3696840" y="904013"/>
                  </a:lnTo>
                  <a:lnTo>
                    <a:pt x="3656332" y="845035"/>
                  </a:lnTo>
                  <a:lnTo>
                    <a:pt x="3613755" y="787532"/>
                  </a:lnTo>
                  <a:lnTo>
                    <a:pt x="3569165" y="731577"/>
                  </a:lnTo>
                  <a:lnTo>
                    <a:pt x="3522616" y="677239"/>
                  </a:lnTo>
                  <a:lnTo>
                    <a:pt x="3474169" y="624588"/>
                  </a:lnTo>
                  <a:lnTo>
                    <a:pt x="3423883" y="573690"/>
                  </a:lnTo>
                  <a:lnTo>
                    <a:pt x="3371822" y="524609"/>
                  </a:lnTo>
                  <a:lnTo>
                    <a:pt x="3318051" y="477406"/>
                  </a:lnTo>
                  <a:lnTo>
                    <a:pt x="3262639" y="432142"/>
                  </a:lnTo>
                  <a:lnTo>
                    <a:pt x="3205656" y="388873"/>
                  </a:lnTo>
                  <a:lnTo>
                    <a:pt x="3147173" y="347654"/>
                  </a:lnTo>
                  <a:lnTo>
                    <a:pt x="3087263" y="308537"/>
                  </a:lnTo>
                  <a:lnTo>
                    <a:pt x="3026003" y="271571"/>
                  </a:lnTo>
                  <a:lnTo>
                    <a:pt x="2963469" y="236803"/>
                  </a:lnTo>
                  <a:lnTo>
                    <a:pt x="2899741" y="204276"/>
                  </a:lnTo>
                  <a:lnTo>
                    <a:pt x="2834898" y="174031"/>
                  </a:lnTo>
                  <a:lnTo>
                    <a:pt x="2769022" y="146107"/>
                  </a:lnTo>
                  <a:lnTo>
                    <a:pt x="2702197" y="120539"/>
                  </a:lnTo>
                  <a:lnTo>
                    <a:pt x="2634507" y="97359"/>
                  </a:lnTo>
                  <a:lnTo>
                    <a:pt x="2566036" y="76596"/>
                  </a:lnTo>
                  <a:lnTo>
                    <a:pt x="2496872" y="58277"/>
                  </a:lnTo>
                  <a:lnTo>
                    <a:pt x="2427101" y="42423"/>
                  </a:lnTo>
                  <a:lnTo>
                    <a:pt x="2356811" y="29057"/>
                  </a:lnTo>
                  <a:lnTo>
                    <a:pt x="2286091" y="18194"/>
                  </a:lnTo>
                  <a:lnTo>
                    <a:pt x="2215031" y="9847"/>
                  </a:lnTo>
                  <a:lnTo>
                    <a:pt x="2143718" y="4028"/>
                  </a:lnTo>
                  <a:lnTo>
                    <a:pt x="2072244" y="744"/>
                  </a:lnTo>
                  <a:lnTo>
                    <a:pt x="2000699" y="0"/>
                  </a:lnTo>
                  <a:lnTo>
                    <a:pt x="1929172" y="1794"/>
                  </a:lnTo>
                  <a:lnTo>
                    <a:pt x="1857754" y="6127"/>
                  </a:lnTo>
                  <a:lnTo>
                    <a:pt x="1786534" y="12992"/>
                  </a:lnTo>
                  <a:lnTo>
                    <a:pt x="1715604" y="22380"/>
                  </a:lnTo>
                  <a:lnTo>
                    <a:pt x="1645051" y="34280"/>
                  </a:lnTo>
                  <a:lnTo>
                    <a:pt x="1574965" y="48677"/>
                  </a:lnTo>
                  <a:lnTo>
                    <a:pt x="1505434" y="65552"/>
                  </a:lnTo>
                  <a:lnTo>
                    <a:pt x="1436546" y="84885"/>
                  </a:lnTo>
                  <a:lnTo>
                    <a:pt x="1368388" y="106650"/>
                  </a:lnTo>
                  <a:lnTo>
                    <a:pt x="1301045" y="130821"/>
                  </a:lnTo>
                  <a:lnTo>
                    <a:pt x="1234602" y="157367"/>
                  </a:lnTo>
                  <a:lnTo>
                    <a:pt x="1169143" y="186255"/>
                  </a:lnTo>
                  <a:lnTo>
                    <a:pt x="1104752" y="217448"/>
                  </a:lnTo>
                  <a:lnTo>
                    <a:pt x="1041507" y="250907"/>
                  </a:lnTo>
                  <a:lnTo>
                    <a:pt x="979491" y="286589"/>
                  </a:lnTo>
                  <a:lnTo>
                    <a:pt x="918780" y="324450"/>
                  </a:lnTo>
                  <a:lnTo>
                    <a:pt x="859451" y="364443"/>
                  </a:lnTo>
                  <a:lnTo>
                    <a:pt x="801578" y="406516"/>
                  </a:lnTo>
                  <a:lnTo>
                    <a:pt x="745236" y="450616"/>
                  </a:lnTo>
                  <a:lnTo>
                    <a:pt x="690495" y="496689"/>
                  </a:lnTo>
                  <a:lnTo>
                    <a:pt x="637423" y="544675"/>
                  </a:lnTo>
                  <a:lnTo>
                    <a:pt x="586088" y="594515"/>
                  </a:lnTo>
                  <a:lnTo>
                    <a:pt x="536554" y="646146"/>
                  </a:lnTo>
                  <a:lnTo>
                    <a:pt x="488884" y="699502"/>
                  </a:lnTo>
                  <a:lnTo>
                    <a:pt x="443138" y="754517"/>
                  </a:lnTo>
                  <a:lnTo>
                    <a:pt x="399374" y="811121"/>
                  </a:lnTo>
                  <a:lnTo>
                    <a:pt x="357646" y="869242"/>
                  </a:lnTo>
                  <a:lnTo>
                    <a:pt x="318007" y="928808"/>
                  </a:lnTo>
                  <a:lnTo>
                    <a:pt x="280508" y="989743"/>
                  </a:lnTo>
                  <a:lnTo>
                    <a:pt x="245195" y="1051971"/>
                  </a:lnTo>
                  <a:lnTo>
                    <a:pt x="212113" y="1115413"/>
                  </a:lnTo>
                  <a:lnTo>
                    <a:pt x="181304" y="1179990"/>
                  </a:lnTo>
                  <a:lnTo>
                    <a:pt x="152806" y="1245619"/>
                  </a:lnTo>
                  <a:lnTo>
                    <a:pt x="126656" y="1312218"/>
                  </a:lnTo>
                  <a:lnTo>
                    <a:pt x="102886" y="1379704"/>
                  </a:lnTo>
                  <a:lnTo>
                    <a:pt x="81527" y="1447991"/>
                  </a:lnTo>
                  <a:lnTo>
                    <a:pt x="62604" y="1516992"/>
                  </a:lnTo>
                  <a:lnTo>
                    <a:pt x="46143" y="1586622"/>
                  </a:lnTo>
                  <a:lnTo>
                    <a:pt x="32163" y="1656793"/>
                  </a:lnTo>
                  <a:lnTo>
                    <a:pt x="20683" y="1727415"/>
                  </a:lnTo>
                  <a:lnTo>
                    <a:pt x="11717" y="1798401"/>
                  </a:lnTo>
                  <a:lnTo>
                    <a:pt x="5276" y="1869660"/>
                  </a:lnTo>
                  <a:lnTo>
                    <a:pt x="1369" y="1941102"/>
                  </a:lnTo>
                  <a:lnTo>
                    <a:pt x="0" y="2012638"/>
                  </a:lnTo>
                  <a:lnTo>
                    <a:pt x="1170" y="2084178"/>
                  </a:lnTo>
                  <a:lnTo>
                    <a:pt x="4879" y="2155631"/>
                  </a:lnTo>
                  <a:lnTo>
                    <a:pt x="11122" y="2226908"/>
                  </a:lnTo>
                  <a:lnTo>
                    <a:pt x="19891" y="2297918"/>
                  </a:lnTo>
                  <a:lnTo>
                    <a:pt x="31175" y="2368572"/>
                  </a:lnTo>
                  <a:lnTo>
                    <a:pt x="44960" y="2438781"/>
                  </a:lnTo>
                  <a:lnTo>
                    <a:pt x="61228" y="2508456"/>
                  </a:lnTo>
                  <a:lnTo>
                    <a:pt x="79958" y="2577510"/>
                  </a:lnTo>
                  <a:lnTo>
                    <a:pt x="101128" y="2645856"/>
                  </a:lnTo>
                  <a:lnTo>
                    <a:pt x="124711" y="2713408"/>
                  </a:lnTo>
                  <a:lnTo>
                    <a:pt x="150676" y="2780079"/>
                  </a:lnTo>
                  <a:lnTo>
                    <a:pt x="178991" y="2845787"/>
                  </a:lnTo>
                  <a:lnTo>
                    <a:pt x="209621" y="2910449"/>
                  </a:lnTo>
                  <a:lnTo>
                    <a:pt x="242527" y="2973983"/>
                  </a:lnTo>
                  <a:lnTo>
                    <a:pt x="277667" y="3036308"/>
                  </a:lnTo>
                  <a:lnTo>
                    <a:pt x="314997" y="3097348"/>
                  </a:lnTo>
                  <a:lnTo>
                    <a:pt x="354470" y="3157023"/>
                  </a:lnTo>
                  <a:lnTo>
                    <a:pt x="396036" y="3215261"/>
                  </a:lnTo>
                  <a:lnTo>
                    <a:pt x="439643" y="3271986"/>
                  </a:lnTo>
                  <a:lnTo>
                    <a:pt x="485236" y="3327127"/>
                  </a:lnTo>
                  <a:lnTo>
                    <a:pt x="532758" y="3380616"/>
                  </a:lnTo>
                  <a:lnTo>
                    <a:pt x="582148" y="3432384"/>
                  </a:lnTo>
                  <a:lnTo>
                    <a:pt x="633344" y="3482366"/>
                  </a:lnTo>
                  <a:lnTo>
                    <a:pt x="686283" y="3530500"/>
                  </a:lnTo>
                  <a:lnTo>
                    <a:pt x="740896" y="3576724"/>
                  </a:lnTo>
                  <a:lnTo>
                    <a:pt x="797116" y="3620981"/>
                  </a:lnTo>
                  <a:lnTo>
                    <a:pt x="854871" y="3663214"/>
                  </a:lnTo>
                  <a:lnTo>
                    <a:pt x="914089" y="3703371"/>
                  </a:lnTo>
                  <a:lnTo>
                    <a:pt x="974694" y="3741401"/>
                  </a:lnTo>
                  <a:lnTo>
                    <a:pt x="1036612" y="3777255"/>
                  </a:lnTo>
                  <a:lnTo>
                    <a:pt x="1099763" y="3810889"/>
                  </a:lnTo>
                  <a:lnTo>
                    <a:pt x="1164068" y="3842261"/>
                  </a:lnTo>
                  <a:lnTo>
                    <a:pt x="1229446" y="3871330"/>
                  </a:lnTo>
                  <a:lnTo>
                    <a:pt x="1295814" y="3898061"/>
                  </a:lnTo>
                  <a:lnTo>
                    <a:pt x="1363090" y="3922419"/>
                  </a:lnTo>
                  <a:lnTo>
                    <a:pt x="1431188" y="3944373"/>
                  </a:lnTo>
                  <a:lnTo>
                    <a:pt x="1500022" y="3963897"/>
                  </a:lnTo>
                  <a:lnTo>
                    <a:pt x="1569506" y="3980966"/>
                  </a:lnTo>
                  <a:lnTo>
                    <a:pt x="1639551" y="3995557"/>
                  </a:lnTo>
                  <a:lnTo>
                    <a:pt x="1710071" y="4007653"/>
                  </a:lnTo>
                  <a:lnTo>
                    <a:pt x="1780975" y="4017238"/>
                  </a:lnTo>
                  <a:lnTo>
                    <a:pt x="1852175" y="4024300"/>
                  </a:lnTo>
                  <a:lnTo>
                    <a:pt x="1923581" y="4028831"/>
                  </a:lnTo>
                  <a:lnTo>
                    <a:pt x="1995103" y="4030825"/>
                  </a:lnTo>
                  <a:lnTo>
                    <a:pt x="2066650" y="4030278"/>
                  </a:lnTo>
                  <a:lnTo>
                    <a:pt x="2138133" y="4027193"/>
                  </a:lnTo>
                  <a:lnTo>
                    <a:pt x="2209461" y="4021572"/>
                  </a:lnTo>
                  <a:lnTo>
                    <a:pt x="2280545" y="4013423"/>
                  </a:lnTo>
                  <a:lnTo>
                    <a:pt x="2351295" y="4002756"/>
                  </a:lnTo>
                  <a:lnTo>
                    <a:pt x="2421621" y="3989585"/>
                  </a:lnTo>
                  <a:lnTo>
                    <a:pt x="2491436" y="3973926"/>
                  </a:lnTo>
                  <a:lnTo>
                    <a:pt x="2560651" y="3955798"/>
                  </a:lnTo>
                  <a:lnTo>
                    <a:pt x="2629179" y="3935226"/>
                  </a:lnTo>
                  <a:lnTo>
                    <a:pt x="2696933" y="3912234"/>
                  </a:lnTo>
                  <a:lnTo>
                    <a:pt x="2763829" y="3886851"/>
                  </a:lnTo>
                  <a:lnTo>
                    <a:pt x="2829782" y="3859110"/>
                  </a:lnTo>
                  <a:lnTo>
                    <a:pt x="2894708" y="3829046"/>
                  </a:lnTo>
                  <a:lnTo>
                    <a:pt x="2958527" y="3796696"/>
                  </a:lnTo>
                  <a:lnTo>
                    <a:pt x="3021157" y="3762101"/>
                  </a:lnTo>
                  <a:lnTo>
                    <a:pt x="3082519" y="3725305"/>
                  </a:lnTo>
                  <a:lnTo>
                    <a:pt x="3142537" y="3686355"/>
                  </a:lnTo>
                  <a:lnTo>
                    <a:pt x="3201135" y="3645298"/>
                  </a:lnTo>
                  <a:lnTo>
                    <a:pt x="3258238" y="3602188"/>
                  </a:lnTo>
                  <a:lnTo>
                    <a:pt x="3313776" y="3557078"/>
                  </a:lnTo>
                  <a:lnTo>
                    <a:pt x="3367677" y="3510025"/>
                  </a:lnTo>
                  <a:lnTo>
                    <a:pt x="3419874" y="3461088"/>
                  </a:lnTo>
                  <a:lnTo>
                    <a:pt x="3470301" y="3410330"/>
                  </a:lnTo>
                  <a:lnTo>
                    <a:pt x="3518895" y="3357814"/>
                  </a:lnTo>
                  <a:lnTo>
                    <a:pt x="3565594" y="3303606"/>
                  </a:lnTo>
                  <a:lnTo>
                    <a:pt x="3610340" y="3247774"/>
                  </a:lnTo>
                  <a:lnTo>
                    <a:pt x="3653076" y="3190390"/>
                  </a:lnTo>
                  <a:lnTo>
                    <a:pt x="3693748" y="3131525"/>
                  </a:lnTo>
                  <a:lnTo>
                    <a:pt x="3732305" y="3071253"/>
                  </a:lnTo>
                  <a:lnTo>
                    <a:pt x="3768698" y="3009651"/>
                  </a:lnTo>
                  <a:lnTo>
                    <a:pt x="3802882" y="2946796"/>
                  </a:lnTo>
                  <a:lnTo>
                    <a:pt x="3834814" y="2882767"/>
                  </a:lnTo>
                  <a:lnTo>
                    <a:pt x="3864453" y="2817645"/>
                  </a:lnTo>
                  <a:lnTo>
                    <a:pt x="3891761" y="2751512"/>
                  </a:lnTo>
                  <a:lnTo>
                    <a:pt x="3916705" y="2684452"/>
                  </a:lnTo>
                  <a:lnTo>
                    <a:pt x="3939253" y="2616548"/>
                  </a:lnTo>
                  <a:lnTo>
                    <a:pt x="3959377" y="2547887"/>
                  </a:lnTo>
                  <a:lnTo>
                    <a:pt x="3977051" y="2478555"/>
                  </a:lnTo>
                  <a:lnTo>
                    <a:pt x="3992253" y="2408639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711052" y="3323754"/>
              <a:ext cx="600869" cy="140103"/>
            </a:xfrm>
            <a:custGeom>
              <a:avLst/>
              <a:pathLst>
                <a:path w="600869" h="140103">
                  <a:moveTo>
                    <a:pt x="0" y="140103"/>
                  </a:moveTo>
                  <a:lnTo>
                    <a:pt x="100144" y="116752"/>
                  </a:lnTo>
                  <a:lnTo>
                    <a:pt x="200289" y="93402"/>
                  </a:lnTo>
                  <a:lnTo>
                    <a:pt x="300434" y="70051"/>
                  </a:lnTo>
                  <a:lnTo>
                    <a:pt x="400579" y="46701"/>
                  </a:lnTo>
                  <a:lnTo>
                    <a:pt x="500724" y="23350"/>
                  </a:lnTo>
                  <a:lnTo>
                    <a:pt x="600869" y="0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720713" y="4054259"/>
              <a:ext cx="605131" cy="120368"/>
            </a:xfrm>
            <a:custGeom>
              <a:avLst/>
              <a:pathLst>
                <a:path w="605131" h="120368">
                  <a:moveTo>
                    <a:pt x="0" y="0"/>
                  </a:moveTo>
                  <a:lnTo>
                    <a:pt x="100855" y="20061"/>
                  </a:lnTo>
                  <a:lnTo>
                    <a:pt x="201710" y="40122"/>
                  </a:lnTo>
                  <a:lnTo>
                    <a:pt x="302565" y="60184"/>
                  </a:lnTo>
                  <a:lnTo>
                    <a:pt x="403421" y="80245"/>
                  </a:lnTo>
                  <a:lnTo>
                    <a:pt x="504276" y="100306"/>
                  </a:lnTo>
                  <a:lnTo>
                    <a:pt x="605131" y="120368"/>
                  </a:lnTo>
                </a:path>
              </a:pathLst>
            </a:custGeom>
            <a:ln w="8130" cap="flat">
              <a:solidFill>
                <a:srgbClr val="CCCCC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3930011" y="3573204"/>
              <a:ext cx="35702" cy="416441"/>
            </a:xfrm>
            <a:custGeom>
              <a:avLst/>
              <a:pathLst>
                <a:path w="35702" h="416441">
                  <a:moveTo>
                    <a:pt x="35702" y="413424"/>
                  </a:moveTo>
                  <a:lnTo>
                    <a:pt x="15359" y="416441"/>
                  </a:lnTo>
                  <a:lnTo>
                    <a:pt x="6833" y="347314"/>
                  </a:lnTo>
                  <a:lnTo>
                    <a:pt x="1709" y="277851"/>
                  </a:lnTo>
                  <a:lnTo>
                    <a:pt x="0" y="208220"/>
                  </a:lnTo>
                  <a:lnTo>
                    <a:pt x="1709" y="138590"/>
                  </a:lnTo>
                  <a:lnTo>
                    <a:pt x="6833" y="69127"/>
                  </a:lnTo>
                  <a:lnTo>
                    <a:pt x="15359" y="0"/>
                  </a:lnTo>
                  <a:lnTo>
                    <a:pt x="35702" y="3017"/>
                  </a:lnTo>
                  <a:lnTo>
                    <a:pt x="27300" y="71143"/>
                  </a:lnTo>
                  <a:lnTo>
                    <a:pt x="22250" y="139599"/>
                  </a:lnTo>
                  <a:lnTo>
                    <a:pt x="20566" y="208220"/>
                  </a:lnTo>
                  <a:lnTo>
                    <a:pt x="22250" y="276842"/>
                  </a:lnTo>
                  <a:lnTo>
                    <a:pt x="27300" y="345298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444511" y="4295397"/>
              <a:ext cx="224330" cy="368207"/>
            </a:xfrm>
            <a:custGeom>
              <a:avLst/>
              <a:pathLst>
                <a:path w="224330" h="368207">
                  <a:moveTo>
                    <a:pt x="205203" y="0"/>
                  </a:moveTo>
                  <a:lnTo>
                    <a:pt x="224330" y="7558"/>
                  </a:lnTo>
                  <a:lnTo>
                    <a:pt x="197150" y="71687"/>
                  </a:lnTo>
                  <a:lnTo>
                    <a:pt x="166856" y="134406"/>
                  </a:lnTo>
                  <a:lnTo>
                    <a:pt x="133521" y="195562"/>
                  </a:lnTo>
                  <a:lnTo>
                    <a:pt x="97225" y="255009"/>
                  </a:lnTo>
                  <a:lnTo>
                    <a:pt x="58056" y="312604"/>
                  </a:lnTo>
                  <a:lnTo>
                    <a:pt x="16109" y="368207"/>
                  </a:lnTo>
                  <a:lnTo>
                    <a:pt x="0" y="355422"/>
                  </a:lnTo>
                  <a:lnTo>
                    <a:pt x="41339" y="300624"/>
                  </a:lnTo>
                  <a:lnTo>
                    <a:pt x="79940" y="243865"/>
                  </a:lnTo>
                  <a:lnTo>
                    <a:pt x="115710" y="185279"/>
                  </a:lnTo>
                  <a:lnTo>
                    <a:pt x="148562" y="125009"/>
                  </a:lnTo>
                  <a:lnTo>
                    <a:pt x="178417" y="63199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106919" y="4686195"/>
              <a:ext cx="324242" cy="287884"/>
            </a:xfrm>
            <a:custGeom>
              <a:avLst/>
              <a:pathLst>
                <a:path w="324242" h="287884">
                  <a:moveTo>
                    <a:pt x="308559" y="0"/>
                  </a:moveTo>
                  <a:lnTo>
                    <a:pt x="324242" y="13305"/>
                  </a:lnTo>
                  <a:lnTo>
                    <a:pt x="277890" y="65294"/>
                  </a:lnTo>
                  <a:lnTo>
                    <a:pt x="229044" y="114947"/>
                  </a:lnTo>
                  <a:lnTo>
                    <a:pt x="177820" y="162142"/>
                  </a:lnTo>
                  <a:lnTo>
                    <a:pt x="124342" y="206768"/>
                  </a:lnTo>
                  <a:lnTo>
                    <a:pt x="68739" y="248715"/>
                  </a:lnTo>
                  <a:lnTo>
                    <a:pt x="11144" y="287884"/>
                  </a:lnTo>
                  <a:lnTo>
                    <a:pt x="0" y="270599"/>
                  </a:lnTo>
                  <a:lnTo>
                    <a:pt x="56759" y="231998"/>
                  </a:lnTo>
                  <a:lnTo>
                    <a:pt x="111557" y="190658"/>
                  </a:lnTo>
                  <a:lnTo>
                    <a:pt x="164260" y="146680"/>
                  </a:lnTo>
                  <a:lnTo>
                    <a:pt x="214741" y="100168"/>
                  </a:lnTo>
                  <a:lnTo>
                    <a:pt x="262880" y="51235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5688890" y="2404882"/>
              <a:ext cx="389739" cy="177005"/>
            </a:xfrm>
            <a:custGeom>
              <a:avLst/>
              <a:pathLst>
                <a:path w="389739" h="177005">
                  <a:moveTo>
                    <a:pt x="0" y="19949"/>
                  </a:moveTo>
                  <a:lnTo>
                    <a:pt x="4997" y="0"/>
                  </a:lnTo>
                  <a:lnTo>
                    <a:pt x="72125" y="18576"/>
                  </a:lnTo>
                  <a:lnTo>
                    <a:pt x="138261" y="40425"/>
                  </a:lnTo>
                  <a:lnTo>
                    <a:pt x="203245" y="65492"/>
                  </a:lnTo>
                  <a:lnTo>
                    <a:pt x="266921" y="93718"/>
                  </a:lnTo>
                  <a:lnTo>
                    <a:pt x="329136" y="125034"/>
                  </a:lnTo>
                  <a:lnTo>
                    <a:pt x="389739" y="159365"/>
                  </a:lnTo>
                  <a:lnTo>
                    <a:pt x="379166" y="177005"/>
                  </a:lnTo>
                  <a:lnTo>
                    <a:pt x="319441" y="143172"/>
                  </a:lnTo>
                  <a:lnTo>
                    <a:pt x="258128" y="112309"/>
                  </a:lnTo>
                  <a:lnTo>
                    <a:pt x="195375" y="84493"/>
                  </a:lnTo>
                  <a:lnTo>
                    <a:pt x="131333" y="59789"/>
                  </a:lnTo>
                  <a:lnTo>
                    <a:pt x="66155" y="3825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44511" y="2617970"/>
              <a:ext cx="645123" cy="649482"/>
            </a:xfrm>
            <a:custGeom>
              <a:avLst/>
              <a:pathLst>
                <a:path w="645123" h="649482">
                  <a:moveTo>
                    <a:pt x="0" y="294060"/>
                  </a:moveTo>
                  <a:lnTo>
                    <a:pt x="74102" y="235248"/>
                  </a:lnTo>
                  <a:lnTo>
                    <a:pt x="148205" y="176436"/>
                  </a:lnTo>
                  <a:lnTo>
                    <a:pt x="222307" y="117624"/>
                  </a:lnTo>
                  <a:lnTo>
                    <a:pt x="296410" y="58812"/>
                  </a:lnTo>
                  <a:lnTo>
                    <a:pt x="370513" y="0"/>
                  </a:lnTo>
                  <a:lnTo>
                    <a:pt x="418153" y="62690"/>
                  </a:lnTo>
                  <a:lnTo>
                    <a:pt x="463114" y="127330"/>
                  </a:lnTo>
                  <a:lnTo>
                    <a:pt x="505317" y="193803"/>
                  </a:lnTo>
                  <a:lnTo>
                    <a:pt x="544686" y="261992"/>
                  </a:lnTo>
                  <a:lnTo>
                    <a:pt x="581152" y="331778"/>
                  </a:lnTo>
                  <a:lnTo>
                    <a:pt x="614651" y="403035"/>
                  </a:lnTo>
                  <a:lnTo>
                    <a:pt x="645123" y="475638"/>
                  </a:lnTo>
                  <a:lnTo>
                    <a:pt x="557139" y="510407"/>
                  </a:lnTo>
                  <a:lnTo>
                    <a:pt x="469155" y="545176"/>
                  </a:lnTo>
                  <a:lnTo>
                    <a:pt x="381171" y="579944"/>
                  </a:lnTo>
                  <a:lnTo>
                    <a:pt x="293187" y="614713"/>
                  </a:lnTo>
                  <a:lnTo>
                    <a:pt x="205203" y="649482"/>
                  </a:lnTo>
                  <a:lnTo>
                    <a:pt x="178417" y="586282"/>
                  </a:lnTo>
                  <a:lnTo>
                    <a:pt x="148562" y="524472"/>
                  </a:lnTo>
                  <a:lnTo>
                    <a:pt x="115710" y="464202"/>
                  </a:lnTo>
                  <a:lnTo>
                    <a:pt x="79940" y="405617"/>
                  </a:lnTo>
                  <a:lnTo>
                    <a:pt x="41339" y="34885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106919" y="2588769"/>
              <a:ext cx="324242" cy="287884"/>
            </a:xfrm>
            <a:custGeom>
              <a:avLst/>
              <a:pathLst>
                <a:path w="324242" h="287884">
                  <a:moveTo>
                    <a:pt x="0" y="17284"/>
                  </a:moveTo>
                  <a:lnTo>
                    <a:pt x="11144" y="0"/>
                  </a:lnTo>
                  <a:lnTo>
                    <a:pt x="68739" y="39168"/>
                  </a:lnTo>
                  <a:lnTo>
                    <a:pt x="124342" y="81116"/>
                  </a:lnTo>
                  <a:lnTo>
                    <a:pt x="177820" y="125741"/>
                  </a:lnTo>
                  <a:lnTo>
                    <a:pt x="229044" y="172937"/>
                  </a:lnTo>
                  <a:lnTo>
                    <a:pt x="277890" y="222589"/>
                  </a:lnTo>
                  <a:lnTo>
                    <a:pt x="324242" y="274579"/>
                  </a:lnTo>
                  <a:lnTo>
                    <a:pt x="308559" y="287884"/>
                  </a:lnTo>
                  <a:lnTo>
                    <a:pt x="262880" y="236648"/>
                  </a:lnTo>
                  <a:lnTo>
                    <a:pt x="214741" y="187716"/>
                  </a:lnTo>
                  <a:lnTo>
                    <a:pt x="164260" y="141204"/>
                  </a:lnTo>
                  <a:lnTo>
                    <a:pt x="111557" y="97225"/>
                  </a:lnTo>
                  <a:lnTo>
                    <a:pt x="56759" y="55885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4108685" y="4460767"/>
              <a:ext cx="267816" cy="340375"/>
            </a:xfrm>
            <a:custGeom>
              <a:avLst/>
              <a:pathLst>
                <a:path w="267816" h="340375">
                  <a:moveTo>
                    <a:pt x="267816" y="325597"/>
                  </a:moveTo>
                  <a:lnTo>
                    <a:pt x="253513" y="340375"/>
                  </a:lnTo>
                  <a:lnTo>
                    <a:pt x="204667" y="290723"/>
                  </a:lnTo>
                  <a:lnTo>
                    <a:pt x="158315" y="238734"/>
                  </a:lnTo>
                  <a:lnTo>
                    <a:pt x="114571" y="184533"/>
                  </a:lnTo>
                  <a:lnTo>
                    <a:pt x="73539" y="128251"/>
                  </a:lnTo>
                  <a:lnTo>
                    <a:pt x="35318" y="70023"/>
                  </a:lnTo>
                  <a:lnTo>
                    <a:pt x="0" y="9990"/>
                  </a:lnTo>
                  <a:lnTo>
                    <a:pt x="17976" y="0"/>
                  </a:lnTo>
                  <a:lnTo>
                    <a:pt x="52782" y="59162"/>
                  </a:lnTo>
                  <a:lnTo>
                    <a:pt x="90450" y="116546"/>
                  </a:lnTo>
                  <a:lnTo>
                    <a:pt x="130887" y="172013"/>
                  </a:lnTo>
                  <a:lnTo>
                    <a:pt x="173998" y="225428"/>
                  </a:lnTo>
                  <a:lnTo>
                    <a:pt x="219677" y="27666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4784648" y="5064544"/>
              <a:ext cx="404602" cy="126652"/>
            </a:xfrm>
            <a:custGeom>
              <a:avLst/>
              <a:pathLst>
                <a:path w="404602" h="126652">
                  <a:moveTo>
                    <a:pt x="404602" y="106220"/>
                  </a:moveTo>
                  <a:lnTo>
                    <a:pt x="402251" y="126652"/>
                  </a:lnTo>
                  <a:lnTo>
                    <a:pt x="333272" y="116996"/>
                  </a:lnTo>
                  <a:lnTo>
                    <a:pt x="264850" y="103967"/>
                  </a:lnTo>
                  <a:lnTo>
                    <a:pt x="197150" y="87596"/>
                  </a:lnTo>
                  <a:lnTo>
                    <a:pt x="130335" y="67924"/>
                  </a:lnTo>
                  <a:lnTo>
                    <a:pt x="64565" y="44996"/>
                  </a:lnTo>
                  <a:lnTo>
                    <a:pt x="0" y="18869"/>
                  </a:lnTo>
                  <a:lnTo>
                    <a:pt x="8180" y="0"/>
                  </a:lnTo>
                  <a:lnTo>
                    <a:pt x="71809" y="25748"/>
                  </a:lnTo>
                  <a:lnTo>
                    <a:pt x="136626" y="48343"/>
                  </a:lnTo>
                  <a:lnTo>
                    <a:pt x="202473" y="67731"/>
                  </a:lnTo>
                  <a:lnTo>
                    <a:pt x="269192" y="83864"/>
                  </a:lnTo>
                  <a:lnTo>
                    <a:pt x="336623" y="96704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4313223" y="2387050"/>
              <a:ext cx="437920" cy="358151"/>
            </a:xfrm>
            <a:custGeom>
              <a:avLst/>
              <a:pathLst>
                <a:path w="437920" h="358151">
                  <a:moveTo>
                    <a:pt x="96680" y="358151"/>
                  </a:moveTo>
                  <a:lnTo>
                    <a:pt x="0" y="251481"/>
                  </a:lnTo>
                  <a:lnTo>
                    <a:pt x="57326" y="202030"/>
                  </a:lnTo>
                  <a:lnTo>
                    <a:pt x="117011" y="155452"/>
                  </a:lnTo>
                  <a:lnTo>
                    <a:pt x="178908" y="111859"/>
                  </a:lnTo>
                  <a:lnTo>
                    <a:pt x="242871" y="71355"/>
                  </a:lnTo>
                  <a:lnTo>
                    <a:pt x="308743" y="34039"/>
                  </a:lnTo>
                  <a:lnTo>
                    <a:pt x="376368" y="0"/>
                  </a:lnTo>
                  <a:lnTo>
                    <a:pt x="437920" y="130141"/>
                  </a:lnTo>
                  <a:lnTo>
                    <a:pt x="376607" y="161003"/>
                  </a:lnTo>
                  <a:lnTo>
                    <a:pt x="316883" y="194837"/>
                  </a:lnTo>
                  <a:lnTo>
                    <a:pt x="258890" y="231560"/>
                  </a:lnTo>
                  <a:lnTo>
                    <a:pt x="202770" y="271085"/>
                  </a:lnTo>
                  <a:lnTo>
                    <a:pt x="148656" y="31331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3982848" y="2658257"/>
              <a:ext cx="393653" cy="443825"/>
            </a:xfrm>
            <a:custGeom>
              <a:avLst/>
              <a:pathLst>
                <a:path w="393653" h="443825">
                  <a:moveTo>
                    <a:pt x="143814" y="443825"/>
                  </a:moveTo>
                  <a:lnTo>
                    <a:pt x="0" y="363902"/>
                  </a:lnTo>
                  <a:lnTo>
                    <a:pt x="38901" y="297779"/>
                  </a:lnTo>
                  <a:lnTo>
                    <a:pt x="80999" y="233644"/>
                  </a:lnTo>
                  <a:lnTo>
                    <a:pt x="126194" y="171652"/>
                  </a:lnTo>
                  <a:lnTo>
                    <a:pt x="174376" y="111953"/>
                  </a:lnTo>
                  <a:lnTo>
                    <a:pt x="225430" y="54689"/>
                  </a:lnTo>
                  <a:lnTo>
                    <a:pt x="279232" y="0"/>
                  </a:lnTo>
                  <a:lnTo>
                    <a:pt x="393653" y="118228"/>
                  </a:lnTo>
                  <a:lnTo>
                    <a:pt x="345515" y="167160"/>
                  </a:lnTo>
                  <a:lnTo>
                    <a:pt x="299835" y="218396"/>
                  </a:lnTo>
                  <a:lnTo>
                    <a:pt x="256725" y="271812"/>
                  </a:lnTo>
                  <a:lnTo>
                    <a:pt x="216287" y="327278"/>
                  </a:lnTo>
                  <a:lnTo>
                    <a:pt x="178620" y="38466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5231432" y="5148409"/>
              <a:ext cx="421572" cy="72459"/>
            </a:xfrm>
            <a:custGeom>
              <a:avLst/>
              <a:pathLst>
                <a:path w="421572" h="72459">
                  <a:moveTo>
                    <a:pt x="412889" y="0"/>
                  </a:moveTo>
                  <a:lnTo>
                    <a:pt x="421572" y="40205"/>
                  </a:lnTo>
                  <a:lnTo>
                    <a:pt x="352158" y="53423"/>
                  </a:lnTo>
                  <a:lnTo>
                    <a:pt x="282180" y="63219"/>
                  </a:lnTo>
                  <a:lnTo>
                    <a:pt x="211805" y="69569"/>
                  </a:lnTo>
                  <a:lnTo>
                    <a:pt x="141203" y="72459"/>
                  </a:lnTo>
                  <a:lnTo>
                    <a:pt x="70545" y="71881"/>
                  </a:lnTo>
                  <a:lnTo>
                    <a:pt x="0" y="67836"/>
                  </a:lnTo>
                  <a:lnTo>
                    <a:pt x="3361" y="26841"/>
                  </a:lnTo>
                  <a:lnTo>
                    <a:pt x="71890" y="30770"/>
                  </a:lnTo>
                  <a:lnTo>
                    <a:pt x="140530" y="31332"/>
                  </a:lnTo>
                  <a:lnTo>
                    <a:pt x="209115" y="28525"/>
                  </a:lnTo>
                  <a:lnTo>
                    <a:pt x="277479" y="22356"/>
                  </a:lnTo>
                  <a:lnTo>
                    <a:pt x="345458" y="12840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4354657" y="4817648"/>
              <a:ext cx="396486" cy="302376"/>
            </a:xfrm>
            <a:custGeom>
              <a:avLst/>
              <a:pathLst>
                <a:path w="396486" h="302376">
                  <a:moveTo>
                    <a:pt x="396486" y="228009"/>
                  </a:moveTo>
                  <a:lnTo>
                    <a:pt x="361313" y="302376"/>
                  </a:lnTo>
                  <a:lnTo>
                    <a:pt x="296394" y="269698"/>
                  </a:lnTo>
                  <a:lnTo>
                    <a:pt x="233156" y="233874"/>
                  </a:lnTo>
                  <a:lnTo>
                    <a:pt x="171752" y="194991"/>
                  </a:lnTo>
                  <a:lnTo>
                    <a:pt x="112330" y="153141"/>
                  </a:lnTo>
                  <a:lnTo>
                    <a:pt x="55033" y="108426"/>
                  </a:lnTo>
                  <a:lnTo>
                    <a:pt x="0" y="60954"/>
                  </a:lnTo>
                  <a:lnTo>
                    <a:pt x="55245" y="0"/>
                  </a:lnTo>
                  <a:lnTo>
                    <a:pt x="107222" y="44835"/>
                  </a:lnTo>
                  <a:lnTo>
                    <a:pt x="161335" y="87065"/>
                  </a:lnTo>
                  <a:lnTo>
                    <a:pt x="217456" y="126590"/>
                  </a:lnTo>
                  <a:lnTo>
                    <a:pt x="275448" y="163313"/>
                  </a:lnTo>
                  <a:lnTo>
                    <a:pt x="335173" y="197147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5688890" y="4980962"/>
              <a:ext cx="432031" cy="256805"/>
            </a:xfrm>
            <a:custGeom>
              <a:avLst/>
              <a:pathLst>
                <a:path w="432031" h="256805">
                  <a:moveTo>
                    <a:pt x="379166" y="0"/>
                  </a:moveTo>
                  <a:lnTo>
                    <a:pt x="432031" y="88201"/>
                  </a:lnTo>
                  <a:lnTo>
                    <a:pt x="367915" y="124522"/>
                  </a:lnTo>
                  <a:lnTo>
                    <a:pt x="302094" y="157654"/>
                  </a:lnTo>
                  <a:lnTo>
                    <a:pt x="234727" y="187515"/>
                  </a:lnTo>
                  <a:lnTo>
                    <a:pt x="165975" y="214036"/>
                  </a:lnTo>
                  <a:lnTo>
                    <a:pt x="96005" y="237151"/>
                  </a:lnTo>
                  <a:lnTo>
                    <a:pt x="24985" y="256805"/>
                  </a:lnTo>
                  <a:lnTo>
                    <a:pt x="0" y="157055"/>
                  </a:lnTo>
                  <a:lnTo>
                    <a:pt x="66155" y="138748"/>
                  </a:lnTo>
                  <a:lnTo>
                    <a:pt x="131333" y="117216"/>
                  </a:lnTo>
                  <a:lnTo>
                    <a:pt x="195375" y="92512"/>
                  </a:lnTo>
                  <a:lnTo>
                    <a:pt x="258128" y="64695"/>
                  </a:lnTo>
                  <a:lnTo>
                    <a:pt x="319441" y="33833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4498341" y="1656550"/>
              <a:ext cx="690908" cy="841754"/>
            </a:xfrm>
            <a:custGeom>
              <a:avLst/>
              <a:pathLst>
                <a:path w="690908" h="841754">
                  <a:moveTo>
                    <a:pt x="294486" y="841754"/>
                  </a:moveTo>
                  <a:lnTo>
                    <a:pt x="257675" y="756842"/>
                  </a:lnTo>
                  <a:lnTo>
                    <a:pt x="220865" y="671929"/>
                  </a:lnTo>
                  <a:lnTo>
                    <a:pt x="184054" y="587017"/>
                  </a:lnTo>
                  <a:lnTo>
                    <a:pt x="147243" y="502105"/>
                  </a:lnTo>
                  <a:lnTo>
                    <a:pt x="110432" y="417192"/>
                  </a:lnTo>
                  <a:lnTo>
                    <a:pt x="73621" y="332280"/>
                  </a:lnTo>
                  <a:lnTo>
                    <a:pt x="36810" y="247367"/>
                  </a:lnTo>
                  <a:lnTo>
                    <a:pt x="0" y="162455"/>
                  </a:lnTo>
                  <a:lnTo>
                    <a:pt x="72807" y="132472"/>
                  </a:lnTo>
                  <a:lnTo>
                    <a:pt x="146669" y="105188"/>
                  </a:lnTo>
                  <a:lnTo>
                    <a:pt x="221485" y="80642"/>
                  </a:lnTo>
                  <a:lnTo>
                    <a:pt x="297154" y="58866"/>
                  </a:lnTo>
                  <a:lnTo>
                    <a:pt x="373573" y="39890"/>
                  </a:lnTo>
                  <a:lnTo>
                    <a:pt x="450639" y="23740"/>
                  </a:lnTo>
                  <a:lnTo>
                    <a:pt x="528247" y="10437"/>
                  </a:lnTo>
                  <a:lnTo>
                    <a:pt x="606292" y="0"/>
                  </a:lnTo>
                  <a:lnTo>
                    <a:pt x="616869" y="91941"/>
                  </a:lnTo>
                  <a:lnTo>
                    <a:pt x="627446" y="183883"/>
                  </a:lnTo>
                  <a:lnTo>
                    <a:pt x="638023" y="275825"/>
                  </a:lnTo>
                  <a:lnTo>
                    <a:pt x="648600" y="367766"/>
                  </a:lnTo>
                  <a:lnTo>
                    <a:pt x="659177" y="459708"/>
                  </a:lnTo>
                  <a:lnTo>
                    <a:pt x="669754" y="551650"/>
                  </a:lnTo>
                  <a:lnTo>
                    <a:pt x="680331" y="643591"/>
                  </a:lnTo>
                  <a:lnTo>
                    <a:pt x="690908" y="735533"/>
                  </a:lnTo>
                  <a:lnTo>
                    <a:pt x="622929" y="745049"/>
                  </a:lnTo>
                  <a:lnTo>
                    <a:pt x="555499" y="757889"/>
                  </a:lnTo>
                  <a:lnTo>
                    <a:pt x="488780" y="774022"/>
                  </a:lnTo>
                  <a:lnTo>
                    <a:pt x="422933" y="793410"/>
                  </a:lnTo>
                  <a:lnTo>
                    <a:pt x="358116" y="816005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3952934" y="4031780"/>
              <a:ext cx="152154" cy="398022"/>
            </a:xfrm>
            <a:custGeom>
              <a:avLst/>
              <a:pathLst>
                <a:path w="152154" h="398022">
                  <a:moveTo>
                    <a:pt x="152154" y="388626"/>
                  </a:moveTo>
                  <a:lnTo>
                    <a:pt x="133860" y="398022"/>
                  </a:lnTo>
                  <a:lnTo>
                    <a:pt x="103566" y="335304"/>
                  </a:lnTo>
                  <a:lnTo>
                    <a:pt x="76386" y="271175"/>
                  </a:lnTo>
                  <a:lnTo>
                    <a:pt x="52386" y="205789"/>
                  </a:lnTo>
                  <a:lnTo>
                    <a:pt x="31622" y="139304"/>
                  </a:lnTo>
                  <a:lnTo>
                    <a:pt x="14146" y="71881"/>
                  </a:lnTo>
                  <a:lnTo>
                    <a:pt x="0" y="3681"/>
                  </a:lnTo>
                  <a:lnTo>
                    <a:pt x="20234" y="0"/>
                  </a:lnTo>
                  <a:lnTo>
                    <a:pt x="34175" y="67211"/>
                  </a:lnTo>
                  <a:lnTo>
                    <a:pt x="51398" y="133657"/>
                  </a:lnTo>
                  <a:lnTo>
                    <a:pt x="71861" y="199178"/>
                  </a:lnTo>
                  <a:lnTo>
                    <a:pt x="95513" y="263616"/>
                  </a:lnTo>
                  <a:lnTo>
                    <a:pt x="122299" y="326816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3892232" y="3104855"/>
              <a:ext cx="212856" cy="426213"/>
            </a:xfrm>
            <a:custGeom>
              <a:avLst/>
              <a:pathLst>
                <a:path w="212856" h="426213">
                  <a:moveTo>
                    <a:pt x="80936" y="426213"/>
                  </a:moveTo>
                  <a:lnTo>
                    <a:pt x="0" y="411486"/>
                  </a:lnTo>
                  <a:lnTo>
                    <a:pt x="14761" y="340321"/>
                  </a:lnTo>
                  <a:lnTo>
                    <a:pt x="32997" y="269966"/>
                  </a:lnTo>
                  <a:lnTo>
                    <a:pt x="54663" y="200591"/>
                  </a:lnTo>
                  <a:lnTo>
                    <a:pt x="79707" y="132362"/>
                  </a:lnTo>
                  <a:lnTo>
                    <a:pt x="108069" y="65445"/>
                  </a:lnTo>
                  <a:lnTo>
                    <a:pt x="139680" y="0"/>
                  </a:lnTo>
                  <a:lnTo>
                    <a:pt x="212856" y="37587"/>
                  </a:lnTo>
                  <a:lnTo>
                    <a:pt x="183001" y="99396"/>
                  </a:lnTo>
                  <a:lnTo>
                    <a:pt x="156215" y="162596"/>
                  </a:lnTo>
                  <a:lnTo>
                    <a:pt x="132563" y="227034"/>
                  </a:lnTo>
                  <a:lnTo>
                    <a:pt x="112100" y="292555"/>
                  </a:lnTo>
                  <a:lnTo>
                    <a:pt x="94877" y="35900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5229752" y="2321417"/>
              <a:ext cx="427595" cy="93022"/>
            </a:xfrm>
            <a:custGeom>
              <a:avLst/>
              <a:pathLst>
                <a:path w="427595" h="93022">
                  <a:moveTo>
                    <a:pt x="5042" y="66180"/>
                  </a:moveTo>
                  <a:lnTo>
                    <a:pt x="0" y="4688"/>
                  </a:lnTo>
                  <a:lnTo>
                    <a:pt x="71552" y="586"/>
                  </a:lnTo>
                  <a:lnTo>
                    <a:pt x="143220" y="0"/>
                  </a:lnTo>
                  <a:lnTo>
                    <a:pt x="214831" y="2930"/>
                  </a:lnTo>
                  <a:lnTo>
                    <a:pt x="286211" y="9372"/>
                  </a:lnTo>
                  <a:lnTo>
                    <a:pt x="357189" y="19307"/>
                  </a:lnTo>
                  <a:lnTo>
                    <a:pt x="427595" y="32714"/>
                  </a:lnTo>
                  <a:lnTo>
                    <a:pt x="414569" y="93022"/>
                  </a:lnTo>
                  <a:lnTo>
                    <a:pt x="347139" y="80182"/>
                  </a:lnTo>
                  <a:lnTo>
                    <a:pt x="279160" y="70666"/>
                  </a:lnTo>
                  <a:lnTo>
                    <a:pt x="210795" y="64497"/>
                  </a:lnTo>
                  <a:lnTo>
                    <a:pt x="142211" y="61690"/>
                  </a:lnTo>
                  <a:lnTo>
                    <a:pt x="73571" y="62252"/>
                  </a:lnTo>
                  <a:close/>
                </a:path>
              </a:pathLst>
            </a:custGeom>
            <a:solidFill>
              <a:srgbClr val="59595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711052" y="3323754"/>
              <a:ext cx="600869" cy="140103"/>
            </a:xfrm>
            <a:custGeom>
              <a:avLst/>
              <a:pathLst>
                <a:path w="600869" h="140103">
                  <a:moveTo>
                    <a:pt x="0" y="140103"/>
                  </a:moveTo>
                  <a:lnTo>
                    <a:pt x="100144" y="116752"/>
                  </a:lnTo>
                  <a:lnTo>
                    <a:pt x="200289" y="93402"/>
                  </a:lnTo>
                  <a:lnTo>
                    <a:pt x="300434" y="70051"/>
                  </a:lnTo>
                  <a:lnTo>
                    <a:pt x="400579" y="46701"/>
                  </a:lnTo>
                  <a:lnTo>
                    <a:pt x="500724" y="23350"/>
                  </a:lnTo>
                  <a:lnTo>
                    <a:pt x="600869" y="0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6711052" y="3463857"/>
              <a:ext cx="5972" cy="26801"/>
            </a:xfrm>
            <a:custGeom>
              <a:avLst/>
              <a:pathLst>
                <a:path w="5972" h="26801">
                  <a:moveTo>
                    <a:pt x="0" y="0"/>
                  </a:moveTo>
                  <a:lnTo>
                    <a:pt x="5972" y="26801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6911342" y="3417156"/>
              <a:ext cx="6850" cy="30743"/>
            </a:xfrm>
            <a:custGeom>
              <a:avLst/>
              <a:pathLst>
                <a:path w="6850" h="30743">
                  <a:moveTo>
                    <a:pt x="0" y="0"/>
                  </a:moveTo>
                  <a:lnTo>
                    <a:pt x="6850" y="30743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7111632" y="3370455"/>
              <a:ext cx="7729" cy="34684"/>
            </a:xfrm>
            <a:custGeom>
              <a:avLst/>
              <a:pathLst>
                <a:path w="7729" h="34684">
                  <a:moveTo>
                    <a:pt x="0" y="0"/>
                  </a:moveTo>
                  <a:lnTo>
                    <a:pt x="7729" y="34684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7311922" y="3323754"/>
              <a:ext cx="8607" cy="38626"/>
            </a:xfrm>
            <a:custGeom>
              <a:avLst/>
              <a:pathLst>
                <a:path w="8607" h="38626">
                  <a:moveTo>
                    <a:pt x="0" y="0"/>
                  </a:moveTo>
                  <a:lnTo>
                    <a:pt x="8607" y="38626"/>
                  </a:lnTo>
                </a:path>
              </a:pathLst>
            </a:custGeom>
            <a:ln w="5420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tx134"/>
            <p:cNvSpPr/>
            <p:nvPr/>
          </p:nvSpPr>
          <p:spPr>
            <a:xfrm>
              <a:off x="6692001" y="3508590"/>
              <a:ext cx="57424" cy="658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6865000" y="3468467"/>
              <a:ext cx="114848" cy="658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7066710" y="3428344"/>
              <a:ext cx="114848" cy="658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7268421" y="3388222"/>
              <a:ext cx="114848" cy="658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2026-10-14T10:37:35Z</dcterms:modified>
</cp:coreProperties>
</file>