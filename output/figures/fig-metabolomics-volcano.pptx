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91481" y="1952625"/>
            <a:ext cx="7315200" cy="3657600"/>
            <a:chOff x="1691481" y="1952625"/>
            <a:chExt cx="7315200" cy="3657600"/>
          </a:xfrm>
        </p:grpSpPr>
        <p:sp>
          <p:nvSpPr>
            <p:cNvPr id="3" name="rc3"/>
            <p:cNvSpPr/>
            <p:nvPr/>
          </p:nvSpPr>
          <p:spPr>
            <a:xfrm>
              <a:off x="1691481" y="1952625"/>
              <a:ext cx="73152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91481" y="1952625"/>
              <a:ext cx="731519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716786" y="2003235"/>
              <a:ext cx="3571179" cy="35816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5287965" y="2003235"/>
              <a:ext cx="3668105" cy="35816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2023971" y="2160921"/>
              <a:ext cx="3213384" cy="312557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023971" y="4467367"/>
              <a:ext cx="3213384" cy="0"/>
            </a:xfrm>
            <a:custGeom>
              <a:avLst/>
              <a:pathLst>
                <a:path w="3213384" h="0">
                  <a:moveTo>
                    <a:pt x="0" y="0"/>
                  </a:moveTo>
                  <a:lnTo>
                    <a:pt x="3213384" y="0"/>
                  </a:lnTo>
                  <a:lnTo>
                    <a:pt x="321338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23971" y="3461669"/>
              <a:ext cx="3213384" cy="0"/>
            </a:xfrm>
            <a:custGeom>
              <a:avLst/>
              <a:pathLst>
                <a:path w="3213384" h="0">
                  <a:moveTo>
                    <a:pt x="0" y="0"/>
                  </a:moveTo>
                  <a:lnTo>
                    <a:pt x="3213384" y="0"/>
                  </a:lnTo>
                  <a:lnTo>
                    <a:pt x="321338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23971" y="2455972"/>
              <a:ext cx="3213384" cy="0"/>
            </a:xfrm>
            <a:custGeom>
              <a:avLst/>
              <a:pathLst>
                <a:path w="3213384" h="0">
                  <a:moveTo>
                    <a:pt x="0" y="0"/>
                  </a:moveTo>
                  <a:lnTo>
                    <a:pt x="3213384" y="0"/>
                  </a:lnTo>
                  <a:lnTo>
                    <a:pt x="321338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686422" y="2160921"/>
              <a:ext cx="0" cy="3125573"/>
            </a:xfrm>
            <a:custGeom>
              <a:avLst/>
              <a:pathLst>
                <a:path w="0" h="3125573">
                  <a:moveTo>
                    <a:pt x="0" y="31255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522738" y="2160921"/>
              <a:ext cx="0" cy="3125573"/>
            </a:xfrm>
            <a:custGeom>
              <a:avLst/>
              <a:pathLst>
                <a:path w="0" h="3125573">
                  <a:moveTo>
                    <a:pt x="0" y="31255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359054" y="2160921"/>
              <a:ext cx="0" cy="3125573"/>
            </a:xfrm>
            <a:custGeom>
              <a:avLst/>
              <a:pathLst>
                <a:path w="0" h="3125573">
                  <a:moveTo>
                    <a:pt x="0" y="31255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195371" y="2160921"/>
              <a:ext cx="0" cy="3125573"/>
            </a:xfrm>
            <a:custGeom>
              <a:avLst/>
              <a:pathLst>
                <a:path w="0" h="3125573">
                  <a:moveTo>
                    <a:pt x="0" y="31255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3059571" y="421107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2698558" y="512363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3569962" y="510536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2150500" y="477421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2732740" y="512912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3083477" y="4019014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2551921" y="464567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685311" y="464567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401802" y="487365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603358" y="484429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570453" y="2641479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067442" y="443888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5071759" y="436821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2818561" y="512698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944439" y="3703964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092564" y="4128438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676771" y="506959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577188" y="506240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836216" y="431900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682538" y="443888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623094" y="514193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689244" y="466240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380847" y="503811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2763967" y="512205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266975" y="512363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312744" y="493820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310783" y="491449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680546" y="443888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271126" y="506852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452194" y="506441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224758" y="443888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069430" y="463596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859603" y="509668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2422078" y="483642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755729" y="449165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661682" y="450890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2360985" y="424951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817945" y="504701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619282" y="506959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138969" y="505557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141389" y="455387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2891222" y="2827605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830939" y="504065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774170" y="441110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676064" y="3843704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2657883" y="514193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2995392" y="493532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577668" y="503289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328677" y="437289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210270" y="429592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597232" y="443888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200166" y="3232065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535565" y="511768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992240" y="456542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457840" y="3701998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623925" y="504603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048418" y="459712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004559" y="450113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2502300" y="459567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580021" y="511768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036373" y="514193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923399" y="4142120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853248" y="415945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288166" y="3232065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429715" y="489168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417068" y="472050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092283" y="3701998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446442" y="506852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139187" y="491509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668061" y="493532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418029" y="501233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3417068" y="492241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3625599" y="4119244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4108223" y="473678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001855" y="472050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3404009" y="470550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3960083" y="487897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072206" y="454164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485392" y="460176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306910" y="499371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992492" y="443888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565607" y="510009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566508" y="493532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3612281" y="443888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2421958" y="3701998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065103" y="436315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817915" y="449982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448410" y="493532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523176" y="426725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3253017" y="512137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234582" y="504187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3434199" y="497485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3518689" y="514193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2569037" y="419260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3155366" y="464567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3346257" y="492214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460657" y="497780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760294" y="505557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308096" y="464567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106276" y="421107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3807213" y="512698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3522738" y="2160921"/>
              <a:ext cx="0" cy="3125573"/>
            </a:xfrm>
            <a:custGeom>
              <a:avLst/>
              <a:pathLst>
                <a:path w="0" h="3125573">
                  <a:moveTo>
                    <a:pt x="0" y="31255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023971" y="4164622"/>
              <a:ext cx="3213384" cy="0"/>
            </a:xfrm>
            <a:custGeom>
              <a:avLst/>
              <a:pathLst>
                <a:path w="3213384" h="0">
                  <a:moveTo>
                    <a:pt x="0" y="0"/>
                  </a:moveTo>
                  <a:lnTo>
                    <a:pt x="3213384" y="0"/>
                  </a:lnTo>
                  <a:lnTo>
                    <a:pt x="3213384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8" name="tx118"/>
            <p:cNvSpPr/>
            <p:nvPr/>
          </p:nvSpPr>
          <p:spPr>
            <a:xfrm>
              <a:off x="2110848" y="2200423"/>
              <a:ext cx="868771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1">
                  <a:solidFill>
                    <a:srgbClr val="D73027">
                      <a:alpha val="100000"/>
                    </a:srgbClr>
                  </a:solidFill>
                  <a:latin typeface="DejaVu Sans"/>
                  <a:cs typeface="DejaVu Sans"/>
                </a:rPr>
                <a:t>Consumed: 10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4430168" y="2200423"/>
              <a:ext cx="733806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1">
                  <a:solidFill>
                    <a:srgbClr val="4575B4">
                      <a:alpha val="100000"/>
                    </a:srgbClr>
                  </a:solidFill>
                  <a:latin typeface="DejaVu Sans"/>
                  <a:cs typeface="DejaVu Sans"/>
                </a:rPr>
                <a:t>Produced: 3</a:t>
              </a:r>
            </a:p>
          </p:txBody>
        </p:sp>
        <p:sp>
          <p:nvSpPr>
            <p:cNvPr id="120" name="pl120"/>
            <p:cNvSpPr/>
            <p:nvPr/>
          </p:nvSpPr>
          <p:spPr>
            <a:xfrm>
              <a:off x="2023971" y="2160921"/>
              <a:ext cx="0" cy="3125573"/>
            </a:xfrm>
            <a:custGeom>
              <a:avLst/>
              <a:pathLst>
                <a:path w="0" h="3125573">
                  <a:moveTo>
                    <a:pt x="0" y="3125573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tx121"/>
            <p:cNvSpPr/>
            <p:nvPr/>
          </p:nvSpPr>
          <p:spPr>
            <a:xfrm>
              <a:off x="1913773" y="4430334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1913773" y="3424636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1913773" y="2418938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124" name="pl124"/>
            <p:cNvSpPr/>
            <p:nvPr/>
          </p:nvSpPr>
          <p:spPr>
            <a:xfrm>
              <a:off x="1998666" y="446736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1998666" y="346166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1998666" y="245597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023971" y="5286495"/>
              <a:ext cx="3213384" cy="0"/>
            </a:xfrm>
            <a:custGeom>
              <a:avLst/>
              <a:pathLst>
                <a:path w="3213384" h="0">
                  <a:moveTo>
                    <a:pt x="0" y="0"/>
                  </a:moveTo>
                  <a:lnTo>
                    <a:pt x="3213384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2686422" y="528649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3522738" y="528649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4359054" y="528649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5195371" y="528649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tx132"/>
            <p:cNvSpPr/>
            <p:nvPr/>
          </p:nvSpPr>
          <p:spPr>
            <a:xfrm>
              <a:off x="2635764" y="5332044"/>
              <a:ext cx="10131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-4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3490414" y="5332044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4326730" y="5332044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5163046" y="5332044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3119285" y="5452538"/>
              <a:ext cx="102275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Log2 Fold Change</a:t>
              </a:r>
            </a:p>
          </p:txBody>
        </p:sp>
        <p:sp>
          <p:nvSpPr>
            <p:cNvPr id="137" name="tx137"/>
            <p:cNvSpPr/>
            <p:nvPr/>
          </p:nvSpPr>
          <p:spPr>
            <a:xfrm rot="-5400000">
              <a:off x="1786485" y="3995635"/>
              <a:ext cx="28620" cy="769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−</a:t>
              </a:r>
            </a:p>
          </p:txBody>
        </p:sp>
        <p:sp>
          <p:nvSpPr>
            <p:cNvPr id="138" name="tx138"/>
            <p:cNvSpPr/>
            <p:nvPr/>
          </p:nvSpPr>
          <p:spPr>
            <a:xfrm rot="-5400000">
              <a:off x="1781776" y="3945877"/>
              <a:ext cx="31729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</a:t>
              </a:r>
            </a:p>
          </p:txBody>
        </p:sp>
        <p:sp>
          <p:nvSpPr>
            <p:cNvPr id="139" name="tx139"/>
            <p:cNvSpPr/>
            <p:nvPr/>
          </p:nvSpPr>
          <p:spPr>
            <a:xfrm rot="-5400000">
              <a:off x="1762665" y="3895036"/>
              <a:ext cx="69951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</a:t>
              </a:r>
            </a:p>
          </p:txBody>
        </p:sp>
        <p:sp>
          <p:nvSpPr>
            <p:cNvPr id="140" name="tx140"/>
            <p:cNvSpPr/>
            <p:nvPr/>
          </p:nvSpPr>
          <p:spPr>
            <a:xfrm rot="-5400000">
              <a:off x="1761385" y="3823804"/>
              <a:ext cx="72511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</a:t>
              </a:r>
            </a:p>
          </p:txBody>
        </p:sp>
        <p:sp>
          <p:nvSpPr>
            <p:cNvPr id="141" name="tx141"/>
            <p:cNvSpPr/>
            <p:nvPr/>
          </p:nvSpPr>
          <p:spPr>
            <a:xfrm rot="-5400000">
              <a:off x="1783495" y="3749098"/>
              <a:ext cx="101864" cy="583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3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142" name="tx142"/>
            <p:cNvSpPr/>
            <p:nvPr/>
          </p:nvSpPr>
          <p:spPr>
            <a:xfrm rot="-5400000">
              <a:off x="1767420" y="3655463"/>
              <a:ext cx="47548" cy="961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5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(</a:t>
              </a:r>
            </a:p>
          </p:txBody>
        </p:sp>
        <p:sp>
          <p:nvSpPr>
            <p:cNvPr id="143" name="tx143"/>
            <p:cNvSpPr/>
            <p:nvPr/>
          </p:nvSpPr>
          <p:spPr>
            <a:xfrm rot="-5400000">
              <a:off x="1764768" y="3605263"/>
              <a:ext cx="65745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</a:t>
              </a:r>
            </a:p>
          </p:txBody>
        </p:sp>
        <p:sp>
          <p:nvSpPr>
            <p:cNvPr id="144" name="tx144"/>
            <p:cNvSpPr/>
            <p:nvPr/>
          </p:nvSpPr>
          <p:spPr>
            <a:xfrm rot="-5400000">
              <a:off x="1753613" y="3528362"/>
              <a:ext cx="8805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</a:t>
              </a:r>
            </a:p>
          </p:txBody>
        </p:sp>
        <p:sp>
          <p:nvSpPr>
            <p:cNvPr id="145" name="tx145"/>
            <p:cNvSpPr/>
            <p:nvPr/>
          </p:nvSpPr>
          <p:spPr>
            <a:xfrm rot="-5400000">
              <a:off x="1757910" y="3444603"/>
              <a:ext cx="79461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</a:t>
              </a:r>
            </a:p>
          </p:txBody>
        </p:sp>
        <p:sp>
          <p:nvSpPr>
            <p:cNvPr id="146" name="tx146"/>
            <p:cNvSpPr/>
            <p:nvPr/>
          </p:nvSpPr>
          <p:spPr>
            <a:xfrm rot="-5400000">
              <a:off x="1767420" y="3374651"/>
              <a:ext cx="47548" cy="961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5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)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3399960" y="2065732"/>
              <a:ext cx="46140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666666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148" name="rc148"/>
            <p:cNvSpPr/>
            <p:nvPr/>
          </p:nvSpPr>
          <p:spPr>
            <a:xfrm>
              <a:off x="5692076" y="2160921"/>
              <a:ext cx="3213384" cy="312557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692076" y="5187708"/>
              <a:ext cx="3213384" cy="0"/>
            </a:xfrm>
            <a:custGeom>
              <a:avLst/>
              <a:pathLst>
                <a:path w="3213384" h="0">
                  <a:moveTo>
                    <a:pt x="0" y="0"/>
                  </a:moveTo>
                  <a:lnTo>
                    <a:pt x="3213384" y="0"/>
                  </a:lnTo>
                  <a:lnTo>
                    <a:pt x="321338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692076" y="4527802"/>
              <a:ext cx="3213384" cy="0"/>
            </a:xfrm>
            <a:custGeom>
              <a:avLst/>
              <a:pathLst>
                <a:path w="3213384" h="0">
                  <a:moveTo>
                    <a:pt x="0" y="0"/>
                  </a:moveTo>
                  <a:lnTo>
                    <a:pt x="3213384" y="0"/>
                  </a:lnTo>
                  <a:lnTo>
                    <a:pt x="321338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5692076" y="3867895"/>
              <a:ext cx="3213384" cy="0"/>
            </a:xfrm>
            <a:custGeom>
              <a:avLst/>
              <a:pathLst>
                <a:path w="3213384" h="0">
                  <a:moveTo>
                    <a:pt x="0" y="0"/>
                  </a:moveTo>
                  <a:lnTo>
                    <a:pt x="3213384" y="0"/>
                  </a:lnTo>
                  <a:lnTo>
                    <a:pt x="321338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5692076" y="3207989"/>
              <a:ext cx="3213384" cy="0"/>
            </a:xfrm>
            <a:custGeom>
              <a:avLst/>
              <a:pathLst>
                <a:path w="3213384" h="0">
                  <a:moveTo>
                    <a:pt x="0" y="0"/>
                  </a:moveTo>
                  <a:lnTo>
                    <a:pt x="3213384" y="0"/>
                  </a:lnTo>
                  <a:lnTo>
                    <a:pt x="321338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692076" y="2548082"/>
              <a:ext cx="3213384" cy="0"/>
            </a:xfrm>
            <a:custGeom>
              <a:avLst/>
              <a:pathLst>
                <a:path w="3213384" h="0">
                  <a:moveTo>
                    <a:pt x="0" y="0"/>
                  </a:moveTo>
                  <a:lnTo>
                    <a:pt x="3213384" y="0"/>
                  </a:lnTo>
                  <a:lnTo>
                    <a:pt x="321338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5831253" y="2160921"/>
              <a:ext cx="0" cy="3125573"/>
            </a:xfrm>
            <a:custGeom>
              <a:avLst/>
              <a:pathLst>
                <a:path w="0" h="3125573">
                  <a:moveTo>
                    <a:pt x="0" y="31255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6655990" y="2160921"/>
              <a:ext cx="0" cy="3125573"/>
            </a:xfrm>
            <a:custGeom>
              <a:avLst/>
              <a:pathLst>
                <a:path w="0" h="3125573">
                  <a:moveTo>
                    <a:pt x="0" y="31255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7480728" y="2160921"/>
              <a:ext cx="0" cy="3125573"/>
            </a:xfrm>
            <a:custGeom>
              <a:avLst/>
              <a:pathLst>
                <a:path w="0" h="3125573">
                  <a:moveTo>
                    <a:pt x="0" y="31255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8305465" y="2160921"/>
              <a:ext cx="0" cy="3125573"/>
            </a:xfrm>
            <a:custGeom>
              <a:avLst/>
              <a:pathLst>
                <a:path w="0" h="3125573">
                  <a:moveTo>
                    <a:pt x="0" y="31255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6256614" y="4077856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5818606" y="509009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7667210" y="3874655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5946409" y="459890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6319629" y="510175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7107985" y="3247146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5859901" y="446153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6956300" y="494250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7677859" y="472371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7279854" y="3962252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6919380" y="2641479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7688596" y="449969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8011886" y="3810367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7487272" y="500259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7152884" y="469913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6109828" y="508737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7486552" y="507001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6809335" y="3962939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7230348" y="437707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7672380" y="415391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6620320" y="508390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6315889" y="2962232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7836086" y="459890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7705182" y="4077454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7687794" y="415391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7669412" y="508436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7198384" y="431431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5950004" y="508436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7484472" y="508436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7872571" y="505218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7273446" y="505417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7802057" y="468635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8739864" y="445717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7182857" y="462003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6746170" y="441561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7895162" y="509272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7196147" y="506855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6013853" y="469894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8130224" y="425922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6880407" y="492246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6872093" y="411172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8348041" y="3599643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7239073" y="482353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7703742" y="457642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5865762" y="495470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7272460" y="436103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6293963" y="3796551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6982822" y="488742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7888839" y="415391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7683151" y="509717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6724598" y="3810367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7003675" y="490565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5938157" y="511260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6278596" y="473766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7821926" y="3737435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7253112" y="477599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7401808" y="505417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7561047" y="489973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7734573" y="475814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7658203" y="503234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8402263" y="485807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8053223" y="428144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7284623" y="469777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7779099" y="3962939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7506860" y="511953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7383382" y="446427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7272789" y="492441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7154956" y="492441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6625039" y="444355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7291525" y="502053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6710520" y="509846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8368709" y="494921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7295691" y="3962252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6951618" y="504548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6972959" y="2641479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7367810" y="440389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7784302" y="491126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7187189" y="484827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7267246" y="3796551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7356040" y="458212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7864698" y="441561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8678526" y="417230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6320418" y="511987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7046355" y="506855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8171457" y="437707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7609700" y="3962252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7883794" y="422022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7253137" y="508605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7571083" y="476763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6207609" y="4093418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8416818" y="465029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6944658" y="497925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7907242" y="468635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8206973" y="493746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7769640" y="459274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7975099" y="459936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6859375" y="439481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7688320" y="509009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7384470" y="446153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7681952" y="468635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7587620" y="492441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8479863" y="3737435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6859312" y="3796551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7588992" y="4071703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7562345" y="478799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6928311" y="3908329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7247135" y="510956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8370461" y="498299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7524984" y="494891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7374279" y="514193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7387703" y="437707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7730607" y="508390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7586663" y="451378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7238892" y="505209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7186765" y="508605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7304869" y="3424020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7670599" y="505209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6017990" y="3737435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7380490" y="417459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7169283" y="451143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7847568" y="3908329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7537425" y="497115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7240424" y="459274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7221083" y="3859220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7512368" y="487428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7354265" y="466391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7808307" y="496363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6172580" y="3962939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6876838" y="505333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7130120" y="422022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7423697" y="471996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6232138" y="3954294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7274557" y="509782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6841169" y="4050642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7349188" y="509266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7838751" y="494377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7567227" y="502472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8293413" y="3962939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7705772" y="437707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7256158" y="468887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7095323" y="3796551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6260350" y="508517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7533034" y="505218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7480728" y="2160921"/>
              <a:ext cx="0" cy="3125573"/>
            </a:xfrm>
            <a:custGeom>
              <a:avLst/>
              <a:pathLst>
                <a:path w="0" h="3125573">
                  <a:moveTo>
                    <a:pt x="0" y="31255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5692076" y="4130498"/>
              <a:ext cx="3213384" cy="0"/>
            </a:xfrm>
            <a:custGeom>
              <a:avLst/>
              <a:pathLst>
                <a:path w="3213384" h="0">
                  <a:moveTo>
                    <a:pt x="0" y="0"/>
                  </a:moveTo>
                  <a:lnTo>
                    <a:pt x="3213384" y="0"/>
                  </a:lnTo>
                  <a:lnTo>
                    <a:pt x="3213384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3" name="tx303"/>
            <p:cNvSpPr/>
            <p:nvPr/>
          </p:nvSpPr>
          <p:spPr>
            <a:xfrm>
              <a:off x="5778953" y="2200423"/>
              <a:ext cx="868771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1">
                  <a:solidFill>
                    <a:srgbClr val="D73027">
                      <a:alpha val="100000"/>
                    </a:srgbClr>
                  </a:solidFill>
                  <a:latin typeface="DejaVu Sans"/>
                  <a:cs typeface="DejaVu Sans"/>
                </a:rPr>
                <a:t>Consumed: 21</a:t>
              </a:r>
            </a:p>
          </p:txBody>
        </p:sp>
        <p:sp>
          <p:nvSpPr>
            <p:cNvPr id="304" name="tx304"/>
            <p:cNvSpPr/>
            <p:nvPr/>
          </p:nvSpPr>
          <p:spPr>
            <a:xfrm>
              <a:off x="8015292" y="2200423"/>
              <a:ext cx="809244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1">
                  <a:solidFill>
                    <a:srgbClr val="4575B4">
                      <a:alpha val="100000"/>
                    </a:srgbClr>
                  </a:solidFill>
                  <a:latin typeface="DejaVu Sans"/>
                  <a:cs typeface="DejaVu Sans"/>
                </a:rPr>
                <a:t>Produced: 11</a:t>
              </a:r>
            </a:p>
          </p:txBody>
        </p:sp>
        <p:sp>
          <p:nvSpPr>
            <p:cNvPr id="305" name="pl305"/>
            <p:cNvSpPr/>
            <p:nvPr/>
          </p:nvSpPr>
          <p:spPr>
            <a:xfrm>
              <a:off x="5692076" y="2160921"/>
              <a:ext cx="0" cy="3125573"/>
            </a:xfrm>
            <a:custGeom>
              <a:avLst/>
              <a:pathLst>
                <a:path w="0" h="3125573">
                  <a:moveTo>
                    <a:pt x="0" y="3125573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tx306"/>
            <p:cNvSpPr/>
            <p:nvPr/>
          </p:nvSpPr>
          <p:spPr>
            <a:xfrm>
              <a:off x="5484953" y="5150675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0.5</a:t>
              </a:r>
            </a:p>
          </p:txBody>
        </p:sp>
        <p:sp>
          <p:nvSpPr>
            <p:cNvPr id="307" name="tx307"/>
            <p:cNvSpPr/>
            <p:nvPr/>
          </p:nvSpPr>
          <p:spPr>
            <a:xfrm>
              <a:off x="5484953" y="4490768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308" name="tx308"/>
            <p:cNvSpPr/>
            <p:nvPr/>
          </p:nvSpPr>
          <p:spPr>
            <a:xfrm>
              <a:off x="5484953" y="3830862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1.5</a:t>
              </a:r>
            </a:p>
          </p:txBody>
        </p:sp>
        <p:sp>
          <p:nvSpPr>
            <p:cNvPr id="309" name="tx309"/>
            <p:cNvSpPr/>
            <p:nvPr/>
          </p:nvSpPr>
          <p:spPr>
            <a:xfrm>
              <a:off x="5484953" y="3170955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2.0</a:t>
              </a:r>
            </a:p>
          </p:txBody>
        </p:sp>
        <p:sp>
          <p:nvSpPr>
            <p:cNvPr id="310" name="tx310"/>
            <p:cNvSpPr/>
            <p:nvPr/>
          </p:nvSpPr>
          <p:spPr>
            <a:xfrm>
              <a:off x="5484953" y="2511049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2.5</a:t>
              </a:r>
            </a:p>
          </p:txBody>
        </p:sp>
        <p:sp>
          <p:nvSpPr>
            <p:cNvPr id="311" name="pl311"/>
            <p:cNvSpPr/>
            <p:nvPr/>
          </p:nvSpPr>
          <p:spPr>
            <a:xfrm>
              <a:off x="5666771" y="518770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5666771" y="452780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5666771" y="386789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5666771" y="320798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5666771" y="254808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5692076" y="5286495"/>
              <a:ext cx="3213384" cy="0"/>
            </a:xfrm>
            <a:custGeom>
              <a:avLst/>
              <a:pathLst>
                <a:path w="3213384" h="0">
                  <a:moveTo>
                    <a:pt x="0" y="0"/>
                  </a:moveTo>
                  <a:lnTo>
                    <a:pt x="3213384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5831253" y="528649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6655990" y="528649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7480728" y="528649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8305465" y="528649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tx321"/>
            <p:cNvSpPr/>
            <p:nvPr/>
          </p:nvSpPr>
          <p:spPr>
            <a:xfrm>
              <a:off x="5780595" y="5332044"/>
              <a:ext cx="10131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-6</a:t>
              </a:r>
            </a:p>
          </p:txBody>
        </p:sp>
        <p:sp>
          <p:nvSpPr>
            <p:cNvPr id="322" name="tx322"/>
            <p:cNvSpPr/>
            <p:nvPr/>
          </p:nvSpPr>
          <p:spPr>
            <a:xfrm>
              <a:off x="6605333" y="5332044"/>
              <a:ext cx="10131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-3</a:t>
              </a:r>
            </a:p>
          </p:txBody>
        </p:sp>
        <p:sp>
          <p:nvSpPr>
            <p:cNvPr id="323" name="tx323"/>
            <p:cNvSpPr/>
            <p:nvPr/>
          </p:nvSpPr>
          <p:spPr>
            <a:xfrm>
              <a:off x="7448404" y="5332044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324" name="tx324"/>
            <p:cNvSpPr/>
            <p:nvPr/>
          </p:nvSpPr>
          <p:spPr>
            <a:xfrm>
              <a:off x="8273141" y="5332044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325" name="tx325"/>
            <p:cNvSpPr/>
            <p:nvPr/>
          </p:nvSpPr>
          <p:spPr>
            <a:xfrm>
              <a:off x="6787390" y="5452538"/>
              <a:ext cx="102275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Log2 Fold Change</a:t>
              </a:r>
            </a:p>
          </p:txBody>
        </p:sp>
        <p:sp>
          <p:nvSpPr>
            <p:cNvPr id="326" name="tx326"/>
            <p:cNvSpPr/>
            <p:nvPr/>
          </p:nvSpPr>
          <p:spPr>
            <a:xfrm rot="-5400000">
              <a:off x="5357664" y="3995635"/>
              <a:ext cx="28620" cy="769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−</a:t>
              </a:r>
            </a:p>
          </p:txBody>
        </p:sp>
        <p:sp>
          <p:nvSpPr>
            <p:cNvPr id="327" name="tx327"/>
            <p:cNvSpPr/>
            <p:nvPr/>
          </p:nvSpPr>
          <p:spPr>
            <a:xfrm rot="-5400000">
              <a:off x="5352955" y="3945877"/>
              <a:ext cx="31729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</a:t>
              </a:r>
            </a:p>
          </p:txBody>
        </p:sp>
        <p:sp>
          <p:nvSpPr>
            <p:cNvPr id="328" name="tx328"/>
            <p:cNvSpPr/>
            <p:nvPr/>
          </p:nvSpPr>
          <p:spPr>
            <a:xfrm rot="-5400000">
              <a:off x="5333844" y="3895036"/>
              <a:ext cx="69951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</a:t>
              </a:r>
            </a:p>
          </p:txBody>
        </p:sp>
        <p:sp>
          <p:nvSpPr>
            <p:cNvPr id="329" name="tx329"/>
            <p:cNvSpPr/>
            <p:nvPr/>
          </p:nvSpPr>
          <p:spPr>
            <a:xfrm rot="-5400000">
              <a:off x="5332564" y="3823804"/>
              <a:ext cx="72511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</a:t>
              </a:r>
            </a:p>
          </p:txBody>
        </p:sp>
        <p:sp>
          <p:nvSpPr>
            <p:cNvPr id="330" name="tx330"/>
            <p:cNvSpPr/>
            <p:nvPr/>
          </p:nvSpPr>
          <p:spPr>
            <a:xfrm rot="-5400000">
              <a:off x="5354674" y="3749098"/>
              <a:ext cx="101864" cy="583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3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331" name="tx331"/>
            <p:cNvSpPr/>
            <p:nvPr/>
          </p:nvSpPr>
          <p:spPr>
            <a:xfrm rot="-5400000">
              <a:off x="5338599" y="3655463"/>
              <a:ext cx="47548" cy="961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5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(</a:t>
              </a:r>
            </a:p>
          </p:txBody>
        </p:sp>
        <p:sp>
          <p:nvSpPr>
            <p:cNvPr id="332" name="tx332"/>
            <p:cNvSpPr/>
            <p:nvPr/>
          </p:nvSpPr>
          <p:spPr>
            <a:xfrm rot="-5400000">
              <a:off x="5335947" y="3605263"/>
              <a:ext cx="65745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</a:t>
              </a:r>
            </a:p>
          </p:txBody>
        </p:sp>
        <p:sp>
          <p:nvSpPr>
            <p:cNvPr id="333" name="tx333"/>
            <p:cNvSpPr/>
            <p:nvPr/>
          </p:nvSpPr>
          <p:spPr>
            <a:xfrm rot="-5400000">
              <a:off x="5324792" y="3528362"/>
              <a:ext cx="8805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</a:t>
              </a:r>
            </a:p>
          </p:txBody>
        </p:sp>
        <p:sp>
          <p:nvSpPr>
            <p:cNvPr id="334" name="tx334"/>
            <p:cNvSpPr/>
            <p:nvPr/>
          </p:nvSpPr>
          <p:spPr>
            <a:xfrm rot="-5400000">
              <a:off x="5329089" y="3444603"/>
              <a:ext cx="79461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</a:t>
              </a:r>
            </a:p>
          </p:txBody>
        </p:sp>
        <p:sp>
          <p:nvSpPr>
            <p:cNvPr id="335" name="tx335"/>
            <p:cNvSpPr/>
            <p:nvPr/>
          </p:nvSpPr>
          <p:spPr>
            <a:xfrm rot="-5400000">
              <a:off x="5338599" y="3374651"/>
              <a:ext cx="47548" cy="961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5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)</a:t>
              </a:r>
            </a:p>
          </p:txBody>
        </p:sp>
        <p:sp>
          <p:nvSpPr>
            <p:cNvPr id="336" name="rc336"/>
            <p:cNvSpPr/>
            <p:nvPr/>
          </p:nvSpPr>
          <p:spPr>
            <a:xfrm>
              <a:off x="7598609" y="2454194"/>
              <a:ext cx="685673" cy="35112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" name="rc337"/>
            <p:cNvSpPr/>
            <p:nvPr/>
          </p:nvSpPr>
          <p:spPr>
            <a:xfrm>
              <a:off x="7649219" y="2504804"/>
              <a:ext cx="60732" cy="833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7660051" y="2526922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rc339"/>
            <p:cNvSpPr/>
            <p:nvPr/>
          </p:nvSpPr>
          <p:spPr>
            <a:xfrm>
              <a:off x="7649219" y="2588106"/>
              <a:ext cx="60732" cy="833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7660051" y="261022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rc341"/>
            <p:cNvSpPr/>
            <p:nvPr/>
          </p:nvSpPr>
          <p:spPr>
            <a:xfrm>
              <a:off x="7649219" y="2671408"/>
              <a:ext cx="60732" cy="833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7660051" y="2693526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tx343"/>
            <p:cNvSpPr/>
            <p:nvPr/>
          </p:nvSpPr>
          <p:spPr>
            <a:xfrm>
              <a:off x="7760561" y="2514040"/>
              <a:ext cx="47311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Consumed</a:t>
              </a:r>
            </a:p>
          </p:txBody>
        </p:sp>
        <p:sp>
          <p:nvSpPr>
            <p:cNvPr id="344" name="tx344"/>
            <p:cNvSpPr/>
            <p:nvPr/>
          </p:nvSpPr>
          <p:spPr>
            <a:xfrm>
              <a:off x="7760561" y="2597342"/>
              <a:ext cx="293248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NotSig</a:t>
              </a:r>
            </a:p>
          </p:txBody>
        </p:sp>
        <p:sp>
          <p:nvSpPr>
            <p:cNvPr id="345" name="tx345"/>
            <p:cNvSpPr/>
            <p:nvPr/>
          </p:nvSpPr>
          <p:spPr>
            <a:xfrm>
              <a:off x="7760561" y="2680644"/>
              <a:ext cx="413766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Produced</a:t>
              </a:r>
            </a:p>
          </p:txBody>
        </p:sp>
        <p:sp>
          <p:nvSpPr>
            <p:cNvPr id="346" name="tx346"/>
            <p:cNvSpPr/>
            <p:nvPr/>
          </p:nvSpPr>
          <p:spPr>
            <a:xfrm>
              <a:off x="6933877" y="2065732"/>
              <a:ext cx="729782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666666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5</cp:revision>
  <dcterms:created xsi:type="dcterms:W3CDTF">2015-07-14T21:05:00Z</dcterms:created>
  <dcterms:modified xsi:type="dcterms:W3CDTF">2026-10-14T10:40:00Z</dcterms:modified>
</cp:coreProperties>
</file>