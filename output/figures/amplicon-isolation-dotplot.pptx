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2" Type="http://schemas.openxmlformats.org/package/2006/relationships/metadata/thumbnail" Target="docProps/thumbnail.jpeg"/>
<Relationship Id="rId1" Type="http://schemas.openxmlformats.org/officeDocument/2006/relationships/officeDocument" Target="ppt/presentation.xml"/>
<Relationship Id="rId4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</p:sldIdLst>
  <p:sldSz cx="10698163" cy="7562850"/>
  <p:notesSz cx="6858000" cy="9144000"/>
  <p:defaultTextStyle>
    <a:defPPr>
      <a:defRPr lang="en-US"/>
    </a:defPPr>
    <a:lvl1pPr marL="0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497982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995964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493947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1991929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489911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2987893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485876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3983858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6" d="100"/>
          <a:sy n="76" d="100"/>
        </p:scale>
        <p:origin x="-1320" y="-77"/>
      </p:cViewPr>
      <p:guideLst>
        <p:guide orient="horz" pos="2382"/>
        <p:guide pos="337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viewProps" Target="viewProps.xml"/>
<Relationship Id="rId2" Type="http://schemas.openxmlformats.org/officeDocument/2006/relationships/presProps" Target="presProps.xml"/>
<Relationship Id="rId1" Type="http://schemas.openxmlformats.org/officeDocument/2006/relationships/slideMaster" Target="slideMasters/slideMaster1.xml"/>
<Relationship Id="rId5" Type="http://schemas.openxmlformats.org/officeDocument/2006/relationships/tableStyles" Target="tableStyles.xml"/>
<Relationship Id="rId4" Type="http://schemas.openxmlformats.org/officeDocument/2006/relationships/theme" Target="theme/theme1.xml"/>
<Relationship Id="rId6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2362" y="2349388"/>
            <a:ext cx="9093439" cy="162111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4725" y="4285615"/>
            <a:ext cx="7488714" cy="193272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979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959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93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919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899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878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858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83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081" y="4859833"/>
            <a:ext cx="9093439" cy="1502066"/>
          </a:xfrm>
        </p:spPr>
        <p:txBody>
          <a:bodyPr anchor="t"/>
          <a:lstStyle>
            <a:lvl1pPr algn="l">
              <a:defRPr sz="44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081" y="3205460"/>
            <a:ext cx="9093439" cy="1654373"/>
          </a:xfrm>
        </p:spPr>
        <p:txBody>
          <a:bodyPr anchor="b"/>
          <a:lstStyle>
            <a:lvl1pPr marL="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9798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95964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3pPr>
            <a:lvl4pPr marL="1493947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4pPr>
            <a:lvl5pPr marL="1991929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5pPr>
            <a:lvl6pPr marL="2489911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6pPr>
            <a:lvl7pPr marL="2987893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7pPr>
            <a:lvl8pPr marL="3485876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8pPr>
            <a:lvl9pPr marL="3983858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9486" y="1764667"/>
            <a:ext cx="5126203" cy="4991131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83991" y="1764667"/>
            <a:ext cx="5126203" cy="4991131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08" y="302865"/>
            <a:ext cx="9628347" cy="1260475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909" y="1692889"/>
            <a:ext cx="4726880" cy="705515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7982" indent="0">
              <a:buNone/>
              <a:defRPr sz="2200" b="1"/>
            </a:lvl2pPr>
            <a:lvl3pPr marL="995964" indent="0">
              <a:buNone/>
              <a:defRPr sz="2000" b="1"/>
            </a:lvl3pPr>
            <a:lvl4pPr marL="1493947" indent="0">
              <a:buNone/>
              <a:defRPr sz="1700" b="1"/>
            </a:lvl4pPr>
            <a:lvl5pPr marL="1991929" indent="0">
              <a:buNone/>
              <a:defRPr sz="1700" b="1"/>
            </a:lvl5pPr>
            <a:lvl6pPr marL="2489911" indent="0">
              <a:buNone/>
              <a:defRPr sz="1700" b="1"/>
            </a:lvl6pPr>
            <a:lvl7pPr marL="2987893" indent="0">
              <a:buNone/>
              <a:defRPr sz="1700" b="1"/>
            </a:lvl7pPr>
            <a:lvl8pPr marL="3485876" indent="0">
              <a:buNone/>
              <a:defRPr sz="1700" b="1"/>
            </a:lvl8pPr>
            <a:lvl9pPr marL="3983858" indent="0">
              <a:buNone/>
              <a:defRPr sz="1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4909" y="2398404"/>
            <a:ext cx="4726880" cy="435739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34519" y="1692889"/>
            <a:ext cx="4728738" cy="705515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7982" indent="0">
              <a:buNone/>
              <a:defRPr sz="2200" b="1"/>
            </a:lvl2pPr>
            <a:lvl3pPr marL="995964" indent="0">
              <a:buNone/>
              <a:defRPr sz="2000" b="1"/>
            </a:lvl3pPr>
            <a:lvl4pPr marL="1493947" indent="0">
              <a:buNone/>
              <a:defRPr sz="1700" b="1"/>
            </a:lvl4pPr>
            <a:lvl5pPr marL="1991929" indent="0">
              <a:buNone/>
              <a:defRPr sz="1700" b="1"/>
            </a:lvl5pPr>
            <a:lvl6pPr marL="2489911" indent="0">
              <a:buNone/>
              <a:defRPr sz="1700" b="1"/>
            </a:lvl6pPr>
            <a:lvl7pPr marL="2987893" indent="0">
              <a:buNone/>
              <a:defRPr sz="1700" b="1"/>
            </a:lvl7pPr>
            <a:lvl8pPr marL="3485876" indent="0">
              <a:buNone/>
              <a:defRPr sz="1700" b="1"/>
            </a:lvl8pPr>
            <a:lvl9pPr marL="3983858" indent="0">
              <a:buNone/>
              <a:defRPr sz="1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34519" y="2398404"/>
            <a:ext cx="4728738" cy="435739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09" y="301113"/>
            <a:ext cx="3519622" cy="1281483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2686" y="301116"/>
            <a:ext cx="5980569" cy="6454683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6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4909" y="1582598"/>
            <a:ext cx="3519622" cy="5173200"/>
          </a:xfrm>
        </p:spPr>
        <p:txBody>
          <a:bodyPr/>
          <a:lstStyle>
            <a:lvl1pPr marL="0" indent="0">
              <a:buNone/>
              <a:defRPr sz="1500"/>
            </a:lvl1pPr>
            <a:lvl2pPr marL="497982" indent="0">
              <a:buNone/>
              <a:defRPr sz="1300"/>
            </a:lvl2pPr>
            <a:lvl3pPr marL="995964" indent="0">
              <a:buNone/>
              <a:defRPr sz="1100"/>
            </a:lvl3pPr>
            <a:lvl4pPr marL="1493947" indent="0">
              <a:buNone/>
              <a:defRPr sz="1000"/>
            </a:lvl4pPr>
            <a:lvl5pPr marL="1991929" indent="0">
              <a:buNone/>
              <a:defRPr sz="1000"/>
            </a:lvl5pPr>
            <a:lvl6pPr marL="2489911" indent="0">
              <a:buNone/>
              <a:defRPr sz="1000"/>
            </a:lvl6pPr>
            <a:lvl7pPr marL="2987893" indent="0">
              <a:buNone/>
              <a:defRPr sz="1000"/>
            </a:lvl7pPr>
            <a:lvl8pPr marL="3485876" indent="0">
              <a:buNone/>
              <a:defRPr sz="1000"/>
            </a:lvl8pPr>
            <a:lvl9pPr marL="398385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6914" y="5293995"/>
            <a:ext cx="6418898" cy="624986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96914" y="675755"/>
            <a:ext cx="6418898" cy="4537710"/>
          </a:xfrm>
        </p:spPr>
        <p:txBody>
          <a:bodyPr/>
          <a:lstStyle>
            <a:lvl1pPr marL="0" indent="0">
              <a:buNone/>
              <a:defRPr sz="3500"/>
            </a:lvl1pPr>
            <a:lvl2pPr marL="497982" indent="0">
              <a:buNone/>
              <a:defRPr sz="3000"/>
            </a:lvl2pPr>
            <a:lvl3pPr marL="995964" indent="0">
              <a:buNone/>
              <a:defRPr sz="2600"/>
            </a:lvl3pPr>
            <a:lvl4pPr marL="1493947" indent="0">
              <a:buNone/>
              <a:defRPr sz="2200"/>
            </a:lvl4pPr>
            <a:lvl5pPr marL="1991929" indent="0">
              <a:buNone/>
              <a:defRPr sz="2200"/>
            </a:lvl5pPr>
            <a:lvl6pPr marL="2489911" indent="0">
              <a:buNone/>
              <a:defRPr sz="2200"/>
            </a:lvl6pPr>
            <a:lvl7pPr marL="2987893" indent="0">
              <a:buNone/>
              <a:defRPr sz="2200"/>
            </a:lvl7pPr>
            <a:lvl8pPr marL="3485876" indent="0">
              <a:buNone/>
              <a:defRPr sz="2200"/>
            </a:lvl8pPr>
            <a:lvl9pPr marL="3983858" indent="0">
              <a:buNone/>
              <a:defRPr sz="22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96914" y="5918981"/>
            <a:ext cx="6418898" cy="887584"/>
          </a:xfrm>
        </p:spPr>
        <p:txBody>
          <a:bodyPr/>
          <a:lstStyle>
            <a:lvl1pPr marL="0" indent="0">
              <a:buNone/>
              <a:defRPr sz="1500"/>
            </a:lvl1pPr>
            <a:lvl2pPr marL="497982" indent="0">
              <a:buNone/>
              <a:defRPr sz="1300"/>
            </a:lvl2pPr>
            <a:lvl3pPr marL="995964" indent="0">
              <a:buNone/>
              <a:defRPr sz="1100"/>
            </a:lvl3pPr>
            <a:lvl4pPr marL="1493947" indent="0">
              <a:buNone/>
              <a:defRPr sz="1000"/>
            </a:lvl4pPr>
            <a:lvl5pPr marL="1991929" indent="0">
              <a:buNone/>
              <a:defRPr sz="1000"/>
            </a:lvl5pPr>
            <a:lvl6pPr marL="2489911" indent="0">
              <a:buNone/>
              <a:defRPr sz="1000"/>
            </a:lvl6pPr>
            <a:lvl7pPr marL="2987893" indent="0">
              <a:buNone/>
              <a:defRPr sz="1000"/>
            </a:lvl7pPr>
            <a:lvl8pPr marL="3485876" indent="0">
              <a:buNone/>
              <a:defRPr sz="1000"/>
            </a:lvl8pPr>
            <a:lvl9pPr marL="398385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402515" y="302867"/>
            <a:ext cx="2607678" cy="645293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9485" y="302867"/>
            <a:ext cx="7644730" cy="645293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908" y="302865"/>
            <a:ext cx="9628347" cy="1260475"/>
          </a:xfrm>
          <a:prstGeom prst="rect">
            <a:avLst/>
          </a:prstGeom>
        </p:spPr>
        <p:txBody>
          <a:bodyPr vert="horz" lIns="99596" tIns="49798" rIns="99596" bIns="49798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908" y="1764667"/>
            <a:ext cx="9628347" cy="4991131"/>
          </a:xfrm>
          <a:prstGeom prst="rect">
            <a:avLst/>
          </a:prstGeom>
        </p:spPr>
        <p:txBody>
          <a:bodyPr vert="horz" lIns="99596" tIns="49798" rIns="99596" bIns="49798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908" y="7009644"/>
            <a:ext cx="2496238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55206" y="7009644"/>
            <a:ext cx="3387752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67017" y="7009644"/>
            <a:ext cx="2496238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95964" rtl="0" eaLnBrk="1" latinLnBrk="0" hangingPunct="1"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3487" indent="-373487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3500" kern="1200">
          <a:solidFill>
            <a:schemeClr val="tx1"/>
          </a:solidFill>
          <a:latin typeface="+mn-lt"/>
          <a:ea typeface="+mn-ea"/>
          <a:cs typeface="+mn-cs"/>
        </a:defRPr>
      </a:lvl1pPr>
      <a:lvl2pPr marL="809221" indent="-311239" algn="l" defTabSz="995964" rtl="0" eaLnBrk="1" latinLnBrk="0" hangingPunct="1">
        <a:spcBef>
          <a:spcPct val="20000"/>
        </a:spcBef>
        <a:buFont typeface="Arial" panose="020B0604020202020204" pitchFamily="34" charset="0"/>
        <a:buChar char="–"/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1244956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42938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40920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»"/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738902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236885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734867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232849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7982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95964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493947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991929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489911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87893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85876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83858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691481" y="1038225"/>
            <a:ext cx="7315200" cy="5486400"/>
            <a:chOff x="1691481" y="1038225"/>
            <a:chExt cx="7315200" cy="5486400"/>
          </a:xfrm>
        </p:grpSpPr>
        <p:sp>
          <p:nvSpPr>
            <p:cNvPr id="3" name="rc3"/>
            <p:cNvSpPr/>
            <p:nvPr/>
          </p:nvSpPr>
          <p:spPr>
            <a:xfrm>
              <a:off x="1691481" y="1038225"/>
              <a:ext cx="7315200" cy="5486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691481" y="1038225"/>
              <a:ext cx="7315199" cy="5486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85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2024013" y="1195911"/>
              <a:ext cx="6932057" cy="503028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024013" y="5329935"/>
              <a:ext cx="6932057" cy="0"/>
            </a:xfrm>
            <a:custGeom>
              <a:avLst/>
              <a:pathLst>
                <a:path w="6932057" h="0">
                  <a:moveTo>
                    <a:pt x="0" y="0"/>
                  </a:moveTo>
                  <a:lnTo>
                    <a:pt x="6932057" y="0"/>
                  </a:lnTo>
                  <a:lnTo>
                    <a:pt x="6932057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2024013" y="4132424"/>
              <a:ext cx="6932057" cy="0"/>
            </a:xfrm>
            <a:custGeom>
              <a:avLst/>
              <a:pathLst>
                <a:path w="6932057" h="0">
                  <a:moveTo>
                    <a:pt x="0" y="0"/>
                  </a:moveTo>
                  <a:lnTo>
                    <a:pt x="6932057" y="0"/>
                  </a:lnTo>
                  <a:lnTo>
                    <a:pt x="6932057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024013" y="2820067"/>
              <a:ext cx="6932057" cy="0"/>
            </a:xfrm>
            <a:custGeom>
              <a:avLst/>
              <a:pathLst>
                <a:path w="6932057" h="0">
                  <a:moveTo>
                    <a:pt x="0" y="0"/>
                  </a:moveTo>
                  <a:lnTo>
                    <a:pt x="6932057" y="0"/>
                  </a:lnTo>
                  <a:lnTo>
                    <a:pt x="6932057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024013" y="1622556"/>
              <a:ext cx="6932057" cy="0"/>
            </a:xfrm>
            <a:custGeom>
              <a:avLst/>
              <a:pathLst>
                <a:path w="6932057" h="0">
                  <a:moveTo>
                    <a:pt x="0" y="0"/>
                  </a:moveTo>
                  <a:lnTo>
                    <a:pt x="6932057" y="0"/>
                  </a:lnTo>
                  <a:lnTo>
                    <a:pt x="6932057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247653" y="1195911"/>
              <a:ext cx="0" cy="5030288"/>
            </a:xfrm>
            <a:custGeom>
              <a:avLst/>
              <a:pathLst>
                <a:path w="0" h="5030288">
                  <a:moveTo>
                    <a:pt x="0" y="5030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697433" y="1195911"/>
              <a:ext cx="0" cy="5030288"/>
            </a:xfrm>
            <a:custGeom>
              <a:avLst/>
              <a:pathLst>
                <a:path w="0" h="5030288">
                  <a:moveTo>
                    <a:pt x="0" y="5030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286252" y="1195911"/>
              <a:ext cx="0" cy="5030288"/>
            </a:xfrm>
            <a:custGeom>
              <a:avLst/>
              <a:pathLst>
                <a:path w="0" h="5030288">
                  <a:moveTo>
                    <a:pt x="0" y="5030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7736033" y="1195911"/>
              <a:ext cx="0" cy="5030288"/>
            </a:xfrm>
            <a:custGeom>
              <a:avLst/>
              <a:pathLst>
                <a:path w="0" h="5030288">
                  <a:moveTo>
                    <a:pt x="0" y="5030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t14"/>
            <p:cNvSpPr/>
            <p:nvPr/>
          </p:nvSpPr>
          <p:spPr>
            <a:xfrm>
              <a:off x="8597053" y="1380636"/>
              <a:ext cx="87849" cy="87849"/>
            </a:xfrm>
            <a:prstGeom prst="ellipse">
              <a:avLst/>
            </a:prstGeom>
            <a:solidFill>
              <a:srgbClr val="00B3F2">
                <a:alpha val="69803"/>
              </a:srgbClr>
            </a:solidFill>
            <a:ln w="6545" cap="rnd">
              <a:solidFill>
                <a:srgbClr val="00B3F2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t15"/>
            <p:cNvSpPr/>
            <p:nvPr/>
          </p:nvSpPr>
          <p:spPr>
            <a:xfrm>
              <a:off x="6446756" y="3211482"/>
              <a:ext cx="87849" cy="87849"/>
            </a:xfrm>
            <a:prstGeom prst="ellipse">
              <a:avLst/>
            </a:prstGeom>
            <a:solidFill>
              <a:srgbClr val="B2A100">
                <a:alpha val="69803"/>
              </a:srgbClr>
            </a:solidFill>
            <a:ln w="6545" cap="rnd">
              <a:solidFill>
                <a:srgbClr val="B2A1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t16"/>
            <p:cNvSpPr/>
            <p:nvPr/>
          </p:nvSpPr>
          <p:spPr>
            <a:xfrm>
              <a:off x="4473258" y="6182275"/>
              <a:ext cx="87849" cy="87849"/>
            </a:xfrm>
            <a:prstGeom prst="ellipse">
              <a:avLst/>
            </a:prstGeom>
            <a:solidFill>
              <a:srgbClr val="F166E8">
                <a:alpha val="69803"/>
              </a:srgbClr>
            </a:solidFill>
            <a:ln w="6545" cap="rnd">
              <a:solidFill>
                <a:srgbClr val="F166E8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t17"/>
            <p:cNvSpPr/>
            <p:nvPr/>
          </p:nvSpPr>
          <p:spPr>
            <a:xfrm>
              <a:off x="4347099" y="4172388"/>
              <a:ext cx="87849" cy="87849"/>
            </a:xfrm>
            <a:prstGeom prst="ellipse">
              <a:avLst/>
            </a:prstGeom>
            <a:solidFill>
              <a:srgbClr val="89AC00">
                <a:alpha val="69803"/>
              </a:srgbClr>
            </a:solidFill>
            <a:ln w="6545" cap="rnd">
              <a:solidFill>
                <a:srgbClr val="89AC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t18"/>
            <p:cNvSpPr/>
            <p:nvPr/>
          </p:nvSpPr>
          <p:spPr>
            <a:xfrm>
              <a:off x="3466787" y="5606504"/>
              <a:ext cx="87849" cy="87849"/>
            </a:xfrm>
            <a:prstGeom prst="ellipse">
              <a:avLst/>
            </a:prstGeom>
            <a:solidFill>
              <a:srgbClr val="9C8DFF">
                <a:alpha val="69803"/>
              </a:srgbClr>
            </a:solidFill>
            <a:ln w="6545" cap="rnd">
              <a:solidFill>
                <a:srgbClr val="9C8DFF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t19"/>
            <p:cNvSpPr/>
            <p:nvPr/>
          </p:nvSpPr>
          <p:spPr>
            <a:xfrm>
              <a:off x="3268632" y="3390576"/>
              <a:ext cx="87849" cy="87849"/>
            </a:xfrm>
            <a:prstGeom prst="ellipse">
              <a:avLst/>
            </a:prstGeom>
            <a:solidFill>
              <a:srgbClr val="FF689E">
                <a:alpha val="69803"/>
              </a:srgbClr>
            </a:solidFill>
            <a:ln w="6545" cap="rnd">
              <a:solidFill>
                <a:srgbClr val="FF689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t20"/>
            <p:cNvSpPr/>
            <p:nvPr/>
          </p:nvSpPr>
          <p:spPr>
            <a:xfrm>
              <a:off x="3015067" y="5268429"/>
              <a:ext cx="87849" cy="87849"/>
            </a:xfrm>
            <a:prstGeom prst="ellipse">
              <a:avLst/>
            </a:prstGeom>
            <a:solidFill>
              <a:srgbClr val="00BCD6">
                <a:alpha val="69803"/>
              </a:srgbClr>
            </a:solidFill>
            <a:ln w="6545" cap="rnd">
              <a:solidFill>
                <a:srgbClr val="00BCD6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21"/>
            <p:cNvSpPr/>
            <p:nvPr/>
          </p:nvSpPr>
          <p:spPr>
            <a:xfrm>
              <a:off x="2611982" y="3390576"/>
              <a:ext cx="87849" cy="87849"/>
            </a:xfrm>
            <a:prstGeom prst="ellipse">
              <a:avLst/>
            </a:prstGeom>
            <a:solidFill>
              <a:srgbClr val="D09400">
                <a:alpha val="69803"/>
              </a:srgbClr>
            </a:solidFill>
            <a:ln w="6545" cap="rnd">
              <a:solidFill>
                <a:srgbClr val="D094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2295182" y="6182275"/>
              <a:ext cx="87849" cy="87849"/>
            </a:xfrm>
            <a:prstGeom prst="ellipse">
              <a:avLst/>
            </a:prstGeom>
            <a:solidFill>
              <a:srgbClr val="D277FF">
                <a:alpha val="69803"/>
              </a:srgbClr>
            </a:solidFill>
            <a:ln w="6545" cap="rnd">
              <a:solidFill>
                <a:srgbClr val="D277FF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1980088" y="1841235"/>
              <a:ext cx="87849" cy="87849"/>
            </a:xfrm>
            <a:prstGeom prst="ellipse">
              <a:avLst/>
            </a:prstGeom>
            <a:solidFill>
              <a:srgbClr val="45B500">
                <a:alpha val="69803"/>
              </a:srgbClr>
            </a:solidFill>
            <a:ln w="6545" cap="rnd">
              <a:solidFill>
                <a:srgbClr val="45B5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1980088" y="3390576"/>
              <a:ext cx="87849" cy="87849"/>
            </a:xfrm>
            <a:prstGeom prst="ellipse">
              <a:avLst/>
            </a:prstGeom>
            <a:solidFill>
              <a:srgbClr val="00C087">
                <a:alpha val="69803"/>
              </a:srgbClr>
            </a:solidFill>
            <a:ln w="6545" cap="rnd">
              <a:solidFill>
                <a:srgbClr val="00C087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1980088" y="3913321"/>
              <a:ext cx="87849" cy="87849"/>
            </a:xfrm>
            <a:prstGeom prst="ellipse">
              <a:avLst/>
            </a:prstGeom>
            <a:solidFill>
              <a:srgbClr val="FF61C7">
                <a:alpha val="69803"/>
              </a:srgbClr>
            </a:solidFill>
            <a:ln w="6545" cap="rnd">
              <a:solidFill>
                <a:srgbClr val="FF61C7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1980088" y="4314149"/>
              <a:ext cx="87849" cy="87849"/>
            </a:xfrm>
            <a:prstGeom prst="ellipse">
              <a:avLst/>
            </a:prstGeom>
            <a:solidFill>
              <a:srgbClr val="00BC51">
                <a:alpha val="69803"/>
              </a:srgbClr>
            </a:solidFill>
            <a:ln w="6545" cap="rnd">
              <a:solidFill>
                <a:srgbClr val="00BC51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1980088" y="5010760"/>
              <a:ext cx="87849" cy="87849"/>
            </a:xfrm>
            <a:prstGeom prst="ellipse">
              <a:avLst/>
            </a:prstGeom>
            <a:solidFill>
              <a:srgbClr val="E7851E">
                <a:alpha val="69803"/>
              </a:srgbClr>
            </a:solidFill>
            <a:ln w="6545" cap="rnd">
              <a:solidFill>
                <a:srgbClr val="E785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1980088" y="5343632"/>
              <a:ext cx="87849" cy="87849"/>
            </a:xfrm>
            <a:prstGeom prst="ellipse">
              <a:avLst/>
            </a:prstGeom>
            <a:solidFill>
              <a:srgbClr val="F8766D">
                <a:alpha val="69803"/>
              </a:srgbClr>
            </a:solidFill>
            <a:ln w="6545" cap="rnd">
              <a:solidFill>
                <a:srgbClr val="F8766D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1980088" y="5511660"/>
              <a:ext cx="87849" cy="87849"/>
            </a:xfrm>
            <a:prstGeom prst="ellipse">
              <a:avLst/>
            </a:prstGeom>
            <a:solidFill>
              <a:srgbClr val="00C0B2">
                <a:alpha val="69803"/>
              </a:srgbClr>
            </a:solidFill>
            <a:ln w="6545" cap="rnd">
              <a:solidFill>
                <a:srgbClr val="00C0B2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1980088" y="5953626"/>
              <a:ext cx="87849" cy="87849"/>
            </a:xfrm>
            <a:prstGeom prst="ellipse">
              <a:avLst/>
            </a:prstGeom>
            <a:solidFill>
              <a:srgbClr val="28A3FF">
                <a:alpha val="69803"/>
              </a:srgbClr>
            </a:solidFill>
            <a:ln w="6545" cap="rnd">
              <a:solidFill>
                <a:srgbClr val="28A3FF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655906" y="1871122"/>
              <a:ext cx="5985071" cy="2869830"/>
            </a:xfrm>
            <a:custGeom>
              <a:avLst/>
              <a:pathLst>
                <a:path w="5985071" h="2869830">
                  <a:moveTo>
                    <a:pt x="0" y="2869830"/>
                  </a:moveTo>
                  <a:lnTo>
                    <a:pt x="75760" y="2833503"/>
                  </a:lnTo>
                  <a:lnTo>
                    <a:pt x="151520" y="2797176"/>
                  </a:lnTo>
                  <a:lnTo>
                    <a:pt x="227281" y="2760849"/>
                  </a:lnTo>
                  <a:lnTo>
                    <a:pt x="303041" y="2724522"/>
                  </a:lnTo>
                  <a:lnTo>
                    <a:pt x="378801" y="2688195"/>
                  </a:lnTo>
                  <a:lnTo>
                    <a:pt x="454562" y="2651868"/>
                  </a:lnTo>
                  <a:lnTo>
                    <a:pt x="530322" y="2615541"/>
                  </a:lnTo>
                  <a:lnTo>
                    <a:pt x="606083" y="2579214"/>
                  </a:lnTo>
                  <a:lnTo>
                    <a:pt x="681843" y="2542887"/>
                  </a:lnTo>
                  <a:lnTo>
                    <a:pt x="757603" y="2506560"/>
                  </a:lnTo>
                  <a:lnTo>
                    <a:pt x="833364" y="2470233"/>
                  </a:lnTo>
                  <a:lnTo>
                    <a:pt x="909124" y="2433906"/>
                  </a:lnTo>
                  <a:lnTo>
                    <a:pt x="984885" y="2397579"/>
                  </a:lnTo>
                  <a:lnTo>
                    <a:pt x="1060645" y="2361252"/>
                  </a:lnTo>
                  <a:lnTo>
                    <a:pt x="1136405" y="2324925"/>
                  </a:lnTo>
                  <a:lnTo>
                    <a:pt x="1212166" y="2288598"/>
                  </a:lnTo>
                  <a:lnTo>
                    <a:pt x="1287926" y="2252271"/>
                  </a:lnTo>
                  <a:lnTo>
                    <a:pt x="1363687" y="2215944"/>
                  </a:lnTo>
                  <a:lnTo>
                    <a:pt x="1439447" y="2179617"/>
                  </a:lnTo>
                  <a:lnTo>
                    <a:pt x="1515207" y="2143291"/>
                  </a:lnTo>
                  <a:lnTo>
                    <a:pt x="1590968" y="2106964"/>
                  </a:lnTo>
                  <a:lnTo>
                    <a:pt x="1666728" y="2070637"/>
                  </a:lnTo>
                  <a:lnTo>
                    <a:pt x="1742489" y="2034310"/>
                  </a:lnTo>
                  <a:lnTo>
                    <a:pt x="1818249" y="1997983"/>
                  </a:lnTo>
                  <a:lnTo>
                    <a:pt x="1894009" y="1961656"/>
                  </a:lnTo>
                  <a:lnTo>
                    <a:pt x="1969770" y="1925329"/>
                  </a:lnTo>
                  <a:lnTo>
                    <a:pt x="2045530" y="1889002"/>
                  </a:lnTo>
                  <a:lnTo>
                    <a:pt x="2121291" y="1852675"/>
                  </a:lnTo>
                  <a:lnTo>
                    <a:pt x="2197051" y="1816348"/>
                  </a:lnTo>
                  <a:lnTo>
                    <a:pt x="2272811" y="1780021"/>
                  </a:lnTo>
                  <a:lnTo>
                    <a:pt x="2348572" y="1743694"/>
                  </a:lnTo>
                  <a:lnTo>
                    <a:pt x="2424332" y="1707367"/>
                  </a:lnTo>
                  <a:lnTo>
                    <a:pt x="2500092" y="1671040"/>
                  </a:lnTo>
                  <a:lnTo>
                    <a:pt x="2575853" y="1634713"/>
                  </a:lnTo>
                  <a:lnTo>
                    <a:pt x="2651613" y="1598386"/>
                  </a:lnTo>
                  <a:lnTo>
                    <a:pt x="2727374" y="1562059"/>
                  </a:lnTo>
                  <a:lnTo>
                    <a:pt x="2803134" y="1525732"/>
                  </a:lnTo>
                  <a:lnTo>
                    <a:pt x="2878894" y="1489405"/>
                  </a:lnTo>
                  <a:lnTo>
                    <a:pt x="2954655" y="1453078"/>
                  </a:lnTo>
                  <a:lnTo>
                    <a:pt x="3030415" y="1416751"/>
                  </a:lnTo>
                  <a:lnTo>
                    <a:pt x="3106176" y="1380424"/>
                  </a:lnTo>
                  <a:lnTo>
                    <a:pt x="3181936" y="1344097"/>
                  </a:lnTo>
                  <a:lnTo>
                    <a:pt x="3257696" y="1307770"/>
                  </a:lnTo>
                  <a:lnTo>
                    <a:pt x="3333457" y="1271443"/>
                  </a:lnTo>
                  <a:lnTo>
                    <a:pt x="3409217" y="1235116"/>
                  </a:lnTo>
                  <a:lnTo>
                    <a:pt x="3484978" y="1198789"/>
                  </a:lnTo>
                  <a:lnTo>
                    <a:pt x="3560738" y="1162462"/>
                  </a:lnTo>
                  <a:lnTo>
                    <a:pt x="3636498" y="1126135"/>
                  </a:lnTo>
                  <a:lnTo>
                    <a:pt x="3712259" y="1089808"/>
                  </a:lnTo>
                  <a:lnTo>
                    <a:pt x="3788019" y="1053482"/>
                  </a:lnTo>
                  <a:lnTo>
                    <a:pt x="3863780" y="1017155"/>
                  </a:lnTo>
                  <a:lnTo>
                    <a:pt x="3939540" y="980828"/>
                  </a:lnTo>
                  <a:lnTo>
                    <a:pt x="4015300" y="944501"/>
                  </a:lnTo>
                  <a:lnTo>
                    <a:pt x="4091061" y="908174"/>
                  </a:lnTo>
                  <a:lnTo>
                    <a:pt x="4166821" y="871847"/>
                  </a:lnTo>
                  <a:lnTo>
                    <a:pt x="4242582" y="835520"/>
                  </a:lnTo>
                  <a:lnTo>
                    <a:pt x="4318342" y="799193"/>
                  </a:lnTo>
                  <a:lnTo>
                    <a:pt x="4394102" y="762866"/>
                  </a:lnTo>
                  <a:lnTo>
                    <a:pt x="4469863" y="726539"/>
                  </a:lnTo>
                  <a:lnTo>
                    <a:pt x="4545623" y="690212"/>
                  </a:lnTo>
                  <a:lnTo>
                    <a:pt x="4621383" y="653885"/>
                  </a:lnTo>
                  <a:lnTo>
                    <a:pt x="4697144" y="617558"/>
                  </a:lnTo>
                  <a:lnTo>
                    <a:pt x="4772904" y="581231"/>
                  </a:lnTo>
                  <a:lnTo>
                    <a:pt x="4848665" y="544904"/>
                  </a:lnTo>
                  <a:lnTo>
                    <a:pt x="4924425" y="508577"/>
                  </a:lnTo>
                  <a:lnTo>
                    <a:pt x="5000185" y="472250"/>
                  </a:lnTo>
                  <a:lnTo>
                    <a:pt x="5075946" y="435923"/>
                  </a:lnTo>
                  <a:lnTo>
                    <a:pt x="5151706" y="399596"/>
                  </a:lnTo>
                  <a:lnTo>
                    <a:pt x="5227467" y="363269"/>
                  </a:lnTo>
                  <a:lnTo>
                    <a:pt x="5303227" y="326942"/>
                  </a:lnTo>
                  <a:lnTo>
                    <a:pt x="5378987" y="290615"/>
                  </a:lnTo>
                  <a:lnTo>
                    <a:pt x="5454748" y="254288"/>
                  </a:lnTo>
                  <a:lnTo>
                    <a:pt x="5530508" y="217961"/>
                  </a:lnTo>
                  <a:lnTo>
                    <a:pt x="5606269" y="181634"/>
                  </a:lnTo>
                  <a:lnTo>
                    <a:pt x="5682029" y="145307"/>
                  </a:lnTo>
                  <a:lnTo>
                    <a:pt x="5757789" y="108980"/>
                  </a:lnTo>
                  <a:lnTo>
                    <a:pt x="5833550" y="72653"/>
                  </a:lnTo>
                  <a:lnTo>
                    <a:pt x="5909310" y="36326"/>
                  </a:lnTo>
                  <a:lnTo>
                    <a:pt x="5985071" y="0"/>
                  </a:lnTo>
                </a:path>
              </a:pathLst>
            </a:custGeom>
            <a:ln w="18970" cap="flat">
              <a:solidFill>
                <a:srgbClr val="4D4D4D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2" name="tx32"/>
            <p:cNvSpPr/>
            <p:nvPr/>
          </p:nvSpPr>
          <p:spPr>
            <a:xfrm>
              <a:off x="8379300" y="1482453"/>
              <a:ext cx="291602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B3F2">
                      <a:alpha val="100000"/>
                    </a:srgbClr>
                  </a:solidFill>
                  <a:latin typeface="DejaVu Sans"/>
                  <a:cs typeface="DejaVu Sans"/>
                </a:rPr>
                <a:t>Pantoea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143031" y="3313603"/>
              <a:ext cx="461131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B2A100">
                      <a:alpha val="100000"/>
                    </a:srgbClr>
                  </a:solidFill>
                  <a:latin typeface="DejaVu Sans"/>
                  <a:cs typeface="DejaVu Sans"/>
                </a:rPr>
                <a:t>Burkholderia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4133356" y="6114373"/>
              <a:ext cx="535564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F166E8">
                      <a:alpha val="100000"/>
                    </a:srgbClr>
                  </a:solidFill>
                  <a:latin typeface="DejaVu Sans"/>
                  <a:cs typeface="DejaVu Sans"/>
                </a:rPr>
                <a:t>Sphingomonas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4225056" y="4105425"/>
              <a:ext cx="567019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89AC00">
                      <a:alpha val="100000"/>
                    </a:srgbClr>
                  </a:solidFill>
                  <a:latin typeface="DejaVu Sans"/>
                  <a:cs typeface="DejaVu Sans"/>
                </a:rPr>
                <a:t>Curtobacterium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3376472" y="5537757"/>
              <a:ext cx="502462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9C8DFF">
                      <a:alpha val="100000"/>
                    </a:srgbClr>
                  </a:solidFill>
                  <a:latin typeface="DejaVu Sans"/>
                  <a:cs typeface="DejaVu Sans"/>
                </a:rPr>
                <a:t>Pseudomonas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3088413" y="3493118"/>
              <a:ext cx="687354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FF689E">
                      <a:alpha val="100000"/>
                    </a:srgbClr>
                  </a:solidFill>
                  <a:latin typeface="DejaVu Sans"/>
                  <a:cs typeface="DejaVu Sans"/>
                </a:rPr>
                <a:t>Stenotrophomonas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2705958" y="5372776"/>
              <a:ext cx="468172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BCD6">
                      <a:alpha val="100000"/>
                    </a:srgbClr>
                  </a:solidFill>
                  <a:latin typeface="DejaVu Sans"/>
                  <a:cs typeface="DejaVu Sans"/>
                </a:rPr>
                <a:t>Paenibacillus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2634573" y="3321704"/>
              <a:ext cx="277063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D09400">
                      <a:alpha val="100000"/>
                    </a:srgbClr>
                  </a:solidFill>
                  <a:latin typeface="DejaVu Sans"/>
                  <a:cs typeface="DejaVu Sans"/>
                </a:rPr>
                <a:t>Bacillus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2195754" y="6114849"/>
              <a:ext cx="523859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D277FF">
                      <a:alpha val="100000"/>
                    </a:srgbClr>
                  </a:solidFill>
                  <a:latin typeface="DejaVu Sans"/>
                  <a:cs typeface="DejaVu Sans"/>
                </a:rPr>
                <a:t>Siphonobacter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2069733" y="1774313"/>
              <a:ext cx="468812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45B500">
                      <a:alpha val="100000"/>
                    </a:srgbClr>
                  </a:solidFill>
                  <a:latin typeface="DejaVu Sans"/>
                  <a:cs typeface="DejaVu Sans"/>
                </a:rPr>
                <a:t>Enterobacter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2069733" y="3323615"/>
              <a:ext cx="344088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C087">
                      <a:alpha val="100000"/>
                    </a:srgbClr>
                  </a:solidFill>
                  <a:latin typeface="DejaVu Sans"/>
                  <a:cs typeface="DejaVu Sans"/>
                </a:rPr>
                <a:t>Klebsiella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2069733" y="3846345"/>
              <a:ext cx="563727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FF61C7">
                      <a:alpha val="100000"/>
                    </a:srgbClr>
                  </a:solidFill>
                  <a:latin typeface="DejaVu Sans"/>
                  <a:cs typeface="DejaVu Sans"/>
                </a:rPr>
                <a:t>Staphylococcus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069733" y="4416203"/>
              <a:ext cx="514715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BC51">
                      <a:alpha val="100000"/>
                    </a:srgbClr>
                  </a:solidFill>
                  <a:latin typeface="DejaVu Sans"/>
                  <a:cs typeface="DejaVu Sans"/>
                </a:rPr>
                <a:t>Incertae Sedis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069733" y="5113088"/>
              <a:ext cx="411571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E7851E">
                      <a:alpha val="100000"/>
                    </a:srgbClr>
                  </a:solidFill>
                  <a:latin typeface="DejaVu Sans"/>
                  <a:cs typeface="DejaVu Sans"/>
                </a:rPr>
                <a:t>Alcaligenes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2069733" y="5276594"/>
              <a:ext cx="536021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F8766D">
                      <a:alpha val="100000"/>
                    </a:srgbClr>
                  </a:solidFill>
                  <a:latin typeface="DejaVu Sans"/>
                  <a:cs typeface="DejaVu Sans"/>
                </a:rPr>
                <a:t>Agrobacterium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2085678" y="5517653"/>
              <a:ext cx="562904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C0B2">
                      <a:alpha val="100000"/>
                    </a:srgbClr>
                  </a:solidFill>
                  <a:latin typeface="DejaVu Sans"/>
                  <a:cs typeface="DejaVu Sans"/>
                </a:rPr>
                <a:t>Microbacterium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2070256" y="5885761"/>
              <a:ext cx="266730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28A3FF">
                      <a:alpha val="100000"/>
                    </a:srgbClr>
                  </a:solidFill>
                  <a:latin typeface="DejaVu Sans"/>
                  <a:cs typeface="DejaVu Sans"/>
                </a:rPr>
                <a:t>Priestia</a:t>
              </a:r>
            </a:p>
          </p:txBody>
        </p:sp>
        <p:sp>
          <p:nvSpPr>
            <p:cNvPr id="49" name="pl49"/>
            <p:cNvSpPr/>
            <p:nvPr/>
          </p:nvSpPr>
          <p:spPr>
            <a:xfrm>
              <a:off x="2024013" y="1195911"/>
              <a:ext cx="0" cy="5030288"/>
            </a:xfrm>
            <a:custGeom>
              <a:avLst/>
              <a:pathLst>
                <a:path w="0" h="5030288">
                  <a:moveTo>
                    <a:pt x="0" y="5030288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tx50"/>
            <p:cNvSpPr/>
            <p:nvPr/>
          </p:nvSpPr>
          <p:spPr>
            <a:xfrm>
              <a:off x="1913816" y="5292901"/>
              <a:ext cx="6464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1913816" y="4095390"/>
              <a:ext cx="6464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1849167" y="2783034"/>
              <a:ext cx="12929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1849167" y="1585523"/>
              <a:ext cx="12929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30</a:t>
              </a:r>
            </a:p>
          </p:txBody>
        </p:sp>
        <p:sp>
          <p:nvSpPr>
            <p:cNvPr id="54" name="pl54"/>
            <p:cNvSpPr/>
            <p:nvPr/>
          </p:nvSpPr>
          <p:spPr>
            <a:xfrm>
              <a:off x="1998708" y="5329935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1998708" y="4132424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1998708" y="2820067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1998708" y="1622556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2024013" y="6226200"/>
              <a:ext cx="6932057" cy="0"/>
            </a:xfrm>
            <a:custGeom>
              <a:avLst/>
              <a:pathLst>
                <a:path w="6932057" h="0">
                  <a:moveTo>
                    <a:pt x="0" y="0"/>
                  </a:moveTo>
                  <a:lnTo>
                    <a:pt x="6932057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247653" y="622620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4697433" y="622620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6286252" y="622620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7736033" y="6226200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tx63"/>
            <p:cNvSpPr/>
            <p:nvPr/>
          </p:nvSpPr>
          <p:spPr>
            <a:xfrm>
              <a:off x="3215329" y="6271749"/>
              <a:ext cx="6464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4665109" y="6271749"/>
              <a:ext cx="6464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6221604" y="6271749"/>
              <a:ext cx="12929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7671385" y="6271749"/>
              <a:ext cx="12929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30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5107594" y="6392243"/>
              <a:ext cx="764895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Amplicon (%)</a:t>
              </a:r>
            </a:p>
          </p:txBody>
        </p:sp>
        <p:sp>
          <p:nvSpPr>
            <p:cNvPr id="68" name="tx68"/>
            <p:cNvSpPr/>
            <p:nvPr/>
          </p:nvSpPr>
          <p:spPr>
            <a:xfrm rot="-5400000">
              <a:off x="1399398" y="3669404"/>
              <a:ext cx="718078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Isolation (%)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4626437" y="1100722"/>
              <a:ext cx="1727210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666666">
                      <a:alpha val="100000"/>
                    </a:srgbClr>
                  </a:solidFill>
                  <a:latin typeface="DejaVu Sans"/>
                  <a:cs typeface="DejaVu Sans"/>
                </a:rPr>
                <a:t>Spearman r = 0.16, P = 0.534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Tom Wenseleers</dc:creator>
  <cp:lastModifiedBy>gaoch</cp:lastModifiedBy>
  <cp:revision>5</cp:revision>
  <dcterms:created xsi:type="dcterms:W3CDTF">2015-07-14T21:05:00Z</dcterms:created>
  <dcterms:modified xsi:type="dcterms:W3CDTF">2026-10-14T10:38:57Z</dcterms:modified>
</cp:coreProperties>
</file>