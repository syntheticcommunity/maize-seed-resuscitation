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f673e8f13f12d215a5a4119e31f8d699fe0bc2a.png"/>
<Relationship Id="rId3" Type="http://schemas.openxmlformats.org/officeDocument/2006/relationships/image" Target="../media/cb85b7641ec083683ed859495c3f4074bd424ef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495425"/>
            <a:ext cx="9144000" cy="4572000"/>
            <a:chOff x="777081" y="1495425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411438" y="2370264"/>
              <a:ext cx="8421074" cy="3175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pic>
          <p:nvPicPr>
            <p:cNvPr id="6" name="pic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1438" y="2370264"/>
              <a:ext cx="8421074" cy="3175256"/>
            </a:xfrm>
            <a:prstGeom prst="rect">
              <a:avLst/>
            </a:prstGeom>
          </p:spPr>
        </p:pic>
        <p:pic>
          <p:nvPicPr>
            <p:cNvPr id="7" name="pic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438" y="2370264"/>
              <a:ext cx="8421074" cy="3175256"/>
            </a:xfrm>
            <a:prstGeom prst="rect">
              <a:avLst/>
            </a:prstGeom>
          </p:spPr>
        </p:pic>
        <p:sp>
          <p:nvSpPr>
            <p:cNvPr id="8" name="pl8"/>
            <p:cNvSpPr/>
            <p:nvPr/>
          </p:nvSpPr>
          <p:spPr>
            <a:xfrm>
              <a:off x="1411438" y="4242622"/>
              <a:ext cx="8421074" cy="0"/>
            </a:xfrm>
            <a:custGeom>
              <a:avLst/>
              <a:pathLst>
                <a:path w="8421074" h="0">
                  <a:moveTo>
                    <a:pt x="0" y="0"/>
                  </a:moveTo>
                  <a:lnTo>
                    <a:pt x="8421074" y="0"/>
                  </a:lnTo>
                  <a:lnTo>
                    <a:pt x="8421074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11438" y="2370264"/>
              <a:ext cx="0" cy="3175256"/>
            </a:xfrm>
            <a:custGeom>
              <a:avLst/>
              <a:pathLst>
                <a:path w="0" h="3175256">
                  <a:moveTo>
                    <a:pt x="0" y="3175256"/>
                  </a:moveTo>
                  <a:lnTo>
                    <a:pt x="0" y="0"/>
                  </a:lnTo>
                </a:path>
              </a:pathLst>
            </a:custGeom>
            <a:ln w="29811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1234709" y="5345644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234709" y="4282180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137692" y="3218715"/>
              <a:ext cx="19403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1367154" y="54011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67154" y="43377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67154" y="327426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11438" y="5545520"/>
              <a:ext cx="8421074" cy="0"/>
            </a:xfrm>
            <a:custGeom>
              <a:avLst/>
              <a:pathLst>
                <a:path w="8421074" h="0">
                  <a:moveTo>
                    <a:pt x="0" y="0"/>
                  </a:moveTo>
                  <a:lnTo>
                    <a:pt x="8421074" y="0"/>
                  </a:lnTo>
                </a:path>
              </a:pathLst>
            </a:custGeom>
            <a:ln w="29811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5649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76460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17284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063140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86050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65957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464484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6905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845006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54045" y="5545520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1914277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995089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935913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881769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804679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584586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Chr6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283113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Chr7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95534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Chr8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663634" y="5625231"/>
              <a:ext cx="36274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Chr9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224165" y="5625231"/>
              <a:ext cx="45976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Chr10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031776" y="5812344"/>
              <a:ext cx="118039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Chromosome</a:t>
              </a:r>
            </a:p>
          </p:txBody>
        </p:sp>
        <p:sp>
          <p:nvSpPr>
            <p:cNvPr id="38" name="tx38"/>
            <p:cNvSpPr/>
            <p:nvPr/>
          </p:nvSpPr>
          <p:spPr>
            <a:xfrm rot="-5400000">
              <a:off x="934732" y="4262755"/>
              <a:ext cx="44439" cy="1196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927325" y="4185351"/>
              <a:ext cx="49377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897653" y="4106301"/>
              <a:ext cx="108722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895595" y="3995522"/>
              <a:ext cx="112836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930187" y="3879347"/>
              <a:ext cx="158374" cy="90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7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43" name="tx43"/>
            <p:cNvSpPr/>
            <p:nvPr/>
          </p:nvSpPr>
          <p:spPr>
            <a:xfrm rot="-5400000">
              <a:off x="905014" y="3733729"/>
              <a:ext cx="73974" cy="149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75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(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898430" y="3653170"/>
              <a:ext cx="107167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1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</a:t>
              </a:r>
            </a:p>
          </p:txBody>
        </p:sp>
        <p:sp>
          <p:nvSpPr>
            <p:cNvPr id="45" name="tx45"/>
            <p:cNvSpPr/>
            <p:nvPr/>
          </p:nvSpPr>
          <p:spPr>
            <a:xfrm rot="-5400000">
              <a:off x="905014" y="3533151"/>
              <a:ext cx="73974" cy="1495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75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)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4174125" y="1583992"/>
              <a:ext cx="2895700" cy="609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262693" y="1672560"/>
              <a:ext cx="431999" cy="431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460770" y="1870637"/>
              <a:ext cx="35845" cy="35845"/>
            </a:xfrm>
            <a:prstGeom prst="ellipse">
              <a:avLst/>
            </a:prstGeom>
            <a:solidFill>
              <a:srgbClr val="3C5488">
                <a:alpha val="65098"/>
              </a:srgbClr>
            </a:solidFill>
            <a:ln w="11454" cap="rnd">
              <a:solidFill>
                <a:srgbClr val="3C5488">
                  <a:alpha val="6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487312" y="1672560"/>
              <a:ext cx="431999" cy="431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5685389" y="1870637"/>
              <a:ext cx="35845" cy="35845"/>
            </a:xfrm>
            <a:prstGeom prst="ellipse">
              <a:avLst/>
            </a:prstGeom>
            <a:solidFill>
              <a:srgbClr val="E64B35">
                <a:alpha val="65098"/>
              </a:srgbClr>
            </a:solidFill>
            <a:ln w="11454" cap="rnd">
              <a:solidFill>
                <a:srgbClr val="E64B35">
                  <a:alpha val="6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4783261" y="1833010"/>
              <a:ext cx="61548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007879" y="1833010"/>
              <a:ext cx="97337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2026-10-15T15:25:25Z</dcterms:modified>
</cp:coreProperties>
</file>