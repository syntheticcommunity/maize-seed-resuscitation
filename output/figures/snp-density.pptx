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1495425"/>
            <a:ext cx="7315200" cy="4572000"/>
            <a:chOff x="1691481" y="1495425"/>
            <a:chExt cx="7315200" cy="4572000"/>
          </a:xfrm>
        </p:grpSpPr>
        <p:sp>
          <p:nvSpPr>
            <p:cNvPr id="3" name="rc3"/>
            <p:cNvSpPr/>
            <p:nvPr/>
          </p:nvSpPr>
          <p:spPr>
            <a:xfrm>
              <a:off x="1691481" y="1495425"/>
              <a:ext cx="7315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1495425"/>
              <a:ext cx="7315199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024013" y="1546035"/>
              <a:ext cx="6932057" cy="38354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024013" y="5207400"/>
              <a:ext cx="6932057" cy="0"/>
            </a:xfrm>
            <a:custGeom>
              <a:avLst/>
              <a:pathLst>
                <a:path w="6932057" h="0">
                  <a:moveTo>
                    <a:pt x="0" y="0"/>
                  </a:moveTo>
                  <a:lnTo>
                    <a:pt x="6932057" y="0"/>
                  </a:lnTo>
                  <a:lnTo>
                    <a:pt x="693205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024013" y="4033103"/>
              <a:ext cx="6932057" cy="0"/>
            </a:xfrm>
            <a:custGeom>
              <a:avLst/>
              <a:pathLst>
                <a:path w="6932057" h="0">
                  <a:moveTo>
                    <a:pt x="0" y="0"/>
                  </a:moveTo>
                  <a:lnTo>
                    <a:pt x="6932057" y="0"/>
                  </a:lnTo>
                  <a:lnTo>
                    <a:pt x="693205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24013" y="2858807"/>
              <a:ext cx="6932057" cy="0"/>
            </a:xfrm>
            <a:custGeom>
              <a:avLst/>
              <a:pathLst>
                <a:path w="6932057" h="0">
                  <a:moveTo>
                    <a:pt x="0" y="0"/>
                  </a:moveTo>
                  <a:lnTo>
                    <a:pt x="6932057" y="0"/>
                  </a:lnTo>
                  <a:lnTo>
                    <a:pt x="693205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24013" y="1684510"/>
              <a:ext cx="6932057" cy="0"/>
            </a:xfrm>
            <a:custGeom>
              <a:avLst/>
              <a:pathLst>
                <a:path w="6932057" h="0">
                  <a:moveTo>
                    <a:pt x="0" y="0"/>
                  </a:moveTo>
                  <a:lnTo>
                    <a:pt x="6932057" y="0"/>
                  </a:lnTo>
                  <a:lnTo>
                    <a:pt x="693205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14307" y="1546035"/>
              <a:ext cx="0" cy="3835445"/>
            </a:xfrm>
            <a:custGeom>
              <a:avLst/>
              <a:pathLst>
                <a:path w="0" h="3835445">
                  <a:moveTo>
                    <a:pt x="0" y="3835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664797" y="1546035"/>
              <a:ext cx="0" cy="3835445"/>
            </a:xfrm>
            <a:custGeom>
              <a:avLst/>
              <a:pathLst>
                <a:path w="0" h="3835445">
                  <a:moveTo>
                    <a:pt x="0" y="3835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315287" y="1546035"/>
              <a:ext cx="0" cy="3835445"/>
            </a:xfrm>
            <a:custGeom>
              <a:avLst/>
              <a:pathLst>
                <a:path w="0" h="3835445">
                  <a:moveTo>
                    <a:pt x="0" y="3835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965777" y="1546035"/>
              <a:ext cx="0" cy="3835445"/>
            </a:xfrm>
            <a:custGeom>
              <a:avLst/>
              <a:pathLst>
                <a:path w="0" h="3835445">
                  <a:moveTo>
                    <a:pt x="0" y="3835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014307" y="5175811"/>
              <a:ext cx="0" cy="3428"/>
            </a:xfrm>
            <a:custGeom>
              <a:avLst/>
              <a:pathLst>
                <a:path w="0" h="3428">
                  <a:moveTo>
                    <a:pt x="0" y="3428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014307" y="5182892"/>
              <a:ext cx="0" cy="5014"/>
            </a:xfrm>
            <a:custGeom>
              <a:avLst/>
              <a:pathLst>
                <a:path w="0" h="5014">
                  <a:moveTo>
                    <a:pt x="0" y="0"/>
                  </a:moveTo>
                  <a:lnTo>
                    <a:pt x="0" y="5014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2601684" y="5179240"/>
              <a:ext cx="825244" cy="3652"/>
            </a:xfrm>
            <a:custGeom>
              <a:avLst/>
              <a:pathLst>
                <a:path w="825244" h="3652">
                  <a:moveTo>
                    <a:pt x="0" y="0"/>
                  </a:moveTo>
                  <a:lnTo>
                    <a:pt x="0" y="3652"/>
                  </a:lnTo>
                  <a:lnTo>
                    <a:pt x="825244" y="3652"/>
                  </a:lnTo>
                  <a:lnTo>
                    <a:pt x="825244" y="0"/>
                  </a:lnTo>
                  <a:close/>
                </a:path>
              </a:pathLst>
            </a:custGeom>
            <a:solidFill>
              <a:srgbClr val="4DBBD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601684" y="5179968"/>
              <a:ext cx="825244" cy="0"/>
            </a:xfrm>
            <a:custGeom>
              <a:avLst/>
              <a:pathLst>
                <a:path w="825244" h="0">
                  <a:moveTo>
                    <a:pt x="0" y="0"/>
                  </a:moveTo>
                  <a:lnTo>
                    <a:pt x="82524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664797" y="5191171"/>
              <a:ext cx="0" cy="563"/>
            </a:xfrm>
            <a:custGeom>
              <a:avLst/>
              <a:pathLst>
                <a:path w="0" h="563">
                  <a:moveTo>
                    <a:pt x="0" y="563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664797" y="519441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4252174" y="5191735"/>
              <a:ext cx="825244" cy="2677"/>
            </a:xfrm>
            <a:custGeom>
              <a:avLst/>
              <a:pathLst>
                <a:path w="825244" h="2677">
                  <a:moveTo>
                    <a:pt x="0" y="0"/>
                  </a:moveTo>
                  <a:lnTo>
                    <a:pt x="0" y="2677"/>
                  </a:lnTo>
                  <a:lnTo>
                    <a:pt x="825244" y="2677"/>
                  </a:lnTo>
                  <a:lnTo>
                    <a:pt x="825244" y="0"/>
                  </a:lnTo>
                  <a:close/>
                </a:path>
              </a:pathLst>
            </a:custGeom>
            <a:solidFill>
              <a:srgbClr val="4DBBD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252174" y="5193473"/>
              <a:ext cx="825244" cy="0"/>
            </a:xfrm>
            <a:custGeom>
              <a:avLst/>
              <a:pathLst>
                <a:path w="825244" h="0">
                  <a:moveTo>
                    <a:pt x="0" y="0"/>
                  </a:moveTo>
                  <a:lnTo>
                    <a:pt x="82524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315287" y="4035170"/>
              <a:ext cx="0" cy="23204"/>
            </a:xfrm>
            <a:custGeom>
              <a:avLst/>
              <a:pathLst>
                <a:path w="0" h="23204">
                  <a:moveTo>
                    <a:pt x="0" y="2320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315287" y="4083857"/>
              <a:ext cx="0" cy="13903"/>
            </a:xfrm>
            <a:custGeom>
              <a:avLst/>
              <a:pathLst>
                <a:path w="0" h="13903">
                  <a:moveTo>
                    <a:pt x="0" y="0"/>
                  </a:moveTo>
                  <a:lnTo>
                    <a:pt x="0" y="13903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5902664" y="4058374"/>
              <a:ext cx="825244" cy="25482"/>
            </a:xfrm>
            <a:custGeom>
              <a:avLst/>
              <a:pathLst>
                <a:path w="825244" h="25482">
                  <a:moveTo>
                    <a:pt x="0" y="0"/>
                  </a:moveTo>
                  <a:lnTo>
                    <a:pt x="0" y="25482"/>
                  </a:lnTo>
                  <a:lnTo>
                    <a:pt x="825244" y="25482"/>
                  </a:lnTo>
                  <a:lnTo>
                    <a:pt x="825244" y="0"/>
                  </a:lnTo>
                  <a:close/>
                </a:path>
              </a:pathLst>
            </a:custGeom>
            <a:solidFill>
              <a:srgbClr val="E64B3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902664" y="4062085"/>
              <a:ext cx="825244" cy="0"/>
            </a:xfrm>
            <a:custGeom>
              <a:avLst/>
              <a:pathLst>
                <a:path w="825244" h="0">
                  <a:moveTo>
                    <a:pt x="0" y="0"/>
                  </a:moveTo>
                  <a:lnTo>
                    <a:pt x="82524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7965777" y="3698124"/>
              <a:ext cx="0" cy="9987"/>
            </a:xfrm>
            <a:custGeom>
              <a:avLst/>
              <a:pathLst>
                <a:path w="0" h="9987">
                  <a:moveTo>
                    <a:pt x="0" y="9987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7965777" y="3727176"/>
              <a:ext cx="0" cy="211"/>
            </a:xfrm>
            <a:custGeom>
              <a:avLst/>
              <a:pathLst>
                <a:path w="0" h="211">
                  <a:moveTo>
                    <a:pt x="0" y="0"/>
                  </a:moveTo>
                  <a:lnTo>
                    <a:pt x="0" y="211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7553154" y="3708111"/>
              <a:ext cx="825244" cy="19064"/>
            </a:xfrm>
            <a:custGeom>
              <a:avLst/>
              <a:pathLst>
                <a:path w="825244" h="19064">
                  <a:moveTo>
                    <a:pt x="0" y="0"/>
                  </a:moveTo>
                  <a:lnTo>
                    <a:pt x="0" y="19064"/>
                  </a:lnTo>
                  <a:lnTo>
                    <a:pt x="825244" y="19064"/>
                  </a:lnTo>
                  <a:lnTo>
                    <a:pt x="825244" y="0"/>
                  </a:lnTo>
                  <a:close/>
                </a:path>
              </a:pathLst>
            </a:custGeom>
            <a:solidFill>
              <a:srgbClr val="E64B3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553154" y="3720271"/>
              <a:ext cx="825244" cy="0"/>
            </a:xfrm>
            <a:custGeom>
              <a:avLst/>
              <a:pathLst>
                <a:path w="825244" h="0">
                  <a:moveTo>
                    <a:pt x="0" y="0"/>
                  </a:moveTo>
                  <a:lnTo>
                    <a:pt x="82524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065393" y="515559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883397" y="515564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108594" y="5156261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035149" y="515613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133969" y="515515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794263" y="5155653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818299" y="5158833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024163" y="516431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197356" y="5160863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101746" y="5156223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010222" y="515820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2749403" y="515746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2879187" y="515905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2898904" y="515365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996199" y="515750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2842511" y="515594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094781" y="515448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745436" y="515548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237202" y="516194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2759792" y="516028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079690" y="515221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191523" y="515638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2766319" y="5159522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931790" y="516005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083258" y="5167292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2785362" y="5157463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2927860" y="515588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4788153" y="516813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4828648" y="516757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695450" y="516986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445597" y="5170801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544714" y="5183531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6087134" y="242747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8017674" y="176827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6131909" y="264828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8048466" y="1832352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6314141" y="404148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8015967" y="389722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6392563" y="237488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7735057" y="1696781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6345248" y="403643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7979071" y="369543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6527070" y="404016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8020594" y="369656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6307472" y="403983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7858078" y="368785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6422496" y="407414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8107545" y="3703491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6095760" y="403824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8152838" y="370380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6157751" y="403718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8031765" y="369890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6317241" y="4038501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7856190" y="370108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6351268" y="404006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7769548" y="3696783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6310079" y="4034782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933759" y="369376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6316003" y="403835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7962379" y="369149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6161637" y="401155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7994782" y="363730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6272956" y="401582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8068428" y="367451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6352161" y="4060262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7838171" y="369784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6327942" y="518305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8014487" y="518089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6259512" y="518294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7996399" y="5183452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6383941" y="418594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7842991" y="3749911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6072323" y="5182882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024013" y="1546035"/>
              <a:ext cx="0" cy="3835445"/>
            </a:xfrm>
            <a:custGeom>
              <a:avLst/>
              <a:pathLst>
                <a:path w="0" h="3835445">
                  <a:moveTo>
                    <a:pt x="0" y="383544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tx104"/>
            <p:cNvSpPr/>
            <p:nvPr/>
          </p:nvSpPr>
          <p:spPr>
            <a:xfrm>
              <a:off x="1913816" y="5170367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1913816" y="3996070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1849167" y="2821774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1849167" y="1647477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</a:t>
              </a:r>
            </a:p>
          </p:txBody>
        </p:sp>
        <p:sp>
          <p:nvSpPr>
            <p:cNvPr id="108" name="pl108"/>
            <p:cNvSpPr/>
            <p:nvPr/>
          </p:nvSpPr>
          <p:spPr>
            <a:xfrm>
              <a:off x="1998708" y="520740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1998708" y="403310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1998708" y="285880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1998708" y="168451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2024013" y="5381480"/>
              <a:ext cx="6932057" cy="0"/>
            </a:xfrm>
            <a:custGeom>
              <a:avLst/>
              <a:pathLst>
                <a:path w="6932057" h="0">
                  <a:moveTo>
                    <a:pt x="0" y="0"/>
                  </a:moveTo>
                  <a:lnTo>
                    <a:pt x="6932057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3014307" y="538148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4664797" y="538148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6315287" y="538148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7965777" y="538148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tx117"/>
            <p:cNvSpPr/>
            <p:nvPr/>
          </p:nvSpPr>
          <p:spPr>
            <a:xfrm rot="-2700000">
              <a:off x="2579848" y="5606988"/>
              <a:ext cx="5396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P. dispersa</a:t>
              </a:r>
            </a:p>
          </p:txBody>
        </p:sp>
        <p:sp>
          <p:nvSpPr>
            <p:cNvPr id="118" name="tx118"/>
            <p:cNvSpPr/>
            <p:nvPr/>
          </p:nvSpPr>
          <p:spPr>
            <a:xfrm rot="-2700000">
              <a:off x="4222456" y="5610253"/>
              <a:ext cx="54891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P. stewartii</a:t>
              </a:r>
            </a:p>
          </p:txBody>
        </p:sp>
        <p:sp>
          <p:nvSpPr>
            <p:cNvPr id="119" name="tx119"/>
            <p:cNvSpPr/>
            <p:nvPr/>
          </p:nvSpPr>
          <p:spPr>
            <a:xfrm rot="-2700000">
              <a:off x="5680243" y="5690073"/>
              <a:ext cx="77467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B. gladioli Chr1</a:t>
              </a:r>
            </a:p>
          </p:txBody>
        </p:sp>
        <p:sp>
          <p:nvSpPr>
            <p:cNvPr id="120" name="tx120"/>
            <p:cNvSpPr/>
            <p:nvPr/>
          </p:nvSpPr>
          <p:spPr>
            <a:xfrm rot="-2700000">
              <a:off x="7330733" y="5690073"/>
              <a:ext cx="77467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B. gladioli Chr2</a:t>
              </a:r>
            </a:p>
          </p:txBody>
        </p:sp>
        <p:sp>
          <p:nvSpPr>
            <p:cNvPr id="121" name="tx121"/>
            <p:cNvSpPr/>
            <p:nvPr/>
          </p:nvSpPr>
          <p:spPr>
            <a:xfrm rot="-5400000">
              <a:off x="1123706" y="3422107"/>
              <a:ext cx="126946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SNP density (SNPs/kb)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5</cp:revision>
  <dcterms:created xsi:type="dcterms:W3CDTF">2015-07-14T21:05:00Z</dcterms:created>
  <dcterms:modified xsi:type="dcterms:W3CDTF">2026-10-14T10:39:15Z</dcterms:modified>
</cp:coreProperties>
</file>