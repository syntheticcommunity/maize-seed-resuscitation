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387814" y="1038225"/>
              <a:ext cx="5922533" cy="54864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h5"/>
            <p:cNvSpPr/>
            <p:nvPr/>
          </p:nvSpPr>
          <p:spPr>
            <a:xfrm>
              <a:off x="2657021" y="1324058"/>
              <a:ext cx="2004387" cy="1877000"/>
            </a:xfrm>
            <a:custGeom>
              <a:avLst/>
              <a:pathLst>
                <a:path w="2004387" h="1877000">
                  <a:moveTo>
                    <a:pt x="2004387" y="1038225"/>
                  </a:moveTo>
                  <a:lnTo>
                    <a:pt x="2004387" y="1042599"/>
                  </a:lnTo>
                  <a:lnTo>
                    <a:pt x="1965993" y="1064439"/>
                  </a:lnTo>
                  <a:lnTo>
                    <a:pt x="1973674" y="1081915"/>
                  </a:lnTo>
                  <a:lnTo>
                    <a:pt x="1989026" y="1090654"/>
                  </a:lnTo>
                  <a:lnTo>
                    <a:pt x="1965993" y="1121232"/>
                  </a:lnTo>
                  <a:lnTo>
                    <a:pt x="1904550" y="1151811"/>
                  </a:lnTo>
                  <a:lnTo>
                    <a:pt x="1896869" y="1134335"/>
                  </a:lnTo>
                  <a:lnTo>
                    <a:pt x="1843114" y="1164913"/>
                  </a:lnTo>
                  <a:lnTo>
                    <a:pt x="1797040" y="1204230"/>
                  </a:lnTo>
                  <a:lnTo>
                    <a:pt x="1781679" y="1243547"/>
                  </a:lnTo>
                  <a:lnTo>
                    <a:pt x="1712564" y="1247921"/>
                  </a:lnTo>
                  <a:lnTo>
                    <a:pt x="1674161" y="1348395"/>
                  </a:lnTo>
                  <a:lnTo>
                    <a:pt x="1651120" y="1378974"/>
                  </a:lnTo>
                  <a:lnTo>
                    <a:pt x="1651120" y="1400824"/>
                  </a:lnTo>
                  <a:lnTo>
                    <a:pt x="1651120" y="1409562"/>
                  </a:lnTo>
                  <a:lnTo>
                    <a:pt x="1459134" y="1461982"/>
                  </a:lnTo>
                  <a:lnTo>
                    <a:pt x="1474495" y="1488196"/>
                  </a:lnTo>
                  <a:lnTo>
                    <a:pt x="1497528" y="1479458"/>
                  </a:lnTo>
                  <a:lnTo>
                    <a:pt x="1489847" y="1527513"/>
                  </a:lnTo>
                  <a:lnTo>
                    <a:pt x="1535930" y="1566830"/>
                  </a:lnTo>
                  <a:lnTo>
                    <a:pt x="1558972" y="1601783"/>
                  </a:lnTo>
                  <a:lnTo>
                    <a:pt x="1505208" y="1632361"/>
                  </a:lnTo>
                  <a:lnTo>
                    <a:pt x="1512889" y="1649838"/>
                  </a:lnTo>
                  <a:lnTo>
                    <a:pt x="1535930" y="1658566"/>
                  </a:lnTo>
                  <a:lnTo>
                    <a:pt x="1535930" y="1702257"/>
                  </a:lnTo>
                  <a:lnTo>
                    <a:pt x="1520569" y="1706621"/>
                  </a:lnTo>
                  <a:lnTo>
                    <a:pt x="1443773" y="1684780"/>
                  </a:lnTo>
                  <a:lnTo>
                    <a:pt x="1436093" y="1702257"/>
                  </a:lnTo>
                  <a:lnTo>
                    <a:pt x="1420732" y="1702257"/>
                  </a:lnTo>
                  <a:lnTo>
                    <a:pt x="1374657" y="1680416"/>
                  </a:lnTo>
                  <a:lnTo>
                    <a:pt x="1336255" y="1676042"/>
                  </a:lnTo>
                  <a:lnTo>
                    <a:pt x="1320903" y="1662940"/>
                  </a:lnTo>
                  <a:lnTo>
                    <a:pt x="1213385" y="1667304"/>
                  </a:lnTo>
                  <a:lnTo>
                    <a:pt x="1113547" y="1693519"/>
                  </a:lnTo>
                  <a:lnTo>
                    <a:pt x="1105867" y="1724097"/>
                  </a:lnTo>
                  <a:lnTo>
                    <a:pt x="1059793" y="1741574"/>
                  </a:lnTo>
                  <a:lnTo>
                    <a:pt x="1013710" y="1737209"/>
                  </a:lnTo>
                  <a:lnTo>
                    <a:pt x="936914" y="1772152"/>
                  </a:lnTo>
                  <a:lnTo>
                    <a:pt x="844757" y="1767788"/>
                  </a:lnTo>
                  <a:lnTo>
                    <a:pt x="821724" y="1741574"/>
                  </a:lnTo>
                  <a:lnTo>
                    <a:pt x="783321" y="1737209"/>
                  </a:lnTo>
                  <a:lnTo>
                    <a:pt x="744928" y="1776526"/>
                  </a:lnTo>
                  <a:lnTo>
                    <a:pt x="714206" y="1785264"/>
                  </a:lnTo>
                  <a:lnTo>
                    <a:pt x="606688" y="1767788"/>
                  </a:lnTo>
                  <a:lnTo>
                    <a:pt x="591327" y="1780890"/>
                  </a:lnTo>
                  <a:lnTo>
                    <a:pt x="599007" y="1793993"/>
                  </a:lnTo>
                  <a:lnTo>
                    <a:pt x="591327" y="1789629"/>
                  </a:lnTo>
                  <a:lnTo>
                    <a:pt x="560614" y="1828945"/>
                  </a:lnTo>
                  <a:lnTo>
                    <a:pt x="552933" y="1859524"/>
                  </a:lnTo>
                  <a:lnTo>
                    <a:pt x="491498" y="1863898"/>
                  </a:lnTo>
                  <a:lnTo>
                    <a:pt x="483818" y="1877000"/>
                  </a:lnTo>
                  <a:lnTo>
                    <a:pt x="414702" y="1837684"/>
                  </a:lnTo>
                  <a:lnTo>
                    <a:pt x="399341" y="1785264"/>
                  </a:lnTo>
                  <a:lnTo>
                    <a:pt x="399341" y="1759050"/>
                  </a:lnTo>
                  <a:lnTo>
                    <a:pt x="345578" y="1763414"/>
                  </a:lnTo>
                  <a:lnTo>
                    <a:pt x="291823" y="1745948"/>
                  </a:lnTo>
                  <a:lnTo>
                    <a:pt x="268781" y="1724097"/>
                  </a:lnTo>
                  <a:lnTo>
                    <a:pt x="238068" y="1728471"/>
                  </a:lnTo>
                  <a:lnTo>
                    <a:pt x="215027" y="1706621"/>
                  </a:lnTo>
                  <a:lnTo>
                    <a:pt x="222707" y="1662940"/>
                  </a:lnTo>
                  <a:lnTo>
                    <a:pt x="207346" y="1641099"/>
                  </a:lnTo>
                  <a:lnTo>
                    <a:pt x="176624" y="1636725"/>
                  </a:lnTo>
                  <a:lnTo>
                    <a:pt x="168953" y="1614885"/>
                  </a:lnTo>
                  <a:lnTo>
                    <a:pt x="138231" y="1610511"/>
                  </a:lnTo>
                  <a:lnTo>
                    <a:pt x="122870" y="1619249"/>
                  </a:lnTo>
                  <a:lnTo>
                    <a:pt x="115189" y="1606147"/>
                  </a:lnTo>
                  <a:lnTo>
                    <a:pt x="92157" y="1601783"/>
                  </a:lnTo>
                  <a:lnTo>
                    <a:pt x="92157" y="1588670"/>
                  </a:lnTo>
                  <a:lnTo>
                    <a:pt x="122870" y="1588670"/>
                  </a:lnTo>
                  <a:lnTo>
                    <a:pt x="145911" y="1566830"/>
                  </a:lnTo>
                  <a:lnTo>
                    <a:pt x="122870" y="1553727"/>
                  </a:lnTo>
                  <a:lnTo>
                    <a:pt x="130550" y="1536251"/>
                  </a:lnTo>
                  <a:lnTo>
                    <a:pt x="122870" y="1466356"/>
                  </a:lnTo>
                  <a:lnTo>
                    <a:pt x="76796" y="1444505"/>
                  </a:lnTo>
                  <a:lnTo>
                    <a:pt x="61435" y="1444505"/>
                  </a:lnTo>
                  <a:lnTo>
                    <a:pt x="53754" y="1457617"/>
                  </a:lnTo>
                  <a:lnTo>
                    <a:pt x="30713" y="1453243"/>
                  </a:lnTo>
                  <a:lnTo>
                    <a:pt x="23032" y="1427029"/>
                  </a:lnTo>
                  <a:lnTo>
                    <a:pt x="30713" y="1413927"/>
                  </a:lnTo>
                  <a:lnTo>
                    <a:pt x="0" y="1374610"/>
                  </a:lnTo>
                  <a:lnTo>
                    <a:pt x="38393" y="1361507"/>
                  </a:lnTo>
                  <a:lnTo>
                    <a:pt x="38393" y="1344031"/>
                  </a:lnTo>
                  <a:lnTo>
                    <a:pt x="30713" y="1335293"/>
                  </a:lnTo>
                  <a:lnTo>
                    <a:pt x="46074" y="1309078"/>
                  </a:lnTo>
                  <a:lnTo>
                    <a:pt x="122870" y="1278500"/>
                  </a:lnTo>
                  <a:lnTo>
                    <a:pt x="115189" y="1261023"/>
                  </a:lnTo>
                  <a:lnTo>
                    <a:pt x="153592" y="1269761"/>
                  </a:lnTo>
                  <a:lnTo>
                    <a:pt x="184305" y="1247921"/>
                  </a:lnTo>
                  <a:lnTo>
                    <a:pt x="199666" y="1282864"/>
                  </a:lnTo>
                  <a:lnTo>
                    <a:pt x="253429" y="1274136"/>
                  </a:lnTo>
                  <a:lnTo>
                    <a:pt x="299503" y="1212968"/>
                  </a:lnTo>
                  <a:lnTo>
                    <a:pt x="360939" y="1212968"/>
                  </a:lnTo>
                  <a:lnTo>
                    <a:pt x="407021" y="1191128"/>
                  </a:lnTo>
                  <a:lnTo>
                    <a:pt x="407021" y="1173651"/>
                  </a:lnTo>
                  <a:lnTo>
                    <a:pt x="583655" y="1108120"/>
                  </a:lnTo>
                  <a:lnTo>
                    <a:pt x="591327" y="1086280"/>
                  </a:lnTo>
                  <a:lnTo>
                    <a:pt x="583655" y="1051327"/>
                  </a:lnTo>
                  <a:lnTo>
                    <a:pt x="591327" y="1029486"/>
                  </a:lnTo>
                  <a:lnTo>
                    <a:pt x="614368" y="1025122"/>
                  </a:lnTo>
                  <a:lnTo>
                    <a:pt x="606688" y="1007646"/>
                  </a:lnTo>
                  <a:lnTo>
                    <a:pt x="637410" y="994544"/>
                  </a:lnTo>
                  <a:lnTo>
                    <a:pt x="606688" y="898433"/>
                  </a:lnTo>
                  <a:lnTo>
                    <a:pt x="606688" y="854743"/>
                  </a:lnTo>
                  <a:lnTo>
                    <a:pt x="568294" y="832902"/>
                  </a:lnTo>
                  <a:lnTo>
                    <a:pt x="568294" y="819790"/>
                  </a:lnTo>
                  <a:lnTo>
                    <a:pt x="721886" y="776109"/>
                  </a:lnTo>
                  <a:lnTo>
                    <a:pt x="752599" y="793585"/>
                  </a:lnTo>
                  <a:lnTo>
                    <a:pt x="791002" y="793585"/>
                  </a:lnTo>
                  <a:lnTo>
                    <a:pt x="767960" y="749894"/>
                  </a:lnTo>
                  <a:lnTo>
                    <a:pt x="837076" y="592627"/>
                  </a:lnTo>
                  <a:lnTo>
                    <a:pt x="890839" y="614467"/>
                  </a:lnTo>
                  <a:lnTo>
                    <a:pt x="982996" y="614467"/>
                  </a:lnTo>
                  <a:lnTo>
                    <a:pt x="998349" y="627580"/>
                  </a:lnTo>
                  <a:lnTo>
                    <a:pt x="1052112" y="610103"/>
                  </a:lnTo>
                  <a:lnTo>
                    <a:pt x="1067473" y="588253"/>
                  </a:lnTo>
                  <a:lnTo>
                    <a:pt x="1052112" y="505255"/>
                  </a:lnTo>
                  <a:lnTo>
                    <a:pt x="1075154" y="474676"/>
                  </a:lnTo>
                  <a:lnTo>
                    <a:pt x="1144269" y="461564"/>
                  </a:lnTo>
                  <a:lnTo>
                    <a:pt x="1167302" y="435360"/>
                  </a:lnTo>
                  <a:lnTo>
                    <a:pt x="1159621" y="422247"/>
                  </a:lnTo>
                  <a:lnTo>
                    <a:pt x="1167302" y="404771"/>
                  </a:lnTo>
                  <a:lnTo>
                    <a:pt x="1251778" y="400407"/>
                  </a:lnTo>
                  <a:lnTo>
                    <a:pt x="1259459" y="417883"/>
                  </a:lnTo>
                  <a:lnTo>
                    <a:pt x="1244098" y="426621"/>
                  </a:lnTo>
                  <a:lnTo>
                    <a:pt x="1274820" y="444088"/>
                  </a:lnTo>
                  <a:lnTo>
                    <a:pt x="1267139" y="457200"/>
                  </a:lnTo>
                  <a:lnTo>
                    <a:pt x="1313222" y="479041"/>
                  </a:lnTo>
                  <a:lnTo>
                    <a:pt x="1328575" y="500881"/>
                  </a:lnTo>
                  <a:lnTo>
                    <a:pt x="1366977" y="518357"/>
                  </a:lnTo>
                  <a:lnTo>
                    <a:pt x="1405371" y="513993"/>
                  </a:lnTo>
                  <a:lnTo>
                    <a:pt x="1420732" y="531470"/>
                  </a:lnTo>
                  <a:lnTo>
                    <a:pt x="1451454" y="531470"/>
                  </a:lnTo>
                  <a:lnTo>
                    <a:pt x="1474495" y="548936"/>
                  </a:lnTo>
                  <a:lnTo>
                    <a:pt x="1489847" y="592627"/>
                  </a:lnTo>
                  <a:lnTo>
                    <a:pt x="1520569" y="618842"/>
                  </a:lnTo>
                  <a:lnTo>
                    <a:pt x="1535930" y="658158"/>
                  </a:lnTo>
                  <a:lnTo>
                    <a:pt x="1520569" y="684363"/>
                  </a:lnTo>
                  <a:lnTo>
                    <a:pt x="1535930" y="714952"/>
                  </a:lnTo>
                  <a:lnTo>
                    <a:pt x="1505208" y="741156"/>
                  </a:lnTo>
                  <a:lnTo>
                    <a:pt x="1505208" y="763007"/>
                  </a:lnTo>
                  <a:lnTo>
                    <a:pt x="1520569" y="793585"/>
                  </a:lnTo>
                  <a:lnTo>
                    <a:pt x="1582004" y="806688"/>
                  </a:lnTo>
                  <a:lnTo>
                    <a:pt x="1750957" y="819790"/>
                  </a:lnTo>
                  <a:lnTo>
                    <a:pt x="1858475" y="880957"/>
                  </a:lnTo>
                  <a:lnTo>
                    <a:pt x="1912230" y="885321"/>
                  </a:lnTo>
                  <a:lnTo>
                    <a:pt x="1912230" y="911536"/>
                  </a:lnTo>
                  <a:lnTo>
                    <a:pt x="1927591" y="924638"/>
                  </a:lnTo>
                  <a:lnTo>
                    <a:pt x="1958313" y="990169"/>
                  </a:lnTo>
                  <a:lnTo>
                    <a:pt x="1996707" y="102074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h6"/>
            <p:cNvSpPr/>
            <p:nvPr/>
          </p:nvSpPr>
          <p:spPr>
            <a:xfrm>
              <a:off x="1449357" y="2162834"/>
              <a:ext cx="3450119" cy="1780890"/>
            </a:xfrm>
            <a:custGeom>
              <a:avLst/>
              <a:pathLst>
                <a:path w="3450119" h="1780890">
                  <a:moveTo>
                    <a:pt x="1691481" y="1038225"/>
                  </a:moveTo>
                  <a:lnTo>
                    <a:pt x="1699161" y="1025122"/>
                  </a:lnTo>
                  <a:lnTo>
                    <a:pt x="1760597" y="1020748"/>
                  </a:lnTo>
                  <a:lnTo>
                    <a:pt x="1768277" y="990169"/>
                  </a:lnTo>
                  <a:lnTo>
                    <a:pt x="1798990" y="950853"/>
                  </a:lnTo>
                  <a:lnTo>
                    <a:pt x="1806671" y="955217"/>
                  </a:lnTo>
                  <a:lnTo>
                    <a:pt x="1798990" y="942114"/>
                  </a:lnTo>
                  <a:lnTo>
                    <a:pt x="1814351" y="929012"/>
                  </a:lnTo>
                  <a:lnTo>
                    <a:pt x="1921869" y="946489"/>
                  </a:lnTo>
                  <a:lnTo>
                    <a:pt x="1952591" y="937750"/>
                  </a:lnTo>
                  <a:lnTo>
                    <a:pt x="1990985" y="898433"/>
                  </a:lnTo>
                  <a:lnTo>
                    <a:pt x="2029387" y="902798"/>
                  </a:lnTo>
                  <a:lnTo>
                    <a:pt x="2052420" y="929012"/>
                  </a:lnTo>
                  <a:lnTo>
                    <a:pt x="2144577" y="933376"/>
                  </a:lnTo>
                  <a:lnTo>
                    <a:pt x="2221373" y="898433"/>
                  </a:lnTo>
                  <a:lnTo>
                    <a:pt x="2267456" y="902798"/>
                  </a:lnTo>
                  <a:lnTo>
                    <a:pt x="2313530" y="885321"/>
                  </a:lnTo>
                  <a:lnTo>
                    <a:pt x="2321211" y="854743"/>
                  </a:lnTo>
                  <a:lnTo>
                    <a:pt x="2421048" y="828528"/>
                  </a:lnTo>
                  <a:lnTo>
                    <a:pt x="2528566" y="824164"/>
                  </a:lnTo>
                  <a:lnTo>
                    <a:pt x="2543919" y="837266"/>
                  </a:lnTo>
                  <a:lnTo>
                    <a:pt x="2582321" y="841640"/>
                  </a:lnTo>
                  <a:lnTo>
                    <a:pt x="2628395" y="863481"/>
                  </a:lnTo>
                  <a:lnTo>
                    <a:pt x="2597682" y="867845"/>
                  </a:lnTo>
                  <a:lnTo>
                    <a:pt x="2605362" y="880957"/>
                  </a:lnTo>
                  <a:lnTo>
                    <a:pt x="2628395" y="894059"/>
                  </a:lnTo>
                  <a:lnTo>
                    <a:pt x="2628395" y="929012"/>
                  </a:lnTo>
                  <a:lnTo>
                    <a:pt x="2605362" y="933376"/>
                  </a:lnTo>
                  <a:lnTo>
                    <a:pt x="2605362" y="946489"/>
                  </a:lnTo>
                  <a:lnTo>
                    <a:pt x="2613034" y="981431"/>
                  </a:lnTo>
                  <a:lnTo>
                    <a:pt x="2636076" y="985805"/>
                  </a:lnTo>
                  <a:lnTo>
                    <a:pt x="2628395" y="1003272"/>
                  </a:lnTo>
                  <a:lnTo>
                    <a:pt x="2636076" y="1033860"/>
                  </a:lnTo>
                  <a:lnTo>
                    <a:pt x="2620715" y="1068803"/>
                  </a:lnTo>
                  <a:lnTo>
                    <a:pt x="2659117" y="1121232"/>
                  </a:lnTo>
                  <a:lnTo>
                    <a:pt x="2712872" y="1156175"/>
                  </a:lnTo>
                  <a:lnTo>
                    <a:pt x="2774316" y="1156175"/>
                  </a:lnTo>
                  <a:lnTo>
                    <a:pt x="2820390" y="1186764"/>
                  </a:lnTo>
                  <a:lnTo>
                    <a:pt x="2843431" y="1186764"/>
                  </a:lnTo>
                  <a:lnTo>
                    <a:pt x="2851112" y="1195492"/>
                  </a:lnTo>
                  <a:lnTo>
                    <a:pt x="2912547" y="1195492"/>
                  </a:lnTo>
                  <a:lnTo>
                    <a:pt x="2958621" y="1221706"/>
                  </a:lnTo>
                  <a:lnTo>
                    <a:pt x="2981662" y="1212968"/>
                  </a:lnTo>
                  <a:lnTo>
                    <a:pt x="3012384" y="1226080"/>
                  </a:lnTo>
                  <a:lnTo>
                    <a:pt x="3058458" y="1208604"/>
                  </a:lnTo>
                  <a:lnTo>
                    <a:pt x="3104533" y="1226080"/>
                  </a:lnTo>
                  <a:lnTo>
                    <a:pt x="3089180" y="1239183"/>
                  </a:lnTo>
                  <a:lnTo>
                    <a:pt x="3104533" y="1234809"/>
                  </a:lnTo>
                  <a:lnTo>
                    <a:pt x="3112213" y="1247921"/>
                  </a:lnTo>
                  <a:lnTo>
                    <a:pt x="3119894" y="1252285"/>
                  </a:lnTo>
                  <a:lnTo>
                    <a:pt x="3119894" y="1269761"/>
                  </a:lnTo>
                  <a:lnTo>
                    <a:pt x="3127574" y="1287238"/>
                  </a:lnTo>
                  <a:lnTo>
                    <a:pt x="3158296" y="1300340"/>
                  </a:lnTo>
                  <a:lnTo>
                    <a:pt x="3173657" y="1287238"/>
                  </a:lnTo>
                  <a:lnTo>
                    <a:pt x="3189009" y="1309078"/>
                  </a:lnTo>
                  <a:lnTo>
                    <a:pt x="3196690" y="1274136"/>
                  </a:lnTo>
                  <a:lnTo>
                    <a:pt x="3219731" y="1295976"/>
                  </a:lnTo>
                  <a:lnTo>
                    <a:pt x="3250453" y="1300340"/>
                  </a:lnTo>
                  <a:lnTo>
                    <a:pt x="3242773" y="1269761"/>
                  </a:lnTo>
                  <a:lnTo>
                    <a:pt x="3288847" y="1261023"/>
                  </a:lnTo>
                  <a:lnTo>
                    <a:pt x="3296527" y="1212968"/>
                  </a:lnTo>
                  <a:lnTo>
                    <a:pt x="3327249" y="1217342"/>
                  </a:lnTo>
                  <a:lnTo>
                    <a:pt x="3365643" y="1234809"/>
                  </a:lnTo>
                  <a:lnTo>
                    <a:pt x="3388684" y="1282864"/>
                  </a:lnTo>
                  <a:lnTo>
                    <a:pt x="3427087" y="1326555"/>
                  </a:lnTo>
                  <a:lnTo>
                    <a:pt x="3404045" y="1348395"/>
                  </a:lnTo>
                  <a:lnTo>
                    <a:pt x="3434758" y="1392086"/>
                  </a:lnTo>
                  <a:lnTo>
                    <a:pt x="3450119" y="1540615"/>
                  </a:lnTo>
                  <a:lnTo>
                    <a:pt x="3434758" y="1553727"/>
                  </a:lnTo>
                  <a:lnTo>
                    <a:pt x="3434758" y="1584306"/>
                  </a:lnTo>
                  <a:lnTo>
                    <a:pt x="3419406" y="1579932"/>
                  </a:lnTo>
                  <a:lnTo>
                    <a:pt x="3419406" y="1566830"/>
                  </a:lnTo>
                  <a:lnTo>
                    <a:pt x="3411726" y="1575568"/>
                  </a:lnTo>
                  <a:lnTo>
                    <a:pt x="3404045" y="1614885"/>
                  </a:lnTo>
                  <a:lnTo>
                    <a:pt x="3419406" y="1632361"/>
                  </a:lnTo>
                  <a:lnTo>
                    <a:pt x="3411726" y="1645463"/>
                  </a:lnTo>
                  <a:lnTo>
                    <a:pt x="3381004" y="1654202"/>
                  </a:lnTo>
                  <a:lnTo>
                    <a:pt x="3373323" y="1627987"/>
                  </a:lnTo>
                  <a:lnTo>
                    <a:pt x="3365643" y="1654202"/>
                  </a:lnTo>
                  <a:lnTo>
                    <a:pt x="3311888" y="1614885"/>
                  </a:lnTo>
                  <a:lnTo>
                    <a:pt x="3288847" y="1658566"/>
                  </a:lnTo>
                  <a:lnTo>
                    <a:pt x="3296527" y="1676042"/>
                  </a:lnTo>
                  <a:lnTo>
                    <a:pt x="3265814" y="1693519"/>
                  </a:lnTo>
                  <a:lnTo>
                    <a:pt x="3219731" y="1654202"/>
                  </a:lnTo>
                  <a:lnTo>
                    <a:pt x="3150616" y="1641099"/>
                  </a:lnTo>
                  <a:lnTo>
                    <a:pt x="3119894" y="1654202"/>
                  </a:lnTo>
                  <a:lnTo>
                    <a:pt x="3112213" y="1671678"/>
                  </a:lnTo>
                  <a:lnTo>
                    <a:pt x="3020065" y="1710995"/>
                  </a:lnTo>
                  <a:lnTo>
                    <a:pt x="2989343" y="1763414"/>
                  </a:lnTo>
                  <a:lnTo>
                    <a:pt x="2966301" y="1772152"/>
                  </a:lnTo>
                  <a:lnTo>
                    <a:pt x="2835751" y="1780890"/>
                  </a:lnTo>
                  <a:lnTo>
                    <a:pt x="2828070" y="1719733"/>
                  </a:lnTo>
                  <a:lnTo>
                    <a:pt x="2789668" y="1710995"/>
                  </a:lnTo>
                  <a:lnTo>
                    <a:pt x="2789668" y="1676042"/>
                  </a:lnTo>
                  <a:lnTo>
                    <a:pt x="2774316" y="1662940"/>
                  </a:lnTo>
                  <a:lnTo>
                    <a:pt x="2743594" y="1680416"/>
                  </a:lnTo>
                  <a:lnTo>
                    <a:pt x="2712872" y="1658566"/>
                  </a:lnTo>
                  <a:lnTo>
                    <a:pt x="2636076" y="1645463"/>
                  </a:lnTo>
                  <a:lnTo>
                    <a:pt x="2620715" y="1649838"/>
                  </a:lnTo>
                  <a:lnTo>
                    <a:pt x="2574640" y="1706621"/>
                  </a:lnTo>
                  <a:lnTo>
                    <a:pt x="2574640" y="1732835"/>
                  </a:lnTo>
                  <a:lnTo>
                    <a:pt x="2566960" y="1745948"/>
                  </a:lnTo>
                  <a:lnTo>
                    <a:pt x="2543919" y="1724097"/>
                  </a:lnTo>
                  <a:lnTo>
                    <a:pt x="2551599" y="1667304"/>
                  </a:lnTo>
                  <a:lnTo>
                    <a:pt x="2536238" y="1654202"/>
                  </a:lnTo>
                  <a:lnTo>
                    <a:pt x="2490164" y="1676042"/>
                  </a:lnTo>
                  <a:lnTo>
                    <a:pt x="2467122" y="1671678"/>
                  </a:lnTo>
                  <a:lnTo>
                    <a:pt x="2451761" y="1684780"/>
                  </a:lnTo>
                  <a:lnTo>
                    <a:pt x="2398007" y="1684780"/>
                  </a:lnTo>
                  <a:lnTo>
                    <a:pt x="2367285" y="1654202"/>
                  </a:lnTo>
                  <a:lnTo>
                    <a:pt x="2351933" y="1654202"/>
                  </a:lnTo>
                  <a:lnTo>
                    <a:pt x="2344252" y="1676042"/>
                  </a:lnTo>
                  <a:lnTo>
                    <a:pt x="2313530" y="1654202"/>
                  </a:lnTo>
                  <a:lnTo>
                    <a:pt x="2305850" y="1676042"/>
                  </a:lnTo>
                  <a:lnTo>
                    <a:pt x="2275137" y="1632361"/>
                  </a:lnTo>
                  <a:lnTo>
                    <a:pt x="2267456" y="1641099"/>
                  </a:lnTo>
                  <a:lnTo>
                    <a:pt x="2229054" y="1632361"/>
                  </a:lnTo>
                  <a:lnTo>
                    <a:pt x="2229054" y="1601783"/>
                  </a:lnTo>
                  <a:lnTo>
                    <a:pt x="2206012" y="1610511"/>
                  </a:lnTo>
                  <a:lnTo>
                    <a:pt x="2167619" y="1593044"/>
                  </a:lnTo>
                  <a:lnTo>
                    <a:pt x="2152258" y="1579932"/>
                  </a:lnTo>
                  <a:lnTo>
                    <a:pt x="2144577" y="1544989"/>
                  </a:lnTo>
                  <a:lnTo>
                    <a:pt x="2136897" y="1540615"/>
                  </a:lnTo>
                  <a:lnTo>
                    <a:pt x="2090822" y="1549353"/>
                  </a:lnTo>
                  <a:lnTo>
                    <a:pt x="2060101" y="1510037"/>
                  </a:lnTo>
                  <a:lnTo>
                    <a:pt x="1967943" y="1461982"/>
                  </a:lnTo>
                  <a:lnTo>
                    <a:pt x="1960263" y="1435767"/>
                  </a:lnTo>
                  <a:lnTo>
                    <a:pt x="1898828" y="1431403"/>
                  </a:lnTo>
                  <a:lnTo>
                    <a:pt x="1883467" y="1466356"/>
                  </a:lnTo>
                  <a:lnTo>
                    <a:pt x="1868115" y="1444505"/>
                  </a:lnTo>
                  <a:lnTo>
                    <a:pt x="1783638" y="1409562"/>
                  </a:lnTo>
                  <a:lnTo>
                    <a:pt x="1752916" y="1374610"/>
                  </a:lnTo>
                  <a:lnTo>
                    <a:pt x="1691481" y="1361507"/>
                  </a:lnTo>
                  <a:lnTo>
                    <a:pt x="1668440" y="1335293"/>
                  </a:lnTo>
                  <a:lnTo>
                    <a:pt x="1676120" y="1309078"/>
                  </a:lnTo>
                  <a:lnTo>
                    <a:pt x="1660759" y="1287238"/>
                  </a:lnTo>
                  <a:lnTo>
                    <a:pt x="1668440" y="1278500"/>
                  </a:lnTo>
                  <a:lnTo>
                    <a:pt x="1645398" y="1256659"/>
                  </a:lnTo>
                  <a:lnTo>
                    <a:pt x="1637718" y="1217342"/>
                  </a:lnTo>
                  <a:lnTo>
                    <a:pt x="1668440" y="1199866"/>
                  </a:lnTo>
                  <a:lnTo>
                    <a:pt x="1683801" y="1234809"/>
                  </a:lnTo>
                  <a:lnTo>
                    <a:pt x="1714514" y="1212968"/>
                  </a:lnTo>
                  <a:lnTo>
                    <a:pt x="1699161" y="1151811"/>
                  </a:lnTo>
                  <a:lnTo>
                    <a:pt x="1660759" y="1103756"/>
                  </a:lnTo>
                  <a:lnTo>
                    <a:pt x="1660759" y="1060065"/>
                  </a:lnTo>
                  <a:lnTo>
                    <a:pt x="1683801" y="105570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7"/>
            <p:cNvSpPr/>
            <p:nvPr/>
          </p:nvSpPr>
          <p:spPr>
            <a:xfrm>
              <a:off x="3039042" y="1309447"/>
              <a:ext cx="4210417" cy="1581441"/>
            </a:xfrm>
            <a:custGeom>
              <a:avLst/>
              <a:pathLst>
                <a:path w="4210417" h="1581441">
                  <a:moveTo>
                    <a:pt x="1691481" y="1048472"/>
                  </a:moveTo>
                  <a:lnTo>
                    <a:pt x="1891156" y="1070312"/>
                  </a:lnTo>
                  <a:lnTo>
                    <a:pt x="2006346" y="1061574"/>
                  </a:lnTo>
                  <a:lnTo>
                    <a:pt x="2090822" y="1079051"/>
                  </a:lnTo>
                  <a:lnTo>
                    <a:pt x="2113864" y="1105265"/>
                  </a:lnTo>
                  <a:lnTo>
                    <a:pt x="2175299" y="1113993"/>
                  </a:lnTo>
                  <a:lnTo>
                    <a:pt x="2229062" y="1140208"/>
                  </a:lnTo>
                  <a:lnTo>
                    <a:pt x="2275137" y="1148946"/>
                  </a:lnTo>
                  <a:lnTo>
                    <a:pt x="2328900" y="1140208"/>
                  </a:lnTo>
                  <a:lnTo>
                    <a:pt x="2328900" y="1162048"/>
                  </a:lnTo>
                  <a:lnTo>
                    <a:pt x="2374974" y="1170787"/>
                  </a:lnTo>
                  <a:lnTo>
                    <a:pt x="2436409" y="1135844"/>
                  </a:lnTo>
                  <a:lnTo>
                    <a:pt x="2582321" y="1083415"/>
                  </a:lnTo>
                  <a:lnTo>
                    <a:pt x="2758955" y="1083415"/>
                  </a:lnTo>
                  <a:lnTo>
                    <a:pt x="2843431" y="1052836"/>
                  </a:lnTo>
                  <a:lnTo>
                    <a:pt x="2897195" y="996043"/>
                  </a:lnTo>
                  <a:lnTo>
                    <a:pt x="2981671" y="961100"/>
                  </a:lnTo>
                  <a:lnTo>
                    <a:pt x="2981671" y="947988"/>
                  </a:lnTo>
                  <a:lnTo>
                    <a:pt x="2935588" y="891195"/>
                  </a:lnTo>
                  <a:lnTo>
                    <a:pt x="2966310" y="830037"/>
                  </a:lnTo>
                  <a:lnTo>
                    <a:pt x="2981671" y="821299"/>
                  </a:lnTo>
                  <a:lnTo>
                    <a:pt x="3127583" y="856252"/>
                  </a:lnTo>
                  <a:lnTo>
                    <a:pt x="3173657" y="834401"/>
                  </a:lnTo>
                  <a:lnTo>
                    <a:pt x="3204379" y="790720"/>
                  </a:lnTo>
                  <a:lnTo>
                    <a:pt x="3304216" y="786346"/>
                  </a:lnTo>
                  <a:lnTo>
                    <a:pt x="3350291" y="760142"/>
                  </a:lnTo>
                  <a:lnTo>
                    <a:pt x="3357971" y="733927"/>
                  </a:lnTo>
                  <a:lnTo>
                    <a:pt x="3381013" y="703349"/>
                  </a:lnTo>
                  <a:lnTo>
                    <a:pt x="3450128" y="694610"/>
                  </a:lnTo>
                  <a:lnTo>
                    <a:pt x="3457809" y="672770"/>
                  </a:lnTo>
                  <a:lnTo>
                    <a:pt x="3488522" y="677134"/>
                  </a:lnTo>
                  <a:lnTo>
                    <a:pt x="3534605" y="655294"/>
                  </a:lnTo>
                  <a:lnTo>
                    <a:pt x="3572998" y="659658"/>
                  </a:lnTo>
                  <a:lnTo>
                    <a:pt x="3588359" y="655294"/>
                  </a:lnTo>
                  <a:lnTo>
                    <a:pt x="3603720" y="664032"/>
                  </a:lnTo>
                  <a:lnTo>
                    <a:pt x="3657475" y="668396"/>
                  </a:lnTo>
                  <a:lnTo>
                    <a:pt x="3680516" y="659658"/>
                  </a:lnTo>
                  <a:lnTo>
                    <a:pt x="3657475" y="611603"/>
                  </a:lnTo>
                  <a:lnTo>
                    <a:pt x="3549966" y="532969"/>
                  </a:lnTo>
                  <a:lnTo>
                    <a:pt x="3496202" y="528605"/>
                  </a:lnTo>
                  <a:lnTo>
                    <a:pt x="3450128" y="563548"/>
                  </a:lnTo>
                  <a:lnTo>
                    <a:pt x="3404045" y="541707"/>
                  </a:lnTo>
                  <a:lnTo>
                    <a:pt x="3350291" y="546081"/>
                  </a:lnTo>
                  <a:lnTo>
                    <a:pt x="3327249" y="563548"/>
                  </a:lnTo>
                  <a:lnTo>
                    <a:pt x="3296536" y="541707"/>
                  </a:lnTo>
                  <a:lnTo>
                    <a:pt x="3288855" y="515493"/>
                  </a:lnTo>
                  <a:lnTo>
                    <a:pt x="3319569" y="506754"/>
                  </a:lnTo>
                  <a:lnTo>
                    <a:pt x="3319569" y="476176"/>
                  </a:lnTo>
                  <a:lnTo>
                    <a:pt x="3396374" y="349487"/>
                  </a:lnTo>
                  <a:lnTo>
                    <a:pt x="3488522" y="380066"/>
                  </a:lnTo>
                  <a:lnTo>
                    <a:pt x="3557646" y="340749"/>
                  </a:lnTo>
                  <a:lnTo>
                    <a:pt x="3619081" y="323272"/>
                  </a:lnTo>
                  <a:lnTo>
                    <a:pt x="3626762" y="301432"/>
                  </a:lnTo>
                  <a:lnTo>
                    <a:pt x="3611401" y="297068"/>
                  </a:lnTo>
                  <a:lnTo>
                    <a:pt x="3642123" y="257751"/>
                  </a:lnTo>
                  <a:lnTo>
                    <a:pt x="3642123" y="244639"/>
                  </a:lnTo>
                  <a:lnTo>
                    <a:pt x="3657475" y="227162"/>
                  </a:lnTo>
                  <a:lnTo>
                    <a:pt x="3695877" y="166005"/>
                  </a:lnTo>
                  <a:lnTo>
                    <a:pt x="3741952" y="139791"/>
                  </a:lnTo>
                  <a:lnTo>
                    <a:pt x="3749632" y="122324"/>
                  </a:lnTo>
                  <a:lnTo>
                    <a:pt x="3749632" y="109212"/>
                  </a:lnTo>
                  <a:lnTo>
                    <a:pt x="3734271" y="100474"/>
                  </a:lnTo>
                  <a:lnTo>
                    <a:pt x="3741952" y="83007"/>
                  </a:lnTo>
                  <a:lnTo>
                    <a:pt x="3718919" y="69895"/>
                  </a:lnTo>
                  <a:lnTo>
                    <a:pt x="3688197" y="74269"/>
                  </a:lnTo>
                  <a:lnTo>
                    <a:pt x="3688197" y="61157"/>
                  </a:lnTo>
                  <a:lnTo>
                    <a:pt x="3757313" y="8738"/>
                  </a:lnTo>
                  <a:lnTo>
                    <a:pt x="3811067" y="0"/>
                  </a:lnTo>
                  <a:lnTo>
                    <a:pt x="3841789" y="30578"/>
                  </a:lnTo>
                  <a:lnTo>
                    <a:pt x="3788034" y="78633"/>
                  </a:lnTo>
                  <a:lnTo>
                    <a:pt x="3826428" y="91735"/>
                  </a:lnTo>
                  <a:lnTo>
                    <a:pt x="3834109" y="104848"/>
                  </a:lnTo>
                  <a:lnTo>
                    <a:pt x="3857150" y="104848"/>
                  </a:lnTo>
                  <a:lnTo>
                    <a:pt x="3872511" y="83007"/>
                  </a:lnTo>
                  <a:lnTo>
                    <a:pt x="3918585" y="109212"/>
                  </a:lnTo>
                  <a:lnTo>
                    <a:pt x="3910905" y="126688"/>
                  </a:lnTo>
                  <a:lnTo>
                    <a:pt x="3941627" y="200958"/>
                  </a:lnTo>
                  <a:lnTo>
                    <a:pt x="3972340" y="209696"/>
                  </a:lnTo>
                  <a:lnTo>
                    <a:pt x="4003062" y="196584"/>
                  </a:lnTo>
                  <a:lnTo>
                    <a:pt x="4064497" y="205322"/>
                  </a:lnTo>
                  <a:lnTo>
                    <a:pt x="4079858" y="196584"/>
                  </a:lnTo>
                  <a:lnTo>
                    <a:pt x="4110580" y="196584"/>
                  </a:lnTo>
                  <a:lnTo>
                    <a:pt x="4125941" y="170379"/>
                  </a:lnTo>
                  <a:lnTo>
                    <a:pt x="4148973" y="170379"/>
                  </a:lnTo>
                  <a:lnTo>
                    <a:pt x="4210417" y="231536"/>
                  </a:lnTo>
                  <a:lnTo>
                    <a:pt x="4187376" y="257751"/>
                  </a:lnTo>
                  <a:lnTo>
                    <a:pt x="4187376" y="279591"/>
                  </a:lnTo>
                  <a:lnTo>
                    <a:pt x="4148973" y="318908"/>
                  </a:lnTo>
                  <a:lnTo>
                    <a:pt x="4133621" y="349487"/>
                  </a:lnTo>
                  <a:lnTo>
                    <a:pt x="4141293" y="415018"/>
                  </a:lnTo>
                  <a:lnTo>
                    <a:pt x="4102899" y="419382"/>
                  </a:lnTo>
                  <a:lnTo>
                    <a:pt x="4072177" y="519867"/>
                  </a:lnTo>
                  <a:lnTo>
                    <a:pt x="4056816" y="480550"/>
                  </a:lnTo>
                  <a:lnTo>
                    <a:pt x="3895544" y="594136"/>
                  </a:lnTo>
                  <a:lnTo>
                    <a:pt x="3949307" y="659658"/>
                  </a:lnTo>
                  <a:lnTo>
                    <a:pt x="3980020" y="642191"/>
                  </a:lnTo>
                  <a:lnTo>
                    <a:pt x="3980020" y="633453"/>
                  </a:lnTo>
                  <a:lnTo>
                    <a:pt x="3987701" y="633453"/>
                  </a:lnTo>
                  <a:lnTo>
                    <a:pt x="3995381" y="646555"/>
                  </a:lnTo>
                  <a:lnTo>
                    <a:pt x="3995381" y="642191"/>
                  </a:lnTo>
                  <a:lnTo>
                    <a:pt x="3995381" y="664032"/>
                  </a:lnTo>
                  <a:lnTo>
                    <a:pt x="3949307" y="672770"/>
                  </a:lnTo>
                  <a:lnTo>
                    <a:pt x="3964668" y="707713"/>
                  </a:lnTo>
                  <a:lnTo>
                    <a:pt x="3926266" y="729563"/>
                  </a:lnTo>
                  <a:lnTo>
                    <a:pt x="3918585" y="760142"/>
                  </a:lnTo>
                  <a:lnTo>
                    <a:pt x="3895544" y="742665"/>
                  </a:lnTo>
                  <a:lnTo>
                    <a:pt x="3880192" y="751404"/>
                  </a:lnTo>
                  <a:lnTo>
                    <a:pt x="3841789" y="729563"/>
                  </a:lnTo>
                  <a:lnTo>
                    <a:pt x="3834109" y="755768"/>
                  </a:lnTo>
                  <a:lnTo>
                    <a:pt x="3849470" y="760142"/>
                  </a:lnTo>
                  <a:lnTo>
                    <a:pt x="3880192" y="803823"/>
                  </a:lnTo>
                  <a:lnTo>
                    <a:pt x="3864831" y="843140"/>
                  </a:lnTo>
                  <a:lnTo>
                    <a:pt x="3887872" y="904307"/>
                  </a:lnTo>
                  <a:lnTo>
                    <a:pt x="3956988" y="882456"/>
                  </a:lnTo>
                  <a:lnTo>
                    <a:pt x="3987701" y="956726"/>
                  </a:lnTo>
                  <a:lnTo>
                    <a:pt x="3972340" y="978566"/>
                  </a:lnTo>
                  <a:lnTo>
                    <a:pt x="4003062" y="991679"/>
                  </a:lnTo>
                  <a:lnTo>
                    <a:pt x="3995381" y="1026621"/>
                  </a:lnTo>
                  <a:lnTo>
                    <a:pt x="3972340" y="1030996"/>
                  </a:lnTo>
                  <a:lnTo>
                    <a:pt x="3956988" y="1048472"/>
                  </a:lnTo>
                  <a:lnTo>
                    <a:pt x="3926266" y="1057210"/>
                  </a:lnTo>
                  <a:lnTo>
                    <a:pt x="3887872" y="1044098"/>
                  </a:lnTo>
                  <a:lnTo>
                    <a:pt x="3887872" y="1061574"/>
                  </a:lnTo>
                  <a:lnTo>
                    <a:pt x="3857150" y="1057210"/>
                  </a:lnTo>
                  <a:lnTo>
                    <a:pt x="3834109" y="1083415"/>
                  </a:lnTo>
                  <a:lnTo>
                    <a:pt x="3811067" y="1079051"/>
                  </a:lnTo>
                  <a:lnTo>
                    <a:pt x="3726591" y="1118367"/>
                  </a:lnTo>
                  <a:lnTo>
                    <a:pt x="3695877" y="1157684"/>
                  </a:lnTo>
                  <a:lnTo>
                    <a:pt x="3672836" y="1109629"/>
                  </a:lnTo>
                  <a:lnTo>
                    <a:pt x="3642123" y="1092153"/>
                  </a:lnTo>
                  <a:lnTo>
                    <a:pt x="3626762" y="1100891"/>
                  </a:lnTo>
                  <a:lnTo>
                    <a:pt x="3619081" y="1157684"/>
                  </a:lnTo>
                  <a:lnTo>
                    <a:pt x="3634442" y="1166422"/>
                  </a:lnTo>
                  <a:lnTo>
                    <a:pt x="3619081" y="1197001"/>
                  </a:lnTo>
                  <a:lnTo>
                    <a:pt x="3542285" y="1197001"/>
                  </a:lnTo>
                  <a:lnTo>
                    <a:pt x="3519244" y="1153320"/>
                  </a:lnTo>
                  <a:lnTo>
                    <a:pt x="3534605" y="1148946"/>
                  </a:lnTo>
                  <a:lnTo>
                    <a:pt x="3534605" y="1118367"/>
                  </a:lnTo>
                  <a:lnTo>
                    <a:pt x="3519244" y="1122732"/>
                  </a:lnTo>
                  <a:lnTo>
                    <a:pt x="3503883" y="1105265"/>
                  </a:lnTo>
                  <a:lnTo>
                    <a:pt x="3511563" y="1087789"/>
                  </a:lnTo>
                  <a:lnTo>
                    <a:pt x="3488522" y="1065938"/>
                  </a:lnTo>
                  <a:lnTo>
                    <a:pt x="3465489" y="1070312"/>
                  </a:lnTo>
                  <a:lnTo>
                    <a:pt x="3450128" y="1083415"/>
                  </a:lnTo>
                  <a:lnTo>
                    <a:pt x="3411726" y="1087789"/>
                  </a:lnTo>
                  <a:lnTo>
                    <a:pt x="3404045" y="1127106"/>
                  </a:lnTo>
                  <a:lnTo>
                    <a:pt x="3357971" y="1127106"/>
                  </a:lnTo>
                  <a:lnTo>
                    <a:pt x="3334930" y="1148946"/>
                  </a:lnTo>
                  <a:lnTo>
                    <a:pt x="3327249" y="1135844"/>
                  </a:lnTo>
                  <a:lnTo>
                    <a:pt x="3265814" y="1170787"/>
                  </a:lnTo>
                  <a:lnTo>
                    <a:pt x="3242773" y="1166422"/>
                  </a:lnTo>
                  <a:lnTo>
                    <a:pt x="3235092" y="1118367"/>
                  </a:lnTo>
                  <a:lnTo>
                    <a:pt x="3204379" y="1113993"/>
                  </a:lnTo>
                  <a:lnTo>
                    <a:pt x="3173657" y="1148946"/>
                  </a:lnTo>
                  <a:lnTo>
                    <a:pt x="3181337" y="1170787"/>
                  </a:lnTo>
                  <a:lnTo>
                    <a:pt x="3150624" y="1183899"/>
                  </a:lnTo>
                  <a:lnTo>
                    <a:pt x="3158296" y="1205739"/>
                  </a:lnTo>
                  <a:lnTo>
                    <a:pt x="3150624" y="1214477"/>
                  </a:lnTo>
                  <a:lnTo>
                    <a:pt x="3165976" y="1253794"/>
                  </a:lnTo>
                  <a:lnTo>
                    <a:pt x="3165976" y="1275635"/>
                  </a:lnTo>
                  <a:lnTo>
                    <a:pt x="3142944" y="1275635"/>
                  </a:lnTo>
                  <a:lnTo>
                    <a:pt x="3119902" y="1293111"/>
                  </a:lnTo>
                  <a:lnTo>
                    <a:pt x="3089180" y="1288747"/>
                  </a:lnTo>
                  <a:lnTo>
                    <a:pt x="3050787" y="1310588"/>
                  </a:lnTo>
                  <a:lnTo>
                    <a:pt x="3012384" y="1301849"/>
                  </a:lnTo>
                  <a:lnTo>
                    <a:pt x="2981671" y="1367381"/>
                  </a:lnTo>
                  <a:lnTo>
                    <a:pt x="2935588" y="1363007"/>
                  </a:lnTo>
                  <a:lnTo>
                    <a:pt x="2927908" y="1384857"/>
                  </a:lnTo>
                  <a:lnTo>
                    <a:pt x="2904875" y="1389221"/>
                  </a:lnTo>
                  <a:lnTo>
                    <a:pt x="2904875" y="1367381"/>
                  </a:lnTo>
                  <a:lnTo>
                    <a:pt x="2866473" y="1397959"/>
                  </a:lnTo>
                  <a:lnTo>
                    <a:pt x="2820398" y="1380483"/>
                  </a:lnTo>
                  <a:lnTo>
                    <a:pt x="2828070" y="1397959"/>
                  </a:lnTo>
                  <a:lnTo>
                    <a:pt x="2797357" y="1402324"/>
                  </a:lnTo>
                  <a:lnTo>
                    <a:pt x="2805037" y="1411062"/>
                  </a:lnTo>
                  <a:lnTo>
                    <a:pt x="2720561" y="1494069"/>
                  </a:lnTo>
                  <a:lnTo>
                    <a:pt x="2728241" y="1524648"/>
                  </a:lnTo>
                  <a:lnTo>
                    <a:pt x="2712880" y="1529012"/>
                  </a:lnTo>
                  <a:lnTo>
                    <a:pt x="2705200" y="1524648"/>
                  </a:lnTo>
                  <a:lnTo>
                    <a:pt x="2697519" y="1555227"/>
                  </a:lnTo>
                  <a:lnTo>
                    <a:pt x="2651445" y="1563965"/>
                  </a:lnTo>
                  <a:lnTo>
                    <a:pt x="2605362" y="1537750"/>
                  </a:lnTo>
                  <a:lnTo>
                    <a:pt x="2574649" y="1515910"/>
                  </a:lnTo>
                  <a:lnTo>
                    <a:pt x="2528566" y="1507172"/>
                  </a:lnTo>
                  <a:lnTo>
                    <a:pt x="2505525" y="1494069"/>
                  </a:lnTo>
                  <a:lnTo>
                    <a:pt x="2543927" y="1428538"/>
                  </a:lnTo>
                  <a:lnTo>
                    <a:pt x="2528566" y="1389221"/>
                  </a:lnTo>
                  <a:lnTo>
                    <a:pt x="2490173" y="1397959"/>
                  </a:lnTo>
                  <a:lnTo>
                    <a:pt x="2451770" y="1454753"/>
                  </a:lnTo>
                  <a:lnTo>
                    <a:pt x="2444090" y="1546489"/>
                  </a:lnTo>
                  <a:lnTo>
                    <a:pt x="2313539" y="1581441"/>
                  </a:lnTo>
                  <a:lnTo>
                    <a:pt x="2236743" y="1542124"/>
                  </a:lnTo>
                  <a:lnTo>
                    <a:pt x="2229062" y="1524648"/>
                  </a:lnTo>
                  <a:lnTo>
                    <a:pt x="2244423" y="1511546"/>
                  </a:lnTo>
                  <a:lnTo>
                    <a:pt x="2236743" y="1489695"/>
                  </a:lnTo>
                  <a:lnTo>
                    <a:pt x="2305858" y="1428538"/>
                  </a:lnTo>
                  <a:lnTo>
                    <a:pt x="2290498" y="1384857"/>
                  </a:lnTo>
                  <a:lnTo>
                    <a:pt x="2229062" y="1393585"/>
                  </a:lnTo>
                  <a:lnTo>
                    <a:pt x="2198340" y="1415436"/>
                  </a:lnTo>
                  <a:lnTo>
                    <a:pt x="2152266" y="1402324"/>
                  </a:lnTo>
                  <a:lnTo>
                    <a:pt x="2098503" y="1415436"/>
                  </a:lnTo>
                  <a:lnTo>
                    <a:pt x="2113864" y="1437276"/>
                  </a:lnTo>
                  <a:lnTo>
                    <a:pt x="2090822" y="1459117"/>
                  </a:lnTo>
                  <a:lnTo>
                    <a:pt x="2052429" y="1450379"/>
                  </a:lnTo>
                  <a:lnTo>
                    <a:pt x="2044748" y="1424174"/>
                  </a:lnTo>
                  <a:lnTo>
                    <a:pt x="2021707" y="1432912"/>
                  </a:lnTo>
                  <a:lnTo>
                    <a:pt x="2006346" y="1384857"/>
                  </a:lnTo>
                  <a:lnTo>
                    <a:pt x="1983313" y="1384857"/>
                  </a:lnTo>
                  <a:lnTo>
                    <a:pt x="1937230" y="1349904"/>
                  </a:lnTo>
                  <a:lnTo>
                    <a:pt x="1891156" y="1341166"/>
                  </a:lnTo>
                  <a:lnTo>
                    <a:pt x="1944911" y="1301849"/>
                  </a:lnTo>
                  <a:lnTo>
                    <a:pt x="1952591" y="1262532"/>
                  </a:lnTo>
                  <a:lnTo>
                    <a:pt x="1929550" y="1227580"/>
                  </a:lnTo>
                  <a:lnTo>
                    <a:pt x="1868115" y="1240692"/>
                  </a:lnTo>
                  <a:lnTo>
                    <a:pt x="1852754" y="1258158"/>
                  </a:lnTo>
                  <a:lnTo>
                    <a:pt x="1845073" y="1249420"/>
                  </a:lnTo>
                  <a:lnTo>
                    <a:pt x="1829721" y="1266897"/>
                  </a:lnTo>
                  <a:lnTo>
                    <a:pt x="1806680" y="1253794"/>
                  </a:lnTo>
                  <a:lnTo>
                    <a:pt x="1814360" y="1262532"/>
                  </a:lnTo>
                  <a:lnTo>
                    <a:pt x="1791319" y="1271271"/>
                  </a:lnTo>
                  <a:lnTo>
                    <a:pt x="1791319" y="1236318"/>
                  </a:lnTo>
                  <a:lnTo>
                    <a:pt x="1714522" y="1179525"/>
                  </a:lnTo>
                  <a:lnTo>
                    <a:pt x="1745244" y="1166422"/>
                  </a:lnTo>
                  <a:lnTo>
                    <a:pt x="1745244" y="115332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8"/>
            <p:cNvSpPr/>
            <p:nvPr/>
          </p:nvSpPr>
          <p:spPr>
            <a:xfrm>
              <a:off x="2386271" y="1988091"/>
              <a:ext cx="2851112" cy="1483822"/>
            </a:xfrm>
            <a:custGeom>
              <a:avLst/>
              <a:pathLst>
                <a:path w="2851112" h="1483822">
                  <a:moveTo>
                    <a:pt x="1691481" y="1038225"/>
                  </a:moveTo>
                  <a:lnTo>
                    <a:pt x="1706842" y="1038225"/>
                  </a:lnTo>
                  <a:lnTo>
                    <a:pt x="1714522" y="1020748"/>
                  </a:lnTo>
                  <a:lnTo>
                    <a:pt x="1791319" y="1042589"/>
                  </a:lnTo>
                  <a:lnTo>
                    <a:pt x="1806680" y="1038225"/>
                  </a:lnTo>
                  <a:lnTo>
                    <a:pt x="1806680" y="994534"/>
                  </a:lnTo>
                  <a:lnTo>
                    <a:pt x="1783638" y="985805"/>
                  </a:lnTo>
                  <a:lnTo>
                    <a:pt x="1775958" y="968329"/>
                  </a:lnTo>
                  <a:lnTo>
                    <a:pt x="1829721" y="937750"/>
                  </a:lnTo>
                  <a:lnTo>
                    <a:pt x="1806680" y="902798"/>
                  </a:lnTo>
                  <a:lnTo>
                    <a:pt x="1760597" y="863481"/>
                  </a:lnTo>
                  <a:lnTo>
                    <a:pt x="1768277" y="815426"/>
                  </a:lnTo>
                  <a:lnTo>
                    <a:pt x="1745244" y="824164"/>
                  </a:lnTo>
                  <a:lnTo>
                    <a:pt x="1729883" y="797949"/>
                  </a:lnTo>
                  <a:lnTo>
                    <a:pt x="1921869" y="745530"/>
                  </a:lnTo>
                  <a:lnTo>
                    <a:pt x="1921869" y="736792"/>
                  </a:lnTo>
                  <a:lnTo>
                    <a:pt x="1990994" y="728054"/>
                  </a:lnTo>
                  <a:lnTo>
                    <a:pt x="1990994" y="749894"/>
                  </a:lnTo>
                  <a:lnTo>
                    <a:pt x="2037068" y="754268"/>
                  </a:lnTo>
                  <a:lnTo>
                    <a:pt x="2052429" y="776109"/>
                  </a:lnTo>
                  <a:lnTo>
                    <a:pt x="2090822" y="771735"/>
                  </a:lnTo>
                  <a:lnTo>
                    <a:pt x="2113864" y="811052"/>
                  </a:lnTo>
                  <a:lnTo>
                    <a:pt x="2152266" y="806688"/>
                  </a:lnTo>
                  <a:lnTo>
                    <a:pt x="2190660" y="819790"/>
                  </a:lnTo>
                  <a:lnTo>
                    <a:pt x="2213701" y="811052"/>
                  </a:lnTo>
                  <a:lnTo>
                    <a:pt x="2259776" y="837266"/>
                  </a:lnTo>
                  <a:lnTo>
                    <a:pt x="2275137" y="824164"/>
                  </a:lnTo>
                  <a:lnTo>
                    <a:pt x="2298178" y="828528"/>
                  </a:lnTo>
                  <a:lnTo>
                    <a:pt x="2298178" y="802323"/>
                  </a:lnTo>
                  <a:lnTo>
                    <a:pt x="2336572" y="789211"/>
                  </a:lnTo>
                  <a:lnTo>
                    <a:pt x="2328900" y="728054"/>
                  </a:lnTo>
                  <a:lnTo>
                    <a:pt x="2428729" y="767371"/>
                  </a:lnTo>
                  <a:lnTo>
                    <a:pt x="2444090" y="745530"/>
                  </a:lnTo>
                  <a:lnTo>
                    <a:pt x="2467131" y="754268"/>
                  </a:lnTo>
                  <a:lnTo>
                    <a:pt x="2482492" y="741156"/>
                  </a:lnTo>
                  <a:lnTo>
                    <a:pt x="2513205" y="754268"/>
                  </a:lnTo>
                  <a:lnTo>
                    <a:pt x="2574649" y="811052"/>
                  </a:lnTo>
                  <a:lnTo>
                    <a:pt x="2605362" y="819790"/>
                  </a:lnTo>
                  <a:lnTo>
                    <a:pt x="2590001" y="802323"/>
                  </a:lnTo>
                  <a:lnTo>
                    <a:pt x="2597682" y="797949"/>
                  </a:lnTo>
                  <a:lnTo>
                    <a:pt x="2628404" y="819790"/>
                  </a:lnTo>
                  <a:lnTo>
                    <a:pt x="2651445" y="824164"/>
                  </a:lnTo>
                  <a:lnTo>
                    <a:pt x="2689839" y="863481"/>
                  </a:lnTo>
                  <a:lnTo>
                    <a:pt x="2720561" y="859107"/>
                  </a:lnTo>
                  <a:lnTo>
                    <a:pt x="2743594" y="885321"/>
                  </a:lnTo>
                  <a:lnTo>
                    <a:pt x="2758955" y="876583"/>
                  </a:lnTo>
                  <a:lnTo>
                    <a:pt x="2774316" y="902798"/>
                  </a:lnTo>
                  <a:lnTo>
                    <a:pt x="2812718" y="929012"/>
                  </a:lnTo>
                  <a:lnTo>
                    <a:pt x="2805037" y="950853"/>
                  </a:lnTo>
                  <a:lnTo>
                    <a:pt x="2820398" y="963955"/>
                  </a:lnTo>
                  <a:lnTo>
                    <a:pt x="2812718" y="972693"/>
                  </a:lnTo>
                  <a:lnTo>
                    <a:pt x="2835751" y="1012010"/>
                  </a:lnTo>
                  <a:lnTo>
                    <a:pt x="2851112" y="1020748"/>
                  </a:lnTo>
                  <a:lnTo>
                    <a:pt x="2843431" y="1038225"/>
                  </a:lnTo>
                  <a:lnTo>
                    <a:pt x="2843431" y="1055701"/>
                  </a:lnTo>
                  <a:lnTo>
                    <a:pt x="2820398" y="1068803"/>
                  </a:lnTo>
                  <a:lnTo>
                    <a:pt x="2835751" y="1086280"/>
                  </a:lnTo>
                  <a:lnTo>
                    <a:pt x="2805037" y="1086280"/>
                  </a:lnTo>
                  <a:lnTo>
                    <a:pt x="2789677" y="1103756"/>
                  </a:lnTo>
                  <a:lnTo>
                    <a:pt x="2797357" y="1125596"/>
                  </a:lnTo>
                  <a:lnTo>
                    <a:pt x="2758955" y="1160549"/>
                  </a:lnTo>
                  <a:lnTo>
                    <a:pt x="2758955" y="1182390"/>
                  </a:lnTo>
                  <a:lnTo>
                    <a:pt x="2781996" y="1204230"/>
                  </a:lnTo>
                  <a:lnTo>
                    <a:pt x="2774316" y="1217342"/>
                  </a:lnTo>
                  <a:lnTo>
                    <a:pt x="2735922" y="1234809"/>
                  </a:lnTo>
                  <a:lnTo>
                    <a:pt x="2674478" y="1208604"/>
                  </a:lnTo>
                  <a:lnTo>
                    <a:pt x="2659117" y="1217342"/>
                  </a:lnTo>
                  <a:lnTo>
                    <a:pt x="2697519" y="1278500"/>
                  </a:lnTo>
                  <a:lnTo>
                    <a:pt x="2720561" y="1274126"/>
                  </a:lnTo>
                  <a:lnTo>
                    <a:pt x="2728241" y="1291602"/>
                  </a:lnTo>
                  <a:lnTo>
                    <a:pt x="2743594" y="1291602"/>
                  </a:lnTo>
                  <a:lnTo>
                    <a:pt x="2735922" y="1313452"/>
                  </a:lnTo>
                  <a:lnTo>
                    <a:pt x="2743594" y="1322181"/>
                  </a:lnTo>
                  <a:lnTo>
                    <a:pt x="2728241" y="1330919"/>
                  </a:lnTo>
                  <a:lnTo>
                    <a:pt x="2689839" y="1322181"/>
                  </a:lnTo>
                  <a:lnTo>
                    <a:pt x="2697519" y="1374610"/>
                  </a:lnTo>
                  <a:lnTo>
                    <a:pt x="2651445" y="1378974"/>
                  </a:lnTo>
                  <a:lnTo>
                    <a:pt x="2651445" y="1392086"/>
                  </a:lnTo>
                  <a:lnTo>
                    <a:pt x="2620723" y="1370236"/>
                  </a:lnTo>
                  <a:lnTo>
                    <a:pt x="2597682" y="1378974"/>
                  </a:lnTo>
                  <a:lnTo>
                    <a:pt x="2597682" y="1357133"/>
                  </a:lnTo>
                  <a:lnTo>
                    <a:pt x="2574649" y="1344031"/>
                  </a:lnTo>
                  <a:lnTo>
                    <a:pt x="2566969" y="1370236"/>
                  </a:lnTo>
                  <a:lnTo>
                    <a:pt x="2520886" y="1352769"/>
                  </a:lnTo>
                  <a:lnTo>
                    <a:pt x="2520886" y="1339657"/>
                  </a:lnTo>
                  <a:lnTo>
                    <a:pt x="2490173" y="1326555"/>
                  </a:lnTo>
                  <a:lnTo>
                    <a:pt x="2451770" y="1239183"/>
                  </a:lnTo>
                  <a:lnTo>
                    <a:pt x="2398016" y="1226071"/>
                  </a:lnTo>
                  <a:lnTo>
                    <a:pt x="2382655" y="1234809"/>
                  </a:lnTo>
                  <a:lnTo>
                    <a:pt x="2390335" y="1252285"/>
                  </a:lnTo>
                  <a:lnTo>
                    <a:pt x="2359613" y="1256659"/>
                  </a:lnTo>
                  <a:lnTo>
                    <a:pt x="2367294" y="1287238"/>
                  </a:lnTo>
                  <a:lnTo>
                    <a:pt x="2390335" y="1304714"/>
                  </a:lnTo>
                  <a:lnTo>
                    <a:pt x="2359613" y="1357133"/>
                  </a:lnTo>
                  <a:lnTo>
                    <a:pt x="2367294" y="1374610"/>
                  </a:lnTo>
                  <a:lnTo>
                    <a:pt x="2390335" y="1392086"/>
                  </a:lnTo>
                  <a:lnTo>
                    <a:pt x="2359613" y="1387712"/>
                  </a:lnTo>
                  <a:lnTo>
                    <a:pt x="2351933" y="1435767"/>
                  </a:lnTo>
                  <a:lnTo>
                    <a:pt x="2305858" y="1444505"/>
                  </a:lnTo>
                  <a:lnTo>
                    <a:pt x="2313539" y="1475084"/>
                  </a:lnTo>
                  <a:lnTo>
                    <a:pt x="2282817" y="1470720"/>
                  </a:lnTo>
                  <a:lnTo>
                    <a:pt x="2259776" y="1448879"/>
                  </a:lnTo>
                  <a:lnTo>
                    <a:pt x="2252095" y="1483822"/>
                  </a:lnTo>
                  <a:lnTo>
                    <a:pt x="2236743" y="1461982"/>
                  </a:lnTo>
                  <a:lnTo>
                    <a:pt x="2221382" y="1475084"/>
                  </a:lnTo>
                  <a:lnTo>
                    <a:pt x="2190660" y="1461982"/>
                  </a:lnTo>
                  <a:lnTo>
                    <a:pt x="2182979" y="1444505"/>
                  </a:lnTo>
                  <a:lnTo>
                    <a:pt x="2182979" y="1427029"/>
                  </a:lnTo>
                  <a:lnTo>
                    <a:pt x="2175299" y="1422665"/>
                  </a:lnTo>
                  <a:lnTo>
                    <a:pt x="2167619" y="1409552"/>
                  </a:lnTo>
                  <a:lnTo>
                    <a:pt x="2152266" y="1413927"/>
                  </a:lnTo>
                  <a:lnTo>
                    <a:pt x="2167619" y="1400824"/>
                  </a:lnTo>
                  <a:lnTo>
                    <a:pt x="2121544" y="1383348"/>
                  </a:lnTo>
                  <a:lnTo>
                    <a:pt x="2075470" y="1400824"/>
                  </a:lnTo>
                  <a:lnTo>
                    <a:pt x="2044748" y="1387712"/>
                  </a:lnTo>
                  <a:lnTo>
                    <a:pt x="2021707" y="1396450"/>
                  </a:lnTo>
                  <a:lnTo>
                    <a:pt x="1975633" y="1370236"/>
                  </a:lnTo>
                  <a:lnTo>
                    <a:pt x="1914198" y="1370236"/>
                  </a:lnTo>
                  <a:lnTo>
                    <a:pt x="1906517" y="1361507"/>
                  </a:lnTo>
                  <a:lnTo>
                    <a:pt x="1883476" y="1361507"/>
                  </a:lnTo>
                  <a:lnTo>
                    <a:pt x="1837401" y="1330919"/>
                  </a:lnTo>
                  <a:lnTo>
                    <a:pt x="1775958" y="1330919"/>
                  </a:lnTo>
                  <a:lnTo>
                    <a:pt x="1722203" y="1295976"/>
                  </a:lnTo>
                  <a:lnTo>
                    <a:pt x="1683801" y="1243547"/>
                  </a:lnTo>
                  <a:lnTo>
                    <a:pt x="1699161" y="1208604"/>
                  </a:lnTo>
                  <a:lnTo>
                    <a:pt x="1691481" y="1178016"/>
                  </a:lnTo>
                  <a:lnTo>
                    <a:pt x="1699161" y="1160549"/>
                  </a:lnTo>
                  <a:lnTo>
                    <a:pt x="1676120" y="1156175"/>
                  </a:lnTo>
                  <a:lnTo>
                    <a:pt x="1668448" y="1121232"/>
                  </a:lnTo>
                  <a:lnTo>
                    <a:pt x="1668448" y="1108120"/>
                  </a:lnTo>
                  <a:lnTo>
                    <a:pt x="1691481" y="1103756"/>
                  </a:lnTo>
                  <a:lnTo>
                    <a:pt x="1691481" y="1068803"/>
                  </a:lnTo>
                  <a:lnTo>
                    <a:pt x="1668448" y="1055701"/>
                  </a:lnTo>
                  <a:lnTo>
                    <a:pt x="1660768" y="1042589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9"/>
            <p:cNvSpPr/>
            <p:nvPr/>
          </p:nvSpPr>
          <p:spPr>
            <a:xfrm>
              <a:off x="3438384" y="2241468"/>
              <a:ext cx="2282817" cy="1780890"/>
            </a:xfrm>
            <a:custGeom>
              <a:avLst/>
              <a:pathLst>
                <a:path w="2282817" h="1780890">
                  <a:moveTo>
                    <a:pt x="1691481" y="1038225"/>
                  </a:moveTo>
                  <a:lnTo>
                    <a:pt x="1699161" y="1033860"/>
                  </a:lnTo>
                  <a:lnTo>
                    <a:pt x="1706842" y="1046963"/>
                  </a:lnTo>
                  <a:lnTo>
                    <a:pt x="1699161" y="1081915"/>
                  </a:lnTo>
                  <a:lnTo>
                    <a:pt x="1752925" y="1046963"/>
                  </a:lnTo>
                  <a:lnTo>
                    <a:pt x="1729883" y="998908"/>
                  </a:lnTo>
                  <a:lnTo>
                    <a:pt x="1791319" y="959591"/>
                  </a:lnTo>
                  <a:lnTo>
                    <a:pt x="1806680" y="972693"/>
                  </a:lnTo>
                  <a:lnTo>
                    <a:pt x="1814360" y="1012020"/>
                  </a:lnTo>
                  <a:lnTo>
                    <a:pt x="1898837" y="1029486"/>
                  </a:lnTo>
                  <a:lnTo>
                    <a:pt x="1906517" y="1051337"/>
                  </a:lnTo>
                  <a:lnTo>
                    <a:pt x="1921878" y="1060075"/>
                  </a:lnTo>
                  <a:lnTo>
                    <a:pt x="1914198" y="1068803"/>
                  </a:lnTo>
                  <a:lnTo>
                    <a:pt x="1921878" y="1086280"/>
                  </a:lnTo>
                  <a:lnTo>
                    <a:pt x="1914198" y="1103756"/>
                  </a:lnTo>
                  <a:lnTo>
                    <a:pt x="1921878" y="1116858"/>
                  </a:lnTo>
                  <a:lnTo>
                    <a:pt x="1990994" y="1129970"/>
                  </a:lnTo>
                  <a:lnTo>
                    <a:pt x="2006355" y="1116858"/>
                  </a:lnTo>
                  <a:lnTo>
                    <a:pt x="2006355" y="1103756"/>
                  </a:lnTo>
                  <a:lnTo>
                    <a:pt x="2014035" y="1099392"/>
                  </a:lnTo>
                  <a:lnTo>
                    <a:pt x="2021707" y="1116858"/>
                  </a:lnTo>
                  <a:lnTo>
                    <a:pt x="2067790" y="1103756"/>
                  </a:lnTo>
                  <a:lnTo>
                    <a:pt x="2067790" y="1116858"/>
                  </a:lnTo>
                  <a:lnTo>
                    <a:pt x="2090831" y="1125596"/>
                  </a:lnTo>
                  <a:lnTo>
                    <a:pt x="2152266" y="1121232"/>
                  </a:lnTo>
                  <a:lnTo>
                    <a:pt x="2159947" y="1143073"/>
                  </a:lnTo>
                  <a:lnTo>
                    <a:pt x="2167627" y="1147447"/>
                  </a:lnTo>
                  <a:lnTo>
                    <a:pt x="2182979" y="1138709"/>
                  </a:lnTo>
                  <a:lnTo>
                    <a:pt x="2236743" y="1173651"/>
                  </a:lnTo>
                  <a:lnTo>
                    <a:pt x="2259784" y="1164913"/>
                  </a:lnTo>
                  <a:lnTo>
                    <a:pt x="2282817" y="1169287"/>
                  </a:lnTo>
                  <a:lnTo>
                    <a:pt x="2267456" y="1173651"/>
                  </a:lnTo>
                  <a:lnTo>
                    <a:pt x="2259784" y="1199866"/>
                  </a:lnTo>
                  <a:lnTo>
                    <a:pt x="2282817" y="1221706"/>
                  </a:lnTo>
                  <a:lnTo>
                    <a:pt x="2252104" y="1239183"/>
                  </a:lnTo>
                  <a:lnTo>
                    <a:pt x="2229062" y="1304714"/>
                  </a:lnTo>
                  <a:lnTo>
                    <a:pt x="2190660" y="1304714"/>
                  </a:lnTo>
                  <a:lnTo>
                    <a:pt x="2182979" y="1313452"/>
                  </a:lnTo>
                  <a:lnTo>
                    <a:pt x="2190660" y="1326555"/>
                  </a:lnTo>
                  <a:lnTo>
                    <a:pt x="2152266" y="1387722"/>
                  </a:lnTo>
                  <a:lnTo>
                    <a:pt x="2129225" y="1387722"/>
                  </a:lnTo>
                  <a:lnTo>
                    <a:pt x="2113864" y="1357133"/>
                  </a:lnTo>
                  <a:lnTo>
                    <a:pt x="2083151" y="1370246"/>
                  </a:lnTo>
                  <a:lnTo>
                    <a:pt x="2044748" y="1344031"/>
                  </a:lnTo>
                  <a:lnTo>
                    <a:pt x="2029387" y="1361507"/>
                  </a:lnTo>
                  <a:lnTo>
                    <a:pt x="2021707" y="1378984"/>
                  </a:lnTo>
                  <a:lnTo>
                    <a:pt x="2037068" y="1400824"/>
                  </a:lnTo>
                  <a:lnTo>
                    <a:pt x="1998674" y="1435767"/>
                  </a:lnTo>
                  <a:lnTo>
                    <a:pt x="2014035" y="1457617"/>
                  </a:lnTo>
                  <a:lnTo>
                    <a:pt x="2037068" y="1461982"/>
                  </a:lnTo>
                  <a:lnTo>
                    <a:pt x="2044748" y="1492560"/>
                  </a:lnTo>
                  <a:lnTo>
                    <a:pt x="2083151" y="1501298"/>
                  </a:lnTo>
                  <a:lnTo>
                    <a:pt x="2090831" y="1536251"/>
                  </a:lnTo>
                  <a:lnTo>
                    <a:pt x="2060109" y="1514411"/>
                  </a:lnTo>
                  <a:lnTo>
                    <a:pt x="2029387" y="1544989"/>
                  </a:lnTo>
                  <a:lnTo>
                    <a:pt x="2052429" y="1575568"/>
                  </a:lnTo>
                  <a:lnTo>
                    <a:pt x="2075470" y="1575568"/>
                  </a:lnTo>
                  <a:lnTo>
                    <a:pt x="2090831" y="1606147"/>
                  </a:lnTo>
                  <a:lnTo>
                    <a:pt x="2029387" y="1623623"/>
                  </a:lnTo>
                  <a:lnTo>
                    <a:pt x="2021707" y="1610521"/>
                  </a:lnTo>
                  <a:lnTo>
                    <a:pt x="1998674" y="1614885"/>
                  </a:lnTo>
                  <a:lnTo>
                    <a:pt x="1990994" y="1588670"/>
                  </a:lnTo>
                  <a:lnTo>
                    <a:pt x="1975633" y="1579932"/>
                  </a:lnTo>
                  <a:lnTo>
                    <a:pt x="1960272" y="1597408"/>
                  </a:lnTo>
                  <a:lnTo>
                    <a:pt x="1921878" y="1593044"/>
                  </a:lnTo>
                  <a:lnTo>
                    <a:pt x="1914198" y="1584306"/>
                  </a:lnTo>
                  <a:lnTo>
                    <a:pt x="1921878" y="1575568"/>
                  </a:lnTo>
                  <a:lnTo>
                    <a:pt x="1921878" y="1562466"/>
                  </a:lnTo>
                  <a:lnTo>
                    <a:pt x="1906517" y="1544989"/>
                  </a:lnTo>
                  <a:lnTo>
                    <a:pt x="1921878" y="1527513"/>
                  </a:lnTo>
                  <a:lnTo>
                    <a:pt x="1875795" y="1523149"/>
                  </a:lnTo>
                  <a:lnTo>
                    <a:pt x="1868115" y="1558092"/>
                  </a:lnTo>
                  <a:lnTo>
                    <a:pt x="1837401" y="1575568"/>
                  </a:lnTo>
                  <a:lnTo>
                    <a:pt x="1837401" y="1610521"/>
                  </a:lnTo>
                  <a:lnTo>
                    <a:pt x="1791319" y="1658576"/>
                  </a:lnTo>
                  <a:lnTo>
                    <a:pt x="1798999" y="1750312"/>
                  </a:lnTo>
                  <a:lnTo>
                    <a:pt x="1768286" y="1767788"/>
                  </a:lnTo>
                  <a:lnTo>
                    <a:pt x="1760605" y="1750312"/>
                  </a:lnTo>
                  <a:lnTo>
                    <a:pt x="1722203" y="1776526"/>
                  </a:lnTo>
                  <a:lnTo>
                    <a:pt x="1699161" y="1780890"/>
                  </a:lnTo>
                  <a:lnTo>
                    <a:pt x="1676129" y="1763414"/>
                  </a:lnTo>
                  <a:lnTo>
                    <a:pt x="1683809" y="1750312"/>
                  </a:lnTo>
                  <a:lnTo>
                    <a:pt x="1660768" y="1728471"/>
                  </a:lnTo>
                  <a:lnTo>
                    <a:pt x="1660768" y="1706631"/>
                  </a:lnTo>
                  <a:lnTo>
                    <a:pt x="1660768" y="1715359"/>
                  </a:lnTo>
                  <a:lnTo>
                    <a:pt x="1637726" y="1684780"/>
                  </a:lnTo>
                  <a:lnTo>
                    <a:pt x="1637726" y="1671678"/>
                  </a:lnTo>
                  <a:lnTo>
                    <a:pt x="1599333" y="1601783"/>
                  </a:lnTo>
                  <a:lnTo>
                    <a:pt x="1568611" y="1606147"/>
                  </a:lnTo>
                  <a:lnTo>
                    <a:pt x="1560930" y="1614885"/>
                  </a:lnTo>
                  <a:lnTo>
                    <a:pt x="1537889" y="1575568"/>
                  </a:lnTo>
                  <a:lnTo>
                    <a:pt x="1553250" y="1553727"/>
                  </a:lnTo>
                  <a:lnTo>
                    <a:pt x="1507176" y="1505672"/>
                  </a:lnTo>
                  <a:lnTo>
                    <a:pt x="1484134" y="1536251"/>
                  </a:lnTo>
                  <a:lnTo>
                    <a:pt x="1484134" y="1571204"/>
                  </a:lnTo>
                  <a:lnTo>
                    <a:pt x="1468773" y="1558092"/>
                  </a:lnTo>
                  <a:lnTo>
                    <a:pt x="1461093" y="1461982"/>
                  </a:lnTo>
                  <a:lnTo>
                    <a:pt x="1445732" y="1313452"/>
                  </a:lnTo>
                  <a:lnTo>
                    <a:pt x="1415019" y="1269761"/>
                  </a:lnTo>
                  <a:lnTo>
                    <a:pt x="1438060" y="1247921"/>
                  </a:lnTo>
                  <a:lnTo>
                    <a:pt x="1399658" y="1204230"/>
                  </a:lnTo>
                  <a:lnTo>
                    <a:pt x="1376616" y="1156175"/>
                  </a:lnTo>
                  <a:lnTo>
                    <a:pt x="1338222" y="1138709"/>
                  </a:lnTo>
                  <a:lnTo>
                    <a:pt x="1315181" y="1121232"/>
                  </a:lnTo>
                  <a:lnTo>
                    <a:pt x="1307501" y="1103756"/>
                  </a:lnTo>
                  <a:lnTo>
                    <a:pt x="1338222" y="1051337"/>
                  </a:lnTo>
                  <a:lnTo>
                    <a:pt x="1315181" y="1033860"/>
                  </a:lnTo>
                  <a:lnTo>
                    <a:pt x="1307501" y="1003282"/>
                  </a:lnTo>
                  <a:lnTo>
                    <a:pt x="1338222" y="998908"/>
                  </a:lnTo>
                  <a:lnTo>
                    <a:pt x="1330542" y="981431"/>
                  </a:lnTo>
                  <a:lnTo>
                    <a:pt x="1345903" y="972693"/>
                  </a:lnTo>
                  <a:lnTo>
                    <a:pt x="1399658" y="985805"/>
                  </a:lnTo>
                  <a:lnTo>
                    <a:pt x="1438060" y="1073177"/>
                  </a:lnTo>
                  <a:lnTo>
                    <a:pt x="1468773" y="1086280"/>
                  </a:lnTo>
                  <a:lnTo>
                    <a:pt x="1468773" y="1099392"/>
                  </a:lnTo>
                  <a:lnTo>
                    <a:pt x="1514856" y="1116858"/>
                  </a:lnTo>
                  <a:lnTo>
                    <a:pt x="1522537" y="1090654"/>
                  </a:lnTo>
                  <a:lnTo>
                    <a:pt x="1545569" y="1103756"/>
                  </a:lnTo>
                  <a:lnTo>
                    <a:pt x="1545569" y="1125596"/>
                  </a:lnTo>
                  <a:lnTo>
                    <a:pt x="1568611" y="1116858"/>
                  </a:lnTo>
                  <a:lnTo>
                    <a:pt x="1599333" y="1138709"/>
                  </a:lnTo>
                  <a:lnTo>
                    <a:pt x="1599333" y="1125596"/>
                  </a:lnTo>
                  <a:lnTo>
                    <a:pt x="1645407" y="1121232"/>
                  </a:lnTo>
                  <a:lnTo>
                    <a:pt x="1637726" y="1068803"/>
                  </a:lnTo>
                  <a:lnTo>
                    <a:pt x="1676129" y="1077541"/>
                  </a:lnTo>
                  <a:lnTo>
                    <a:pt x="1691481" y="1068803"/>
                  </a:lnTo>
                  <a:lnTo>
                    <a:pt x="1683809" y="106007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10"/>
            <p:cNvSpPr/>
            <p:nvPr/>
          </p:nvSpPr>
          <p:spPr>
            <a:xfrm>
              <a:off x="5158628" y="271222"/>
              <a:ext cx="2881834" cy="2025530"/>
            </a:xfrm>
            <a:custGeom>
              <a:avLst/>
              <a:pathLst>
                <a:path w="2881834" h="2025530">
                  <a:moveTo>
                    <a:pt x="1691481" y="1038225"/>
                  </a:moveTo>
                  <a:lnTo>
                    <a:pt x="1883476" y="1016384"/>
                  </a:lnTo>
                  <a:lnTo>
                    <a:pt x="1990994" y="1064439"/>
                  </a:lnTo>
                  <a:lnTo>
                    <a:pt x="2006355" y="1051327"/>
                  </a:lnTo>
                  <a:lnTo>
                    <a:pt x="2052429" y="1064439"/>
                  </a:lnTo>
                  <a:lnTo>
                    <a:pt x="2060109" y="1081905"/>
                  </a:lnTo>
                  <a:lnTo>
                    <a:pt x="2098503" y="1095018"/>
                  </a:lnTo>
                  <a:lnTo>
                    <a:pt x="2090831" y="1112494"/>
                  </a:lnTo>
                  <a:lnTo>
                    <a:pt x="2106183" y="1121232"/>
                  </a:lnTo>
                  <a:lnTo>
                    <a:pt x="2121544" y="1143073"/>
                  </a:lnTo>
                  <a:lnTo>
                    <a:pt x="2121544" y="1151811"/>
                  </a:lnTo>
                  <a:lnTo>
                    <a:pt x="2136905" y="1156175"/>
                  </a:lnTo>
                  <a:lnTo>
                    <a:pt x="2129225" y="1178016"/>
                  </a:lnTo>
                  <a:lnTo>
                    <a:pt x="2167627" y="1234809"/>
                  </a:lnTo>
                  <a:lnTo>
                    <a:pt x="2159947" y="1243547"/>
                  </a:lnTo>
                  <a:lnTo>
                    <a:pt x="2175308" y="1239183"/>
                  </a:lnTo>
                  <a:lnTo>
                    <a:pt x="2167627" y="1261023"/>
                  </a:lnTo>
                  <a:lnTo>
                    <a:pt x="2198340" y="1295976"/>
                  </a:lnTo>
                  <a:lnTo>
                    <a:pt x="2206021" y="1344031"/>
                  </a:lnTo>
                  <a:lnTo>
                    <a:pt x="2229062" y="1348395"/>
                  </a:lnTo>
                  <a:lnTo>
                    <a:pt x="2221382" y="1383348"/>
                  </a:lnTo>
                  <a:lnTo>
                    <a:pt x="2244423" y="1409552"/>
                  </a:lnTo>
                  <a:lnTo>
                    <a:pt x="2328900" y="1413927"/>
                  </a:lnTo>
                  <a:lnTo>
                    <a:pt x="2359613" y="1435767"/>
                  </a:lnTo>
                  <a:lnTo>
                    <a:pt x="2390335" y="1427029"/>
                  </a:lnTo>
                  <a:lnTo>
                    <a:pt x="2459451" y="1483822"/>
                  </a:lnTo>
                  <a:lnTo>
                    <a:pt x="2497853" y="1483822"/>
                  </a:lnTo>
                  <a:lnTo>
                    <a:pt x="2482492" y="1505663"/>
                  </a:lnTo>
                  <a:lnTo>
                    <a:pt x="2513205" y="1540615"/>
                  </a:lnTo>
                  <a:lnTo>
                    <a:pt x="2497853" y="1558092"/>
                  </a:lnTo>
                  <a:lnTo>
                    <a:pt x="2528566" y="1601773"/>
                  </a:lnTo>
                  <a:lnTo>
                    <a:pt x="2659126" y="1597408"/>
                  </a:lnTo>
                  <a:lnTo>
                    <a:pt x="2666806" y="1575568"/>
                  </a:lnTo>
                  <a:lnTo>
                    <a:pt x="2705200" y="1558092"/>
                  </a:lnTo>
                  <a:lnTo>
                    <a:pt x="2743602" y="1558092"/>
                  </a:lnTo>
                  <a:lnTo>
                    <a:pt x="2805037" y="1531877"/>
                  </a:lnTo>
                  <a:lnTo>
                    <a:pt x="2881834" y="1527513"/>
                  </a:lnTo>
                  <a:lnTo>
                    <a:pt x="2851112" y="1544979"/>
                  </a:lnTo>
                  <a:lnTo>
                    <a:pt x="2835751" y="1571194"/>
                  </a:lnTo>
                  <a:lnTo>
                    <a:pt x="2851112" y="1601773"/>
                  </a:lnTo>
                  <a:lnTo>
                    <a:pt x="2835751" y="1623623"/>
                  </a:lnTo>
                  <a:lnTo>
                    <a:pt x="2820398" y="1623623"/>
                  </a:lnTo>
                  <a:lnTo>
                    <a:pt x="2805037" y="1641089"/>
                  </a:lnTo>
                  <a:lnTo>
                    <a:pt x="2805037" y="1654202"/>
                  </a:lnTo>
                  <a:lnTo>
                    <a:pt x="2774316" y="1715359"/>
                  </a:lnTo>
                  <a:lnTo>
                    <a:pt x="2781996" y="1741574"/>
                  </a:lnTo>
                  <a:lnTo>
                    <a:pt x="2743602" y="1785254"/>
                  </a:lnTo>
                  <a:lnTo>
                    <a:pt x="2735922" y="1811469"/>
                  </a:lnTo>
                  <a:lnTo>
                    <a:pt x="2720561" y="1815843"/>
                  </a:lnTo>
                  <a:lnTo>
                    <a:pt x="2705200" y="1855160"/>
                  </a:lnTo>
                  <a:lnTo>
                    <a:pt x="2689839" y="1863898"/>
                  </a:lnTo>
                  <a:lnTo>
                    <a:pt x="2605362" y="1833310"/>
                  </a:lnTo>
                  <a:lnTo>
                    <a:pt x="2574649" y="1863898"/>
                  </a:lnTo>
                  <a:lnTo>
                    <a:pt x="2528566" y="1881365"/>
                  </a:lnTo>
                  <a:lnTo>
                    <a:pt x="2551608" y="1960008"/>
                  </a:lnTo>
                  <a:lnTo>
                    <a:pt x="2543927" y="1994951"/>
                  </a:lnTo>
                  <a:lnTo>
                    <a:pt x="2551608" y="2021166"/>
                  </a:lnTo>
                  <a:lnTo>
                    <a:pt x="2513205" y="2025530"/>
                  </a:lnTo>
                  <a:lnTo>
                    <a:pt x="2482492" y="2003689"/>
                  </a:lnTo>
                  <a:lnTo>
                    <a:pt x="2467131" y="1968736"/>
                  </a:lnTo>
                  <a:lnTo>
                    <a:pt x="2436409" y="1981849"/>
                  </a:lnTo>
                  <a:lnTo>
                    <a:pt x="2428729" y="1964372"/>
                  </a:lnTo>
                  <a:lnTo>
                    <a:pt x="2421057" y="1977475"/>
                  </a:lnTo>
                  <a:lnTo>
                    <a:pt x="2374974" y="1986213"/>
                  </a:lnTo>
                  <a:lnTo>
                    <a:pt x="2367294" y="2008053"/>
                  </a:lnTo>
                  <a:lnTo>
                    <a:pt x="2336580" y="2012427"/>
                  </a:lnTo>
                  <a:lnTo>
                    <a:pt x="2305858" y="1951270"/>
                  </a:lnTo>
                  <a:lnTo>
                    <a:pt x="2298178" y="1920681"/>
                  </a:lnTo>
                  <a:lnTo>
                    <a:pt x="2267456" y="1933794"/>
                  </a:lnTo>
                  <a:lnTo>
                    <a:pt x="2267456" y="1955634"/>
                  </a:lnTo>
                  <a:lnTo>
                    <a:pt x="2236743" y="1955634"/>
                  </a:lnTo>
                  <a:lnTo>
                    <a:pt x="2221382" y="1907579"/>
                  </a:lnTo>
                  <a:lnTo>
                    <a:pt x="2182979" y="1907579"/>
                  </a:lnTo>
                  <a:lnTo>
                    <a:pt x="2175308" y="1890103"/>
                  </a:lnTo>
                  <a:lnTo>
                    <a:pt x="2182979" y="1868262"/>
                  </a:lnTo>
                  <a:lnTo>
                    <a:pt x="2167627" y="1855160"/>
                  </a:lnTo>
                  <a:lnTo>
                    <a:pt x="2136905" y="1842048"/>
                  </a:lnTo>
                  <a:lnTo>
                    <a:pt x="2090831" y="1850786"/>
                  </a:lnTo>
                  <a:lnTo>
                    <a:pt x="2067790" y="1837684"/>
                  </a:lnTo>
                  <a:lnTo>
                    <a:pt x="2060109" y="1815843"/>
                  </a:lnTo>
                  <a:lnTo>
                    <a:pt x="2006355" y="1828945"/>
                  </a:lnTo>
                  <a:lnTo>
                    <a:pt x="1990994" y="1815843"/>
                  </a:lnTo>
                  <a:lnTo>
                    <a:pt x="1944911" y="1824571"/>
                  </a:lnTo>
                  <a:lnTo>
                    <a:pt x="1914198" y="1793993"/>
                  </a:lnTo>
                  <a:lnTo>
                    <a:pt x="1906517" y="1745938"/>
                  </a:lnTo>
                  <a:lnTo>
                    <a:pt x="1845082" y="1745938"/>
                  </a:lnTo>
                  <a:lnTo>
                    <a:pt x="1829721" y="1710995"/>
                  </a:lnTo>
                  <a:lnTo>
                    <a:pt x="1875795" y="1702257"/>
                  </a:lnTo>
                  <a:lnTo>
                    <a:pt x="1875795" y="1680416"/>
                  </a:lnTo>
                  <a:lnTo>
                    <a:pt x="1875795" y="1684780"/>
                  </a:lnTo>
                  <a:lnTo>
                    <a:pt x="1868115" y="1671678"/>
                  </a:lnTo>
                  <a:lnTo>
                    <a:pt x="1860434" y="1671678"/>
                  </a:lnTo>
                  <a:lnTo>
                    <a:pt x="1860434" y="1680416"/>
                  </a:lnTo>
                  <a:lnTo>
                    <a:pt x="1829721" y="1697883"/>
                  </a:lnTo>
                  <a:lnTo>
                    <a:pt x="1775958" y="1632361"/>
                  </a:lnTo>
                  <a:lnTo>
                    <a:pt x="1937230" y="1518775"/>
                  </a:lnTo>
                  <a:lnTo>
                    <a:pt x="1952591" y="1558092"/>
                  </a:lnTo>
                  <a:lnTo>
                    <a:pt x="1983313" y="1457607"/>
                  </a:lnTo>
                  <a:lnTo>
                    <a:pt x="2021707" y="1453243"/>
                  </a:lnTo>
                  <a:lnTo>
                    <a:pt x="2014035" y="1387712"/>
                  </a:lnTo>
                  <a:lnTo>
                    <a:pt x="2029387" y="1357133"/>
                  </a:lnTo>
                  <a:lnTo>
                    <a:pt x="2067790" y="1317816"/>
                  </a:lnTo>
                  <a:lnTo>
                    <a:pt x="2067790" y="1295976"/>
                  </a:lnTo>
                  <a:lnTo>
                    <a:pt x="2090831" y="1269761"/>
                  </a:lnTo>
                  <a:lnTo>
                    <a:pt x="2029387" y="1208604"/>
                  </a:lnTo>
                  <a:lnTo>
                    <a:pt x="2006355" y="1208604"/>
                  </a:lnTo>
                  <a:lnTo>
                    <a:pt x="1990994" y="1234809"/>
                  </a:lnTo>
                  <a:lnTo>
                    <a:pt x="1960272" y="1234809"/>
                  </a:lnTo>
                  <a:lnTo>
                    <a:pt x="1944911" y="1243547"/>
                  </a:lnTo>
                  <a:lnTo>
                    <a:pt x="1883476" y="1234809"/>
                  </a:lnTo>
                  <a:lnTo>
                    <a:pt x="1852754" y="1247921"/>
                  </a:lnTo>
                  <a:lnTo>
                    <a:pt x="1822040" y="1239183"/>
                  </a:lnTo>
                  <a:lnTo>
                    <a:pt x="1791319" y="1164913"/>
                  </a:lnTo>
                  <a:lnTo>
                    <a:pt x="1798999" y="1147437"/>
                  </a:lnTo>
                  <a:lnTo>
                    <a:pt x="1752925" y="1121232"/>
                  </a:lnTo>
                  <a:lnTo>
                    <a:pt x="1737564" y="1143073"/>
                  </a:lnTo>
                  <a:lnTo>
                    <a:pt x="1714522" y="1143073"/>
                  </a:lnTo>
                  <a:lnTo>
                    <a:pt x="1706842" y="1129960"/>
                  </a:lnTo>
                  <a:lnTo>
                    <a:pt x="1668448" y="1116858"/>
                  </a:lnTo>
                  <a:lnTo>
                    <a:pt x="1722203" y="1068803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1"/>
            <p:cNvSpPr/>
            <p:nvPr/>
          </p:nvSpPr>
          <p:spPr>
            <a:xfrm>
              <a:off x="2969927" y="1328432"/>
              <a:ext cx="2766635" cy="2043006"/>
            </a:xfrm>
            <a:custGeom>
              <a:avLst/>
              <a:pathLst>
                <a:path w="2766635" h="2043006">
                  <a:moveTo>
                    <a:pt x="1691481" y="1038225"/>
                  </a:moveTo>
                  <a:lnTo>
                    <a:pt x="1760597" y="1029486"/>
                  </a:lnTo>
                  <a:lnTo>
                    <a:pt x="1814360" y="1134335"/>
                  </a:lnTo>
                  <a:lnTo>
                    <a:pt x="1814360" y="1147437"/>
                  </a:lnTo>
                  <a:lnTo>
                    <a:pt x="1783638" y="1160539"/>
                  </a:lnTo>
                  <a:lnTo>
                    <a:pt x="1860434" y="1217332"/>
                  </a:lnTo>
                  <a:lnTo>
                    <a:pt x="1860434" y="1252285"/>
                  </a:lnTo>
                  <a:lnTo>
                    <a:pt x="1883476" y="1243547"/>
                  </a:lnTo>
                  <a:lnTo>
                    <a:pt x="1875795" y="1234809"/>
                  </a:lnTo>
                  <a:lnTo>
                    <a:pt x="1898837" y="1247911"/>
                  </a:lnTo>
                  <a:lnTo>
                    <a:pt x="1914189" y="1230435"/>
                  </a:lnTo>
                  <a:lnTo>
                    <a:pt x="1921869" y="1239173"/>
                  </a:lnTo>
                  <a:lnTo>
                    <a:pt x="1937230" y="1221706"/>
                  </a:lnTo>
                  <a:lnTo>
                    <a:pt x="1998665" y="1208594"/>
                  </a:lnTo>
                  <a:lnTo>
                    <a:pt x="2021707" y="1243547"/>
                  </a:lnTo>
                  <a:lnTo>
                    <a:pt x="2014026" y="1282864"/>
                  </a:lnTo>
                  <a:lnTo>
                    <a:pt x="1960272" y="1322181"/>
                  </a:lnTo>
                  <a:lnTo>
                    <a:pt x="2006346" y="1330919"/>
                  </a:lnTo>
                  <a:lnTo>
                    <a:pt x="2052429" y="1365872"/>
                  </a:lnTo>
                  <a:lnTo>
                    <a:pt x="2075461" y="1365872"/>
                  </a:lnTo>
                  <a:lnTo>
                    <a:pt x="2090822" y="1413927"/>
                  </a:lnTo>
                  <a:lnTo>
                    <a:pt x="2113864" y="1405188"/>
                  </a:lnTo>
                  <a:lnTo>
                    <a:pt x="2121544" y="1431393"/>
                  </a:lnTo>
                  <a:lnTo>
                    <a:pt x="2159938" y="1440131"/>
                  </a:lnTo>
                  <a:lnTo>
                    <a:pt x="2182979" y="1418291"/>
                  </a:lnTo>
                  <a:lnTo>
                    <a:pt x="2167619" y="1396450"/>
                  </a:lnTo>
                  <a:lnTo>
                    <a:pt x="2221382" y="1383338"/>
                  </a:lnTo>
                  <a:lnTo>
                    <a:pt x="2267456" y="1396450"/>
                  </a:lnTo>
                  <a:lnTo>
                    <a:pt x="2298178" y="1374600"/>
                  </a:lnTo>
                  <a:lnTo>
                    <a:pt x="2359613" y="1365872"/>
                  </a:lnTo>
                  <a:lnTo>
                    <a:pt x="2374974" y="1409552"/>
                  </a:lnTo>
                  <a:lnTo>
                    <a:pt x="2305858" y="1470710"/>
                  </a:lnTo>
                  <a:lnTo>
                    <a:pt x="2313539" y="1492560"/>
                  </a:lnTo>
                  <a:lnTo>
                    <a:pt x="2298178" y="1505663"/>
                  </a:lnTo>
                  <a:lnTo>
                    <a:pt x="2305858" y="1523139"/>
                  </a:lnTo>
                  <a:lnTo>
                    <a:pt x="2382655" y="1562456"/>
                  </a:lnTo>
                  <a:lnTo>
                    <a:pt x="2405687" y="1562456"/>
                  </a:lnTo>
                  <a:lnTo>
                    <a:pt x="2405687" y="1584296"/>
                  </a:lnTo>
                  <a:lnTo>
                    <a:pt x="2428729" y="1584296"/>
                  </a:lnTo>
                  <a:lnTo>
                    <a:pt x="2467131" y="1623613"/>
                  </a:lnTo>
                  <a:lnTo>
                    <a:pt x="2459451" y="1636725"/>
                  </a:lnTo>
                  <a:lnTo>
                    <a:pt x="2482492" y="1693519"/>
                  </a:lnTo>
                  <a:lnTo>
                    <a:pt x="2467131" y="1706621"/>
                  </a:lnTo>
                  <a:lnTo>
                    <a:pt x="2474812" y="1728461"/>
                  </a:lnTo>
                  <a:lnTo>
                    <a:pt x="2505525" y="1732835"/>
                  </a:lnTo>
                  <a:lnTo>
                    <a:pt x="2513205" y="1750302"/>
                  </a:lnTo>
                  <a:lnTo>
                    <a:pt x="2528566" y="1759040"/>
                  </a:lnTo>
                  <a:lnTo>
                    <a:pt x="2520886" y="1763414"/>
                  </a:lnTo>
                  <a:lnTo>
                    <a:pt x="2528566" y="1763414"/>
                  </a:lnTo>
                  <a:lnTo>
                    <a:pt x="2536247" y="1767778"/>
                  </a:lnTo>
                  <a:lnTo>
                    <a:pt x="2551608" y="1763414"/>
                  </a:lnTo>
                  <a:lnTo>
                    <a:pt x="2559288" y="1780890"/>
                  </a:lnTo>
                  <a:lnTo>
                    <a:pt x="2574640" y="1772152"/>
                  </a:lnTo>
                  <a:lnTo>
                    <a:pt x="2566960" y="1737199"/>
                  </a:lnTo>
                  <a:lnTo>
                    <a:pt x="2590001" y="1737199"/>
                  </a:lnTo>
                  <a:lnTo>
                    <a:pt x="2613043" y="1724097"/>
                  </a:lnTo>
                  <a:lnTo>
                    <a:pt x="2605362" y="1693519"/>
                  </a:lnTo>
                  <a:lnTo>
                    <a:pt x="2574640" y="1680406"/>
                  </a:lnTo>
                  <a:lnTo>
                    <a:pt x="2574640" y="1658566"/>
                  </a:lnTo>
                  <a:lnTo>
                    <a:pt x="2566960" y="1649828"/>
                  </a:lnTo>
                  <a:lnTo>
                    <a:pt x="2582321" y="1627987"/>
                  </a:lnTo>
                  <a:lnTo>
                    <a:pt x="2582321" y="1597408"/>
                  </a:lnTo>
                  <a:lnTo>
                    <a:pt x="2643765" y="1597408"/>
                  </a:lnTo>
                  <a:lnTo>
                    <a:pt x="2643765" y="1614875"/>
                  </a:lnTo>
                  <a:lnTo>
                    <a:pt x="2766635" y="1671668"/>
                  </a:lnTo>
                  <a:lnTo>
                    <a:pt x="2758955" y="1706621"/>
                  </a:lnTo>
                  <a:lnTo>
                    <a:pt x="2751274" y="1719723"/>
                  </a:lnTo>
                  <a:lnTo>
                    <a:pt x="2758955" y="1750302"/>
                  </a:lnTo>
                  <a:lnTo>
                    <a:pt x="2751274" y="1776516"/>
                  </a:lnTo>
                  <a:lnTo>
                    <a:pt x="2682158" y="1776516"/>
                  </a:lnTo>
                  <a:lnTo>
                    <a:pt x="2682158" y="1793993"/>
                  </a:lnTo>
                  <a:lnTo>
                    <a:pt x="2689839" y="1802731"/>
                  </a:lnTo>
                  <a:lnTo>
                    <a:pt x="2674478" y="1811469"/>
                  </a:lnTo>
                  <a:lnTo>
                    <a:pt x="2636084" y="1815833"/>
                  </a:lnTo>
                  <a:lnTo>
                    <a:pt x="2613043" y="1798357"/>
                  </a:lnTo>
                  <a:lnTo>
                    <a:pt x="2582321" y="1798357"/>
                  </a:lnTo>
                  <a:lnTo>
                    <a:pt x="2574640" y="1828945"/>
                  </a:lnTo>
                  <a:lnTo>
                    <a:pt x="2559288" y="1846412"/>
                  </a:lnTo>
                  <a:lnTo>
                    <a:pt x="2590001" y="1872626"/>
                  </a:lnTo>
                  <a:lnTo>
                    <a:pt x="2574640" y="1877000"/>
                  </a:lnTo>
                  <a:lnTo>
                    <a:pt x="2582321" y="1890103"/>
                  </a:lnTo>
                  <a:lnTo>
                    <a:pt x="2566960" y="1911943"/>
                  </a:lnTo>
                  <a:lnTo>
                    <a:pt x="2574640" y="1951260"/>
                  </a:lnTo>
                  <a:lnTo>
                    <a:pt x="2528566" y="1942522"/>
                  </a:lnTo>
                  <a:lnTo>
                    <a:pt x="2505525" y="1964372"/>
                  </a:lnTo>
                  <a:lnTo>
                    <a:pt x="2528566" y="1986213"/>
                  </a:lnTo>
                  <a:lnTo>
                    <a:pt x="2520886" y="2003689"/>
                  </a:lnTo>
                  <a:lnTo>
                    <a:pt x="2482492" y="2012427"/>
                  </a:lnTo>
                  <a:lnTo>
                    <a:pt x="2474812" y="2016791"/>
                  </a:lnTo>
                  <a:lnTo>
                    <a:pt x="2474812" y="2029894"/>
                  </a:lnTo>
                  <a:lnTo>
                    <a:pt x="2459451" y="2043006"/>
                  </a:lnTo>
                  <a:lnTo>
                    <a:pt x="2390335" y="2029894"/>
                  </a:lnTo>
                  <a:lnTo>
                    <a:pt x="2382655" y="2016791"/>
                  </a:lnTo>
                  <a:lnTo>
                    <a:pt x="2390335" y="1999315"/>
                  </a:lnTo>
                  <a:lnTo>
                    <a:pt x="2382655" y="1981839"/>
                  </a:lnTo>
                  <a:lnTo>
                    <a:pt x="2390335" y="1973110"/>
                  </a:lnTo>
                  <a:lnTo>
                    <a:pt x="2374974" y="1964372"/>
                  </a:lnTo>
                  <a:lnTo>
                    <a:pt x="2367294" y="1942522"/>
                  </a:lnTo>
                  <a:lnTo>
                    <a:pt x="2282817" y="1925055"/>
                  </a:lnTo>
                  <a:lnTo>
                    <a:pt x="2275137" y="1885729"/>
                  </a:lnTo>
                  <a:lnTo>
                    <a:pt x="2259776" y="1872626"/>
                  </a:lnTo>
                  <a:lnTo>
                    <a:pt x="2198340" y="1911943"/>
                  </a:lnTo>
                  <a:lnTo>
                    <a:pt x="2221382" y="1959998"/>
                  </a:lnTo>
                  <a:lnTo>
                    <a:pt x="2167619" y="1994951"/>
                  </a:lnTo>
                  <a:lnTo>
                    <a:pt x="2175299" y="1959998"/>
                  </a:lnTo>
                  <a:lnTo>
                    <a:pt x="2167619" y="1946896"/>
                  </a:lnTo>
                  <a:lnTo>
                    <a:pt x="2159938" y="1951260"/>
                  </a:lnTo>
                  <a:lnTo>
                    <a:pt x="2144586" y="1951260"/>
                  </a:lnTo>
                  <a:lnTo>
                    <a:pt x="2136905" y="1933784"/>
                  </a:lnTo>
                  <a:lnTo>
                    <a:pt x="2113864" y="1938158"/>
                  </a:lnTo>
                  <a:lnTo>
                    <a:pt x="2075461" y="1877000"/>
                  </a:lnTo>
                  <a:lnTo>
                    <a:pt x="2090822" y="1868262"/>
                  </a:lnTo>
                  <a:lnTo>
                    <a:pt x="2152266" y="1894467"/>
                  </a:lnTo>
                  <a:lnTo>
                    <a:pt x="2190660" y="1877000"/>
                  </a:lnTo>
                  <a:lnTo>
                    <a:pt x="2198340" y="1863888"/>
                  </a:lnTo>
                  <a:lnTo>
                    <a:pt x="2175299" y="1842048"/>
                  </a:lnTo>
                  <a:lnTo>
                    <a:pt x="2175299" y="1820207"/>
                  </a:lnTo>
                  <a:lnTo>
                    <a:pt x="2213701" y="1785254"/>
                  </a:lnTo>
                  <a:lnTo>
                    <a:pt x="2206021" y="1763414"/>
                  </a:lnTo>
                  <a:lnTo>
                    <a:pt x="2221382" y="1745938"/>
                  </a:lnTo>
                  <a:lnTo>
                    <a:pt x="2252095" y="1745938"/>
                  </a:lnTo>
                  <a:lnTo>
                    <a:pt x="2236743" y="1728461"/>
                  </a:lnTo>
                  <a:lnTo>
                    <a:pt x="2259776" y="1715359"/>
                  </a:lnTo>
                  <a:lnTo>
                    <a:pt x="2259776" y="1697883"/>
                  </a:lnTo>
                  <a:lnTo>
                    <a:pt x="2267456" y="1680406"/>
                  </a:lnTo>
                  <a:lnTo>
                    <a:pt x="2252095" y="1671668"/>
                  </a:lnTo>
                  <a:lnTo>
                    <a:pt x="2229062" y="1632351"/>
                  </a:lnTo>
                  <a:lnTo>
                    <a:pt x="2236743" y="1623613"/>
                  </a:lnTo>
                  <a:lnTo>
                    <a:pt x="2221382" y="1610511"/>
                  </a:lnTo>
                  <a:lnTo>
                    <a:pt x="2229062" y="1588670"/>
                  </a:lnTo>
                  <a:lnTo>
                    <a:pt x="2190660" y="1562456"/>
                  </a:lnTo>
                  <a:lnTo>
                    <a:pt x="2175299" y="1536241"/>
                  </a:lnTo>
                  <a:lnTo>
                    <a:pt x="2159938" y="1544979"/>
                  </a:lnTo>
                  <a:lnTo>
                    <a:pt x="2136905" y="1518765"/>
                  </a:lnTo>
                  <a:lnTo>
                    <a:pt x="2106183" y="1523139"/>
                  </a:lnTo>
                  <a:lnTo>
                    <a:pt x="2067790" y="1483822"/>
                  </a:lnTo>
                  <a:lnTo>
                    <a:pt x="2044748" y="1479448"/>
                  </a:lnTo>
                  <a:lnTo>
                    <a:pt x="2014026" y="1457607"/>
                  </a:lnTo>
                  <a:lnTo>
                    <a:pt x="2006346" y="1461982"/>
                  </a:lnTo>
                  <a:lnTo>
                    <a:pt x="2021707" y="1479448"/>
                  </a:lnTo>
                  <a:lnTo>
                    <a:pt x="1990994" y="1470710"/>
                  </a:lnTo>
                  <a:lnTo>
                    <a:pt x="1929550" y="1413927"/>
                  </a:lnTo>
                  <a:lnTo>
                    <a:pt x="1898837" y="1400814"/>
                  </a:lnTo>
                  <a:lnTo>
                    <a:pt x="1883476" y="1413927"/>
                  </a:lnTo>
                  <a:lnTo>
                    <a:pt x="1860434" y="1405188"/>
                  </a:lnTo>
                  <a:lnTo>
                    <a:pt x="1845073" y="1427029"/>
                  </a:lnTo>
                  <a:lnTo>
                    <a:pt x="1745244" y="1387712"/>
                  </a:lnTo>
                  <a:lnTo>
                    <a:pt x="1752916" y="1448869"/>
                  </a:lnTo>
                  <a:lnTo>
                    <a:pt x="1714522" y="1461982"/>
                  </a:lnTo>
                  <a:lnTo>
                    <a:pt x="1714522" y="1488186"/>
                  </a:lnTo>
                  <a:lnTo>
                    <a:pt x="1691481" y="1483822"/>
                  </a:lnTo>
                  <a:lnTo>
                    <a:pt x="1676120" y="1496924"/>
                  </a:lnTo>
                  <a:lnTo>
                    <a:pt x="1630046" y="1470710"/>
                  </a:lnTo>
                  <a:lnTo>
                    <a:pt x="1607004" y="1479448"/>
                  </a:lnTo>
                  <a:lnTo>
                    <a:pt x="1568611" y="1466346"/>
                  </a:lnTo>
                  <a:lnTo>
                    <a:pt x="1530208" y="1470710"/>
                  </a:lnTo>
                  <a:lnTo>
                    <a:pt x="1507167" y="1431393"/>
                  </a:lnTo>
                  <a:lnTo>
                    <a:pt x="1468773" y="1435767"/>
                  </a:lnTo>
                  <a:lnTo>
                    <a:pt x="1453412" y="1413927"/>
                  </a:lnTo>
                  <a:lnTo>
                    <a:pt x="1407338" y="1409552"/>
                  </a:lnTo>
                  <a:lnTo>
                    <a:pt x="1407338" y="1387712"/>
                  </a:lnTo>
                  <a:lnTo>
                    <a:pt x="1338214" y="1396450"/>
                  </a:lnTo>
                  <a:lnTo>
                    <a:pt x="1338214" y="1374600"/>
                  </a:lnTo>
                  <a:lnTo>
                    <a:pt x="1361255" y="1344021"/>
                  </a:lnTo>
                  <a:lnTo>
                    <a:pt x="1399658" y="1243547"/>
                  </a:lnTo>
                  <a:lnTo>
                    <a:pt x="1468773" y="1239173"/>
                  </a:lnTo>
                  <a:lnTo>
                    <a:pt x="1484134" y="1199856"/>
                  </a:lnTo>
                  <a:lnTo>
                    <a:pt x="1530208" y="1160539"/>
                  </a:lnTo>
                  <a:lnTo>
                    <a:pt x="1583963" y="1129960"/>
                  </a:lnTo>
                  <a:lnTo>
                    <a:pt x="1591643" y="1147437"/>
                  </a:lnTo>
                  <a:lnTo>
                    <a:pt x="1653087" y="1116858"/>
                  </a:lnTo>
                  <a:lnTo>
                    <a:pt x="1676120" y="1086280"/>
                  </a:lnTo>
                  <a:lnTo>
                    <a:pt x="1660768" y="1077541"/>
                  </a:lnTo>
                  <a:lnTo>
                    <a:pt x="1653087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2"/>
            <p:cNvSpPr/>
            <p:nvPr/>
          </p:nvSpPr>
          <p:spPr>
            <a:xfrm>
              <a:off x="3123519" y="2778811"/>
              <a:ext cx="2390335" cy="1732835"/>
            </a:xfrm>
            <a:custGeom>
              <a:avLst/>
              <a:pathLst>
                <a:path w="2390335" h="1732835">
                  <a:moveTo>
                    <a:pt x="1691481" y="1038225"/>
                  </a:moveTo>
                  <a:lnTo>
                    <a:pt x="1699161" y="1012010"/>
                  </a:lnTo>
                  <a:lnTo>
                    <a:pt x="1706842" y="1038225"/>
                  </a:lnTo>
                  <a:lnTo>
                    <a:pt x="1737564" y="1029486"/>
                  </a:lnTo>
                  <a:lnTo>
                    <a:pt x="1745244" y="1016384"/>
                  </a:lnTo>
                  <a:lnTo>
                    <a:pt x="1729883" y="998908"/>
                  </a:lnTo>
                  <a:lnTo>
                    <a:pt x="1737564" y="959591"/>
                  </a:lnTo>
                  <a:lnTo>
                    <a:pt x="1745244" y="950853"/>
                  </a:lnTo>
                  <a:lnTo>
                    <a:pt x="1745244" y="963955"/>
                  </a:lnTo>
                  <a:lnTo>
                    <a:pt x="1760597" y="968329"/>
                  </a:lnTo>
                  <a:lnTo>
                    <a:pt x="1760597" y="937750"/>
                  </a:lnTo>
                  <a:lnTo>
                    <a:pt x="1775958" y="924638"/>
                  </a:lnTo>
                  <a:lnTo>
                    <a:pt x="1783638" y="1020748"/>
                  </a:lnTo>
                  <a:lnTo>
                    <a:pt x="1798999" y="1033860"/>
                  </a:lnTo>
                  <a:lnTo>
                    <a:pt x="1798999" y="998908"/>
                  </a:lnTo>
                  <a:lnTo>
                    <a:pt x="1822040" y="968329"/>
                  </a:lnTo>
                  <a:lnTo>
                    <a:pt x="1868115" y="1016384"/>
                  </a:lnTo>
                  <a:lnTo>
                    <a:pt x="1852754" y="1038225"/>
                  </a:lnTo>
                  <a:lnTo>
                    <a:pt x="1875795" y="1077541"/>
                  </a:lnTo>
                  <a:lnTo>
                    <a:pt x="1883476" y="1068803"/>
                  </a:lnTo>
                  <a:lnTo>
                    <a:pt x="1914198" y="1064439"/>
                  </a:lnTo>
                  <a:lnTo>
                    <a:pt x="1952591" y="1134335"/>
                  </a:lnTo>
                  <a:lnTo>
                    <a:pt x="1952591" y="1147437"/>
                  </a:lnTo>
                  <a:lnTo>
                    <a:pt x="1975633" y="1178016"/>
                  </a:lnTo>
                  <a:lnTo>
                    <a:pt x="1975633" y="1169287"/>
                  </a:lnTo>
                  <a:lnTo>
                    <a:pt x="1975633" y="1191128"/>
                  </a:lnTo>
                  <a:lnTo>
                    <a:pt x="1998674" y="1212968"/>
                  </a:lnTo>
                  <a:lnTo>
                    <a:pt x="1990994" y="1226071"/>
                  </a:lnTo>
                  <a:lnTo>
                    <a:pt x="2014026" y="1243547"/>
                  </a:lnTo>
                  <a:lnTo>
                    <a:pt x="2037068" y="1239183"/>
                  </a:lnTo>
                  <a:lnTo>
                    <a:pt x="2075470" y="1212968"/>
                  </a:lnTo>
                  <a:lnTo>
                    <a:pt x="2083151" y="1230445"/>
                  </a:lnTo>
                  <a:lnTo>
                    <a:pt x="2113864" y="1212968"/>
                  </a:lnTo>
                  <a:lnTo>
                    <a:pt x="2106183" y="1121232"/>
                  </a:lnTo>
                  <a:lnTo>
                    <a:pt x="2152266" y="1073177"/>
                  </a:lnTo>
                  <a:lnTo>
                    <a:pt x="2152266" y="1038225"/>
                  </a:lnTo>
                  <a:lnTo>
                    <a:pt x="2182979" y="1020748"/>
                  </a:lnTo>
                  <a:lnTo>
                    <a:pt x="2190660" y="985805"/>
                  </a:lnTo>
                  <a:lnTo>
                    <a:pt x="2236743" y="990169"/>
                  </a:lnTo>
                  <a:lnTo>
                    <a:pt x="2221382" y="1007646"/>
                  </a:lnTo>
                  <a:lnTo>
                    <a:pt x="2236743" y="1025122"/>
                  </a:lnTo>
                  <a:lnTo>
                    <a:pt x="2236743" y="1038225"/>
                  </a:lnTo>
                  <a:lnTo>
                    <a:pt x="2229062" y="1046963"/>
                  </a:lnTo>
                  <a:lnTo>
                    <a:pt x="2236743" y="1055701"/>
                  </a:lnTo>
                  <a:lnTo>
                    <a:pt x="2275137" y="1060065"/>
                  </a:lnTo>
                  <a:lnTo>
                    <a:pt x="2290498" y="1042589"/>
                  </a:lnTo>
                  <a:lnTo>
                    <a:pt x="2305858" y="1051327"/>
                  </a:lnTo>
                  <a:lnTo>
                    <a:pt x="2313539" y="1077541"/>
                  </a:lnTo>
                  <a:lnTo>
                    <a:pt x="2305858" y="1112494"/>
                  </a:lnTo>
                  <a:lnTo>
                    <a:pt x="2252095" y="1116858"/>
                  </a:lnTo>
                  <a:lnTo>
                    <a:pt x="2236743" y="1103756"/>
                  </a:lnTo>
                  <a:lnTo>
                    <a:pt x="2213701" y="1125596"/>
                  </a:lnTo>
                  <a:lnTo>
                    <a:pt x="2190660" y="1108120"/>
                  </a:lnTo>
                  <a:lnTo>
                    <a:pt x="2167619" y="1147437"/>
                  </a:lnTo>
                  <a:lnTo>
                    <a:pt x="2175299" y="1151811"/>
                  </a:lnTo>
                  <a:lnTo>
                    <a:pt x="2175299" y="1173651"/>
                  </a:lnTo>
                  <a:lnTo>
                    <a:pt x="2190660" y="1195492"/>
                  </a:lnTo>
                  <a:lnTo>
                    <a:pt x="2236743" y="1182390"/>
                  </a:lnTo>
                  <a:lnTo>
                    <a:pt x="2259776" y="1208604"/>
                  </a:lnTo>
                  <a:lnTo>
                    <a:pt x="2229062" y="1278500"/>
                  </a:lnTo>
                  <a:lnTo>
                    <a:pt x="2275137" y="1326555"/>
                  </a:lnTo>
                  <a:lnTo>
                    <a:pt x="2252095" y="1344031"/>
                  </a:lnTo>
                  <a:lnTo>
                    <a:pt x="2259776" y="1352769"/>
                  </a:lnTo>
                  <a:lnTo>
                    <a:pt x="2244423" y="1374610"/>
                  </a:lnTo>
                  <a:lnTo>
                    <a:pt x="2259776" y="1413927"/>
                  </a:lnTo>
                  <a:lnTo>
                    <a:pt x="2267456" y="1400824"/>
                  </a:lnTo>
                  <a:lnTo>
                    <a:pt x="2290498" y="1405188"/>
                  </a:lnTo>
                  <a:lnTo>
                    <a:pt x="2305858" y="1440141"/>
                  </a:lnTo>
                  <a:lnTo>
                    <a:pt x="2328900" y="1444505"/>
                  </a:lnTo>
                  <a:lnTo>
                    <a:pt x="2336572" y="1435767"/>
                  </a:lnTo>
                  <a:lnTo>
                    <a:pt x="2374974" y="1435767"/>
                  </a:lnTo>
                  <a:lnTo>
                    <a:pt x="2390335" y="1466346"/>
                  </a:lnTo>
                  <a:lnTo>
                    <a:pt x="2390335" y="1492560"/>
                  </a:lnTo>
                  <a:lnTo>
                    <a:pt x="2344252" y="1505663"/>
                  </a:lnTo>
                  <a:lnTo>
                    <a:pt x="2336572" y="1527513"/>
                  </a:lnTo>
                  <a:lnTo>
                    <a:pt x="2313539" y="1510037"/>
                  </a:lnTo>
                  <a:lnTo>
                    <a:pt x="2275137" y="1531877"/>
                  </a:lnTo>
                  <a:lnTo>
                    <a:pt x="2267456" y="1562456"/>
                  </a:lnTo>
                  <a:lnTo>
                    <a:pt x="2229062" y="1579932"/>
                  </a:lnTo>
                  <a:lnTo>
                    <a:pt x="2213701" y="1566830"/>
                  </a:lnTo>
                  <a:lnTo>
                    <a:pt x="2198340" y="1593044"/>
                  </a:lnTo>
                  <a:lnTo>
                    <a:pt x="2167619" y="1571194"/>
                  </a:lnTo>
                  <a:lnTo>
                    <a:pt x="2159947" y="1588670"/>
                  </a:lnTo>
                  <a:lnTo>
                    <a:pt x="2144586" y="1566830"/>
                  </a:lnTo>
                  <a:lnTo>
                    <a:pt x="2121544" y="1601773"/>
                  </a:lnTo>
                  <a:lnTo>
                    <a:pt x="2067790" y="1571194"/>
                  </a:lnTo>
                  <a:lnTo>
                    <a:pt x="2052429" y="1606147"/>
                  </a:lnTo>
                  <a:lnTo>
                    <a:pt x="2014026" y="1610511"/>
                  </a:lnTo>
                  <a:lnTo>
                    <a:pt x="2006346" y="1597408"/>
                  </a:lnTo>
                  <a:lnTo>
                    <a:pt x="1990994" y="1627987"/>
                  </a:lnTo>
                  <a:lnTo>
                    <a:pt x="2014026" y="1684780"/>
                  </a:lnTo>
                  <a:lnTo>
                    <a:pt x="2006346" y="1732835"/>
                  </a:lnTo>
                  <a:lnTo>
                    <a:pt x="1990994" y="1724097"/>
                  </a:lnTo>
                  <a:lnTo>
                    <a:pt x="1960272" y="1728471"/>
                  </a:lnTo>
                  <a:lnTo>
                    <a:pt x="1952591" y="1671678"/>
                  </a:lnTo>
                  <a:lnTo>
                    <a:pt x="1906517" y="1702257"/>
                  </a:lnTo>
                  <a:lnTo>
                    <a:pt x="1860434" y="1697883"/>
                  </a:lnTo>
                  <a:lnTo>
                    <a:pt x="1845073" y="1641099"/>
                  </a:lnTo>
                  <a:lnTo>
                    <a:pt x="1783638" y="1632361"/>
                  </a:lnTo>
                  <a:lnTo>
                    <a:pt x="1798999" y="1588670"/>
                  </a:lnTo>
                  <a:lnTo>
                    <a:pt x="1791319" y="1575568"/>
                  </a:lnTo>
                  <a:lnTo>
                    <a:pt x="1806680" y="1540615"/>
                  </a:lnTo>
                  <a:lnTo>
                    <a:pt x="1752925" y="1527513"/>
                  </a:lnTo>
                  <a:lnTo>
                    <a:pt x="1737564" y="1453243"/>
                  </a:lnTo>
                  <a:lnTo>
                    <a:pt x="1752925" y="1435767"/>
                  </a:lnTo>
                  <a:lnTo>
                    <a:pt x="1691481" y="1440141"/>
                  </a:lnTo>
                  <a:lnTo>
                    <a:pt x="1653087" y="1461982"/>
                  </a:lnTo>
                  <a:lnTo>
                    <a:pt x="1637726" y="1457607"/>
                  </a:lnTo>
                  <a:lnTo>
                    <a:pt x="1653087" y="1435767"/>
                  </a:lnTo>
                  <a:lnTo>
                    <a:pt x="1645407" y="1405188"/>
                  </a:lnTo>
                  <a:lnTo>
                    <a:pt x="1637726" y="1405188"/>
                  </a:lnTo>
                  <a:lnTo>
                    <a:pt x="1637726" y="1374610"/>
                  </a:lnTo>
                  <a:lnTo>
                    <a:pt x="1653087" y="1365872"/>
                  </a:lnTo>
                  <a:lnTo>
                    <a:pt x="1660768" y="1322181"/>
                  </a:lnTo>
                  <a:lnTo>
                    <a:pt x="1691481" y="1309078"/>
                  </a:lnTo>
                  <a:lnTo>
                    <a:pt x="1691481" y="1287238"/>
                  </a:lnTo>
                  <a:lnTo>
                    <a:pt x="1706842" y="1291602"/>
                  </a:lnTo>
                  <a:lnTo>
                    <a:pt x="1722203" y="1265397"/>
                  </a:lnTo>
                  <a:lnTo>
                    <a:pt x="1737564" y="1261023"/>
                  </a:lnTo>
                  <a:lnTo>
                    <a:pt x="1729883" y="1243547"/>
                  </a:lnTo>
                  <a:lnTo>
                    <a:pt x="1737564" y="1234809"/>
                  </a:lnTo>
                  <a:lnTo>
                    <a:pt x="1745244" y="1191128"/>
                  </a:lnTo>
                  <a:lnTo>
                    <a:pt x="1737564" y="1099382"/>
                  </a:lnTo>
                  <a:lnTo>
                    <a:pt x="1722203" y="1086280"/>
                  </a:lnTo>
                  <a:lnTo>
                    <a:pt x="1706842" y="1099382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3"/>
            <p:cNvSpPr/>
            <p:nvPr/>
          </p:nvSpPr>
          <p:spPr>
            <a:xfrm>
              <a:off x="3676461" y="3115197"/>
              <a:ext cx="2351924" cy="1422665"/>
            </a:xfrm>
            <a:custGeom>
              <a:avLst/>
              <a:pathLst>
                <a:path w="2351924" h="1422665">
                  <a:moveTo>
                    <a:pt x="1691481" y="1038225"/>
                  </a:moveTo>
                  <a:lnTo>
                    <a:pt x="1706833" y="1051327"/>
                  </a:lnTo>
                  <a:lnTo>
                    <a:pt x="1752916" y="1016384"/>
                  </a:lnTo>
                  <a:lnTo>
                    <a:pt x="1822032" y="1046963"/>
                  </a:lnTo>
                  <a:lnTo>
                    <a:pt x="1837393" y="1033850"/>
                  </a:lnTo>
                  <a:lnTo>
                    <a:pt x="1837393" y="1016384"/>
                  </a:lnTo>
                  <a:lnTo>
                    <a:pt x="1898828" y="994534"/>
                  </a:lnTo>
                  <a:lnTo>
                    <a:pt x="1914189" y="985795"/>
                  </a:lnTo>
                  <a:lnTo>
                    <a:pt x="1906508" y="963955"/>
                  </a:lnTo>
                  <a:lnTo>
                    <a:pt x="1929550" y="950853"/>
                  </a:lnTo>
                  <a:lnTo>
                    <a:pt x="1952582" y="990169"/>
                  </a:lnTo>
                  <a:lnTo>
                    <a:pt x="1975624" y="990169"/>
                  </a:lnTo>
                  <a:lnTo>
                    <a:pt x="1983304" y="998908"/>
                  </a:lnTo>
                  <a:lnTo>
                    <a:pt x="2006346" y="990169"/>
                  </a:lnTo>
                  <a:lnTo>
                    <a:pt x="2014026" y="968329"/>
                  </a:lnTo>
                  <a:lnTo>
                    <a:pt x="2029379" y="959591"/>
                  </a:lnTo>
                  <a:lnTo>
                    <a:pt x="2052420" y="981431"/>
                  </a:lnTo>
                  <a:lnTo>
                    <a:pt x="2052420" y="955217"/>
                  </a:lnTo>
                  <a:lnTo>
                    <a:pt x="2090822" y="959591"/>
                  </a:lnTo>
                  <a:lnTo>
                    <a:pt x="2083142" y="937740"/>
                  </a:lnTo>
                  <a:lnTo>
                    <a:pt x="2113855" y="942114"/>
                  </a:lnTo>
                  <a:lnTo>
                    <a:pt x="2129216" y="911536"/>
                  </a:lnTo>
                  <a:lnTo>
                    <a:pt x="2152258" y="924638"/>
                  </a:lnTo>
                  <a:lnTo>
                    <a:pt x="2167619" y="894059"/>
                  </a:lnTo>
                  <a:lnTo>
                    <a:pt x="2190651" y="915900"/>
                  </a:lnTo>
                  <a:lnTo>
                    <a:pt x="2221373" y="880957"/>
                  </a:lnTo>
                  <a:lnTo>
                    <a:pt x="2275128" y="880957"/>
                  </a:lnTo>
                  <a:lnTo>
                    <a:pt x="2282808" y="889685"/>
                  </a:lnTo>
                  <a:lnTo>
                    <a:pt x="2282808" y="924638"/>
                  </a:lnTo>
                  <a:lnTo>
                    <a:pt x="2298169" y="929012"/>
                  </a:lnTo>
                  <a:lnTo>
                    <a:pt x="2259776" y="1012010"/>
                  </a:lnTo>
                  <a:lnTo>
                    <a:pt x="2267456" y="1016384"/>
                  </a:lnTo>
                  <a:lnTo>
                    <a:pt x="2290489" y="998908"/>
                  </a:lnTo>
                  <a:lnTo>
                    <a:pt x="2305850" y="1046963"/>
                  </a:lnTo>
                  <a:lnTo>
                    <a:pt x="2321211" y="1033850"/>
                  </a:lnTo>
                  <a:lnTo>
                    <a:pt x="2351924" y="1038225"/>
                  </a:lnTo>
                  <a:lnTo>
                    <a:pt x="2336572" y="1046963"/>
                  </a:lnTo>
                  <a:lnTo>
                    <a:pt x="2351924" y="1077541"/>
                  </a:lnTo>
                  <a:lnTo>
                    <a:pt x="2336572" y="1090644"/>
                  </a:lnTo>
                  <a:lnTo>
                    <a:pt x="2336572" y="1112494"/>
                  </a:lnTo>
                  <a:lnTo>
                    <a:pt x="2328891" y="1129960"/>
                  </a:lnTo>
                  <a:lnTo>
                    <a:pt x="2313530" y="1129960"/>
                  </a:lnTo>
                  <a:lnTo>
                    <a:pt x="2313530" y="1143073"/>
                  </a:lnTo>
                  <a:lnTo>
                    <a:pt x="2290489" y="1164913"/>
                  </a:lnTo>
                  <a:lnTo>
                    <a:pt x="2298169" y="1208604"/>
                  </a:lnTo>
                  <a:lnTo>
                    <a:pt x="2282808" y="1230445"/>
                  </a:lnTo>
                  <a:lnTo>
                    <a:pt x="2236734" y="1256659"/>
                  </a:lnTo>
                  <a:lnTo>
                    <a:pt x="2236734" y="1282864"/>
                  </a:lnTo>
                  <a:lnTo>
                    <a:pt x="2229054" y="1295976"/>
                  </a:lnTo>
                  <a:lnTo>
                    <a:pt x="2198332" y="1295976"/>
                  </a:lnTo>
                  <a:lnTo>
                    <a:pt x="2198332" y="1322181"/>
                  </a:lnTo>
                  <a:lnTo>
                    <a:pt x="2167619" y="1326555"/>
                  </a:lnTo>
                  <a:lnTo>
                    <a:pt x="2159938" y="1344031"/>
                  </a:lnTo>
                  <a:lnTo>
                    <a:pt x="2152258" y="1348395"/>
                  </a:lnTo>
                  <a:lnTo>
                    <a:pt x="2152258" y="1370236"/>
                  </a:lnTo>
                  <a:lnTo>
                    <a:pt x="2136897" y="1365872"/>
                  </a:lnTo>
                  <a:lnTo>
                    <a:pt x="2098503" y="1374610"/>
                  </a:lnTo>
                  <a:lnTo>
                    <a:pt x="2106175" y="1422665"/>
                  </a:lnTo>
                  <a:lnTo>
                    <a:pt x="2090822" y="1413927"/>
                  </a:lnTo>
                  <a:lnTo>
                    <a:pt x="2090822" y="1357133"/>
                  </a:lnTo>
                  <a:lnTo>
                    <a:pt x="2060101" y="1357133"/>
                  </a:lnTo>
                  <a:lnTo>
                    <a:pt x="2052420" y="1344031"/>
                  </a:lnTo>
                  <a:lnTo>
                    <a:pt x="2021707" y="1361497"/>
                  </a:lnTo>
                  <a:lnTo>
                    <a:pt x="1983304" y="1348395"/>
                  </a:lnTo>
                  <a:lnTo>
                    <a:pt x="1944902" y="1348395"/>
                  </a:lnTo>
                  <a:lnTo>
                    <a:pt x="1914189" y="1330919"/>
                  </a:lnTo>
                  <a:lnTo>
                    <a:pt x="1914189" y="1317816"/>
                  </a:lnTo>
                  <a:lnTo>
                    <a:pt x="1883467" y="1309078"/>
                  </a:lnTo>
                  <a:lnTo>
                    <a:pt x="1875786" y="1269761"/>
                  </a:lnTo>
                  <a:lnTo>
                    <a:pt x="1891147" y="1234809"/>
                  </a:lnTo>
                  <a:lnTo>
                    <a:pt x="1883467" y="1221706"/>
                  </a:lnTo>
                  <a:lnTo>
                    <a:pt x="1814351" y="1217332"/>
                  </a:lnTo>
                  <a:lnTo>
                    <a:pt x="1783629" y="1204230"/>
                  </a:lnTo>
                  <a:lnTo>
                    <a:pt x="1783629" y="1191128"/>
                  </a:lnTo>
                  <a:lnTo>
                    <a:pt x="1791310" y="1169277"/>
                  </a:lnTo>
                  <a:lnTo>
                    <a:pt x="1837393" y="1156175"/>
                  </a:lnTo>
                  <a:lnTo>
                    <a:pt x="1837393" y="1129960"/>
                  </a:lnTo>
                  <a:lnTo>
                    <a:pt x="1822032" y="1099382"/>
                  </a:lnTo>
                  <a:lnTo>
                    <a:pt x="1783629" y="1099382"/>
                  </a:lnTo>
                  <a:lnTo>
                    <a:pt x="1775958" y="1108120"/>
                  </a:lnTo>
                  <a:lnTo>
                    <a:pt x="1752916" y="1103756"/>
                  </a:lnTo>
                  <a:lnTo>
                    <a:pt x="1737555" y="1068803"/>
                  </a:lnTo>
                  <a:lnTo>
                    <a:pt x="1714514" y="1064439"/>
                  </a:lnTo>
                  <a:lnTo>
                    <a:pt x="1706833" y="107754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4"/>
            <p:cNvSpPr/>
            <p:nvPr/>
          </p:nvSpPr>
          <p:spPr>
            <a:xfrm>
              <a:off x="4091155" y="2743859"/>
              <a:ext cx="2129225" cy="1418301"/>
            </a:xfrm>
            <a:custGeom>
              <a:avLst/>
              <a:pathLst>
                <a:path w="2129225" h="1418301">
                  <a:moveTo>
                    <a:pt x="1691481" y="1038225"/>
                  </a:moveTo>
                  <a:lnTo>
                    <a:pt x="1691481" y="972703"/>
                  </a:lnTo>
                  <a:lnTo>
                    <a:pt x="1714522" y="924648"/>
                  </a:lnTo>
                  <a:lnTo>
                    <a:pt x="1729883" y="924648"/>
                  </a:lnTo>
                  <a:lnTo>
                    <a:pt x="1737564" y="911536"/>
                  </a:lnTo>
                  <a:lnTo>
                    <a:pt x="1798999" y="920274"/>
                  </a:lnTo>
                  <a:lnTo>
                    <a:pt x="1814360" y="911536"/>
                  </a:lnTo>
                  <a:lnTo>
                    <a:pt x="1798999" y="885331"/>
                  </a:lnTo>
                  <a:lnTo>
                    <a:pt x="1829721" y="872219"/>
                  </a:lnTo>
                  <a:lnTo>
                    <a:pt x="1914198" y="894059"/>
                  </a:lnTo>
                  <a:lnTo>
                    <a:pt x="1952591" y="933376"/>
                  </a:lnTo>
                  <a:lnTo>
                    <a:pt x="1975633" y="924648"/>
                  </a:lnTo>
                  <a:lnTo>
                    <a:pt x="1990994" y="929012"/>
                  </a:lnTo>
                  <a:lnTo>
                    <a:pt x="2014035" y="907172"/>
                  </a:lnTo>
                  <a:lnTo>
                    <a:pt x="2021707" y="911536"/>
                  </a:lnTo>
                  <a:lnTo>
                    <a:pt x="2014035" y="937750"/>
                  </a:lnTo>
                  <a:lnTo>
                    <a:pt x="2021707" y="942114"/>
                  </a:lnTo>
                  <a:lnTo>
                    <a:pt x="2067790" y="902798"/>
                  </a:lnTo>
                  <a:lnTo>
                    <a:pt x="2067790" y="915910"/>
                  </a:lnTo>
                  <a:lnTo>
                    <a:pt x="2083151" y="929012"/>
                  </a:lnTo>
                  <a:lnTo>
                    <a:pt x="2075470" y="955227"/>
                  </a:lnTo>
                  <a:lnTo>
                    <a:pt x="2083151" y="977067"/>
                  </a:lnTo>
                  <a:lnTo>
                    <a:pt x="2098512" y="981431"/>
                  </a:lnTo>
                  <a:lnTo>
                    <a:pt x="2121544" y="1003282"/>
                  </a:lnTo>
                  <a:lnTo>
                    <a:pt x="2113864" y="1029486"/>
                  </a:lnTo>
                  <a:lnTo>
                    <a:pt x="2129225" y="1051337"/>
                  </a:lnTo>
                  <a:lnTo>
                    <a:pt x="2083151" y="1090654"/>
                  </a:lnTo>
                  <a:lnTo>
                    <a:pt x="2075470" y="1125596"/>
                  </a:lnTo>
                  <a:lnTo>
                    <a:pt x="2075470" y="1147447"/>
                  </a:lnTo>
                  <a:lnTo>
                    <a:pt x="2090831" y="1156185"/>
                  </a:lnTo>
                  <a:lnTo>
                    <a:pt x="2083151" y="1173651"/>
                  </a:lnTo>
                  <a:lnTo>
                    <a:pt x="2098512" y="1191128"/>
                  </a:lnTo>
                  <a:lnTo>
                    <a:pt x="2098512" y="1221706"/>
                  </a:lnTo>
                  <a:lnTo>
                    <a:pt x="2113864" y="1226080"/>
                  </a:lnTo>
                  <a:lnTo>
                    <a:pt x="2106183" y="1265397"/>
                  </a:lnTo>
                  <a:lnTo>
                    <a:pt x="2129225" y="1269761"/>
                  </a:lnTo>
                  <a:lnTo>
                    <a:pt x="2106183" y="1278500"/>
                  </a:lnTo>
                  <a:lnTo>
                    <a:pt x="2098512" y="1339667"/>
                  </a:lnTo>
                  <a:lnTo>
                    <a:pt x="2075470" y="1352769"/>
                  </a:lnTo>
                  <a:lnTo>
                    <a:pt x="2037068" y="1330929"/>
                  </a:lnTo>
                  <a:lnTo>
                    <a:pt x="2006355" y="1348405"/>
                  </a:lnTo>
                  <a:lnTo>
                    <a:pt x="2021707" y="1361507"/>
                  </a:lnTo>
                  <a:lnTo>
                    <a:pt x="2021707" y="1387722"/>
                  </a:lnTo>
                  <a:lnTo>
                    <a:pt x="2006355" y="1392086"/>
                  </a:lnTo>
                  <a:lnTo>
                    <a:pt x="1983313" y="1370246"/>
                  </a:lnTo>
                  <a:lnTo>
                    <a:pt x="1952591" y="1365872"/>
                  </a:lnTo>
                  <a:lnTo>
                    <a:pt x="1944911" y="1396460"/>
                  </a:lnTo>
                  <a:lnTo>
                    <a:pt x="1937230" y="1409562"/>
                  </a:lnTo>
                  <a:lnTo>
                    <a:pt x="1906517" y="1405188"/>
                  </a:lnTo>
                  <a:lnTo>
                    <a:pt x="1891156" y="1418301"/>
                  </a:lnTo>
                  <a:lnTo>
                    <a:pt x="1875795" y="1370246"/>
                  </a:lnTo>
                  <a:lnTo>
                    <a:pt x="1852762" y="1387722"/>
                  </a:lnTo>
                  <a:lnTo>
                    <a:pt x="1845082" y="1383348"/>
                  </a:lnTo>
                  <a:lnTo>
                    <a:pt x="1883476" y="1300350"/>
                  </a:lnTo>
                  <a:lnTo>
                    <a:pt x="1868115" y="1295976"/>
                  </a:lnTo>
                  <a:lnTo>
                    <a:pt x="1868115" y="1261023"/>
                  </a:lnTo>
                  <a:lnTo>
                    <a:pt x="1860434" y="1252295"/>
                  </a:lnTo>
                  <a:lnTo>
                    <a:pt x="1806680" y="1252295"/>
                  </a:lnTo>
                  <a:lnTo>
                    <a:pt x="1775958" y="1287238"/>
                  </a:lnTo>
                  <a:lnTo>
                    <a:pt x="1752925" y="1265397"/>
                  </a:lnTo>
                  <a:lnTo>
                    <a:pt x="1737564" y="1295976"/>
                  </a:lnTo>
                  <a:lnTo>
                    <a:pt x="1714522" y="1282874"/>
                  </a:lnTo>
                  <a:lnTo>
                    <a:pt x="1706842" y="1256659"/>
                  </a:lnTo>
                  <a:lnTo>
                    <a:pt x="1691481" y="1252295"/>
                  </a:lnTo>
                  <a:lnTo>
                    <a:pt x="1706842" y="1226080"/>
                  </a:lnTo>
                  <a:lnTo>
                    <a:pt x="1699161" y="1212968"/>
                  </a:lnTo>
                  <a:lnTo>
                    <a:pt x="1714522" y="1204240"/>
                  </a:lnTo>
                  <a:lnTo>
                    <a:pt x="1714522" y="1182390"/>
                  </a:lnTo>
                  <a:lnTo>
                    <a:pt x="1699161" y="1169287"/>
                  </a:lnTo>
                  <a:lnTo>
                    <a:pt x="1660768" y="1182390"/>
                  </a:lnTo>
                  <a:lnTo>
                    <a:pt x="1653087" y="1173651"/>
                  </a:lnTo>
                  <a:lnTo>
                    <a:pt x="1706842" y="1125596"/>
                  </a:lnTo>
                  <a:lnTo>
                    <a:pt x="1699161" y="1095018"/>
                  </a:lnTo>
                  <a:lnTo>
                    <a:pt x="1699161" y="106007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5"/>
            <p:cNvSpPr/>
            <p:nvPr/>
          </p:nvSpPr>
          <p:spPr>
            <a:xfrm>
              <a:off x="3760938" y="2302635"/>
              <a:ext cx="2190651" cy="1156175"/>
            </a:xfrm>
            <a:custGeom>
              <a:avLst/>
              <a:pathLst>
                <a:path w="2190651" h="1156175">
                  <a:moveTo>
                    <a:pt x="1691481" y="1038225"/>
                  </a:moveTo>
                  <a:lnTo>
                    <a:pt x="1729875" y="1029486"/>
                  </a:lnTo>
                  <a:lnTo>
                    <a:pt x="1737555" y="1012010"/>
                  </a:lnTo>
                  <a:lnTo>
                    <a:pt x="1714514" y="990169"/>
                  </a:lnTo>
                  <a:lnTo>
                    <a:pt x="1737555" y="968319"/>
                  </a:lnTo>
                  <a:lnTo>
                    <a:pt x="1783629" y="977057"/>
                  </a:lnTo>
                  <a:lnTo>
                    <a:pt x="1775949" y="937740"/>
                  </a:lnTo>
                  <a:lnTo>
                    <a:pt x="1791310" y="915900"/>
                  </a:lnTo>
                  <a:lnTo>
                    <a:pt x="1783629" y="902798"/>
                  </a:lnTo>
                  <a:lnTo>
                    <a:pt x="1798990" y="898424"/>
                  </a:lnTo>
                  <a:lnTo>
                    <a:pt x="1768277" y="872209"/>
                  </a:lnTo>
                  <a:lnTo>
                    <a:pt x="1783629" y="854743"/>
                  </a:lnTo>
                  <a:lnTo>
                    <a:pt x="1791310" y="824154"/>
                  </a:lnTo>
                  <a:lnTo>
                    <a:pt x="1822032" y="824154"/>
                  </a:lnTo>
                  <a:lnTo>
                    <a:pt x="1845073" y="841630"/>
                  </a:lnTo>
                  <a:lnTo>
                    <a:pt x="1883467" y="837266"/>
                  </a:lnTo>
                  <a:lnTo>
                    <a:pt x="1898828" y="828528"/>
                  </a:lnTo>
                  <a:lnTo>
                    <a:pt x="1891147" y="819790"/>
                  </a:lnTo>
                  <a:lnTo>
                    <a:pt x="1891147" y="802313"/>
                  </a:lnTo>
                  <a:lnTo>
                    <a:pt x="1960263" y="802313"/>
                  </a:lnTo>
                  <a:lnTo>
                    <a:pt x="1967943" y="776099"/>
                  </a:lnTo>
                  <a:lnTo>
                    <a:pt x="1960263" y="745520"/>
                  </a:lnTo>
                  <a:lnTo>
                    <a:pt x="1967943" y="732418"/>
                  </a:lnTo>
                  <a:lnTo>
                    <a:pt x="1975624" y="697465"/>
                  </a:lnTo>
                  <a:lnTo>
                    <a:pt x="1852754" y="640672"/>
                  </a:lnTo>
                  <a:lnTo>
                    <a:pt x="1852754" y="623206"/>
                  </a:lnTo>
                  <a:lnTo>
                    <a:pt x="1852754" y="570777"/>
                  </a:lnTo>
                  <a:lnTo>
                    <a:pt x="1883467" y="544562"/>
                  </a:lnTo>
                  <a:lnTo>
                    <a:pt x="1929550" y="570777"/>
                  </a:lnTo>
                  <a:lnTo>
                    <a:pt x="1975624" y="562038"/>
                  </a:lnTo>
                  <a:lnTo>
                    <a:pt x="1983304" y="531460"/>
                  </a:lnTo>
                  <a:lnTo>
                    <a:pt x="1990985" y="535824"/>
                  </a:lnTo>
                  <a:lnTo>
                    <a:pt x="2006346" y="531460"/>
                  </a:lnTo>
                  <a:lnTo>
                    <a:pt x="1998665" y="500881"/>
                  </a:lnTo>
                  <a:lnTo>
                    <a:pt x="2083142" y="417873"/>
                  </a:lnTo>
                  <a:lnTo>
                    <a:pt x="2075461" y="409135"/>
                  </a:lnTo>
                  <a:lnTo>
                    <a:pt x="2106175" y="404771"/>
                  </a:lnTo>
                  <a:lnTo>
                    <a:pt x="2098503" y="387295"/>
                  </a:lnTo>
                  <a:lnTo>
                    <a:pt x="2144577" y="404771"/>
                  </a:lnTo>
                  <a:lnTo>
                    <a:pt x="2182979" y="374192"/>
                  </a:lnTo>
                  <a:lnTo>
                    <a:pt x="2182979" y="396033"/>
                  </a:lnTo>
                  <a:lnTo>
                    <a:pt x="2190651" y="409135"/>
                  </a:lnTo>
                  <a:lnTo>
                    <a:pt x="2167619" y="461564"/>
                  </a:lnTo>
                  <a:lnTo>
                    <a:pt x="2159938" y="483405"/>
                  </a:lnTo>
                  <a:lnTo>
                    <a:pt x="2129216" y="513983"/>
                  </a:lnTo>
                  <a:lnTo>
                    <a:pt x="2129216" y="535824"/>
                  </a:lnTo>
                  <a:lnTo>
                    <a:pt x="2159938" y="566412"/>
                  </a:lnTo>
                  <a:lnTo>
                    <a:pt x="2121536" y="631934"/>
                  </a:lnTo>
                  <a:lnTo>
                    <a:pt x="2129216" y="719316"/>
                  </a:lnTo>
                  <a:lnTo>
                    <a:pt x="2136897" y="767371"/>
                  </a:lnTo>
                  <a:lnTo>
                    <a:pt x="2106175" y="841630"/>
                  </a:lnTo>
                  <a:lnTo>
                    <a:pt x="2106175" y="863471"/>
                  </a:lnTo>
                  <a:lnTo>
                    <a:pt x="2121536" y="872209"/>
                  </a:lnTo>
                  <a:lnTo>
                    <a:pt x="2129216" y="907162"/>
                  </a:lnTo>
                  <a:lnTo>
                    <a:pt x="2144577" y="915900"/>
                  </a:lnTo>
                  <a:lnTo>
                    <a:pt x="2144577" y="946479"/>
                  </a:lnTo>
                  <a:lnTo>
                    <a:pt x="2175299" y="977057"/>
                  </a:lnTo>
                  <a:lnTo>
                    <a:pt x="2175299" y="1003272"/>
                  </a:lnTo>
                  <a:lnTo>
                    <a:pt x="2152258" y="1016374"/>
                  </a:lnTo>
                  <a:lnTo>
                    <a:pt x="2136897" y="1003272"/>
                  </a:lnTo>
                  <a:lnTo>
                    <a:pt x="2113855" y="1012010"/>
                  </a:lnTo>
                  <a:lnTo>
                    <a:pt x="2052420" y="1003272"/>
                  </a:lnTo>
                  <a:lnTo>
                    <a:pt x="2037059" y="1016374"/>
                  </a:lnTo>
                  <a:lnTo>
                    <a:pt x="2067781" y="1025112"/>
                  </a:lnTo>
                  <a:lnTo>
                    <a:pt x="2067781" y="1038225"/>
                  </a:lnTo>
                  <a:lnTo>
                    <a:pt x="2098503" y="1055691"/>
                  </a:lnTo>
                  <a:lnTo>
                    <a:pt x="2098503" y="1068803"/>
                  </a:lnTo>
                  <a:lnTo>
                    <a:pt x="2060101" y="1068803"/>
                  </a:lnTo>
                  <a:lnTo>
                    <a:pt x="2044740" y="1086280"/>
                  </a:lnTo>
                  <a:lnTo>
                    <a:pt x="2052420" y="1156175"/>
                  </a:lnTo>
                  <a:lnTo>
                    <a:pt x="2021698" y="1156175"/>
                  </a:lnTo>
                  <a:lnTo>
                    <a:pt x="2006346" y="1134335"/>
                  </a:lnTo>
                  <a:lnTo>
                    <a:pt x="1960263" y="1108120"/>
                  </a:lnTo>
                  <a:lnTo>
                    <a:pt x="1937230" y="1103746"/>
                  </a:lnTo>
                  <a:lnTo>
                    <a:pt x="1914189" y="1112484"/>
                  </a:lnTo>
                  <a:lnTo>
                    <a:pt x="1860425" y="1077541"/>
                  </a:lnTo>
                  <a:lnTo>
                    <a:pt x="1845073" y="1086280"/>
                  </a:lnTo>
                  <a:lnTo>
                    <a:pt x="1837393" y="1081905"/>
                  </a:lnTo>
                  <a:lnTo>
                    <a:pt x="1829712" y="1060065"/>
                  </a:lnTo>
                  <a:lnTo>
                    <a:pt x="1768277" y="1064429"/>
                  </a:lnTo>
                  <a:lnTo>
                    <a:pt x="1745236" y="1055691"/>
                  </a:lnTo>
                  <a:lnTo>
                    <a:pt x="1745236" y="1042589"/>
                  </a:lnTo>
                  <a:lnTo>
                    <a:pt x="1699153" y="105569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6"/>
            <p:cNvSpPr/>
            <p:nvPr/>
          </p:nvSpPr>
          <p:spPr>
            <a:xfrm>
              <a:off x="4137238" y="3447208"/>
              <a:ext cx="2351933" cy="1164913"/>
            </a:xfrm>
            <a:custGeom>
              <a:avLst/>
              <a:pathLst>
                <a:path w="2351933" h="1164913">
                  <a:moveTo>
                    <a:pt x="1691481" y="1038225"/>
                  </a:moveTo>
                  <a:lnTo>
                    <a:pt x="1691481" y="1016384"/>
                  </a:lnTo>
                  <a:lnTo>
                    <a:pt x="1699161" y="1012020"/>
                  </a:lnTo>
                  <a:lnTo>
                    <a:pt x="1706842" y="994544"/>
                  </a:lnTo>
                  <a:lnTo>
                    <a:pt x="1737555" y="990169"/>
                  </a:lnTo>
                  <a:lnTo>
                    <a:pt x="1737555" y="963965"/>
                  </a:lnTo>
                  <a:lnTo>
                    <a:pt x="1768277" y="963965"/>
                  </a:lnTo>
                  <a:lnTo>
                    <a:pt x="1775958" y="950853"/>
                  </a:lnTo>
                  <a:lnTo>
                    <a:pt x="1775958" y="924648"/>
                  </a:lnTo>
                  <a:lnTo>
                    <a:pt x="1822032" y="898433"/>
                  </a:lnTo>
                  <a:lnTo>
                    <a:pt x="1837393" y="876593"/>
                  </a:lnTo>
                  <a:lnTo>
                    <a:pt x="1829712" y="832902"/>
                  </a:lnTo>
                  <a:lnTo>
                    <a:pt x="1852754" y="811062"/>
                  </a:lnTo>
                  <a:lnTo>
                    <a:pt x="1852754" y="797949"/>
                  </a:lnTo>
                  <a:lnTo>
                    <a:pt x="1868115" y="797949"/>
                  </a:lnTo>
                  <a:lnTo>
                    <a:pt x="1875795" y="780483"/>
                  </a:lnTo>
                  <a:lnTo>
                    <a:pt x="1875795" y="758633"/>
                  </a:lnTo>
                  <a:lnTo>
                    <a:pt x="1891147" y="745530"/>
                  </a:lnTo>
                  <a:lnTo>
                    <a:pt x="1875795" y="714952"/>
                  </a:lnTo>
                  <a:lnTo>
                    <a:pt x="1891147" y="706213"/>
                  </a:lnTo>
                  <a:lnTo>
                    <a:pt x="1898828" y="693111"/>
                  </a:lnTo>
                  <a:lnTo>
                    <a:pt x="1906508" y="662522"/>
                  </a:lnTo>
                  <a:lnTo>
                    <a:pt x="1937230" y="666897"/>
                  </a:lnTo>
                  <a:lnTo>
                    <a:pt x="1960272" y="688737"/>
                  </a:lnTo>
                  <a:lnTo>
                    <a:pt x="1975624" y="684373"/>
                  </a:lnTo>
                  <a:lnTo>
                    <a:pt x="1975624" y="658158"/>
                  </a:lnTo>
                  <a:lnTo>
                    <a:pt x="1960272" y="645056"/>
                  </a:lnTo>
                  <a:lnTo>
                    <a:pt x="1990985" y="627580"/>
                  </a:lnTo>
                  <a:lnTo>
                    <a:pt x="2029387" y="649420"/>
                  </a:lnTo>
                  <a:lnTo>
                    <a:pt x="2052429" y="636318"/>
                  </a:lnTo>
                  <a:lnTo>
                    <a:pt x="2060101" y="653784"/>
                  </a:lnTo>
                  <a:lnTo>
                    <a:pt x="2113864" y="640682"/>
                  </a:lnTo>
                  <a:lnTo>
                    <a:pt x="2129225" y="653784"/>
                  </a:lnTo>
                  <a:lnTo>
                    <a:pt x="2121544" y="666897"/>
                  </a:lnTo>
                  <a:lnTo>
                    <a:pt x="2098503" y="684373"/>
                  </a:lnTo>
                  <a:lnTo>
                    <a:pt x="2075461" y="710577"/>
                  </a:lnTo>
                  <a:lnTo>
                    <a:pt x="2098503" y="728054"/>
                  </a:lnTo>
                  <a:lnTo>
                    <a:pt x="2182979" y="701839"/>
                  </a:lnTo>
                  <a:lnTo>
                    <a:pt x="2221373" y="723690"/>
                  </a:lnTo>
                  <a:lnTo>
                    <a:pt x="2213701" y="701839"/>
                  </a:lnTo>
                  <a:lnTo>
                    <a:pt x="2229054" y="688737"/>
                  </a:lnTo>
                  <a:lnTo>
                    <a:pt x="2259776" y="701839"/>
                  </a:lnTo>
                  <a:lnTo>
                    <a:pt x="2267456" y="693111"/>
                  </a:lnTo>
                  <a:lnTo>
                    <a:pt x="2282817" y="719316"/>
                  </a:lnTo>
                  <a:lnTo>
                    <a:pt x="2298178" y="714952"/>
                  </a:lnTo>
                  <a:lnTo>
                    <a:pt x="2321211" y="763007"/>
                  </a:lnTo>
                  <a:lnTo>
                    <a:pt x="2321211" y="789211"/>
                  </a:lnTo>
                  <a:lnTo>
                    <a:pt x="2336572" y="824164"/>
                  </a:lnTo>
                  <a:lnTo>
                    <a:pt x="2351933" y="854743"/>
                  </a:lnTo>
                  <a:lnTo>
                    <a:pt x="2313530" y="841640"/>
                  </a:lnTo>
                  <a:lnTo>
                    <a:pt x="2290498" y="867855"/>
                  </a:lnTo>
                  <a:lnTo>
                    <a:pt x="2282817" y="894059"/>
                  </a:lnTo>
                  <a:lnTo>
                    <a:pt x="2229054" y="907172"/>
                  </a:lnTo>
                  <a:lnTo>
                    <a:pt x="2206021" y="902798"/>
                  </a:lnTo>
                  <a:lnTo>
                    <a:pt x="2198340" y="915910"/>
                  </a:lnTo>
                  <a:lnTo>
                    <a:pt x="2152258" y="911536"/>
                  </a:lnTo>
                  <a:lnTo>
                    <a:pt x="2113864" y="942114"/>
                  </a:lnTo>
                  <a:lnTo>
                    <a:pt x="2090822" y="924648"/>
                  </a:lnTo>
                  <a:lnTo>
                    <a:pt x="2060101" y="929012"/>
                  </a:lnTo>
                  <a:lnTo>
                    <a:pt x="2044748" y="959591"/>
                  </a:lnTo>
                  <a:lnTo>
                    <a:pt x="2090822" y="963965"/>
                  </a:lnTo>
                  <a:lnTo>
                    <a:pt x="2098503" y="977067"/>
                  </a:lnTo>
                  <a:lnTo>
                    <a:pt x="2067781" y="985805"/>
                  </a:lnTo>
                  <a:lnTo>
                    <a:pt x="2060101" y="998908"/>
                  </a:lnTo>
                  <a:lnTo>
                    <a:pt x="2021707" y="977067"/>
                  </a:lnTo>
                  <a:lnTo>
                    <a:pt x="1983304" y="994544"/>
                  </a:lnTo>
                  <a:lnTo>
                    <a:pt x="1967952" y="1020758"/>
                  </a:lnTo>
                  <a:lnTo>
                    <a:pt x="1921869" y="1033860"/>
                  </a:lnTo>
                  <a:lnTo>
                    <a:pt x="1906508" y="1025122"/>
                  </a:lnTo>
                  <a:lnTo>
                    <a:pt x="1845073" y="1029486"/>
                  </a:lnTo>
                  <a:lnTo>
                    <a:pt x="1822032" y="1042599"/>
                  </a:lnTo>
                  <a:lnTo>
                    <a:pt x="1775958" y="1042599"/>
                  </a:lnTo>
                  <a:lnTo>
                    <a:pt x="1768277" y="1055701"/>
                  </a:lnTo>
                  <a:lnTo>
                    <a:pt x="1775958" y="1086280"/>
                  </a:lnTo>
                  <a:lnTo>
                    <a:pt x="1752916" y="1090654"/>
                  </a:lnTo>
                  <a:lnTo>
                    <a:pt x="1768277" y="1151811"/>
                  </a:lnTo>
                  <a:lnTo>
                    <a:pt x="1760597" y="1151811"/>
                  </a:lnTo>
                  <a:lnTo>
                    <a:pt x="1745236" y="1164913"/>
                  </a:lnTo>
                  <a:lnTo>
                    <a:pt x="1714522" y="1164913"/>
                  </a:lnTo>
                  <a:lnTo>
                    <a:pt x="1699161" y="1164913"/>
                  </a:lnTo>
                  <a:lnTo>
                    <a:pt x="1699161" y="1147447"/>
                  </a:lnTo>
                  <a:lnTo>
                    <a:pt x="1676120" y="1086280"/>
                  </a:lnTo>
                  <a:close/>
                  <a:moveTo>
                    <a:pt x="2025543" y="962325"/>
                  </a:moveTo>
                  <a:lnTo>
                    <a:pt x="2026504" y="966142"/>
                  </a:lnTo>
                  <a:lnTo>
                    <a:pt x="2021707" y="967782"/>
                  </a:lnTo>
                  <a:lnTo>
                    <a:pt x="2020746" y="958497"/>
                  </a:lnTo>
                  <a:lnTo>
                    <a:pt x="2023629" y="95849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7"/>
            <p:cNvSpPr/>
            <p:nvPr/>
          </p:nvSpPr>
          <p:spPr>
            <a:xfrm>
              <a:off x="5312229" y="978935"/>
              <a:ext cx="2398007" cy="1571204"/>
            </a:xfrm>
            <a:custGeom>
              <a:avLst/>
              <a:pathLst>
                <a:path w="2398007" h="1571204">
                  <a:moveTo>
                    <a:pt x="1691481" y="1038225"/>
                  </a:moveTo>
                  <a:lnTo>
                    <a:pt x="1752916" y="1038225"/>
                  </a:lnTo>
                  <a:lnTo>
                    <a:pt x="1760597" y="1086280"/>
                  </a:lnTo>
                  <a:lnTo>
                    <a:pt x="1791310" y="1116858"/>
                  </a:lnTo>
                  <a:lnTo>
                    <a:pt x="1837393" y="1108130"/>
                  </a:lnTo>
                  <a:lnTo>
                    <a:pt x="1852754" y="1121232"/>
                  </a:lnTo>
                  <a:lnTo>
                    <a:pt x="1906508" y="1108130"/>
                  </a:lnTo>
                  <a:lnTo>
                    <a:pt x="1914189" y="1129970"/>
                  </a:lnTo>
                  <a:lnTo>
                    <a:pt x="1937230" y="1143073"/>
                  </a:lnTo>
                  <a:lnTo>
                    <a:pt x="1983304" y="1134335"/>
                  </a:lnTo>
                  <a:lnTo>
                    <a:pt x="2014026" y="1147447"/>
                  </a:lnTo>
                  <a:lnTo>
                    <a:pt x="2029379" y="1160549"/>
                  </a:lnTo>
                  <a:lnTo>
                    <a:pt x="2021707" y="1182390"/>
                  </a:lnTo>
                  <a:lnTo>
                    <a:pt x="2029379" y="1199866"/>
                  </a:lnTo>
                  <a:lnTo>
                    <a:pt x="2067781" y="1199866"/>
                  </a:lnTo>
                  <a:lnTo>
                    <a:pt x="2083142" y="1247921"/>
                  </a:lnTo>
                  <a:lnTo>
                    <a:pt x="2113855" y="1247921"/>
                  </a:lnTo>
                  <a:lnTo>
                    <a:pt x="2113855" y="1226080"/>
                  </a:lnTo>
                  <a:lnTo>
                    <a:pt x="2144577" y="1212968"/>
                  </a:lnTo>
                  <a:lnTo>
                    <a:pt x="2152258" y="1243557"/>
                  </a:lnTo>
                  <a:lnTo>
                    <a:pt x="2182979" y="1304714"/>
                  </a:lnTo>
                  <a:lnTo>
                    <a:pt x="2213693" y="1300340"/>
                  </a:lnTo>
                  <a:lnTo>
                    <a:pt x="2221373" y="1278500"/>
                  </a:lnTo>
                  <a:lnTo>
                    <a:pt x="2267456" y="1269761"/>
                  </a:lnTo>
                  <a:lnTo>
                    <a:pt x="2275128" y="1256659"/>
                  </a:lnTo>
                  <a:lnTo>
                    <a:pt x="2282808" y="1274136"/>
                  </a:lnTo>
                  <a:lnTo>
                    <a:pt x="2313530" y="1261023"/>
                  </a:lnTo>
                  <a:lnTo>
                    <a:pt x="2328891" y="1295976"/>
                  </a:lnTo>
                  <a:lnTo>
                    <a:pt x="2359604" y="1317816"/>
                  </a:lnTo>
                  <a:lnTo>
                    <a:pt x="2398007" y="1313452"/>
                  </a:lnTo>
                  <a:lnTo>
                    <a:pt x="2398007" y="1326555"/>
                  </a:lnTo>
                  <a:lnTo>
                    <a:pt x="2382646" y="1365872"/>
                  </a:lnTo>
                  <a:lnTo>
                    <a:pt x="2321211" y="1387722"/>
                  </a:lnTo>
                  <a:lnTo>
                    <a:pt x="2336572" y="1392086"/>
                  </a:lnTo>
                  <a:lnTo>
                    <a:pt x="2336572" y="1413927"/>
                  </a:lnTo>
                  <a:lnTo>
                    <a:pt x="2305850" y="1383348"/>
                  </a:lnTo>
                  <a:lnTo>
                    <a:pt x="2305850" y="1370246"/>
                  </a:lnTo>
                  <a:lnTo>
                    <a:pt x="2298169" y="1361507"/>
                  </a:lnTo>
                  <a:lnTo>
                    <a:pt x="2275128" y="1357133"/>
                  </a:lnTo>
                  <a:lnTo>
                    <a:pt x="2259776" y="1409562"/>
                  </a:lnTo>
                  <a:lnTo>
                    <a:pt x="2229054" y="1413927"/>
                  </a:lnTo>
                  <a:lnTo>
                    <a:pt x="2190651" y="1457617"/>
                  </a:lnTo>
                  <a:lnTo>
                    <a:pt x="2113855" y="1457617"/>
                  </a:lnTo>
                  <a:lnTo>
                    <a:pt x="2136897" y="1501298"/>
                  </a:lnTo>
                  <a:lnTo>
                    <a:pt x="2121536" y="1523149"/>
                  </a:lnTo>
                  <a:lnTo>
                    <a:pt x="2029379" y="1505672"/>
                  </a:lnTo>
                  <a:lnTo>
                    <a:pt x="2037059" y="1501298"/>
                  </a:lnTo>
                  <a:lnTo>
                    <a:pt x="2014026" y="1479458"/>
                  </a:lnTo>
                  <a:lnTo>
                    <a:pt x="1990985" y="1492560"/>
                  </a:lnTo>
                  <a:lnTo>
                    <a:pt x="1975624" y="1518775"/>
                  </a:lnTo>
                  <a:lnTo>
                    <a:pt x="1944902" y="1562466"/>
                  </a:lnTo>
                  <a:lnTo>
                    <a:pt x="1906508" y="1571204"/>
                  </a:lnTo>
                  <a:lnTo>
                    <a:pt x="1898828" y="1566830"/>
                  </a:lnTo>
                  <a:lnTo>
                    <a:pt x="1914189" y="1536251"/>
                  </a:lnTo>
                  <a:lnTo>
                    <a:pt x="1875786" y="1492560"/>
                  </a:lnTo>
                  <a:lnTo>
                    <a:pt x="1875786" y="1461982"/>
                  </a:lnTo>
                  <a:lnTo>
                    <a:pt x="1883467" y="1448879"/>
                  </a:lnTo>
                  <a:lnTo>
                    <a:pt x="1875786" y="1444505"/>
                  </a:lnTo>
                  <a:lnTo>
                    <a:pt x="1837393" y="1378984"/>
                  </a:lnTo>
                  <a:lnTo>
                    <a:pt x="1837393" y="1352769"/>
                  </a:lnTo>
                  <a:lnTo>
                    <a:pt x="1822032" y="1352769"/>
                  </a:lnTo>
                  <a:lnTo>
                    <a:pt x="1798990" y="1374610"/>
                  </a:lnTo>
                  <a:lnTo>
                    <a:pt x="1783629" y="1335293"/>
                  </a:lnTo>
                  <a:lnTo>
                    <a:pt x="1745236" y="1313452"/>
                  </a:lnTo>
                  <a:lnTo>
                    <a:pt x="1729875" y="1322191"/>
                  </a:lnTo>
                  <a:lnTo>
                    <a:pt x="1699153" y="1309078"/>
                  </a:lnTo>
                  <a:lnTo>
                    <a:pt x="1714514" y="1287238"/>
                  </a:lnTo>
                  <a:lnTo>
                    <a:pt x="1683801" y="1212968"/>
                  </a:lnTo>
                  <a:lnTo>
                    <a:pt x="1614685" y="1234819"/>
                  </a:lnTo>
                  <a:lnTo>
                    <a:pt x="1591643" y="1173651"/>
                  </a:lnTo>
                  <a:lnTo>
                    <a:pt x="1607004" y="1134335"/>
                  </a:lnTo>
                  <a:lnTo>
                    <a:pt x="1576282" y="1090654"/>
                  </a:lnTo>
                  <a:lnTo>
                    <a:pt x="1560922" y="1086280"/>
                  </a:lnTo>
                  <a:lnTo>
                    <a:pt x="1568602" y="1060075"/>
                  </a:lnTo>
                  <a:lnTo>
                    <a:pt x="1607004" y="1081915"/>
                  </a:lnTo>
                  <a:lnTo>
                    <a:pt x="1622357" y="1073177"/>
                  </a:lnTo>
                  <a:lnTo>
                    <a:pt x="1645398" y="1090654"/>
                  </a:lnTo>
                  <a:lnTo>
                    <a:pt x="1653079" y="106007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8"/>
            <p:cNvSpPr/>
            <p:nvPr/>
          </p:nvSpPr>
          <p:spPr>
            <a:xfrm>
              <a:off x="4551940" y="1647341"/>
              <a:ext cx="2159938" cy="1378974"/>
            </a:xfrm>
            <a:custGeom>
              <a:avLst/>
              <a:pathLst>
                <a:path w="2159938" h="1378974">
                  <a:moveTo>
                    <a:pt x="1691481" y="1038225"/>
                  </a:moveTo>
                  <a:lnTo>
                    <a:pt x="1676120" y="1003272"/>
                  </a:lnTo>
                  <a:lnTo>
                    <a:pt x="1645398" y="990169"/>
                  </a:lnTo>
                  <a:lnTo>
                    <a:pt x="1691481" y="955217"/>
                  </a:lnTo>
                  <a:lnTo>
                    <a:pt x="1676120" y="950853"/>
                  </a:lnTo>
                  <a:lnTo>
                    <a:pt x="1668440" y="929002"/>
                  </a:lnTo>
                  <a:lnTo>
                    <a:pt x="1653079" y="915900"/>
                  </a:lnTo>
                  <a:lnTo>
                    <a:pt x="1637726" y="876583"/>
                  </a:lnTo>
                  <a:lnTo>
                    <a:pt x="1645398" y="867845"/>
                  </a:lnTo>
                  <a:lnTo>
                    <a:pt x="1637726" y="846004"/>
                  </a:lnTo>
                  <a:lnTo>
                    <a:pt x="1668440" y="832892"/>
                  </a:lnTo>
                  <a:lnTo>
                    <a:pt x="1660759" y="811052"/>
                  </a:lnTo>
                  <a:lnTo>
                    <a:pt x="1691481" y="776099"/>
                  </a:lnTo>
                  <a:lnTo>
                    <a:pt x="1722194" y="780473"/>
                  </a:lnTo>
                  <a:lnTo>
                    <a:pt x="1729875" y="828528"/>
                  </a:lnTo>
                  <a:lnTo>
                    <a:pt x="1752916" y="832892"/>
                  </a:lnTo>
                  <a:lnTo>
                    <a:pt x="1814351" y="797949"/>
                  </a:lnTo>
                  <a:lnTo>
                    <a:pt x="1822032" y="811052"/>
                  </a:lnTo>
                  <a:lnTo>
                    <a:pt x="1845073" y="789211"/>
                  </a:lnTo>
                  <a:lnTo>
                    <a:pt x="1891147" y="789211"/>
                  </a:lnTo>
                  <a:lnTo>
                    <a:pt x="1898828" y="749894"/>
                  </a:lnTo>
                  <a:lnTo>
                    <a:pt x="1937230" y="745520"/>
                  </a:lnTo>
                  <a:lnTo>
                    <a:pt x="1952591" y="732418"/>
                  </a:lnTo>
                  <a:lnTo>
                    <a:pt x="1975624" y="728044"/>
                  </a:lnTo>
                  <a:lnTo>
                    <a:pt x="1998665" y="749894"/>
                  </a:lnTo>
                  <a:lnTo>
                    <a:pt x="1990985" y="767371"/>
                  </a:lnTo>
                  <a:lnTo>
                    <a:pt x="2006346" y="784837"/>
                  </a:lnTo>
                  <a:lnTo>
                    <a:pt x="2021707" y="780473"/>
                  </a:lnTo>
                  <a:lnTo>
                    <a:pt x="2021707" y="811052"/>
                  </a:lnTo>
                  <a:lnTo>
                    <a:pt x="2006346" y="815426"/>
                  </a:lnTo>
                  <a:lnTo>
                    <a:pt x="2029387" y="859107"/>
                  </a:lnTo>
                  <a:lnTo>
                    <a:pt x="2106183" y="859107"/>
                  </a:lnTo>
                  <a:lnTo>
                    <a:pt x="2067781" y="907162"/>
                  </a:lnTo>
                  <a:lnTo>
                    <a:pt x="2106183" y="937740"/>
                  </a:lnTo>
                  <a:lnTo>
                    <a:pt x="2129225" y="933376"/>
                  </a:lnTo>
                  <a:lnTo>
                    <a:pt x="2144577" y="977057"/>
                  </a:lnTo>
                  <a:lnTo>
                    <a:pt x="2159938" y="994534"/>
                  </a:lnTo>
                  <a:lnTo>
                    <a:pt x="2129225" y="1020748"/>
                  </a:lnTo>
                  <a:lnTo>
                    <a:pt x="2121544" y="1046963"/>
                  </a:lnTo>
                  <a:lnTo>
                    <a:pt x="2075461" y="1081905"/>
                  </a:lnTo>
                  <a:lnTo>
                    <a:pt x="2037068" y="1095018"/>
                  </a:lnTo>
                  <a:lnTo>
                    <a:pt x="2006346" y="1086280"/>
                  </a:lnTo>
                  <a:lnTo>
                    <a:pt x="1998665" y="1068803"/>
                  </a:lnTo>
                  <a:lnTo>
                    <a:pt x="1998665" y="1064429"/>
                  </a:lnTo>
                  <a:lnTo>
                    <a:pt x="1983304" y="1046963"/>
                  </a:lnTo>
                  <a:lnTo>
                    <a:pt x="1990985" y="1029486"/>
                  </a:lnTo>
                  <a:lnTo>
                    <a:pt x="1967943" y="1029486"/>
                  </a:lnTo>
                  <a:lnTo>
                    <a:pt x="1952591" y="1012010"/>
                  </a:lnTo>
                  <a:lnTo>
                    <a:pt x="1952591" y="990169"/>
                  </a:lnTo>
                  <a:lnTo>
                    <a:pt x="1967943" y="990169"/>
                  </a:lnTo>
                  <a:lnTo>
                    <a:pt x="1967943" y="981431"/>
                  </a:lnTo>
                  <a:lnTo>
                    <a:pt x="1944911" y="968319"/>
                  </a:lnTo>
                  <a:lnTo>
                    <a:pt x="1929550" y="937740"/>
                  </a:lnTo>
                  <a:lnTo>
                    <a:pt x="1944911" y="924638"/>
                  </a:lnTo>
                  <a:lnTo>
                    <a:pt x="1906508" y="920264"/>
                  </a:lnTo>
                  <a:lnTo>
                    <a:pt x="1875795" y="885321"/>
                  </a:lnTo>
                  <a:lnTo>
                    <a:pt x="1852754" y="898424"/>
                  </a:lnTo>
                  <a:lnTo>
                    <a:pt x="1860434" y="911526"/>
                  </a:lnTo>
                  <a:lnTo>
                    <a:pt x="1837393" y="911526"/>
                  </a:lnTo>
                  <a:lnTo>
                    <a:pt x="1829712" y="929002"/>
                  </a:lnTo>
                  <a:lnTo>
                    <a:pt x="1798999" y="933376"/>
                  </a:lnTo>
                  <a:lnTo>
                    <a:pt x="1814351" y="963955"/>
                  </a:lnTo>
                  <a:lnTo>
                    <a:pt x="1768277" y="994534"/>
                  </a:lnTo>
                  <a:lnTo>
                    <a:pt x="1775958" y="1025112"/>
                  </a:lnTo>
                  <a:lnTo>
                    <a:pt x="1798999" y="1038225"/>
                  </a:lnTo>
                  <a:lnTo>
                    <a:pt x="1837393" y="1029486"/>
                  </a:lnTo>
                  <a:lnTo>
                    <a:pt x="1852754" y="1042589"/>
                  </a:lnTo>
                  <a:lnTo>
                    <a:pt x="1868115" y="1029486"/>
                  </a:lnTo>
                  <a:lnTo>
                    <a:pt x="1891147" y="1029486"/>
                  </a:lnTo>
                  <a:lnTo>
                    <a:pt x="1898828" y="1077541"/>
                  </a:lnTo>
                  <a:lnTo>
                    <a:pt x="1883476" y="1095018"/>
                  </a:lnTo>
                  <a:lnTo>
                    <a:pt x="1883476" y="1108120"/>
                  </a:lnTo>
                  <a:lnTo>
                    <a:pt x="1929550" y="1134335"/>
                  </a:lnTo>
                  <a:lnTo>
                    <a:pt x="1960272" y="1125596"/>
                  </a:lnTo>
                  <a:lnTo>
                    <a:pt x="1990985" y="1156175"/>
                  </a:lnTo>
                  <a:lnTo>
                    <a:pt x="1944911" y="1204230"/>
                  </a:lnTo>
                  <a:lnTo>
                    <a:pt x="1891147" y="1204230"/>
                  </a:lnTo>
                  <a:lnTo>
                    <a:pt x="1860434" y="1239173"/>
                  </a:lnTo>
                  <a:lnTo>
                    <a:pt x="1845073" y="1230445"/>
                  </a:lnTo>
                  <a:lnTo>
                    <a:pt x="1845073" y="1252285"/>
                  </a:lnTo>
                  <a:lnTo>
                    <a:pt x="1822032" y="1252285"/>
                  </a:lnTo>
                  <a:lnTo>
                    <a:pt x="1798999" y="1295966"/>
                  </a:lnTo>
                  <a:lnTo>
                    <a:pt x="1760597" y="1335283"/>
                  </a:lnTo>
                  <a:lnTo>
                    <a:pt x="1775958" y="1370236"/>
                  </a:lnTo>
                  <a:lnTo>
                    <a:pt x="1760597" y="1378974"/>
                  </a:lnTo>
                  <a:lnTo>
                    <a:pt x="1745236" y="1365872"/>
                  </a:lnTo>
                  <a:lnTo>
                    <a:pt x="1729875" y="1378974"/>
                  </a:lnTo>
                  <a:lnTo>
                    <a:pt x="1722194" y="1374610"/>
                  </a:lnTo>
                  <a:lnTo>
                    <a:pt x="1622365" y="1352759"/>
                  </a:lnTo>
                  <a:lnTo>
                    <a:pt x="1599324" y="1322181"/>
                  </a:lnTo>
                  <a:lnTo>
                    <a:pt x="1622365" y="1300340"/>
                  </a:lnTo>
                  <a:lnTo>
                    <a:pt x="1622365" y="1274126"/>
                  </a:lnTo>
                  <a:lnTo>
                    <a:pt x="1660759" y="1221706"/>
                  </a:lnTo>
                  <a:lnTo>
                    <a:pt x="1645398" y="1217332"/>
                  </a:lnTo>
                  <a:lnTo>
                    <a:pt x="1630046" y="1173651"/>
                  </a:lnTo>
                  <a:lnTo>
                    <a:pt x="1607004" y="1160539"/>
                  </a:lnTo>
                  <a:lnTo>
                    <a:pt x="1607004" y="1134335"/>
                  </a:lnTo>
                  <a:lnTo>
                    <a:pt x="1630046" y="1108120"/>
                  </a:lnTo>
                  <a:lnTo>
                    <a:pt x="1630046" y="1095018"/>
                  </a:lnTo>
                  <a:lnTo>
                    <a:pt x="1637726" y="1086280"/>
                  </a:lnTo>
                  <a:lnTo>
                    <a:pt x="1676120" y="108190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9"/>
            <p:cNvSpPr/>
            <p:nvPr/>
          </p:nvSpPr>
          <p:spPr>
            <a:xfrm>
              <a:off x="4790009" y="1590548"/>
              <a:ext cx="1691481" cy="1081905"/>
            </a:xfrm>
            <a:custGeom>
              <a:avLst/>
              <a:pathLst>
                <a:path w="1691481" h="1081905">
                  <a:moveTo>
                    <a:pt x="1691481" y="1038225"/>
                  </a:moveTo>
                  <a:lnTo>
                    <a:pt x="1683801" y="1064429"/>
                  </a:lnTo>
                  <a:lnTo>
                    <a:pt x="1683801" y="1081905"/>
                  </a:lnTo>
                  <a:lnTo>
                    <a:pt x="1660759" y="1077541"/>
                  </a:lnTo>
                  <a:lnTo>
                    <a:pt x="1660759" y="1064429"/>
                  </a:lnTo>
                  <a:lnTo>
                    <a:pt x="1653079" y="1046963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4175631" y="2477379"/>
              <a:ext cx="2206021" cy="1247911"/>
            </a:xfrm>
            <a:custGeom>
              <a:avLst/>
              <a:pathLst>
                <a:path w="2206021" h="1247911">
                  <a:moveTo>
                    <a:pt x="1691481" y="1038225"/>
                  </a:moveTo>
                  <a:lnTo>
                    <a:pt x="1683809" y="1016374"/>
                  </a:lnTo>
                  <a:lnTo>
                    <a:pt x="1645407" y="998908"/>
                  </a:lnTo>
                  <a:lnTo>
                    <a:pt x="1653087" y="985795"/>
                  </a:lnTo>
                  <a:lnTo>
                    <a:pt x="1637726" y="981431"/>
                  </a:lnTo>
                  <a:lnTo>
                    <a:pt x="1630046" y="911536"/>
                  </a:lnTo>
                  <a:lnTo>
                    <a:pt x="1645407" y="894059"/>
                  </a:lnTo>
                  <a:lnTo>
                    <a:pt x="1683809" y="894059"/>
                  </a:lnTo>
                  <a:lnTo>
                    <a:pt x="1683809" y="880947"/>
                  </a:lnTo>
                  <a:lnTo>
                    <a:pt x="1653087" y="863481"/>
                  </a:lnTo>
                  <a:lnTo>
                    <a:pt x="1653087" y="850369"/>
                  </a:lnTo>
                  <a:lnTo>
                    <a:pt x="1622365" y="841630"/>
                  </a:lnTo>
                  <a:lnTo>
                    <a:pt x="1637726" y="828528"/>
                  </a:lnTo>
                  <a:lnTo>
                    <a:pt x="1699161" y="837266"/>
                  </a:lnTo>
                  <a:lnTo>
                    <a:pt x="1722203" y="828528"/>
                  </a:lnTo>
                  <a:lnTo>
                    <a:pt x="1737564" y="841630"/>
                  </a:lnTo>
                  <a:lnTo>
                    <a:pt x="1760605" y="828528"/>
                  </a:lnTo>
                  <a:lnTo>
                    <a:pt x="1806680" y="894059"/>
                  </a:lnTo>
                  <a:lnTo>
                    <a:pt x="1875795" y="920264"/>
                  </a:lnTo>
                  <a:lnTo>
                    <a:pt x="1952591" y="911536"/>
                  </a:lnTo>
                  <a:lnTo>
                    <a:pt x="1975633" y="924638"/>
                  </a:lnTo>
                  <a:lnTo>
                    <a:pt x="1998674" y="911536"/>
                  </a:lnTo>
                  <a:lnTo>
                    <a:pt x="2006355" y="968319"/>
                  </a:lnTo>
                  <a:lnTo>
                    <a:pt x="2021707" y="977057"/>
                  </a:lnTo>
                  <a:lnTo>
                    <a:pt x="2037068" y="968319"/>
                  </a:lnTo>
                  <a:lnTo>
                    <a:pt x="2067790" y="977057"/>
                  </a:lnTo>
                  <a:lnTo>
                    <a:pt x="2075470" y="998908"/>
                  </a:lnTo>
                  <a:lnTo>
                    <a:pt x="2090831" y="1007646"/>
                  </a:lnTo>
                  <a:lnTo>
                    <a:pt x="2121544" y="994534"/>
                  </a:lnTo>
                  <a:lnTo>
                    <a:pt x="2129225" y="1012010"/>
                  </a:lnTo>
                  <a:lnTo>
                    <a:pt x="2144586" y="1012010"/>
                  </a:lnTo>
                  <a:lnTo>
                    <a:pt x="2159947" y="1033850"/>
                  </a:lnTo>
                  <a:lnTo>
                    <a:pt x="2198340" y="1051327"/>
                  </a:lnTo>
                  <a:lnTo>
                    <a:pt x="2175308" y="1086280"/>
                  </a:lnTo>
                  <a:lnTo>
                    <a:pt x="2206021" y="1134335"/>
                  </a:lnTo>
                  <a:lnTo>
                    <a:pt x="2206021" y="1169277"/>
                  </a:lnTo>
                  <a:lnTo>
                    <a:pt x="2190660" y="1182390"/>
                  </a:lnTo>
                  <a:lnTo>
                    <a:pt x="2152266" y="1173651"/>
                  </a:lnTo>
                  <a:lnTo>
                    <a:pt x="2098503" y="1212968"/>
                  </a:lnTo>
                  <a:lnTo>
                    <a:pt x="2044748" y="1217332"/>
                  </a:lnTo>
                  <a:lnTo>
                    <a:pt x="2014035" y="1247911"/>
                  </a:lnTo>
                  <a:lnTo>
                    <a:pt x="1998674" y="1243547"/>
                  </a:lnTo>
                  <a:lnTo>
                    <a:pt x="1990994" y="1221706"/>
                  </a:lnTo>
                  <a:lnTo>
                    <a:pt x="1998674" y="1195492"/>
                  </a:lnTo>
                  <a:lnTo>
                    <a:pt x="1983313" y="1182390"/>
                  </a:lnTo>
                  <a:lnTo>
                    <a:pt x="1983313" y="1169277"/>
                  </a:lnTo>
                  <a:lnTo>
                    <a:pt x="1937230" y="1208594"/>
                  </a:lnTo>
                  <a:lnTo>
                    <a:pt x="1929559" y="1204230"/>
                  </a:lnTo>
                  <a:lnTo>
                    <a:pt x="1937230" y="1178016"/>
                  </a:lnTo>
                  <a:lnTo>
                    <a:pt x="1929559" y="1173651"/>
                  </a:lnTo>
                  <a:lnTo>
                    <a:pt x="1906517" y="1195492"/>
                  </a:lnTo>
                  <a:lnTo>
                    <a:pt x="1891156" y="1191128"/>
                  </a:lnTo>
                  <a:lnTo>
                    <a:pt x="1868115" y="1199856"/>
                  </a:lnTo>
                  <a:lnTo>
                    <a:pt x="1829721" y="1160539"/>
                  </a:lnTo>
                  <a:lnTo>
                    <a:pt x="1745244" y="1138699"/>
                  </a:lnTo>
                  <a:lnTo>
                    <a:pt x="1714522" y="1151811"/>
                  </a:lnTo>
                  <a:lnTo>
                    <a:pt x="1729883" y="1178016"/>
                  </a:lnTo>
                  <a:lnTo>
                    <a:pt x="1714522" y="1186754"/>
                  </a:lnTo>
                  <a:lnTo>
                    <a:pt x="1653087" y="1178016"/>
                  </a:lnTo>
                  <a:lnTo>
                    <a:pt x="1645407" y="1191128"/>
                  </a:lnTo>
                  <a:lnTo>
                    <a:pt x="1630046" y="1191128"/>
                  </a:lnTo>
                  <a:lnTo>
                    <a:pt x="1607004" y="1239183"/>
                  </a:lnTo>
                  <a:lnTo>
                    <a:pt x="1591652" y="1217332"/>
                  </a:lnTo>
                  <a:lnTo>
                    <a:pt x="1583972" y="1221706"/>
                  </a:lnTo>
                  <a:lnTo>
                    <a:pt x="1553250" y="1169277"/>
                  </a:lnTo>
                  <a:lnTo>
                    <a:pt x="1537889" y="1173651"/>
                  </a:lnTo>
                  <a:lnTo>
                    <a:pt x="1545569" y="1129960"/>
                  </a:lnTo>
                  <a:lnTo>
                    <a:pt x="1537889" y="1112484"/>
                  </a:lnTo>
                  <a:lnTo>
                    <a:pt x="1553250" y="1095018"/>
                  </a:lnTo>
                  <a:lnTo>
                    <a:pt x="1568611" y="1103756"/>
                  </a:lnTo>
                  <a:lnTo>
                    <a:pt x="1591652" y="1090644"/>
                  </a:lnTo>
                  <a:lnTo>
                    <a:pt x="1599333" y="1099382"/>
                  </a:lnTo>
                  <a:lnTo>
                    <a:pt x="1607004" y="1090644"/>
                  </a:lnTo>
                  <a:lnTo>
                    <a:pt x="1622365" y="1099382"/>
                  </a:lnTo>
                  <a:lnTo>
                    <a:pt x="1660768" y="1064429"/>
                  </a:lnTo>
                  <a:lnTo>
                    <a:pt x="1676129" y="107316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3645739" y="2866183"/>
              <a:ext cx="2159938" cy="1300340"/>
            </a:xfrm>
            <a:custGeom>
              <a:avLst/>
              <a:pathLst>
                <a:path w="2159938" h="1300340">
                  <a:moveTo>
                    <a:pt x="1691481" y="1038225"/>
                  </a:moveTo>
                  <a:lnTo>
                    <a:pt x="1714522" y="1016384"/>
                  </a:lnTo>
                  <a:lnTo>
                    <a:pt x="1729875" y="1029486"/>
                  </a:lnTo>
                  <a:lnTo>
                    <a:pt x="1783638" y="1025122"/>
                  </a:lnTo>
                  <a:lnTo>
                    <a:pt x="1791319" y="990169"/>
                  </a:lnTo>
                  <a:lnTo>
                    <a:pt x="1814351" y="985805"/>
                  </a:lnTo>
                  <a:lnTo>
                    <a:pt x="1822032" y="998908"/>
                  </a:lnTo>
                  <a:lnTo>
                    <a:pt x="1883476" y="981431"/>
                  </a:lnTo>
                  <a:lnTo>
                    <a:pt x="1868115" y="950853"/>
                  </a:lnTo>
                  <a:lnTo>
                    <a:pt x="1845073" y="950853"/>
                  </a:lnTo>
                  <a:lnTo>
                    <a:pt x="1822032" y="920274"/>
                  </a:lnTo>
                  <a:lnTo>
                    <a:pt x="1852754" y="889695"/>
                  </a:lnTo>
                  <a:lnTo>
                    <a:pt x="1883476" y="911536"/>
                  </a:lnTo>
                  <a:lnTo>
                    <a:pt x="1898828" y="907162"/>
                  </a:lnTo>
                  <a:lnTo>
                    <a:pt x="1891147" y="885321"/>
                  </a:lnTo>
                  <a:lnTo>
                    <a:pt x="1898828" y="885321"/>
                  </a:lnTo>
                  <a:lnTo>
                    <a:pt x="1906508" y="898433"/>
                  </a:lnTo>
                  <a:lnTo>
                    <a:pt x="1906508" y="911536"/>
                  </a:lnTo>
                  <a:lnTo>
                    <a:pt x="1914189" y="915900"/>
                  </a:lnTo>
                  <a:lnTo>
                    <a:pt x="1929550" y="885321"/>
                  </a:lnTo>
                  <a:lnTo>
                    <a:pt x="1975624" y="876583"/>
                  </a:lnTo>
                  <a:lnTo>
                    <a:pt x="1975624" y="846004"/>
                  </a:lnTo>
                  <a:lnTo>
                    <a:pt x="1990985" y="841640"/>
                  </a:lnTo>
                  <a:lnTo>
                    <a:pt x="2014026" y="850378"/>
                  </a:lnTo>
                  <a:lnTo>
                    <a:pt x="2014026" y="863481"/>
                  </a:lnTo>
                  <a:lnTo>
                    <a:pt x="2052429" y="854743"/>
                  </a:lnTo>
                  <a:lnTo>
                    <a:pt x="2060101" y="898433"/>
                  </a:lnTo>
                  <a:lnTo>
                    <a:pt x="2075461" y="898433"/>
                  </a:lnTo>
                  <a:lnTo>
                    <a:pt x="2075461" y="924638"/>
                  </a:lnTo>
                  <a:lnTo>
                    <a:pt x="2090822" y="915900"/>
                  </a:lnTo>
                  <a:lnTo>
                    <a:pt x="2090822" y="942114"/>
                  </a:lnTo>
                  <a:lnTo>
                    <a:pt x="2121544" y="942114"/>
                  </a:lnTo>
                  <a:lnTo>
                    <a:pt x="2136897" y="915900"/>
                  </a:lnTo>
                  <a:lnTo>
                    <a:pt x="2144577" y="937750"/>
                  </a:lnTo>
                  <a:lnTo>
                    <a:pt x="2144577" y="972693"/>
                  </a:lnTo>
                  <a:lnTo>
                    <a:pt x="2152258" y="1003272"/>
                  </a:lnTo>
                  <a:lnTo>
                    <a:pt x="2098503" y="1051327"/>
                  </a:lnTo>
                  <a:lnTo>
                    <a:pt x="2106183" y="1060065"/>
                  </a:lnTo>
                  <a:lnTo>
                    <a:pt x="2144577" y="1046963"/>
                  </a:lnTo>
                  <a:lnTo>
                    <a:pt x="2159938" y="1060065"/>
                  </a:lnTo>
                  <a:lnTo>
                    <a:pt x="2159938" y="1081915"/>
                  </a:lnTo>
                  <a:lnTo>
                    <a:pt x="2144577" y="1090644"/>
                  </a:lnTo>
                  <a:lnTo>
                    <a:pt x="2152258" y="1103756"/>
                  </a:lnTo>
                  <a:lnTo>
                    <a:pt x="2136897" y="1129970"/>
                  </a:lnTo>
                  <a:lnTo>
                    <a:pt x="2152258" y="1134335"/>
                  </a:lnTo>
                  <a:lnTo>
                    <a:pt x="2159938" y="1160549"/>
                  </a:lnTo>
                  <a:lnTo>
                    <a:pt x="2144577" y="1191128"/>
                  </a:lnTo>
                  <a:lnTo>
                    <a:pt x="2113864" y="1186754"/>
                  </a:lnTo>
                  <a:lnTo>
                    <a:pt x="2121544" y="1208604"/>
                  </a:lnTo>
                  <a:lnTo>
                    <a:pt x="2083142" y="1204230"/>
                  </a:lnTo>
                  <a:lnTo>
                    <a:pt x="2083142" y="1230445"/>
                  </a:lnTo>
                  <a:lnTo>
                    <a:pt x="2060101" y="1208604"/>
                  </a:lnTo>
                  <a:lnTo>
                    <a:pt x="2044748" y="1217342"/>
                  </a:lnTo>
                  <a:lnTo>
                    <a:pt x="2037068" y="1239183"/>
                  </a:lnTo>
                  <a:lnTo>
                    <a:pt x="2014026" y="1247921"/>
                  </a:lnTo>
                  <a:lnTo>
                    <a:pt x="2006346" y="1239183"/>
                  </a:lnTo>
                  <a:lnTo>
                    <a:pt x="1983304" y="1239183"/>
                  </a:lnTo>
                  <a:lnTo>
                    <a:pt x="1960272" y="1199866"/>
                  </a:lnTo>
                  <a:lnTo>
                    <a:pt x="1937230" y="1212968"/>
                  </a:lnTo>
                  <a:lnTo>
                    <a:pt x="1944911" y="1234809"/>
                  </a:lnTo>
                  <a:lnTo>
                    <a:pt x="1929550" y="1243547"/>
                  </a:lnTo>
                  <a:lnTo>
                    <a:pt x="1868115" y="1265397"/>
                  </a:lnTo>
                  <a:lnTo>
                    <a:pt x="1868115" y="1282864"/>
                  </a:lnTo>
                  <a:lnTo>
                    <a:pt x="1852754" y="1295976"/>
                  </a:lnTo>
                  <a:lnTo>
                    <a:pt x="1783638" y="1265397"/>
                  </a:lnTo>
                  <a:lnTo>
                    <a:pt x="1737555" y="1300340"/>
                  </a:lnTo>
                  <a:lnTo>
                    <a:pt x="1722203" y="1287238"/>
                  </a:lnTo>
                  <a:lnTo>
                    <a:pt x="1737555" y="1265397"/>
                  </a:lnTo>
                  <a:lnTo>
                    <a:pt x="1729875" y="1256659"/>
                  </a:lnTo>
                  <a:lnTo>
                    <a:pt x="1752916" y="1239183"/>
                  </a:lnTo>
                  <a:lnTo>
                    <a:pt x="1706842" y="1191128"/>
                  </a:lnTo>
                  <a:lnTo>
                    <a:pt x="1737555" y="1121232"/>
                  </a:lnTo>
                  <a:lnTo>
                    <a:pt x="1714522" y="1095018"/>
                  </a:lnTo>
                  <a:lnTo>
                    <a:pt x="1668440" y="1108120"/>
                  </a:lnTo>
                  <a:lnTo>
                    <a:pt x="1653079" y="1086280"/>
                  </a:lnTo>
                  <a:lnTo>
                    <a:pt x="1653079" y="1064439"/>
                  </a:lnTo>
                  <a:lnTo>
                    <a:pt x="1645398" y="1060065"/>
                  </a:lnTo>
                  <a:lnTo>
                    <a:pt x="1668440" y="1020748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4636417" y="1979352"/>
              <a:ext cx="2321211" cy="1212968"/>
            </a:xfrm>
            <a:custGeom>
              <a:avLst/>
              <a:pathLst>
                <a:path w="2321211" h="1212968">
                  <a:moveTo>
                    <a:pt x="1691481" y="1038225"/>
                  </a:moveTo>
                  <a:lnTo>
                    <a:pt x="1676120" y="1003272"/>
                  </a:lnTo>
                  <a:lnTo>
                    <a:pt x="1714522" y="963955"/>
                  </a:lnTo>
                  <a:lnTo>
                    <a:pt x="1737555" y="920274"/>
                  </a:lnTo>
                  <a:lnTo>
                    <a:pt x="1760597" y="920274"/>
                  </a:lnTo>
                  <a:lnTo>
                    <a:pt x="1760597" y="898433"/>
                  </a:lnTo>
                  <a:lnTo>
                    <a:pt x="1775958" y="907162"/>
                  </a:lnTo>
                  <a:lnTo>
                    <a:pt x="1806671" y="872219"/>
                  </a:lnTo>
                  <a:lnTo>
                    <a:pt x="1860434" y="872219"/>
                  </a:lnTo>
                  <a:lnTo>
                    <a:pt x="1906508" y="824164"/>
                  </a:lnTo>
                  <a:lnTo>
                    <a:pt x="1921869" y="841640"/>
                  </a:lnTo>
                  <a:lnTo>
                    <a:pt x="1990985" y="841640"/>
                  </a:lnTo>
                  <a:lnTo>
                    <a:pt x="2029387" y="889695"/>
                  </a:lnTo>
                  <a:lnTo>
                    <a:pt x="1998665" y="902798"/>
                  </a:lnTo>
                  <a:lnTo>
                    <a:pt x="1998665" y="920274"/>
                  </a:lnTo>
                  <a:lnTo>
                    <a:pt x="2029387" y="942114"/>
                  </a:lnTo>
                  <a:lnTo>
                    <a:pt x="2060101" y="942114"/>
                  </a:lnTo>
                  <a:lnTo>
                    <a:pt x="2075461" y="915900"/>
                  </a:lnTo>
                  <a:lnTo>
                    <a:pt x="2129216" y="872219"/>
                  </a:lnTo>
                  <a:lnTo>
                    <a:pt x="2136897" y="841640"/>
                  </a:lnTo>
                  <a:lnTo>
                    <a:pt x="2167619" y="811062"/>
                  </a:lnTo>
                  <a:lnTo>
                    <a:pt x="2175299" y="872219"/>
                  </a:lnTo>
                  <a:lnTo>
                    <a:pt x="2190660" y="889695"/>
                  </a:lnTo>
                  <a:lnTo>
                    <a:pt x="2252095" y="907162"/>
                  </a:lnTo>
                  <a:lnTo>
                    <a:pt x="2275137" y="894059"/>
                  </a:lnTo>
                  <a:lnTo>
                    <a:pt x="2282817" y="907162"/>
                  </a:lnTo>
                  <a:lnTo>
                    <a:pt x="2313530" y="907162"/>
                  </a:lnTo>
                  <a:lnTo>
                    <a:pt x="2321211" y="920274"/>
                  </a:lnTo>
                  <a:lnTo>
                    <a:pt x="2313530" y="963955"/>
                  </a:lnTo>
                  <a:lnTo>
                    <a:pt x="2298169" y="977067"/>
                  </a:lnTo>
                  <a:lnTo>
                    <a:pt x="2244415" y="968329"/>
                  </a:lnTo>
                  <a:lnTo>
                    <a:pt x="2236734" y="985805"/>
                  </a:lnTo>
                  <a:lnTo>
                    <a:pt x="2182979" y="994544"/>
                  </a:lnTo>
                  <a:lnTo>
                    <a:pt x="2182979" y="1012010"/>
                  </a:lnTo>
                  <a:lnTo>
                    <a:pt x="2206021" y="1029486"/>
                  </a:lnTo>
                  <a:lnTo>
                    <a:pt x="2152258" y="1038225"/>
                  </a:lnTo>
                  <a:lnTo>
                    <a:pt x="2167619" y="1068803"/>
                  </a:lnTo>
                  <a:lnTo>
                    <a:pt x="2144577" y="1051327"/>
                  </a:lnTo>
                  <a:lnTo>
                    <a:pt x="2060101" y="1108120"/>
                  </a:lnTo>
                  <a:lnTo>
                    <a:pt x="2083142" y="1156175"/>
                  </a:lnTo>
                  <a:lnTo>
                    <a:pt x="2029387" y="1151811"/>
                  </a:lnTo>
                  <a:lnTo>
                    <a:pt x="2021707" y="1143073"/>
                  </a:lnTo>
                  <a:lnTo>
                    <a:pt x="1990985" y="1151811"/>
                  </a:lnTo>
                  <a:lnTo>
                    <a:pt x="1975624" y="1182390"/>
                  </a:lnTo>
                  <a:lnTo>
                    <a:pt x="1952591" y="1186754"/>
                  </a:lnTo>
                  <a:lnTo>
                    <a:pt x="1944911" y="1212968"/>
                  </a:lnTo>
                  <a:lnTo>
                    <a:pt x="1929550" y="1212968"/>
                  </a:lnTo>
                  <a:lnTo>
                    <a:pt x="1921869" y="1191128"/>
                  </a:lnTo>
                  <a:lnTo>
                    <a:pt x="1906508" y="1186754"/>
                  </a:lnTo>
                  <a:lnTo>
                    <a:pt x="1875795" y="1208604"/>
                  </a:lnTo>
                  <a:lnTo>
                    <a:pt x="1852754" y="1195492"/>
                  </a:lnTo>
                  <a:lnTo>
                    <a:pt x="1845073" y="1208604"/>
                  </a:lnTo>
                  <a:lnTo>
                    <a:pt x="1806671" y="1160549"/>
                  </a:lnTo>
                  <a:lnTo>
                    <a:pt x="1775958" y="1164913"/>
                  </a:lnTo>
                  <a:lnTo>
                    <a:pt x="1768277" y="1191128"/>
                  </a:lnTo>
                  <a:lnTo>
                    <a:pt x="1752916" y="1195492"/>
                  </a:lnTo>
                  <a:lnTo>
                    <a:pt x="1699161" y="1195492"/>
                  </a:lnTo>
                  <a:lnTo>
                    <a:pt x="1683801" y="1169287"/>
                  </a:lnTo>
                  <a:lnTo>
                    <a:pt x="1630046" y="1147437"/>
                  </a:lnTo>
                  <a:lnTo>
                    <a:pt x="1653079" y="1116858"/>
                  </a:lnTo>
                  <a:lnTo>
                    <a:pt x="1668440" y="1112494"/>
                  </a:lnTo>
                  <a:lnTo>
                    <a:pt x="1691481" y="1081915"/>
                  </a:lnTo>
                  <a:lnTo>
                    <a:pt x="1745236" y="1046963"/>
                  </a:lnTo>
                  <a:lnTo>
                    <a:pt x="1676120" y="107317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4528899" y="2756971"/>
              <a:ext cx="2060109" cy="1418291"/>
            </a:xfrm>
            <a:custGeom>
              <a:avLst/>
              <a:pathLst>
                <a:path w="2060109" h="1418291">
                  <a:moveTo>
                    <a:pt x="1691481" y="1038225"/>
                  </a:moveTo>
                  <a:lnTo>
                    <a:pt x="1676120" y="1016374"/>
                  </a:lnTo>
                  <a:lnTo>
                    <a:pt x="1683801" y="990169"/>
                  </a:lnTo>
                  <a:lnTo>
                    <a:pt x="1660768" y="968319"/>
                  </a:lnTo>
                  <a:lnTo>
                    <a:pt x="1691481" y="937740"/>
                  </a:lnTo>
                  <a:lnTo>
                    <a:pt x="1745236" y="933376"/>
                  </a:lnTo>
                  <a:lnTo>
                    <a:pt x="1798999" y="894059"/>
                  </a:lnTo>
                  <a:lnTo>
                    <a:pt x="1837393" y="902798"/>
                  </a:lnTo>
                  <a:lnTo>
                    <a:pt x="1852754" y="889685"/>
                  </a:lnTo>
                  <a:lnTo>
                    <a:pt x="1868115" y="894059"/>
                  </a:lnTo>
                  <a:lnTo>
                    <a:pt x="1906517" y="867845"/>
                  </a:lnTo>
                  <a:lnTo>
                    <a:pt x="1921869" y="880947"/>
                  </a:lnTo>
                  <a:lnTo>
                    <a:pt x="1906517" y="898424"/>
                  </a:lnTo>
                  <a:lnTo>
                    <a:pt x="1906517" y="911536"/>
                  </a:lnTo>
                  <a:lnTo>
                    <a:pt x="1944911" y="902798"/>
                  </a:lnTo>
                  <a:lnTo>
                    <a:pt x="1937230" y="889685"/>
                  </a:lnTo>
                  <a:lnTo>
                    <a:pt x="1944911" y="880947"/>
                  </a:lnTo>
                  <a:lnTo>
                    <a:pt x="1975633" y="911536"/>
                  </a:lnTo>
                  <a:lnTo>
                    <a:pt x="2021707" y="915900"/>
                  </a:lnTo>
                  <a:lnTo>
                    <a:pt x="2037068" y="933376"/>
                  </a:lnTo>
                  <a:lnTo>
                    <a:pt x="2021707" y="955217"/>
                  </a:lnTo>
                  <a:lnTo>
                    <a:pt x="2021707" y="968319"/>
                  </a:lnTo>
                  <a:lnTo>
                    <a:pt x="2052429" y="994534"/>
                  </a:lnTo>
                  <a:lnTo>
                    <a:pt x="2060109" y="1038225"/>
                  </a:lnTo>
                  <a:lnTo>
                    <a:pt x="2060109" y="1042589"/>
                  </a:lnTo>
                  <a:lnTo>
                    <a:pt x="2044748" y="1064429"/>
                  </a:lnTo>
                  <a:lnTo>
                    <a:pt x="1998665" y="1090644"/>
                  </a:lnTo>
                  <a:lnTo>
                    <a:pt x="1975633" y="1073167"/>
                  </a:lnTo>
                  <a:lnTo>
                    <a:pt x="1929550" y="1108120"/>
                  </a:lnTo>
                  <a:lnTo>
                    <a:pt x="1944911" y="1143073"/>
                  </a:lnTo>
                  <a:lnTo>
                    <a:pt x="1937230" y="1160539"/>
                  </a:lnTo>
                  <a:lnTo>
                    <a:pt x="1891156" y="1191128"/>
                  </a:lnTo>
                  <a:lnTo>
                    <a:pt x="1898837" y="1226071"/>
                  </a:lnTo>
                  <a:lnTo>
                    <a:pt x="1875795" y="1247911"/>
                  </a:lnTo>
                  <a:lnTo>
                    <a:pt x="1883476" y="1261023"/>
                  </a:lnTo>
                  <a:lnTo>
                    <a:pt x="1860434" y="1282864"/>
                  </a:lnTo>
                  <a:lnTo>
                    <a:pt x="1845073" y="1344021"/>
                  </a:lnTo>
                  <a:lnTo>
                    <a:pt x="1829712" y="1348395"/>
                  </a:lnTo>
                  <a:lnTo>
                    <a:pt x="1837393" y="1378974"/>
                  </a:lnTo>
                  <a:lnTo>
                    <a:pt x="1822040" y="1392076"/>
                  </a:lnTo>
                  <a:lnTo>
                    <a:pt x="1829712" y="1413927"/>
                  </a:lnTo>
                  <a:lnTo>
                    <a:pt x="1791319" y="1392076"/>
                  </a:lnTo>
                  <a:lnTo>
                    <a:pt x="1706842" y="1418291"/>
                  </a:lnTo>
                  <a:lnTo>
                    <a:pt x="1683801" y="1400814"/>
                  </a:lnTo>
                  <a:lnTo>
                    <a:pt x="1706842" y="1374610"/>
                  </a:lnTo>
                  <a:lnTo>
                    <a:pt x="1729883" y="1357133"/>
                  </a:lnTo>
                  <a:lnTo>
                    <a:pt x="1737564" y="1344021"/>
                  </a:lnTo>
                  <a:lnTo>
                    <a:pt x="1722203" y="1330919"/>
                  </a:lnTo>
                  <a:lnTo>
                    <a:pt x="1668440" y="1344021"/>
                  </a:lnTo>
                  <a:lnTo>
                    <a:pt x="1660768" y="1326555"/>
                  </a:lnTo>
                  <a:lnTo>
                    <a:pt x="1668440" y="1265387"/>
                  </a:lnTo>
                  <a:lnTo>
                    <a:pt x="1691481" y="1256649"/>
                  </a:lnTo>
                  <a:lnTo>
                    <a:pt x="1668440" y="1252285"/>
                  </a:lnTo>
                  <a:lnTo>
                    <a:pt x="1676120" y="1212968"/>
                  </a:lnTo>
                  <a:lnTo>
                    <a:pt x="1660768" y="1208594"/>
                  </a:lnTo>
                  <a:lnTo>
                    <a:pt x="1660768" y="1178016"/>
                  </a:lnTo>
                  <a:lnTo>
                    <a:pt x="1645407" y="1160539"/>
                  </a:lnTo>
                  <a:lnTo>
                    <a:pt x="1653087" y="1143073"/>
                  </a:lnTo>
                  <a:lnTo>
                    <a:pt x="1637726" y="1134335"/>
                  </a:lnTo>
                  <a:lnTo>
                    <a:pt x="1637726" y="1112484"/>
                  </a:lnTo>
                  <a:lnTo>
                    <a:pt x="1645407" y="107754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4190992" y="2136620"/>
              <a:ext cx="2236743" cy="1352769"/>
            </a:xfrm>
            <a:custGeom>
              <a:avLst/>
              <a:pathLst>
                <a:path w="2236743" h="1352769">
                  <a:moveTo>
                    <a:pt x="1691481" y="1038225"/>
                  </a:moveTo>
                  <a:lnTo>
                    <a:pt x="1729883" y="1033860"/>
                  </a:lnTo>
                  <a:lnTo>
                    <a:pt x="1760597" y="1016384"/>
                  </a:lnTo>
                  <a:lnTo>
                    <a:pt x="1791319" y="1012020"/>
                  </a:lnTo>
                  <a:lnTo>
                    <a:pt x="1814360" y="990169"/>
                  </a:lnTo>
                  <a:lnTo>
                    <a:pt x="1837393" y="990169"/>
                  </a:lnTo>
                  <a:lnTo>
                    <a:pt x="1837393" y="968329"/>
                  </a:lnTo>
                  <a:lnTo>
                    <a:pt x="1898837" y="977067"/>
                  </a:lnTo>
                  <a:lnTo>
                    <a:pt x="1929550" y="963965"/>
                  </a:lnTo>
                  <a:lnTo>
                    <a:pt x="1975633" y="929012"/>
                  </a:lnTo>
                  <a:lnTo>
                    <a:pt x="1983313" y="863481"/>
                  </a:lnTo>
                  <a:lnTo>
                    <a:pt x="2083142" y="885331"/>
                  </a:lnTo>
                  <a:lnTo>
                    <a:pt x="2090822" y="889695"/>
                  </a:lnTo>
                  <a:lnTo>
                    <a:pt x="2106183" y="876593"/>
                  </a:lnTo>
                  <a:lnTo>
                    <a:pt x="2121544" y="889695"/>
                  </a:lnTo>
                  <a:lnTo>
                    <a:pt x="2136905" y="880957"/>
                  </a:lnTo>
                  <a:lnTo>
                    <a:pt x="2121544" y="915910"/>
                  </a:lnTo>
                  <a:lnTo>
                    <a:pt x="2190660" y="889695"/>
                  </a:lnTo>
                  <a:lnTo>
                    <a:pt x="2136905" y="924648"/>
                  </a:lnTo>
                  <a:lnTo>
                    <a:pt x="2113864" y="955227"/>
                  </a:lnTo>
                  <a:lnTo>
                    <a:pt x="2098503" y="959591"/>
                  </a:lnTo>
                  <a:lnTo>
                    <a:pt x="2075470" y="990169"/>
                  </a:lnTo>
                  <a:lnTo>
                    <a:pt x="2129225" y="1012020"/>
                  </a:lnTo>
                  <a:lnTo>
                    <a:pt x="2144586" y="1038225"/>
                  </a:lnTo>
                  <a:lnTo>
                    <a:pt x="2198340" y="1038225"/>
                  </a:lnTo>
                  <a:lnTo>
                    <a:pt x="2198340" y="1055701"/>
                  </a:lnTo>
                  <a:lnTo>
                    <a:pt x="2229062" y="1068813"/>
                  </a:lnTo>
                  <a:lnTo>
                    <a:pt x="2236743" y="1103756"/>
                  </a:lnTo>
                  <a:lnTo>
                    <a:pt x="2198340" y="1125596"/>
                  </a:lnTo>
                  <a:lnTo>
                    <a:pt x="2182979" y="1099392"/>
                  </a:lnTo>
                  <a:lnTo>
                    <a:pt x="2152266" y="1090654"/>
                  </a:lnTo>
                  <a:lnTo>
                    <a:pt x="2144586" y="1103756"/>
                  </a:lnTo>
                  <a:lnTo>
                    <a:pt x="2144586" y="1129970"/>
                  </a:lnTo>
                  <a:lnTo>
                    <a:pt x="2129225" y="1143073"/>
                  </a:lnTo>
                  <a:lnTo>
                    <a:pt x="2121544" y="1178025"/>
                  </a:lnTo>
                  <a:lnTo>
                    <a:pt x="2083142" y="1182390"/>
                  </a:lnTo>
                  <a:lnTo>
                    <a:pt x="2083142" y="1195502"/>
                  </a:lnTo>
                  <a:lnTo>
                    <a:pt x="2106183" y="1208604"/>
                  </a:lnTo>
                  <a:lnTo>
                    <a:pt x="2113864" y="1234819"/>
                  </a:lnTo>
                  <a:lnTo>
                    <a:pt x="2144586" y="1252295"/>
                  </a:lnTo>
                  <a:lnTo>
                    <a:pt x="2167619" y="1243557"/>
                  </a:lnTo>
                  <a:lnTo>
                    <a:pt x="2175299" y="1317816"/>
                  </a:lnTo>
                  <a:lnTo>
                    <a:pt x="2136905" y="1326555"/>
                  </a:lnTo>
                  <a:lnTo>
                    <a:pt x="2129225" y="1352769"/>
                  </a:lnTo>
                  <a:lnTo>
                    <a:pt x="2113864" y="1352769"/>
                  </a:lnTo>
                  <a:lnTo>
                    <a:pt x="2106183" y="1335293"/>
                  </a:lnTo>
                  <a:lnTo>
                    <a:pt x="2075470" y="1348405"/>
                  </a:lnTo>
                  <a:lnTo>
                    <a:pt x="2060109" y="1339667"/>
                  </a:lnTo>
                  <a:lnTo>
                    <a:pt x="2052429" y="1317816"/>
                  </a:lnTo>
                  <a:lnTo>
                    <a:pt x="2021707" y="1309078"/>
                  </a:lnTo>
                  <a:lnTo>
                    <a:pt x="2006346" y="1317816"/>
                  </a:lnTo>
                  <a:lnTo>
                    <a:pt x="1990994" y="1309078"/>
                  </a:lnTo>
                  <a:lnTo>
                    <a:pt x="1983313" y="1252295"/>
                  </a:lnTo>
                  <a:lnTo>
                    <a:pt x="1960272" y="1265397"/>
                  </a:lnTo>
                  <a:lnTo>
                    <a:pt x="1937230" y="1252295"/>
                  </a:lnTo>
                  <a:lnTo>
                    <a:pt x="1860434" y="1261023"/>
                  </a:lnTo>
                  <a:lnTo>
                    <a:pt x="1791319" y="1234819"/>
                  </a:lnTo>
                  <a:lnTo>
                    <a:pt x="1745244" y="1169287"/>
                  </a:lnTo>
                  <a:lnTo>
                    <a:pt x="1745244" y="1143073"/>
                  </a:lnTo>
                  <a:lnTo>
                    <a:pt x="1714522" y="1112494"/>
                  </a:lnTo>
                  <a:lnTo>
                    <a:pt x="1714522" y="1081915"/>
                  </a:lnTo>
                  <a:lnTo>
                    <a:pt x="1699161" y="107317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4966643" y="1468223"/>
              <a:ext cx="2259776" cy="1300340"/>
            </a:xfrm>
            <a:custGeom>
              <a:avLst/>
              <a:pathLst>
                <a:path w="2259776" h="1300340">
                  <a:moveTo>
                    <a:pt x="1691481" y="1038225"/>
                  </a:moveTo>
                  <a:lnTo>
                    <a:pt x="1706842" y="1007646"/>
                  </a:lnTo>
                  <a:lnTo>
                    <a:pt x="1691481" y="998908"/>
                  </a:lnTo>
                  <a:lnTo>
                    <a:pt x="1699161" y="942114"/>
                  </a:lnTo>
                  <a:lnTo>
                    <a:pt x="1714522" y="933376"/>
                  </a:lnTo>
                  <a:lnTo>
                    <a:pt x="1745236" y="950853"/>
                  </a:lnTo>
                  <a:lnTo>
                    <a:pt x="1768277" y="998908"/>
                  </a:lnTo>
                  <a:lnTo>
                    <a:pt x="1798990" y="959591"/>
                  </a:lnTo>
                  <a:lnTo>
                    <a:pt x="1883467" y="920274"/>
                  </a:lnTo>
                  <a:lnTo>
                    <a:pt x="1906508" y="924638"/>
                  </a:lnTo>
                  <a:lnTo>
                    <a:pt x="1929550" y="898433"/>
                  </a:lnTo>
                  <a:lnTo>
                    <a:pt x="1960272" y="902798"/>
                  </a:lnTo>
                  <a:lnTo>
                    <a:pt x="1960272" y="885321"/>
                  </a:lnTo>
                  <a:lnTo>
                    <a:pt x="1998665" y="898433"/>
                  </a:lnTo>
                  <a:lnTo>
                    <a:pt x="2029387" y="889695"/>
                  </a:lnTo>
                  <a:lnTo>
                    <a:pt x="2044740" y="872219"/>
                  </a:lnTo>
                  <a:lnTo>
                    <a:pt x="2067781" y="867845"/>
                  </a:lnTo>
                  <a:lnTo>
                    <a:pt x="2075461" y="832902"/>
                  </a:lnTo>
                  <a:lnTo>
                    <a:pt x="2090822" y="824164"/>
                  </a:lnTo>
                  <a:lnTo>
                    <a:pt x="2129216" y="846004"/>
                  </a:lnTo>
                  <a:lnTo>
                    <a:pt x="2144577" y="885321"/>
                  </a:lnTo>
                  <a:lnTo>
                    <a:pt x="2167619" y="863481"/>
                  </a:lnTo>
                  <a:lnTo>
                    <a:pt x="2182979" y="863481"/>
                  </a:lnTo>
                  <a:lnTo>
                    <a:pt x="2182979" y="889695"/>
                  </a:lnTo>
                  <a:lnTo>
                    <a:pt x="2221373" y="955217"/>
                  </a:lnTo>
                  <a:lnTo>
                    <a:pt x="2229054" y="959591"/>
                  </a:lnTo>
                  <a:lnTo>
                    <a:pt x="2221373" y="972693"/>
                  </a:lnTo>
                  <a:lnTo>
                    <a:pt x="2221373" y="1003272"/>
                  </a:lnTo>
                  <a:lnTo>
                    <a:pt x="2259776" y="1046963"/>
                  </a:lnTo>
                  <a:lnTo>
                    <a:pt x="2244415" y="1077541"/>
                  </a:lnTo>
                  <a:lnTo>
                    <a:pt x="2252095" y="1081915"/>
                  </a:lnTo>
                  <a:lnTo>
                    <a:pt x="2152258" y="1147437"/>
                  </a:lnTo>
                  <a:lnTo>
                    <a:pt x="2113864" y="1199866"/>
                  </a:lnTo>
                  <a:lnTo>
                    <a:pt x="2052420" y="1199866"/>
                  </a:lnTo>
                  <a:lnTo>
                    <a:pt x="2029387" y="1226080"/>
                  </a:lnTo>
                  <a:lnTo>
                    <a:pt x="2029387" y="1265397"/>
                  </a:lnTo>
                  <a:lnTo>
                    <a:pt x="1937230" y="1265397"/>
                  </a:lnTo>
                  <a:lnTo>
                    <a:pt x="1891147" y="1295976"/>
                  </a:lnTo>
                  <a:lnTo>
                    <a:pt x="1852754" y="1300340"/>
                  </a:lnTo>
                  <a:lnTo>
                    <a:pt x="1837393" y="1269761"/>
                  </a:lnTo>
                  <a:lnTo>
                    <a:pt x="1875795" y="1247921"/>
                  </a:lnTo>
                  <a:lnTo>
                    <a:pt x="1860434" y="1212968"/>
                  </a:lnTo>
                  <a:lnTo>
                    <a:pt x="1937230" y="1129970"/>
                  </a:lnTo>
                  <a:lnTo>
                    <a:pt x="1929550" y="1099382"/>
                  </a:lnTo>
                  <a:lnTo>
                    <a:pt x="1906508" y="1086280"/>
                  </a:lnTo>
                  <a:lnTo>
                    <a:pt x="1860434" y="1086280"/>
                  </a:lnTo>
                  <a:lnTo>
                    <a:pt x="1806671" y="1147437"/>
                  </a:lnTo>
                  <a:lnTo>
                    <a:pt x="1745236" y="1173651"/>
                  </a:lnTo>
                  <a:lnTo>
                    <a:pt x="1729875" y="1156175"/>
                  </a:lnTo>
                  <a:lnTo>
                    <a:pt x="1714522" y="1112494"/>
                  </a:lnTo>
                  <a:lnTo>
                    <a:pt x="1691481" y="1116858"/>
                  </a:lnTo>
                  <a:lnTo>
                    <a:pt x="1653079" y="108628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4237075" y="1725975"/>
              <a:ext cx="2006346" cy="1448869"/>
            </a:xfrm>
            <a:custGeom>
              <a:avLst/>
              <a:pathLst>
                <a:path w="2006346" h="1448869">
                  <a:moveTo>
                    <a:pt x="1691481" y="1038225"/>
                  </a:moveTo>
                  <a:lnTo>
                    <a:pt x="1714514" y="985795"/>
                  </a:lnTo>
                  <a:lnTo>
                    <a:pt x="1706842" y="972693"/>
                  </a:lnTo>
                  <a:lnTo>
                    <a:pt x="1729875" y="968329"/>
                  </a:lnTo>
                  <a:lnTo>
                    <a:pt x="1737555" y="946479"/>
                  </a:lnTo>
                  <a:lnTo>
                    <a:pt x="1783638" y="950853"/>
                  </a:lnTo>
                  <a:lnTo>
                    <a:pt x="1814351" y="885321"/>
                  </a:lnTo>
                  <a:lnTo>
                    <a:pt x="1852754" y="894059"/>
                  </a:lnTo>
                  <a:lnTo>
                    <a:pt x="1891147" y="872219"/>
                  </a:lnTo>
                  <a:lnTo>
                    <a:pt x="1921869" y="876583"/>
                  </a:lnTo>
                  <a:lnTo>
                    <a:pt x="1944911" y="859107"/>
                  </a:lnTo>
                  <a:lnTo>
                    <a:pt x="1967943" y="859107"/>
                  </a:lnTo>
                  <a:lnTo>
                    <a:pt x="1967943" y="837266"/>
                  </a:lnTo>
                  <a:lnTo>
                    <a:pt x="1983304" y="850369"/>
                  </a:lnTo>
                  <a:lnTo>
                    <a:pt x="1990985" y="872219"/>
                  </a:lnTo>
                  <a:lnTo>
                    <a:pt x="2006346" y="876583"/>
                  </a:lnTo>
                  <a:lnTo>
                    <a:pt x="1960263" y="911536"/>
                  </a:lnTo>
                  <a:lnTo>
                    <a:pt x="1990985" y="924638"/>
                  </a:lnTo>
                  <a:lnTo>
                    <a:pt x="2006346" y="959591"/>
                  </a:lnTo>
                  <a:lnTo>
                    <a:pt x="1990985" y="1003272"/>
                  </a:lnTo>
                  <a:lnTo>
                    <a:pt x="1952591" y="1007646"/>
                  </a:lnTo>
                  <a:lnTo>
                    <a:pt x="1944911" y="1016384"/>
                  </a:lnTo>
                  <a:lnTo>
                    <a:pt x="1944911" y="1029486"/>
                  </a:lnTo>
                  <a:lnTo>
                    <a:pt x="1921869" y="1055701"/>
                  </a:lnTo>
                  <a:lnTo>
                    <a:pt x="1921869" y="1081905"/>
                  </a:lnTo>
                  <a:lnTo>
                    <a:pt x="1944911" y="1095018"/>
                  </a:lnTo>
                  <a:lnTo>
                    <a:pt x="1960263" y="1138699"/>
                  </a:lnTo>
                  <a:lnTo>
                    <a:pt x="1975624" y="1143073"/>
                  </a:lnTo>
                  <a:lnTo>
                    <a:pt x="1937230" y="1195492"/>
                  </a:lnTo>
                  <a:lnTo>
                    <a:pt x="1937230" y="1221706"/>
                  </a:lnTo>
                  <a:lnTo>
                    <a:pt x="1914189" y="1243547"/>
                  </a:lnTo>
                  <a:lnTo>
                    <a:pt x="1937230" y="1274126"/>
                  </a:lnTo>
                  <a:lnTo>
                    <a:pt x="1929550" y="1339657"/>
                  </a:lnTo>
                  <a:lnTo>
                    <a:pt x="1883467" y="1374610"/>
                  </a:lnTo>
                  <a:lnTo>
                    <a:pt x="1852754" y="1387712"/>
                  </a:lnTo>
                  <a:lnTo>
                    <a:pt x="1791310" y="1378974"/>
                  </a:lnTo>
                  <a:lnTo>
                    <a:pt x="1791310" y="1400814"/>
                  </a:lnTo>
                  <a:lnTo>
                    <a:pt x="1768277" y="1400814"/>
                  </a:lnTo>
                  <a:lnTo>
                    <a:pt x="1745236" y="1422665"/>
                  </a:lnTo>
                  <a:lnTo>
                    <a:pt x="1714514" y="1427029"/>
                  </a:lnTo>
                  <a:lnTo>
                    <a:pt x="1683801" y="1444505"/>
                  </a:lnTo>
                  <a:lnTo>
                    <a:pt x="1645398" y="1448869"/>
                  </a:lnTo>
                  <a:lnTo>
                    <a:pt x="1630037" y="1440131"/>
                  </a:lnTo>
                  <a:lnTo>
                    <a:pt x="1630037" y="1418291"/>
                  </a:lnTo>
                  <a:lnTo>
                    <a:pt x="1660759" y="1344031"/>
                  </a:lnTo>
                  <a:lnTo>
                    <a:pt x="1653079" y="1295976"/>
                  </a:lnTo>
                  <a:lnTo>
                    <a:pt x="1645398" y="1208594"/>
                  </a:lnTo>
                  <a:lnTo>
                    <a:pt x="1683801" y="1143073"/>
                  </a:lnTo>
                  <a:lnTo>
                    <a:pt x="1653079" y="1112484"/>
                  </a:lnTo>
                  <a:lnTo>
                    <a:pt x="1653079" y="1090644"/>
                  </a:lnTo>
                  <a:lnTo>
                    <a:pt x="1683801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4736254" y="2202151"/>
              <a:ext cx="1952582" cy="1488196"/>
            </a:xfrm>
            <a:custGeom>
              <a:avLst/>
              <a:pathLst>
                <a:path w="1952582" h="1488196">
                  <a:moveTo>
                    <a:pt x="1691481" y="1038225"/>
                  </a:moveTo>
                  <a:lnTo>
                    <a:pt x="1683801" y="1003282"/>
                  </a:lnTo>
                  <a:lnTo>
                    <a:pt x="1653079" y="990169"/>
                  </a:lnTo>
                  <a:lnTo>
                    <a:pt x="1653079" y="972693"/>
                  </a:lnTo>
                  <a:lnTo>
                    <a:pt x="1668440" y="968329"/>
                  </a:lnTo>
                  <a:lnTo>
                    <a:pt x="1714514" y="990169"/>
                  </a:lnTo>
                  <a:lnTo>
                    <a:pt x="1737555" y="1025122"/>
                  </a:lnTo>
                  <a:lnTo>
                    <a:pt x="1775958" y="1029486"/>
                  </a:lnTo>
                  <a:lnTo>
                    <a:pt x="1791310" y="1060065"/>
                  </a:lnTo>
                  <a:lnTo>
                    <a:pt x="1822032" y="1055701"/>
                  </a:lnTo>
                  <a:lnTo>
                    <a:pt x="1806671" y="1108120"/>
                  </a:lnTo>
                  <a:lnTo>
                    <a:pt x="1814351" y="1116858"/>
                  </a:lnTo>
                  <a:lnTo>
                    <a:pt x="1829712" y="1108120"/>
                  </a:lnTo>
                  <a:lnTo>
                    <a:pt x="1837393" y="1151811"/>
                  </a:lnTo>
                  <a:lnTo>
                    <a:pt x="1875786" y="1156175"/>
                  </a:lnTo>
                  <a:lnTo>
                    <a:pt x="1891147" y="1134335"/>
                  </a:lnTo>
                  <a:lnTo>
                    <a:pt x="1914189" y="1147447"/>
                  </a:lnTo>
                  <a:lnTo>
                    <a:pt x="1914189" y="1182390"/>
                  </a:lnTo>
                  <a:lnTo>
                    <a:pt x="1860434" y="1173651"/>
                  </a:lnTo>
                  <a:lnTo>
                    <a:pt x="1868106" y="1208604"/>
                  </a:lnTo>
                  <a:lnTo>
                    <a:pt x="1852754" y="1212968"/>
                  </a:lnTo>
                  <a:lnTo>
                    <a:pt x="1845073" y="1234819"/>
                  </a:lnTo>
                  <a:lnTo>
                    <a:pt x="1891147" y="1274136"/>
                  </a:lnTo>
                  <a:lnTo>
                    <a:pt x="1875786" y="1291602"/>
                  </a:lnTo>
                  <a:lnTo>
                    <a:pt x="1883467" y="1304714"/>
                  </a:lnTo>
                  <a:lnTo>
                    <a:pt x="1929550" y="1300340"/>
                  </a:lnTo>
                  <a:lnTo>
                    <a:pt x="1937230" y="1313452"/>
                  </a:lnTo>
                  <a:lnTo>
                    <a:pt x="1952582" y="1317816"/>
                  </a:lnTo>
                  <a:lnTo>
                    <a:pt x="1952582" y="1322191"/>
                  </a:lnTo>
                  <a:lnTo>
                    <a:pt x="1937230" y="1361507"/>
                  </a:lnTo>
                  <a:lnTo>
                    <a:pt x="1921869" y="1365872"/>
                  </a:lnTo>
                  <a:lnTo>
                    <a:pt x="1929550" y="1387712"/>
                  </a:lnTo>
                  <a:lnTo>
                    <a:pt x="1891147" y="1396450"/>
                  </a:lnTo>
                  <a:lnTo>
                    <a:pt x="1891147" y="1431403"/>
                  </a:lnTo>
                  <a:lnTo>
                    <a:pt x="1875786" y="1457617"/>
                  </a:lnTo>
                  <a:lnTo>
                    <a:pt x="1829712" y="1488196"/>
                  </a:lnTo>
                  <a:lnTo>
                    <a:pt x="1814351" y="1470720"/>
                  </a:lnTo>
                  <a:lnTo>
                    <a:pt x="1768277" y="1466356"/>
                  </a:lnTo>
                  <a:lnTo>
                    <a:pt x="1737555" y="1435767"/>
                  </a:lnTo>
                  <a:lnTo>
                    <a:pt x="1729875" y="1444505"/>
                  </a:lnTo>
                  <a:lnTo>
                    <a:pt x="1737555" y="1457617"/>
                  </a:lnTo>
                  <a:lnTo>
                    <a:pt x="1699161" y="1466356"/>
                  </a:lnTo>
                  <a:lnTo>
                    <a:pt x="1699161" y="1453243"/>
                  </a:lnTo>
                  <a:lnTo>
                    <a:pt x="1714514" y="1435767"/>
                  </a:lnTo>
                  <a:lnTo>
                    <a:pt x="1699161" y="1422665"/>
                  </a:lnTo>
                  <a:lnTo>
                    <a:pt x="1660759" y="1448879"/>
                  </a:lnTo>
                  <a:lnTo>
                    <a:pt x="1645398" y="1444505"/>
                  </a:lnTo>
                  <a:lnTo>
                    <a:pt x="1645398" y="1409562"/>
                  </a:lnTo>
                  <a:lnTo>
                    <a:pt x="1614685" y="1361507"/>
                  </a:lnTo>
                  <a:lnTo>
                    <a:pt x="1637718" y="1326555"/>
                  </a:lnTo>
                  <a:lnTo>
                    <a:pt x="1599324" y="1309078"/>
                  </a:lnTo>
                  <a:lnTo>
                    <a:pt x="1583963" y="1287238"/>
                  </a:lnTo>
                  <a:lnTo>
                    <a:pt x="1591643" y="1261023"/>
                  </a:lnTo>
                  <a:lnTo>
                    <a:pt x="1630037" y="1252285"/>
                  </a:lnTo>
                  <a:lnTo>
                    <a:pt x="1622357" y="1178025"/>
                  </a:lnTo>
                  <a:lnTo>
                    <a:pt x="1599324" y="1186764"/>
                  </a:lnTo>
                  <a:lnTo>
                    <a:pt x="1568602" y="1169287"/>
                  </a:lnTo>
                  <a:lnTo>
                    <a:pt x="1560922" y="1143073"/>
                  </a:lnTo>
                  <a:lnTo>
                    <a:pt x="1537880" y="1129970"/>
                  </a:lnTo>
                  <a:lnTo>
                    <a:pt x="1537880" y="1116858"/>
                  </a:lnTo>
                  <a:lnTo>
                    <a:pt x="1576282" y="1112494"/>
                  </a:lnTo>
                  <a:lnTo>
                    <a:pt x="1583963" y="1077541"/>
                  </a:lnTo>
                  <a:lnTo>
                    <a:pt x="1599324" y="1064439"/>
                  </a:lnTo>
                  <a:lnTo>
                    <a:pt x="1599324" y="1038225"/>
                  </a:lnTo>
                  <a:lnTo>
                    <a:pt x="1607004" y="1025122"/>
                  </a:lnTo>
                  <a:lnTo>
                    <a:pt x="1637718" y="1033860"/>
                  </a:lnTo>
                  <a:lnTo>
                    <a:pt x="1653079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4897527" y="2761335"/>
              <a:ext cx="1891147" cy="1510037"/>
            </a:xfrm>
            <a:custGeom>
              <a:avLst/>
              <a:pathLst>
                <a:path w="1891147" h="1510037">
                  <a:moveTo>
                    <a:pt x="1691481" y="1038225"/>
                  </a:moveTo>
                  <a:lnTo>
                    <a:pt x="1722194" y="1042599"/>
                  </a:lnTo>
                  <a:lnTo>
                    <a:pt x="1714514" y="1064439"/>
                  </a:lnTo>
                  <a:lnTo>
                    <a:pt x="1729875" y="1121232"/>
                  </a:lnTo>
                  <a:lnTo>
                    <a:pt x="1760597" y="1125596"/>
                  </a:lnTo>
                  <a:lnTo>
                    <a:pt x="1791310" y="1099392"/>
                  </a:lnTo>
                  <a:lnTo>
                    <a:pt x="1806671" y="1138709"/>
                  </a:lnTo>
                  <a:lnTo>
                    <a:pt x="1845073" y="1125596"/>
                  </a:lnTo>
                  <a:lnTo>
                    <a:pt x="1860434" y="1151811"/>
                  </a:lnTo>
                  <a:lnTo>
                    <a:pt x="1891147" y="1164913"/>
                  </a:lnTo>
                  <a:lnTo>
                    <a:pt x="1883467" y="1178025"/>
                  </a:lnTo>
                  <a:lnTo>
                    <a:pt x="1845073" y="1182390"/>
                  </a:lnTo>
                  <a:lnTo>
                    <a:pt x="1845073" y="1195492"/>
                  </a:lnTo>
                  <a:lnTo>
                    <a:pt x="1860434" y="1199866"/>
                  </a:lnTo>
                  <a:lnTo>
                    <a:pt x="1868106" y="1230445"/>
                  </a:lnTo>
                  <a:lnTo>
                    <a:pt x="1845073" y="1239183"/>
                  </a:lnTo>
                  <a:lnTo>
                    <a:pt x="1860434" y="1252285"/>
                  </a:lnTo>
                  <a:lnTo>
                    <a:pt x="1829712" y="1247921"/>
                  </a:lnTo>
                  <a:lnTo>
                    <a:pt x="1822032" y="1274136"/>
                  </a:lnTo>
                  <a:lnTo>
                    <a:pt x="1806671" y="1274136"/>
                  </a:lnTo>
                  <a:lnTo>
                    <a:pt x="1822032" y="1326555"/>
                  </a:lnTo>
                  <a:lnTo>
                    <a:pt x="1806671" y="1339657"/>
                  </a:lnTo>
                  <a:lnTo>
                    <a:pt x="1783638" y="1352769"/>
                  </a:lnTo>
                  <a:lnTo>
                    <a:pt x="1775958" y="1365872"/>
                  </a:lnTo>
                  <a:lnTo>
                    <a:pt x="1760597" y="1357133"/>
                  </a:lnTo>
                  <a:lnTo>
                    <a:pt x="1729875" y="1383348"/>
                  </a:lnTo>
                  <a:lnTo>
                    <a:pt x="1706833" y="1413927"/>
                  </a:lnTo>
                  <a:lnTo>
                    <a:pt x="1691481" y="1413927"/>
                  </a:lnTo>
                  <a:lnTo>
                    <a:pt x="1691481" y="1422665"/>
                  </a:lnTo>
                  <a:lnTo>
                    <a:pt x="1668440" y="1431403"/>
                  </a:lnTo>
                  <a:lnTo>
                    <a:pt x="1668440" y="1448879"/>
                  </a:lnTo>
                  <a:lnTo>
                    <a:pt x="1637718" y="1466356"/>
                  </a:lnTo>
                  <a:lnTo>
                    <a:pt x="1630037" y="1488196"/>
                  </a:lnTo>
                  <a:lnTo>
                    <a:pt x="1607004" y="1505672"/>
                  </a:lnTo>
                  <a:lnTo>
                    <a:pt x="1576282" y="1510037"/>
                  </a:lnTo>
                  <a:lnTo>
                    <a:pt x="1560922" y="1475084"/>
                  </a:lnTo>
                  <a:lnTo>
                    <a:pt x="1560922" y="1448879"/>
                  </a:lnTo>
                  <a:lnTo>
                    <a:pt x="1537889" y="1400824"/>
                  </a:lnTo>
                  <a:lnTo>
                    <a:pt x="1522528" y="1405188"/>
                  </a:lnTo>
                  <a:lnTo>
                    <a:pt x="1507167" y="1378984"/>
                  </a:lnTo>
                  <a:lnTo>
                    <a:pt x="1499486" y="1387712"/>
                  </a:lnTo>
                  <a:lnTo>
                    <a:pt x="1468764" y="1374610"/>
                  </a:lnTo>
                  <a:lnTo>
                    <a:pt x="1461084" y="1344031"/>
                  </a:lnTo>
                  <a:lnTo>
                    <a:pt x="1476445" y="1339657"/>
                  </a:lnTo>
                  <a:lnTo>
                    <a:pt x="1491806" y="1278500"/>
                  </a:lnTo>
                  <a:lnTo>
                    <a:pt x="1514847" y="1256659"/>
                  </a:lnTo>
                  <a:lnTo>
                    <a:pt x="1507167" y="1243547"/>
                  </a:lnTo>
                  <a:lnTo>
                    <a:pt x="1530208" y="1221706"/>
                  </a:lnTo>
                  <a:lnTo>
                    <a:pt x="1522528" y="1186764"/>
                  </a:lnTo>
                  <a:lnTo>
                    <a:pt x="1568602" y="1156175"/>
                  </a:lnTo>
                  <a:lnTo>
                    <a:pt x="1576282" y="1138709"/>
                  </a:lnTo>
                  <a:lnTo>
                    <a:pt x="1560922" y="1103756"/>
                  </a:lnTo>
                  <a:lnTo>
                    <a:pt x="1607004" y="1068803"/>
                  </a:lnTo>
                  <a:lnTo>
                    <a:pt x="1630037" y="1086280"/>
                  </a:lnTo>
                  <a:lnTo>
                    <a:pt x="1676120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4874486" y="2652123"/>
              <a:ext cx="2106183" cy="1274126"/>
            </a:xfrm>
            <a:custGeom>
              <a:avLst/>
              <a:pathLst>
                <a:path w="2106183" h="1274126">
                  <a:moveTo>
                    <a:pt x="1691481" y="1038225"/>
                  </a:moveTo>
                  <a:lnTo>
                    <a:pt x="1737555" y="1007646"/>
                  </a:lnTo>
                  <a:lnTo>
                    <a:pt x="1752916" y="981431"/>
                  </a:lnTo>
                  <a:lnTo>
                    <a:pt x="1752916" y="946479"/>
                  </a:lnTo>
                  <a:lnTo>
                    <a:pt x="1791319" y="937740"/>
                  </a:lnTo>
                  <a:lnTo>
                    <a:pt x="1783638" y="915900"/>
                  </a:lnTo>
                  <a:lnTo>
                    <a:pt x="1798999" y="911536"/>
                  </a:lnTo>
                  <a:lnTo>
                    <a:pt x="1814351" y="872219"/>
                  </a:lnTo>
                  <a:lnTo>
                    <a:pt x="1814351" y="867845"/>
                  </a:lnTo>
                  <a:lnTo>
                    <a:pt x="1845073" y="863481"/>
                  </a:lnTo>
                  <a:lnTo>
                    <a:pt x="1891147" y="898424"/>
                  </a:lnTo>
                  <a:lnTo>
                    <a:pt x="1929550" y="876583"/>
                  </a:lnTo>
                  <a:lnTo>
                    <a:pt x="1960272" y="911536"/>
                  </a:lnTo>
                  <a:lnTo>
                    <a:pt x="2021707" y="898424"/>
                  </a:lnTo>
                  <a:lnTo>
                    <a:pt x="2083142" y="889685"/>
                  </a:lnTo>
                  <a:lnTo>
                    <a:pt x="2098503" y="907162"/>
                  </a:lnTo>
                  <a:lnTo>
                    <a:pt x="2106183" y="963955"/>
                  </a:lnTo>
                  <a:lnTo>
                    <a:pt x="2075461" y="968329"/>
                  </a:lnTo>
                  <a:lnTo>
                    <a:pt x="2075461" y="985795"/>
                  </a:lnTo>
                  <a:lnTo>
                    <a:pt x="2037068" y="1025112"/>
                  </a:lnTo>
                  <a:lnTo>
                    <a:pt x="2052429" y="1090644"/>
                  </a:lnTo>
                  <a:lnTo>
                    <a:pt x="2021707" y="1090644"/>
                  </a:lnTo>
                  <a:lnTo>
                    <a:pt x="2021707" y="1134335"/>
                  </a:lnTo>
                  <a:lnTo>
                    <a:pt x="1998665" y="1143073"/>
                  </a:lnTo>
                  <a:lnTo>
                    <a:pt x="1998665" y="1156175"/>
                  </a:lnTo>
                  <a:lnTo>
                    <a:pt x="1975624" y="1156175"/>
                  </a:lnTo>
                  <a:lnTo>
                    <a:pt x="1983304" y="1173651"/>
                  </a:lnTo>
                  <a:lnTo>
                    <a:pt x="1960272" y="1182390"/>
                  </a:lnTo>
                  <a:lnTo>
                    <a:pt x="1944911" y="1234809"/>
                  </a:lnTo>
                  <a:lnTo>
                    <a:pt x="1906508" y="1243547"/>
                  </a:lnTo>
                  <a:lnTo>
                    <a:pt x="1906508" y="1261023"/>
                  </a:lnTo>
                  <a:lnTo>
                    <a:pt x="1929550" y="1274126"/>
                  </a:lnTo>
                  <a:lnTo>
                    <a:pt x="1914189" y="1274126"/>
                  </a:lnTo>
                  <a:lnTo>
                    <a:pt x="1883476" y="1261023"/>
                  </a:lnTo>
                  <a:lnTo>
                    <a:pt x="1868115" y="1234809"/>
                  </a:lnTo>
                  <a:lnTo>
                    <a:pt x="1829712" y="1247921"/>
                  </a:lnTo>
                  <a:lnTo>
                    <a:pt x="1814351" y="1208604"/>
                  </a:lnTo>
                  <a:lnTo>
                    <a:pt x="1783638" y="1234809"/>
                  </a:lnTo>
                  <a:lnTo>
                    <a:pt x="1752916" y="1230445"/>
                  </a:lnTo>
                  <a:lnTo>
                    <a:pt x="1737555" y="1173651"/>
                  </a:lnTo>
                  <a:lnTo>
                    <a:pt x="1745236" y="1151811"/>
                  </a:lnTo>
                  <a:lnTo>
                    <a:pt x="1714522" y="1147437"/>
                  </a:lnTo>
                  <a:lnTo>
                    <a:pt x="1714522" y="1143073"/>
                  </a:lnTo>
                  <a:lnTo>
                    <a:pt x="1706842" y="1099382"/>
                  </a:lnTo>
                  <a:lnTo>
                    <a:pt x="1676120" y="1073167"/>
                  </a:lnTo>
                  <a:lnTo>
                    <a:pt x="1676120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4713213" y="2132256"/>
              <a:ext cx="2182979" cy="1418291"/>
            </a:xfrm>
            <a:custGeom>
              <a:avLst/>
              <a:pathLst>
                <a:path w="2182979" h="1418291">
                  <a:moveTo>
                    <a:pt x="1691481" y="1038225"/>
                  </a:moveTo>
                  <a:lnTo>
                    <a:pt x="1699161" y="1012010"/>
                  </a:lnTo>
                  <a:lnTo>
                    <a:pt x="1729875" y="1007646"/>
                  </a:lnTo>
                  <a:lnTo>
                    <a:pt x="1768277" y="1055701"/>
                  </a:lnTo>
                  <a:lnTo>
                    <a:pt x="1775958" y="1042589"/>
                  </a:lnTo>
                  <a:lnTo>
                    <a:pt x="1798999" y="1055701"/>
                  </a:lnTo>
                  <a:lnTo>
                    <a:pt x="1829712" y="1033850"/>
                  </a:lnTo>
                  <a:lnTo>
                    <a:pt x="1845073" y="1038225"/>
                  </a:lnTo>
                  <a:lnTo>
                    <a:pt x="1852754" y="1060065"/>
                  </a:lnTo>
                  <a:lnTo>
                    <a:pt x="1868115" y="1060065"/>
                  </a:lnTo>
                  <a:lnTo>
                    <a:pt x="1875795" y="1033850"/>
                  </a:lnTo>
                  <a:lnTo>
                    <a:pt x="1898828" y="1029486"/>
                  </a:lnTo>
                  <a:lnTo>
                    <a:pt x="1914189" y="998908"/>
                  </a:lnTo>
                  <a:lnTo>
                    <a:pt x="1944911" y="990169"/>
                  </a:lnTo>
                  <a:lnTo>
                    <a:pt x="1952591" y="998908"/>
                  </a:lnTo>
                  <a:lnTo>
                    <a:pt x="1952591" y="1016384"/>
                  </a:lnTo>
                  <a:lnTo>
                    <a:pt x="1983304" y="1042589"/>
                  </a:lnTo>
                  <a:lnTo>
                    <a:pt x="2037068" y="1064439"/>
                  </a:lnTo>
                  <a:lnTo>
                    <a:pt x="2090822" y="1195492"/>
                  </a:lnTo>
                  <a:lnTo>
                    <a:pt x="2098503" y="1234809"/>
                  </a:lnTo>
                  <a:lnTo>
                    <a:pt x="2129225" y="1252285"/>
                  </a:lnTo>
                  <a:lnTo>
                    <a:pt x="2136897" y="1282864"/>
                  </a:lnTo>
                  <a:lnTo>
                    <a:pt x="2175299" y="1300340"/>
                  </a:lnTo>
                  <a:lnTo>
                    <a:pt x="2182979" y="1330919"/>
                  </a:lnTo>
                  <a:lnTo>
                    <a:pt x="2182979" y="1339657"/>
                  </a:lnTo>
                  <a:lnTo>
                    <a:pt x="2113864" y="1313442"/>
                  </a:lnTo>
                  <a:lnTo>
                    <a:pt x="2106183" y="1326555"/>
                  </a:lnTo>
                  <a:lnTo>
                    <a:pt x="2129225" y="1348395"/>
                  </a:lnTo>
                  <a:lnTo>
                    <a:pt x="2113864" y="1352769"/>
                  </a:lnTo>
                  <a:lnTo>
                    <a:pt x="2090822" y="1396450"/>
                  </a:lnTo>
                  <a:lnTo>
                    <a:pt x="2052420" y="1418291"/>
                  </a:lnTo>
                  <a:lnTo>
                    <a:pt x="2006346" y="1383348"/>
                  </a:lnTo>
                  <a:lnTo>
                    <a:pt x="1975624" y="1387712"/>
                  </a:lnTo>
                  <a:lnTo>
                    <a:pt x="1960272" y="1383348"/>
                  </a:lnTo>
                  <a:lnTo>
                    <a:pt x="1952591" y="1370236"/>
                  </a:lnTo>
                  <a:lnTo>
                    <a:pt x="1906508" y="1374610"/>
                  </a:lnTo>
                  <a:lnTo>
                    <a:pt x="1898828" y="1361497"/>
                  </a:lnTo>
                  <a:lnTo>
                    <a:pt x="1914189" y="1344031"/>
                  </a:lnTo>
                  <a:lnTo>
                    <a:pt x="1868115" y="1304714"/>
                  </a:lnTo>
                  <a:lnTo>
                    <a:pt x="1875795" y="1282864"/>
                  </a:lnTo>
                  <a:lnTo>
                    <a:pt x="1891147" y="1278500"/>
                  </a:lnTo>
                  <a:lnTo>
                    <a:pt x="1883476" y="1243547"/>
                  </a:lnTo>
                  <a:lnTo>
                    <a:pt x="1937230" y="1252285"/>
                  </a:lnTo>
                  <a:lnTo>
                    <a:pt x="1937230" y="1217342"/>
                  </a:lnTo>
                  <a:lnTo>
                    <a:pt x="1914189" y="1204230"/>
                  </a:lnTo>
                  <a:lnTo>
                    <a:pt x="1898828" y="1226071"/>
                  </a:lnTo>
                  <a:lnTo>
                    <a:pt x="1860434" y="1221706"/>
                  </a:lnTo>
                  <a:lnTo>
                    <a:pt x="1852754" y="1178016"/>
                  </a:lnTo>
                  <a:lnTo>
                    <a:pt x="1837393" y="1186754"/>
                  </a:lnTo>
                  <a:lnTo>
                    <a:pt x="1829712" y="1178016"/>
                  </a:lnTo>
                  <a:lnTo>
                    <a:pt x="1845073" y="1125596"/>
                  </a:lnTo>
                  <a:lnTo>
                    <a:pt x="1814351" y="1129960"/>
                  </a:lnTo>
                  <a:lnTo>
                    <a:pt x="1798999" y="1099382"/>
                  </a:lnTo>
                  <a:lnTo>
                    <a:pt x="1760597" y="1095018"/>
                  </a:lnTo>
                  <a:lnTo>
                    <a:pt x="1737555" y="106006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4029720" y="2424950"/>
              <a:ext cx="1837393" cy="1383348"/>
            </a:xfrm>
            <a:custGeom>
              <a:avLst/>
              <a:pathLst>
                <a:path w="1837393" h="1383348">
                  <a:moveTo>
                    <a:pt x="1691481" y="1038225"/>
                  </a:moveTo>
                  <a:lnTo>
                    <a:pt x="1668448" y="1016384"/>
                  </a:lnTo>
                  <a:lnTo>
                    <a:pt x="1676120" y="990169"/>
                  </a:lnTo>
                  <a:lnTo>
                    <a:pt x="1691481" y="985805"/>
                  </a:lnTo>
                  <a:lnTo>
                    <a:pt x="1737564" y="1012020"/>
                  </a:lnTo>
                  <a:lnTo>
                    <a:pt x="1752916" y="1033860"/>
                  </a:lnTo>
                  <a:lnTo>
                    <a:pt x="1783638" y="1033860"/>
                  </a:lnTo>
                  <a:lnTo>
                    <a:pt x="1798999" y="1038225"/>
                  </a:lnTo>
                  <a:lnTo>
                    <a:pt x="1791319" y="1051337"/>
                  </a:lnTo>
                  <a:lnTo>
                    <a:pt x="1829721" y="1068803"/>
                  </a:lnTo>
                  <a:lnTo>
                    <a:pt x="1837393" y="1090654"/>
                  </a:lnTo>
                  <a:lnTo>
                    <a:pt x="1822040" y="1125596"/>
                  </a:lnTo>
                  <a:lnTo>
                    <a:pt x="1806680" y="1116858"/>
                  </a:lnTo>
                  <a:lnTo>
                    <a:pt x="1768277" y="1151811"/>
                  </a:lnTo>
                  <a:lnTo>
                    <a:pt x="1752916" y="1143073"/>
                  </a:lnTo>
                  <a:lnTo>
                    <a:pt x="1745244" y="1151811"/>
                  </a:lnTo>
                  <a:lnTo>
                    <a:pt x="1737564" y="1143073"/>
                  </a:lnTo>
                  <a:lnTo>
                    <a:pt x="1714522" y="1156185"/>
                  </a:lnTo>
                  <a:lnTo>
                    <a:pt x="1699161" y="1147447"/>
                  </a:lnTo>
                  <a:lnTo>
                    <a:pt x="1683801" y="1164913"/>
                  </a:lnTo>
                  <a:lnTo>
                    <a:pt x="1691481" y="1182390"/>
                  </a:lnTo>
                  <a:lnTo>
                    <a:pt x="1683801" y="1226080"/>
                  </a:lnTo>
                  <a:lnTo>
                    <a:pt x="1699161" y="1221706"/>
                  </a:lnTo>
                  <a:lnTo>
                    <a:pt x="1729883" y="1274136"/>
                  </a:lnTo>
                  <a:lnTo>
                    <a:pt x="1737564" y="1269761"/>
                  </a:lnTo>
                  <a:lnTo>
                    <a:pt x="1752916" y="1291612"/>
                  </a:lnTo>
                  <a:lnTo>
                    <a:pt x="1752916" y="1357133"/>
                  </a:lnTo>
                  <a:lnTo>
                    <a:pt x="1737564" y="1383348"/>
                  </a:lnTo>
                  <a:lnTo>
                    <a:pt x="1706842" y="1383348"/>
                  </a:lnTo>
                  <a:lnTo>
                    <a:pt x="1706842" y="1357133"/>
                  </a:lnTo>
                  <a:lnTo>
                    <a:pt x="1691481" y="1365872"/>
                  </a:lnTo>
                  <a:lnTo>
                    <a:pt x="1691481" y="1339667"/>
                  </a:lnTo>
                  <a:lnTo>
                    <a:pt x="1676120" y="1339667"/>
                  </a:lnTo>
                  <a:lnTo>
                    <a:pt x="1668448" y="1295976"/>
                  </a:lnTo>
                  <a:lnTo>
                    <a:pt x="1630046" y="1304714"/>
                  </a:lnTo>
                  <a:lnTo>
                    <a:pt x="1630046" y="1291612"/>
                  </a:lnTo>
                  <a:lnTo>
                    <a:pt x="1607004" y="1282874"/>
                  </a:lnTo>
                  <a:lnTo>
                    <a:pt x="1591643" y="1287238"/>
                  </a:lnTo>
                  <a:lnTo>
                    <a:pt x="1591643" y="1317816"/>
                  </a:lnTo>
                  <a:lnTo>
                    <a:pt x="1545569" y="1326555"/>
                  </a:lnTo>
                  <a:lnTo>
                    <a:pt x="1530208" y="1357133"/>
                  </a:lnTo>
                  <a:lnTo>
                    <a:pt x="1522528" y="1352769"/>
                  </a:lnTo>
                  <a:lnTo>
                    <a:pt x="1522528" y="1339667"/>
                  </a:lnTo>
                  <a:lnTo>
                    <a:pt x="1514847" y="1326555"/>
                  </a:lnTo>
                  <a:lnTo>
                    <a:pt x="1507167" y="1326555"/>
                  </a:lnTo>
                  <a:lnTo>
                    <a:pt x="1514847" y="1348395"/>
                  </a:lnTo>
                  <a:lnTo>
                    <a:pt x="1499495" y="1352769"/>
                  </a:lnTo>
                  <a:lnTo>
                    <a:pt x="1491815" y="1317816"/>
                  </a:lnTo>
                  <a:lnTo>
                    <a:pt x="1453412" y="1309078"/>
                  </a:lnTo>
                  <a:lnTo>
                    <a:pt x="1445732" y="1278500"/>
                  </a:lnTo>
                  <a:lnTo>
                    <a:pt x="1422699" y="1274136"/>
                  </a:lnTo>
                  <a:lnTo>
                    <a:pt x="1407338" y="1252285"/>
                  </a:lnTo>
                  <a:lnTo>
                    <a:pt x="1445732" y="1217342"/>
                  </a:lnTo>
                  <a:lnTo>
                    <a:pt x="1430371" y="1195502"/>
                  </a:lnTo>
                  <a:lnTo>
                    <a:pt x="1438051" y="1178025"/>
                  </a:lnTo>
                  <a:lnTo>
                    <a:pt x="1453412" y="1160549"/>
                  </a:lnTo>
                  <a:lnTo>
                    <a:pt x="1491815" y="1186764"/>
                  </a:lnTo>
                  <a:lnTo>
                    <a:pt x="1522528" y="1173651"/>
                  </a:lnTo>
                  <a:lnTo>
                    <a:pt x="1537889" y="1204240"/>
                  </a:lnTo>
                  <a:lnTo>
                    <a:pt x="1560930" y="1204240"/>
                  </a:lnTo>
                  <a:lnTo>
                    <a:pt x="1599324" y="1143073"/>
                  </a:lnTo>
                  <a:lnTo>
                    <a:pt x="1591643" y="1129970"/>
                  </a:lnTo>
                  <a:lnTo>
                    <a:pt x="1599324" y="1121232"/>
                  </a:lnTo>
                  <a:lnTo>
                    <a:pt x="1637726" y="1121232"/>
                  </a:lnTo>
                  <a:lnTo>
                    <a:pt x="1660768" y="1055701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3661100" y="1852664"/>
              <a:ext cx="1983304" cy="1256659"/>
            </a:xfrm>
            <a:custGeom>
              <a:avLst/>
              <a:pathLst>
                <a:path w="1983304" h="1256659">
                  <a:moveTo>
                    <a:pt x="1691481" y="1038225"/>
                  </a:moveTo>
                  <a:lnTo>
                    <a:pt x="1822032" y="1003272"/>
                  </a:lnTo>
                  <a:lnTo>
                    <a:pt x="1829712" y="911536"/>
                  </a:lnTo>
                  <a:lnTo>
                    <a:pt x="1868115" y="854743"/>
                  </a:lnTo>
                  <a:lnTo>
                    <a:pt x="1906508" y="846004"/>
                  </a:lnTo>
                  <a:lnTo>
                    <a:pt x="1921869" y="885321"/>
                  </a:lnTo>
                  <a:lnTo>
                    <a:pt x="1883467" y="950853"/>
                  </a:lnTo>
                  <a:lnTo>
                    <a:pt x="1906508" y="963955"/>
                  </a:lnTo>
                  <a:lnTo>
                    <a:pt x="1952591" y="972693"/>
                  </a:lnTo>
                  <a:lnTo>
                    <a:pt x="1983304" y="994534"/>
                  </a:lnTo>
                  <a:lnTo>
                    <a:pt x="1952591" y="1020748"/>
                  </a:lnTo>
                  <a:lnTo>
                    <a:pt x="1952591" y="1073177"/>
                  </a:lnTo>
                  <a:lnTo>
                    <a:pt x="1891147" y="1073177"/>
                  </a:lnTo>
                  <a:lnTo>
                    <a:pt x="1891147" y="1103756"/>
                  </a:lnTo>
                  <a:lnTo>
                    <a:pt x="1875786" y="1125596"/>
                  </a:lnTo>
                  <a:lnTo>
                    <a:pt x="1883467" y="1134335"/>
                  </a:lnTo>
                  <a:lnTo>
                    <a:pt x="1883467" y="1156175"/>
                  </a:lnTo>
                  <a:lnTo>
                    <a:pt x="1914189" y="1169287"/>
                  </a:lnTo>
                  <a:lnTo>
                    <a:pt x="1921869" y="1199866"/>
                  </a:lnTo>
                  <a:lnTo>
                    <a:pt x="1898828" y="1212968"/>
                  </a:lnTo>
                  <a:lnTo>
                    <a:pt x="1875786" y="1212968"/>
                  </a:lnTo>
                  <a:lnTo>
                    <a:pt x="1883467" y="1247921"/>
                  </a:lnTo>
                  <a:lnTo>
                    <a:pt x="1868115" y="1256659"/>
                  </a:lnTo>
                  <a:lnTo>
                    <a:pt x="1860434" y="1239183"/>
                  </a:lnTo>
                  <a:lnTo>
                    <a:pt x="1845073" y="1243547"/>
                  </a:lnTo>
                  <a:lnTo>
                    <a:pt x="1837393" y="1239183"/>
                  </a:lnTo>
                  <a:lnTo>
                    <a:pt x="1845073" y="1234809"/>
                  </a:lnTo>
                  <a:lnTo>
                    <a:pt x="1837393" y="1234809"/>
                  </a:lnTo>
                  <a:lnTo>
                    <a:pt x="1822032" y="1226071"/>
                  </a:lnTo>
                  <a:lnTo>
                    <a:pt x="1814351" y="1208604"/>
                  </a:lnTo>
                  <a:lnTo>
                    <a:pt x="1783638" y="1204230"/>
                  </a:lnTo>
                  <a:lnTo>
                    <a:pt x="1775958" y="1182390"/>
                  </a:lnTo>
                  <a:lnTo>
                    <a:pt x="1791319" y="1169287"/>
                  </a:lnTo>
                  <a:lnTo>
                    <a:pt x="1768277" y="1112494"/>
                  </a:lnTo>
                  <a:lnTo>
                    <a:pt x="1775958" y="1099382"/>
                  </a:lnTo>
                  <a:lnTo>
                    <a:pt x="1737555" y="1060065"/>
                  </a:lnTo>
                  <a:lnTo>
                    <a:pt x="1714514" y="1060065"/>
                  </a:lnTo>
                  <a:lnTo>
                    <a:pt x="1714514" y="103822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4037400" y="3648166"/>
              <a:ext cx="1921869" cy="1164913"/>
            </a:xfrm>
            <a:custGeom>
              <a:avLst/>
              <a:pathLst>
                <a:path w="1921869" h="1164913">
                  <a:moveTo>
                    <a:pt x="1691481" y="1038225"/>
                  </a:moveTo>
                  <a:lnTo>
                    <a:pt x="1729883" y="1012010"/>
                  </a:lnTo>
                  <a:lnTo>
                    <a:pt x="1745236" y="981431"/>
                  </a:lnTo>
                  <a:lnTo>
                    <a:pt x="1775958" y="972693"/>
                  </a:lnTo>
                  <a:lnTo>
                    <a:pt x="1814360" y="963955"/>
                  </a:lnTo>
                  <a:lnTo>
                    <a:pt x="1845073" y="963955"/>
                  </a:lnTo>
                  <a:lnTo>
                    <a:pt x="1860434" y="950853"/>
                  </a:lnTo>
                  <a:lnTo>
                    <a:pt x="1868115" y="950853"/>
                  </a:lnTo>
                  <a:lnTo>
                    <a:pt x="1906517" y="981431"/>
                  </a:lnTo>
                  <a:lnTo>
                    <a:pt x="1921869" y="977067"/>
                  </a:lnTo>
                  <a:lnTo>
                    <a:pt x="1868115" y="1060065"/>
                  </a:lnTo>
                  <a:lnTo>
                    <a:pt x="1860434" y="1108120"/>
                  </a:lnTo>
                  <a:lnTo>
                    <a:pt x="1829712" y="1116858"/>
                  </a:lnTo>
                  <a:lnTo>
                    <a:pt x="1814360" y="1138709"/>
                  </a:lnTo>
                  <a:lnTo>
                    <a:pt x="1798999" y="1138709"/>
                  </a:lnTo>
                  <a:lnTo>
                    <a:pt x="1783638" y="1164913"/>
                  </a:lnTo>
                  <a:lnTo>
                    <a:pt x="1722203" y="1147437"/>
                  </a:lnTo>
                  <a:lnTo>
                    <a:pt x="1691481" y="112997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5197031" y="3084618"/>
              <a:ext cx="1699161" cy="1348395"/>
            </a:xfrm>
            <a:custGeom>
              <a:avLst/>
              <a:pathLst>
                <a:path w="1699161" h="1348395">
                  <a:moveTo>
                    <a:pt x="1691481" y="1038225"/>
                  </a:moveTo>
                  <a:lnTo>
                    <a:pt x="1699161" y="1042589"/>
                  </a:lnTo>
                  <a:lnTo>
                    <a:pt x="1683801" y="1068803"/>
                  </a:lnTo>
                  <a:lnTo>
                    <a:pt x="1691481" y="1086280"/>
                  </a:lnTo>
                  <a:lnTo>
                    <a:pt x="1668440" y="1138699"/>
                  </a:lnTo>
                  <a:lnTo>
                    <a:pt x="1645407" y="1230445"/>
                  </a:lnTo>
                  <a:lnTo>
                    <a:pt x="1614685" y="1274126"/>
                  </a:lnTo>
                  <a:lnTo>
                    <a:pt x="1599324" y="1335293"/>
                  </a:lnTo>
                  <a:lnTo>
                    <a:pt x="1591643" y="1348395"/>
                  </a:lnTo>
                  <a:lnTo>
                    <a:pt x="1583963" y="1309078"/>
                  </a:lnTo>
                  <a:lnTo>
                    <a:pt x="1545569" y="1282864"/>
                  </a:lnTo>
                  <a:lnTo>
                    <a:pt x="1530208" y="1234809"/>
                  </a:lnTo>
                  <a:lnTo>
                    <a:pt x="1537889" y="1173651"/>
                  </a:lnTo>
                  <a:lnTo>
                    <a:pt x="1614685" y="1038225"/>
                  </a:lnTo>
                  <a:lnTo>
                    <a:pt x="1660759" y="101201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4805370" y="1577436"/>
              <a:ext cx="1691481" cy="1112494"/>
            </a:xfrm>
            <a:custGeom>
              <a:avLst/>
              <a:pathLst>
                <a:path w="1691481" h="1112494">
                  <a:moveTo>
                    <a:pt x="1691481" y="1038225"/>
                  </a:moveTo>
                  <a:lnTo>
                    <a:pt x="1683801" y="1046963"/>
                  </a:lnTo>
                  <a:lnTo>
                    <a:pt x="1676120" y="1051337"/>
                  </a:lnTo>
                  <a:lnTo>
                    <a:pt x="1637718" y="1060075"/>
                  </a:lnTo>
                  <a:lnTo>
                    <a:pt x="1645398" y="1077541"/>
                  </a:lnTo>
                  <a:lnTo>
                    <a:pt x="1645398" y="1090654"/>
                  </a:lnTo>
                  <a:lnTo>
                    <a:pt x="1637718" y="1099392"/>
                  </a:lnTo>
                  <a:lnTo>
                    <a:pt x="1614685" y="1099392"/>
                  </a:lnTo>
                  <a:lnTo>
                    <a:pt x="1599324" y="1112494"/>
                  </a:lnTo>
                  <a:lnTo>
                    <a:pt x="1583963" y="1099392"/>
                  </a:lnTo>
                  <a:lnTo>
                    <a:pt x="1545569" y="1108130"/>
                  </a:lnTo>
                  <a:lnTo>
                    <a:pt x="1522528" y="1095018"/>
                  </a:lnTo>
                  <a:lnTo>
                    <a:pt x="1514847" y="1064439"/>
                  </a:lnTo>
                  <a:lnTo>
                    <a:pt x="1560922" y="1033860"/>
                  </a:lnTo>
                  <a:lnTo>
                    <a:pt x="1545569" y="1003282"/>
                  </a:lnTo>
                  <a:lnTo>
                    <a:pt x="1576282" y="998908"/>
                  </a:lnTo>
                  <a:lnTo>
                    <a:pt x="1583963" y="981431"/>
                  </a:lnTo>
                  <a:lnTo>
                    <a:pt x="1607004" y="981431"/>
                  </a:lnTo>
                  <a:lnTo>
                    <a:pt x="1599324" y="968329"/>
                  </a:lnTo>
                  <a:lnTo>
                    <a:pt x="1622365" y="955227"/>
                  </a:lnTo>
                  <a:lnTo>
                    <a:pt x="1653079" y="990169"/>
                  </a:lnTo>
                  <a:lnTo>
                    <a:pt x="1691481" y="994544"/>
                  </a:lnTo>
                  <a:lnTo>
                    <a:pt x="1676120" y="1007646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4751607" y="1638603"/>
              <a:ext cx="1798999" cy="1143073"/>
            </a:xfrm>
            <a:custGeom>
              <a:avLst/>
              <a:pathLst>
                <a:path w="1798999" h="1143073">
                  <a:moveTo>
                    <a:pt x="1691481" y="1038225"/>
                  </a:moveTo>
                  <a:lnTo>
                    <a:pt x="1699161" y="1029486"/>
                  </a:lnTo>
                  <a:lnTo>
                    <a:pt x="1722203" y="1033850"/>
                  </a:lnTo>
                  <a:lnTo>
                    <a:pt x="1722203" y="1016374"/>
                  </a:lnTo>
                  <a:lnTo>
                    <a:pt x="1729883" y="990169"/>
                  </a:lnTo>
                  <a:lnTo>
                    <a:pt x="1737564" y="985795"/>
                  </a:lnTo>
                  <a:lnTo>
                    <a:pt x="1745244" y="977057"/>
                  </a:lnTo>
                  <a:lnTo>
                    <a:pt x="1768277" y="990169"/>
                  </a:lnTo>
                  <a:lnTo>
                    <a:pt x="1768277" y="998908"/>
                  </a:lnTo>
                  <a:lnTo>
                    <a:pt x="1752925" y="998908"/>
                  </a:lnTo>
                  <a:lnTo>
                    <a:pt x="1752925" y="1020748"/>
                  </a:lnTo>
                  <a:lnTo>
                    <a:pt x="1768277" y="1038225"/>
                  </a:lnTo>
                  <a:lnTo>
                    <a:pt x="1791319" y="1038225"/>
                  </a:lnTo>
                  <a:lnTo>
                    <a:pt x="1783638" y="1055701"/>
                  </a:lnTo>
                  <a:lnTo>
                    <a:pt x="1798999" y="1073167"/>
                  </a:lnTo>
                  <a:lnTo>
                    <a:pt x="1798999" y="1077541"/>
                  </a:lnTo>
                  <a:lnTo>
                    <a:pt x="1783638" y="1086280"/>
                  </a:lnTo>
                  <a:lnTo>
                    <a:pt x="1760605" y="1134335"/>
                  </a:lnTo>
                  <a:lnTo>
                    <a:pt x="1729883" y="1143073"/>
                  </a:lnTo>
                  <a:lnTo>
                    <a:pt x="1683809" y="1116858"/>
                  </a:lnTo>
                  <a:lnTo>
                    <a:pt x="1683809" y="1103756"/>
                  </a:lnTo>
                  <a:lnTo>
                    <a:pt x="1699161" y="1086280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5112554" y="2490481"/>
              <a:ext cx="1783638" cy="1073177"/>
            </a:xfrm>
            <a:custGeom>
              <a:avLst/>
              <a:pathLst>
                <a:path w="1783638" h="1073177">
                  <a:moveTo>
                    <a:pt x="1691481" y="1038225"/>
                  </a:moveTo>
                  <a:lnTo>
                    <a:pt x="1714522" y="994544"/>
                  </a:lnTo>
                  <a:lnTo>
                    <a:pt x="1729883" y="990169"/>
                  </a:lnTo>
                  <a:lnTo>
                    <a:pt x="1706842" y="968329"/>
                  </a:lnTo>
                  <a:lnTo>
                    <a:pt x="1714522" y="955217"/>
                  </a:lnTo>
                  <a:lnTo>
                    <a:pt x="1783638" y="981431"/>
                  </a:lnTo>
                  <a:lnTo>
                    <a:pt x="1775958" y="1025122"/>
                  </a:lnTo>
                  <a:lnTo>
                    <a:pt x="1783638" y="1060065"/>
                  </a:lnTo>
                  <a:lnTo>
                    <a:pt x="1722203" y="107317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4559621" y="3346734"/>
              <a:ext cx="1691481" cy="1064439"/>
            </a:xfrm>
            <a:custGeom>
              <a:avLst/>
              <a:pathLst>
                <a:path w="1691481" h="1064439">
                  <a:moveTo>
                    <a:pt x="1691481" y="1038225"/>
                  </a:moveTo>
                  <a:lnTo>
                    <a:pt x="1683801" y="1064439"/>
                  </a:lnTo>
                  <a:lnTo>
                    <a:pt x="1668440" y="1064439"/>
                  </a:lnTo>
                  <a:lnTo>
                    <a:pt x="1630046" y="1064439"/>
                  </a:lnTo>
                  <a:lnTo>
                    <a:pt x="1622365" y="1060065"/>
                  </a:lnTo>
                  <a:lnTo>
                    <a:pt x="1630046" y="1038225"/>
                  </a:lnTo>
                  <a:lnTo>
                    <a:pt x="1653079" y="1025122"/>
                  </a:lnTo>
                  <a:lnTo>
                    <a:pt x="1668440" y="1025122"/>
                  </a:lnTo>
                  <a:lnTo>
                    <a:pt x="1676120" y="1025122"/>
                  </a:lnTo>
                  <a:lnTo>
                    <a:pt x="1676120" y="1038225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4471300" y="3371308"/>
              <a:ext cx="1692442" cy="1043682"/>
            </a:xfrm>
            <a:custGeom>
              <a:avLst/>
              <a:pathLst>
                <a:path w="1692442" h="1043682">
                  <a:moveTo>
                    <a:pt x="1691481" y="1038225"/>
                  </a:moveTo>
                  <a:lnTo>
                    <a:pt x="1692442" y="1042042"/>
                  </a:lnTo>
                  <a:lnTo>
                    <a:pt x="1687645" y="1043682"/>
                  </a:lnTo>
                  <a:lnTo>
                    <a:pt x="1686684" y="1034397"/>
                  </a:lnTo>
                  <a:lnTo>
                    <a:pt x="1689567" y="1034397"/>
                  </a:ln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542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2659271" y="1288206"/>
              <a:ext cx="5381870" cy="3315496"/>
            </a:xfrm>
            <a:custGeom>
              <a:avLst/>
              <a:pathLst>
                <a:path w="5381870" h="3315496">
                  <a:moveTo>
                    <a:pt x="4457363" y="1326441"/>
                  </a:moveTo>
                  <a:lnTo>
                    <a:pt x="4467104" y="1319313"/>
                  </a:lnTo>
                  <a:lnTo>
                    <a:pt x="4475500" y="1316364"/>
                  </a:lnTo>
                  <a:lnTo>
                    <a:pt x="4476953" y="1311376"/>
                  </a:lnTo>
                  <a:lnTo>
                    <a:pt x="4485241" y="1306257"/>
                  </a:lnTo>
                  <a:lnTo>
                    <a:pt x="4492184" y="1300417"/>
                  </a:lnTo>
                  <a:lnTo>
                    <a:pt x="4494983" y="1302996"/>
                  </a:lnTo>
                  <a:lnTo>
                    <a:pt x="4498481" y="1301095"/>
                  </a:lnTo>
                  <a:lnTo>
                    <a:pt x="4503594" y="1301955"/>
                  </a:lnTo>
                  <a:lnTo>
                    <a:pt x="4503486" y="1300236"/>
                  </a:lnTo>
                  <a:lnTo>
                    <a:pt x="4500149" y="1299014"/>
                  </a:lnTo>
                  <a:lnTo>
                    <a:pt x="4501118" y="1295260"/>
                  </a:lnTo>
                  <a:lnTo>
                    <a:pt x="4506446" y="1292457"/>
                  </a:lnTo>
                  <a:lnTo>
                    <a:pt x="4509675" y="1291734"/>
                  </a:lnTo>
                  <a:lnTo>
                    <a:pt x="4515596" y="1287578"/>
                  </a:lnTo>
                  <a:lnTo>
                    <a:pt x="4522700" y="1286674"/>
                  </a:lnTo>
                  <a:lnTo>
                    <a:pt x="4524153" y="1283198"/>
                  </a:lnTo>
                  <a:lnTo>
                    <a:pt x="4526413" y="1282611"/>
                  </a:lnTo>
                  <a:lnTo>
                    <a:pt x="4528512" y="1284327"/>
                  </a:lnTo>
                  <a:lnTo>
                    <a:pt x="4532549" y="1282882"/>
                  </a:lnTo>
                  <a:lnTo>
                    <a:pt x="4536639" y="1285139"/>
                  </a:lnTo>
                  <a:lnTo>
                    <a:pt x="4536316" y="1281393"/>
                  </a:lnTo>
                  <a:lnTo>
                    <a:pt x="4539384" y="1281077"/>
                  </a:lnTo>
                  <a:lnTo>
                    <a:pt x="4539922" y="1278010"/>
                  </a:lnTo>
                  <a:lnTo>
                    <a:pt x="4543043" y="1275890"/>
                  </a:lnTo>
                  <a:lnTo>
                    <a:pt x="4547349" y="1275800"/>
                  </a:lnTo>
                  <a:lnTo>
                    <a:pt x="4547887" y="1272600"/>
                  </a:lnTo>
                  <a:lnTo>
                    <a:pt x="4550901" y="1269942"/>
                  </a:lnTo>
                  <a:lnTo>
                    <a:pt x="4553646" y="1272420"/>
                  </a:lnTo>
                  <a:lnTo>
                    <a:pt x="4559620" y="1271879"/>
                  </a:lnTo>
                  <a:lnTo>
                    <a:pt x="4558812" y="1269987"/>
                  </a:lnTo>
                  <a:lnTo>
                    <a:pt x="4555745" y="1268951"/>
                  </a:lnTo>
                  <a:lnTo>
                    <a:pt x="4556390" y="1266204"/>
                  </a:lnTo>
                  <a:lnTo>
                    <a:pt x="4561557" y="1262154"/>
                  </a:lnTo>
                  <a:lnTo>
                    <a:pt x="4567746" y="1259095"/>
                  </a:lnTo>
                  <a:lnTo>
                    <a:pt x="4571137" y="1262154"/>
                  </a:lnTo>
                  <a:lnTo>
                    <a:pt x="4574958" y="1259995"/>
                  </a:lnTo>
                  <a:lnTo>
                    <a:pt x="4576196" y="1258016"/>
                  </a:lnTo>
                  <a:lnTo>
                    <a:pt x="4580232" y="1260579"/>
                  </a:lnTo>
                  <a:lnTo>
                    <a:pt x="4583569" y="1260669"/>
                  </a:lnTo>
                  <a:lnTo>
                    <a:pt x="4587821" y="1255229"/>
                  </a:lnTo>
                  <a:lnTo>
                    <a:pt x="4590727" y="1255993"/>
                  </a:lnTo>
                  <a:lnTo>
                    <a:pt x="4591642" y="1252713"/>
                  </a:lnTo>
                  <a:lnTo>
                    <a:pt x="4594333" y="1251230"/>
                  </a:lnTo>
                  <a:lnTo>
                    <a:pt x="4592880" y="1249164"/>
                  </a:lnTo>
                  <a:lnTo>
                    <a:pt x="4596593" y="1247728"/>
                  </a:lnTo>
                  <a:lnTo>
                    <a:pt x="4595840" y="1245304"/>
                  </a:lnTo>
                  <a:lnTo>
                    <a:pt x="4598800" y="1242567"/>
                  </a:lnTo>
                  <a:lnTo>
                    <a:pt x="4597993" y="1239742"/>
                  </a:lnTo>
                  <a:lnTo>
                    <a:pt x="4601760" y="1239518"/>
                  </a:lnTo>
                  <a:lnTo>
                    <a:pt x="4603536" y="1237680"/>
                  </a:lnTo>
                  <a:lnTo>
                    <a:pt x="4603590" y="1237500"/>
                  </a:lnTo>
                  <a:lnTo>
                    <a:pt x="4612901" y="1231855"/>
                  </a:lnTo>
                  <a:lnTo>
                    <a:pt x="4616130" y="1225365"/>
                  </a:lnTo>
                  <a:lnTo>
                    <a:pt x="4618067" y="1224604"/>
                  </a:lnTo>
                  <a:lnTo>
                    <a:pt x="4619736" y="1220177"/>
                  </a:lnTo>
                  <a:lnTo>
                    <a:pt x="4625333" y="1213788"/>
                  </a:lnTo>
                  <a:lnTo>
                    <a:pt x="4630553" y="1211645"/>
                  </a:lnTo>
                  <a:lnTo>
                    <a:pt x="4632921" y="1214190"/>
                  </a:lnTo>
                  <a:lnTo>
                    <a:pt x="4634213" y="1212448"/>
                  </a:lnTo>
                  <a:lnTo>
                    <a:pt x="4630553" y="1208476"/>
                  </a:lnTo>
                  <a:lnTo>
                    <a:pt x="4636043" y="1194435"/>
                  </a:lnTo>
                  <a:lnTo>
                    <a:pt x="4638034" y="1192921"/>
                  </a:lnTo>
                  <a:lnTo>
                    <a:pt x="4636420" y="1188383"/>
                  </a:lnTo>
                  <a:lnTo>
                    <a:pt x="4638895" y="1186826"/>
                  </a:lnTo>
                  <a:lnTo>
                    <a:pt x="4640241" y="1182380"/>
                  </a:lnTo>
                  <a:lnTo>
                    <a:pt x="4643470" y="1183180"/>
                  </a:lnTo>
                  <a:lnTo>
                    <a:pt x="4647237" y="1181891"/>
                  </a:lnTo>
                  <a:lnTo>
                    <a:pt x="4650413" y="1178249"/>
                  </a:lnTo>
                  <a:lnTo>
                    <a:pt x="4647453" y="1176517"/>
                  </a:lnTo>
                  <a:lnTo>
                    <a:pt x="4647829" y="1174253"/>
                  </a:lnTo>
                  <a:lnTo>
                    <a:pt x="4650305" y="1174031"/>
                  </a:lnTo>
                  <a:lnTo>
                    <a:pt x="4657033" y="1179048"/>
                  </a:lnTo>
                  <a:lnTo>
                    <a:pt x="4657840" y="1174430"/>
                  </a:lnTo>
                  <a:lnTo>
                    <a:pt x="4661230" y="1175939"/>
                  </a:lnTo>
                  <a:lnTo>
                    <a:pt x="4661930" y="1173365"/>
                  </a:lnTo>
                  <a:lnTo>
                    <a:pt x="4664621" y="1170215"/>
                  </a:lnTo>
                  <a:lnTo>
                    <a:pt x="4668496" y="1168131"/>
                  </a:lnTo>
                  <a:lnTo>
                    <a:pt x="4670380" y="1168973"/>
                  </a:lnTo>
                  <a:lnTo>
                    <a:pt x="4669249" y="1172034"/>
                  </a:lnTo>
                  <a:lnTo>
                    <a:pt x="4672694" y="1171679"/>
                  </a:lnTo>
                  <a:lnTo>
                    <a:pt x="4675008" y="1174430"/>
                  </a:lnTo>
                  <a:lnTo>
                    <a:pt x="4678937" y="1174874"/>
                  </a:lnTo>
                  <a:lnTo>
                    <a:pt x="4679529" y="1178959"/>
                  </a:lnTo>
                  <a:lnTo>
                    <a:pt x="4677807" y="1181625"/>
                  </a:lnTo>
                  <a:lnTo>
                    <a:pt x="4683512" y="1184514"/>
                  </a:lnTo>
                  <a:lnTo>
                    <a:pt x="4682650" y="1186292"/>
                  </a:lnTo>
                  <a:lnTo>
                    <a:pt x="4685610" y="1187048"/>
                  </a:lnTo>
                  <a:lnTo>
                    <a:pt x="4686364" y="1189228"/>
                  </a:lnTo>
                  <a:lnTo>
                    <a:pt x="4690077" y="1189272"/>
                  </a:lnTo>
                  <a:lnTo>
                    <a:pt x="4685449" y="1192610"/>
                  </a:lnTo>
                  <a:lnTo>
                    <a:pt x="4684857" y="1195237"/>
                  </a:lnTo>
                  <a:lnTo>
                    <a:pt x="4688894" y="1194969"/>
                  </a:lnTo>
                  <a:lnTo>
                    <a:pt x="4690939" y="1196484"/>
                  </a:lnTo>
                  <a:lnTo>
                    <a:pt x="4695567" y="1197152"/>
                  </a:lnTo>
                  <a:lnTo>
                    <a:pt x="4699711" y="1199023"/>
                  </a:lnTo>
                  <a:lnTo>
                    <a:pt x="4696643" y="1200538"/>
                  </a:lnTo>
                  <a:lnTo>
                    <a:pt x="4700357" y="1200582"/>
                  </a:lnTo>
                  <a:lnTo>
                    <a:pt x="4706008" y="1202588"/>
                  </a:lnTo>
                  <a:lnTo>
                    <a:pt x="4705954" y="1201251"/>
                  </a:lnTo>
                  <a:lnTo>
                    <a:pt x="4709937" y="1201340"/>
                  </a:lnTo>
                  <a:lnTo>
                    <a:pt x="4711175" y="1203168"/>
                  </a:lnTo>
                  <a:lnTo>
                    <a:pt x="4714619" y="1203034"/>
                  </a:lnTo>
                  <a:lnTo>
                    <a:pt x="4715157" y="1201296"/>
                  </a:lnTo>
                  <a:lnTo>
                    <a:pt x="4720485" y="1202410"/>
                  </a:lnTo>
                  <a:lnTo>
                    <a:pt x="4722315" y="1201474"/>
                  </a:lnTo>
                  <a:lnTo>
                    <a:pt x="4723768" y="1205888"/>
                  </a:lnTo>
                  <a:lnTo>
                    <a:pt x="4728558" y="1205888"/>
                  </a:lnTo>
                  <a:lnTo>
                    <a:pt x="4730119" y="1207806"/>
                  </a:lnTo>
                  <a:lnTo>
                    <a:pt x="4734263" y="1206870"/>
                  </a:lnTo>
                  <a:lnTo>
                    <a:pt x="4742659" y="1206468"/>
                  </a:lnTo>
                  <a:lnTo>
                    <a:pt x="4749171" y="1207093"/>
                  </a:lnTo>
                  <a:lnTo>
                    <a:pt x="4750463" y="1208788"/>
                  </a:lnTo>
                  <a:lnTo>
                    <a:pt x="4751593" y="1204372"/>
                  </a:lnTo>
                  <a:lnTo>
                    <a:pt x="4753961" y="1206200"/>
                  </a:lnTo>
                  <a:lnTo>
                    <a:pt x="4755898" y="1204684"/>
                  </a:lnTo>
                  <a:lnTo>
                    <a:pt x="4759289" y="1205308"/>
                  </a:lnTo>
                  <a:lnTo>
                    <a:pt x="4761119" y="1207048"/>
                  </a:lnTo>
                  <a:lnTo>
                    <a:pt x="4761872" y="1204907"/>
                  </a:lnTo>
                  <a:lnTo>
                    <a:pt x="4765371" y="1209815"/>
                  </a:lnTo>
                  <a:lnTo>
                    <a:pt x="4771560" y="1209815"/>
                  </a:lnTo>
                  <a:lnTo>
                    <a:pt x="4769784" y="1211689"/>
                  </a:lnTo>
                  <a:lnTo>
                    <a:pt x="4771883" y="1212716"/>
                  </a:lnTo>
                  <a:lnTo>
                    <a:pt x="4776673" y="1208743"/>
                  </a:lnTo>
                  <a:lnTo>
                    <a:pt x="4779687" y="1208074"/>
                  </a:lnTo>
                  <a:lnTo>
                    <a:pt x="4783131" y="1201474"/>
                  </a:lnTo>
                  <a:lnTo>
                    <a:pt x="4782700" y="1199424"/>
                  </a:lnTo>
                  <a:lnTo>
                    <a:pt x="4788190" y="1195237"/>
                  </a:lnTo>
                  <a:lnTo>
                    <a:pt x="4789643" y="1191675"/>
                  </a:lnTo>
                  <a:lnTo>
                    <a:pt x="4788244" y="1186515"/>
                  </a:lnTo>
                  <a:lnTo>
                    <a:pt x="4783615" y="1181180"/>
                  </a:lnTo>
                  <a:lnTo>
                    <a:pt x="4780117" y="1180470"/>
                  </a:lnTo>
                  <a:lnTo>
                    <a:pt x="4776188" y="1177183"/>
                  </a:lnTo>
                  <a:lnTo>
                    <a:pt x="4774789" y="1171280"/>
                  </a:lnTo>
                  <a:lnTo>
                    <a:pt x="4771721" y="1170037"/>
                  </a:lnTo>
                  <a:lnTo>
                    <a:pt x="4770968" y="1165072"/>
                  </a:lnTo>
                  <a:lnTo>
                    <a:pt x="4771990" y="1159755"/>
                  </a:lnTo>
                  <a:lnTo>
                    <a:pt x="4771183" y="1154488"/>
                  </a:lnTo>
                  <a:lnTo>
                    <a:pt x="4764832" y="1149490"/>
                  </a:lnTo>
                  <a:lnTo>
                    <a:pt x="4769784" y="1147235"/>
                  </a:lnTo>
                  <a:lnTo>
                    <a:pt x="4787598" y="1146882"/>
                  </a:lnTo>
                  <a:lnTo>
                    <a:pt x="4797285" y="1147633"/>
                  </a:lnTo>
                  <a:lnTo>
                    <a:pt x="4802614" y="1147456"/>
                  </a:lnTo>
                  <a:lnTo>
                    <a:pt x="4805466" y="1149446"/>
                  </a:lnTo>
                  <a:lnTo>
                    <a:pt x="4814131" y="1148782"/>
                  </a:lnTo>
                  <a:lnTo>
                    <a:pt x="4814884" y="1146528"/>
                  </a:lnTo>
                  <a:lnTo>
                    <a:pt x="4817575" y="1145998"/>
                  </a:lnTo>
                  <a:lnTo>
                    <a:pt x="4819405" y="1147633"/>
                  </a:lnTo>
                  <a:lnTo>
                    <a:pt x="4823226" y="1147501"/>
                  </a:lnTo>
                  <a:lnTo>
                    <a:pt x="4826348" y="1144496"/>
                  </a:lnTo>
                  <a:lnTo>
                    <a:pt x="4829954" y="1146175"/>
                  </a:lnTo>
                  <a:lnTo>
                    <a:pt x="4831353" y="1145291"/>
                  </a:lnTo>
                  <a:lnTo>
                    <a:pt x="4840341" y="1147854"/>
                  </a:lnTo>
                  <a:lnTo>
                    <a:pt x="4845131" y="1146970"/>
                  </a:lnTo>
                  <a:lnTo>
                    <a:pt x="4845292" y="1141183"/>
                  </a:lnTo>
                  <a:lnTo>
                    <a:pt x="4846745" y="1139859"/>
                  </a:lnTo>
                  <a:lnTo>
                    <a:pt x="4850028" y="1140389"/>
                  </a:lnTo>
                  <a:lnTo>
                    <a:pt x="4852665" y="1138800"/>
                  </a:lnTo>
                  <a:lnTo>
                    <a:pt x="4853473" y="1135843"/>
                  </a:lnTo>
                  <a:lnTo>
                    <a:pt x="4859178" y="1135534"/>
                  </a:lnTo>
                  <a:lnTo>
                    <a:pt x="4863806" y="1130816"/>
                  </a:lnTo>
                  <a:lnTo>
                    <a:pt x="4868112" y="1128788"/>
                  </a:lnTo>
                  <a:lnTo>
                    <a:pt x="4867520" y="1125881"/>
                  </a:lnTo>
                  <a:lnTo>
                    <a:pt x="4865098" y="1125440"/>
                  </a:lnTo>
                  <a:lnTo>
                    <a:pt x="4865259" y="1123459"/>
                  </a:lnTo>
                  <a:lnTo>
                    <a:pt x="4868112" y="1123150"/>
                  </a:lnTo>
                  <a:lnTo>
                    <a:pt x="4869457" y="1121301"/>
                  </a:lnTo>
                  <a:lnTo>
                    <a:pt x="4867466" y="1120377"/>
                  </a:lnTo>
                  <a:lnTo>
                    <a:pt x="4871987" y="1116154"/>
                  </a:lnTo>
                  <a:lnTo>
                    <a:pt x="4869457" y="1114087"/>
                  </a:lnTo>
                  <a:lnTo>
                    <a:pt x="4870264" y="1112109"/>
                  </a:lnTo>
                  <a:lnTo>
                    <a:pt x="4877745" y="1110747"/>
                  </a:lnTo>
                  <a:lnTo>
                    <a:pt x="4876238" y="1109385"/>
                  </a:lnTo>
                  <a:lnTo>
                    <a:pt x="4878176" y="1106793"/>
                  </a:lnTo>
                  <a:lnTo>
                    <a:pt x="4880382" y="1107057"/>
                  </a:lnTo>
                  <a:lnTo>
                    <a:pt x="4879306" y="1104598"/>
                  </a:lnTo>
                  <a:lnTo>
                    <a:pt x="4882105" y="1104993"/>
                  </a:lnTo>
                  <a:lnTo>
                    <a:pt x="4881243" y="1106881"/>
                  </a:lnTo>
                  <a:lnTo>
                    <a:pt x="4883558" y="1106925"/>
                  </a:lnTo>
                  <a:lnTo>
                    <a:pt x="4884257" y="1104862"/>
                  </a:lnTo>
                  <a:lnTo>
                    <a:pt x="4888778" y="1105652"/>
                  </a:lnTo>
                  <a:lnTo>
                    <a:pt x="4892815" y="1108550"/>
                  </a:lnTo>
                  <a:lnTo>
                    <a:pt x="4896959" y="1113560"/>
                  </a:lnTo>
                  <a:lnTo>
                    <a:pt x="4899757" y="1111714"/>
                  </a:lnTo>
                  <a:lnTo>
                    <a:pt x="4899004" y="1109824"/>
                  </a:lnTo>
                  <a:lnTo>
                    <a:pt x="4901802" y="1108243"/>
                  </a:lnTo>
                  <a:lnTo>
                    <a:pt x="4901802" y="1107496"/>
                  </a:lnTo>
                  <a:lnTo>
                    <a:pt x="4900618" y="1104906"/>
                  </a:lnTo>
                  <a:lnTo>
                    <a:pt x="4903794" y="1103852"/>
                  </a:lnTo>
                  <a:lnTo>
                    <a:pt x="4906216" y="1107101"/>
                  </a:lnTo>
                  <a:lnTo>
                    <a:pt x="4910790" y="1107057"/>
                  </a:lnTo>
                  <a:lnTo>
                    <a:pt x="4914665" y="1102667"/>
                  </a:lnTo>
                  <a:lnTo>
                    <a:pt x="4913804" y="1099771"/>
                  </a:lnTo>
                  <a:lnTo>
                    <a:pt x="4914773" y="1095167"/>
                  </a:lnTo>
                  <a:lnTo>
                    <a:pt x="4914450" y="1091399"/>
                  </a:lnTo>
                  <a:lnTo>
                    <a:pt x="4918002" y="1088334"/>
                  </a:lnTo>
                  <a:lnTo>
                    <a:pt x="4915150" y="1085314"/>
                  </a:lnTo>
                  <a:lnTo>
                    <a:pt x="4918863" y="1081726"/>
                  </a:lnTo>
                  <a:lnTo>
                    <a:pt x="4916280" y="1079146"/>
                  </a:lnTo>
                  <a:lnTo>
                    <a:pt x="4917733" y="1073684"/>
                  </a:lnTo>
                  <a:lnTo>
                    <a:pt x="4920101" y="1070453"/>
                  </a:lnTo>
                  <a:lnTo>
                    <a:pt x="4920585" y="1064911"/>
                  </a:lnTo>
                  <a:lnTo>
                    <a:pt x="4922254" y="1063341"/>
                  </a:lnTo>
                  <a:lnTo>
                    <a:pt x="4923223" y="1058198"/>
                  </a:lnTo>
                  <a:lnTo>
                    <a:pt x="4925698" y="1057675"/>
                  </a:lnTo>
                  <a:lnTo>
                    <a:pt x="4924084" y="1054887"/>
                  </a:lnTo>
                  <a:lnTo>
                    <a:pt x="4925106" y="1052711"/>
                  </a:lnTo>
                  <a:lnTo>
                    <a:pt x="4928228" y="1053233"/>
                  </a:lnTo>
                  <a:lnTo>
                    <a:pt x="4927636" y="1049925"/>
                  </a:lnTo>
                  <a:lnTo>
                    <a:pt x="4932641" y="1049012"/>
                  </a:lnTo>
                  <a:lnTo>
                    <a:pt x="4933448" y="1052232"/>
                  </a:lnTo>
                  <a:lnTo>
                    <a:pt x="4936839" y="1051971"/>
                  </a:lnTo>
                  <a:lnTo>
                    <a:pt x="4938992" y="1053320"/>
                  </a:lnTo>
                  <a:lnTo>
                    <a:pt x="4942974" y="1052928"/>
                  </a:lnTo>
                  <a:lnTo>
                    <a:pt x="4946096" y="1051100"/>
                  </a:lnTo>
                  <a:lnTo>
                    <a:pt x="4949217" y="1052450"/>
                  </a:lnTo>
                  <a:lnTo>
                    <a:pt x="4947172" y="1054626"/>
                  </a:lnTo>
                  <a:lnTo>
                    <a:pt x="4947764" y="1056804"/>
                  </a:lnTo>
                  <a:lnTo>
                    <a:pt x="4945557" y="1057762"/>
                  </a:lnTo>
                  <a:lnTo>
                    <a:pt x="4948518" y="1059679"/>
                  </a:lnTo>
                  <a:lnTo>
                    <a:pt x="4951531" y="1058808"/>
                  </a:lnTo>
                  <a:lnTo>
                    <a:pt x="4954976" y="1059810"/>
                  </a:lnTo>
                  <a:lnTo>
                    <a:pt x="4959174" y="1059418"/>
                  </a:lnTo>
                  <a:lnTo>
                    <a:pt x="4960896" y="1060812"/>
                  </a:lnTo>
                  <a:lnTo>
                    <a:pt x="4959174" y="1063952"/>
                  </a:lnTo>
                  <a:lnTo>
                    <a:pt x="4958044" y="1070060"/>
                  </a:lnTo>
                  <a:lnTo>
                    <a:pt x="4957774" y="1076087"/>
                  </a:lnTo>
                  <a:lnTo>
                    <a:pt x="4959120" y="1078840"/>
                  </a:lnTo>
                  <a:lnTo>
                    <a:pt x="4961972" y="1079627"/>
                  </a:lnTo>
                  <a:lnTo>
                    <a:pt x="4965740" y="1084920"/>
                  </a:lnTo>
                  <a:lnTo>
                    <a:pt x="4969238" y="1086802"/>
                  </a:lnTo>
                  <a:lnTo>
                    <a:pt x="4970530" y="1089560"/>
                  </a:lnTo>
                  <a:lnTo>
                    <a:pt x="4973382" y="1088159"/>
                  </a:lnTo>
                  <a:lnTo>
                    <a:pt x="4975642" y="1089122"/>
                  </a:lnTo>
                  <a:lnTo>
                    <a:pt x="4973651" y="1092363"/>
                  </a:lnTo>
                  <a:lnTo>
                    <a:pt x="4974674" y="1094510"/>
                  </a:lnTo>
                  <a:lnTo>
                    <a:pt x="4978226" y="1092845"/>
                  </a:lnTo>
                  <a:lnTo>
                    <a:pt x="4976773" y="1091049"/>
                  </a:lnTo>
                  <a:lnTo>
                    <a:pt x="4978764" y="1087195"/>
                  </a:lnTo>
                  <a:lnTo>
                    <a:pt x="4982316" y="1087633"/>
                  </a:lnTo>
                  <a:lnTo>
                    <a:pt x="4982101" y="1090523"/>
                  </a:lnTo>
                  <a:lnTo>
                    <a:pt x="4985437" y="1100210"/>
                  </a:lnTo>
                  <a:lnTo>
                    <a:pt x="4987806" y="1101263"/>
                  </a:lnTo>
                  <a:lnTo>
                    <a:pt x="4987429" y="1106223"/>
                  </a:lnTo>
                  <a:lnTo>
                    <a:pt x="4993026" y="1107101"/>
                  </a:lnTo>
                  <a:lnTo>
                    <a:pt x="4989097" y="1104730"/>
                  </a:lnTo>
                  <a:lnTo>
                    <a:pt x="4989043" y="1101175"/>
                  </a:lnTo>
                  <a:lnTo>
                    <a:pt x="4986030" y="1099157"/>
                  </a:lnTo>
                  <a:lnTo>
                    <a:pt x="4986460" y="1094116"/>
                  </a:lnTo>
                  <a:lnTo>
                    <a:pt x="4991035" y="1092538"/>
                  </a:lnTo>
                  <a:lnTo>
                    <a:pt x="4992003" y="1089516"/>
                  </a:lnTo>
                  <a:lnTo>
                    <a:pt x="4988398" y="1082776"/>
                  </a:lnTo>
                  <a:lnTo>
                    <a:pt x="4982155" y="1079715"/>
                  </a:lnTo>
                  <a:lnTo>
                    <a:pt x="4977203" y="1081070"/>
                  </a:lnTo>
                  <a:lnTo>
                    <a:pt x="4973759" y="1079234"/>
                  </a:lnTo>
                  <a:lnTo>
                    <a:pt x="4972198" y="1076786"/>
                  </a:lnTo>
                  <a:lnTo>
                    <a:pt x="4977365" y="1072723"/>
                  </a:lnTo>
                  <a:lnTo>
                    <a:pt x="4983177" y="1071239"/>
                  </a:lnTo>
                  <a:lnTo>
                    <a:pt x="4985760" y="1068489"/>
                  </a:lnTo>
                  <a:lnTo>
                    <a:pt x="4989366" y="1068052"/>
                  </a:lnTo>
                  <a:lnTo>
                    <a:pt x="4994802" y="1065216"/>
                  </a:lnTo>
                  <a:lnTo>
                    <a:pt x="4998516" y="1065347"/>
                  </a:lnTo>
                  <a:lnTo>
                    <a:pt x="4999484" y="1066830"/>
                  </a:lnTo>
                  <a:lnTo>
                    <a:pt x="5002552" y="1065434"/>
                  </a:lnTo>
                  <a:lnTo>
                    <a:pt x="5005135" y="1065783"/>
                  </a:lnTo>
                  <a:lnTo>
                    <a:pt x="5006696" y="1062077"/>
                  </a:lnTo>
                  <a:lnTo>
                    <a:pt x="5010463" y="1061902"/>
                  </a:lnTo>
                  <a:lnTo>
                    <a:pt x="5014446" y="1064737"/>
                  </a:lnTo>
                  <a:lnTo>
                    <a:pt x="5016384" y="1062949"/>
                  </a:lnTo>
                  <a:lnTo>
                    <a:pt x="5019613" y="1062338"/>
                  </a:lnTo>
                  <a:lnTo>
                    <a:pt x="5022411" y="1064300"/>
                  </a:lnTo>
                  <a:lnTo>
                    <a:pt x="5027793" y="1063733"/>
                  </a:lnTo>
                  <a:lnTo>
                    <a:pt x="5025533" y="1058546"/>
                  </a:lnTo>
                  <a:lnTo>
                    <a:pt x="5026986" y="1057152"/>
                  </a:lnTo>
                  <a:lnTo>
                    <a:pt x="5034036" y="1058546"/>
                  </a:lnTo>
                  <a:lnTo>
                    <a:pt x="5036727" y="1056412"/>
                  </a:lnTo>
                  <a:lnTo>
                    <a:pt x="5037212" y="1053233"/>
                  </a:lnTo>
                  <a:lnTo>
                    <a:pt x="5034090" y="1052536"/>
                  </a:lnTo>
                  <a:lnTo>
                    <a:pt x="5034359" y="1049316"/>
                  </a:lnTo>
                  <a:lnTo>
                    <a:pt x="5032960" y="1048011"/>
                  </a:lnTo>
                  <a:lnTo>
                    <a:pt x="5034521" y="1043316"/>
                  </a:lnTo>
                  <a:lnTo>
                    <a:pt x="5038988" y="1043185"/>
                  </a:lnTo>
                  <a:lnTo>
                    <a:pt x="5039203" y="1039014"/>
                  </a:lnTo>
                  <a:lnTo>
                    <a:pt x="5042163" y="1037017"/>
                  </a:lnTo>
                  <a:lnTo>
                    <a:pt x="5043132" y="1031071"/>
                  </a:lnTo>
                  <a:lnTo>
                    <a:pt x="5041571" y="1029900"/>
                  </a:lnTo>
                  <a:lnTo>
                    <a:pt x="5042002" y="1026519"/>
                  </a:lnTo>
                  <a:lnTo>
                    <a:pt x="5046307" y="1023746"/>
                  </a:lnTo>
                  <a:lnTo>
                    <a:pt x="5047545" y="1020497"/>
                  </a:lnTo>
                  <a:lnTo>
                    <a:pt x="5048083" y="1013400"/>
                  </a:lnTo>
                  <a:lnTo>
                    <a:pt x="5051474" y="1011065"/>
                  </a:lnTo>
                  <a:lnTo>
                    <a:pt x="5049859" y="1006182"/>
                  </a:lnTo>
                  <a:lnTo>
                    <a:pt x="5051474" y="1004239"/>
                  </a:lnTo>
                  <a:lnTo>
                    <a:pt x="5051850" y="1000440"/>
                  </a:lnTo>
                  <a:lnTo>
                    <a:pt x="5050613" y="1000181"/>
                  </a:lnTo>
                  <a:lnTo>
                    <a:pt x="5048191" y="1000828"/>
                  </a:lnTo>
                  <a:lnTo>
                    <a:pt x="5041517" y="997204"/>
                  </a:lnTo>
                  <a:lnTo>
                    <a:pt x="5043401" y="991125"/>
                  </a:lnTo>
                  <a:lnTo>
                    <a:pt x="5042917" y="989144"/>
                  </a:lnTo>
                  <a:lnTo>
                    <a:pt x="5044908" y="983461"/>
                  </a:lnTo>
                  <a:lnTo>
                    <a:pt x="5043347" y="982299"/>
                  </a:lnTo>
                  <a:lnTo>
                    <a:pt x="5042863" y="977783"/>
                  </a:lnTo>
                  <a:lnTo>
                    <a:pt x="5044316" y="976278"/>
                  </a:lnTo>
                  <a:lnTo>
                    <a:pt x="5042647" y="970436"/>
                  </a:lnTo>
                  <a:lnTo>
                    <a:pt x="5042970" y="966959"/>
                  </a:lnTo>
                  <a:lnTo>
                    <a:pt x="5046199" y="961297"/>
                  </a:lnTo>
                  <a:lnTo>
                    <a:pt x="5046953" y="955769"/>
                  </a:lnTo>
                  <a:lnTo>
                    <a:pt x="5045446" y="955084"/>
                  </a:lnTo>
                  <a:lnTo>
                    <a:pt x="5047222" y="947251"/>
                  </a:lnTo>
                  <a:lnTo>
                    <a:pt x="5048675" y="947123"/>
                  </a:lnTo>
                  <a:lnTo>
                    <a:pt x="5049106" y="946909"/>
                  </a:lnTo>
                  <a:lnTo>
                    <a:pt x="5049644" y="946396"/>
                  </a:lnTo>
                  <a:lnTo>
                    <a:pt x="5051151" y="946054"/>
                  </a:lnTo>
                  <a:lnTo>
                    <a:pt x="5033767" y="880103"/>
                  </a:lnTo>
                  <a:lnTo>
                    <a:pt x="5031937" y="879384"/>
                  </a:lnTo>
                  <a:lnTo>
                    <a:pt x="5032153" y="876510"/>
                  </a:lnTo>
                  <a:lnTo>
                    <a:pt x="5030054" y="875158"/>
                  </a:lnTo>
                  <a:lnTo>
                    <a:pt x="5029623" y="872455"/>
                  </a:lnTo>
                  <a:lnTo>
                    <a:pt x="5025425" y="872202"/>
                  </a:lnTo>
                  <a:lnTo>
                    <a:pt x="5025371" y="869669"/>
                  </a:lnTo>
                  <a:lnTo>
                    <a:pt x="5021604" y="869163"/>
                  </a:lnTo>
                  <a:lnTo>
                    <a:pt x="5020958" y="866125"/>
                  </a:lnTo>
                  <a:lnTo>
                    <a:pt x="5030915" y="863047"/>
                  </a:lnTo>
                  <a:lnTo>
                    <a:pt x="5032906" y="861319"/>
                  </a:lnTo>
                  <a:lnTo>
                    <a:pt x="5031884" y="858791"/>
                  </a:lnTo>
                  <a:lnTo>
                    <a:pt x="5038073" y="856433"/>
                  </a:lnTo>
                  <a:lnTo>
                    <a:pt x="5041786" y="857949"/>
                  </a:lnTo>
                  <a:lnTo>
                    <a:pt x="5042163" y="859844"/>
                  </a:lnTo>
                  <a:lnTo>
                    <a:pt x="5047007" y="858243"/>
                  </a:lnTo>
                  <a:lnTo>
                    <a:pt x="5048029" y="859254"/>
                  </a:lnTo>
                  <a:lnTo>
                    <a:pt x="5051420" y="856180"/>
                  </a:lnTo>
                  <a:lnTo>
                    <a:pt x="5051420" y="854664"/>
                  </a:lnTo>
                  <a:lnTo>
                    <a:pt x="5055026" y="852266"/>
                  </a:lnTo>
                  <a:lnTo>
                    <a:pt x="5057232" y="853444"/>
                  </a:lnTo>
                  <a:lnTo>
                    <a:pt x="5059816" y="852686"/>
                  </a:lnTo>
                  <a:lnTo>
                    <a:pt x="5064606" y="854917"/>
                  </a:lnTo>
                  <a:lnTo>
                    <a:pt x="5067835" y="853486"/>
                  </a:lnTo>
                  <a:lnTo>
                    <a:pt x="5066328" y="851719"/>
                  </a:lnTo>
                  <a:lnTo>
                    <a:pt x="5070257" y="850078"/>
                  </a:lnTo>
                  <a:lnTo>
                    <a:pt x="5073486" y="846756"/>
                  </a:lnTo>
                  <a:lnTo>
                    <a:pt x="5079298" y="843815"/>
                  </a:lnTo>
                  <a:lnTo>
                    <a:pt x="5084788" y="838146"/>
                  </a:lnTo>
                  <a:lnTo>
                    <a:pt x="5084088" y="836257"/>
                  </a:lnTo>
                  <a:lnTo>
                    <a:pt x="5080859" y="835376"/>
                  </a:lnTo>
                  <a:lnTo>
                    <a:pt x="5083550" y="829883"/>
                  </a:lnTo>
                  <a:lnTo>
                    <a:pt x="5087048" y="827956"/>
                  </a:lnTo>
                  <a:lnTo>
                    <a:pt x="5090331" y="830009"/>
                  </a:lnTo>
                  <a:lnTo>
                    <a:pt x="5093345" y="830219"/>
                  </a:lnTo>
                  <a:lnTo>
                    <a:pt x="5092915" y="826825"/>
                  </a:lnTo>
                  <a:lnTo>
                    <a:pt x="5096144" y="822303"/>
                  </a:lnTo>
                  <a:lnTo>
                    <a:pt x="5096520" y="820294"/>
                  </a:lnTo>
                  <a:lnTo>
                    <a:pt x="5101579" y="817241"/>
                  </a:lnTo>
                  <a:lnTo>
                    <a:pt x="5104163" y="817533"/>
                  </a:lnTo>
                  <a:lnTo>
                    <a:pt x="5105401" y="822679"/>
                  </a:lnTo>
                  <a:lnTo>
                    <a:pt x="5109329" y="823726"/>
                  </a:lnTo>
                  <a:lnTo>
                    <a:pt x="5111697" y="825987"/>
                  </a:lnTo>
                  <a:lnTo>
                    <a:pt x="5126605" y="829716"/>
                  </a:lnTo>
                  <a:lnTo>
                    <a:pt x="5145819" y="834999"/>
                  </a:lnTo>
                  <a:lnTo>
                    <a:pt x="5178164" y="843184"/>
                  </a:lnTo>
                  <a:lnTo>
                    <a:pt x="5187152" y="845117"/>
                  </a:lnTo>
                  <a:lnTo>
                    <a:pt x="5191458" y="848186"/>
                  </a:lnTo>
                  <a:lnTo>
                    <a:pt x="5194741" y="848985"/>
                  </a:lnTo>
                  <a:lnTo>
                    <a:pt x="5197647" y="846966"/>
                  </a:lnTo>
                  <a:lnTo>
                    <a:pt x="5201898" y="845874"/>
                  </a:lnTo>
                  <a:lnTo>
                    <a:pt x="5204912" y="841630"/>
                  </a:lnTo>
                  <a:lnTo>
                    <a:pt x="5206581" y="841588"/>
                  </a:lnTo>
                  <a:lnTo>
                    <a:pt x="5208142" y="838901"/>
                  </a:lnTo>
                  <a:lnTo>
                    <a:pt x="5210940" y="838607"/>
                  </a:lnTo>
                  <a:lnTo>
                    <a:pt x="5210079" y="830261"/>
                  </a:lnTo>
                  <a:lnTo>
                    <a:pt x="5207119" y="826741"/>
                  </a:lnTo>
                  <a:lnTo>
                    <a:pt x="5208411" y="824773"/>
                  </a:lnTo>
                  <a:lnTo>
                    <a:pt x="5207280" y="822973"/>
                  </a:lnTo>
                  <a:lnTo>
                    <a:pt x="5210025" y="817784"/>
                  </a:lnTo>
                  <a:lnTo>
                    <a:pt x="5209164" y="816195"/>
                  </a:lnTo>
                  <a:lnTo>
                    <a:pt x="5211425" y="814774"/>
                  </a:lnTo>
                  <a:lnTo>
                    <a:pt x="5211317" y="808466"/>
                  </a:lnTo>
                  <a:lnTo>
                    <a:pt x="5213147" y="807798"/>
                  </a:lnTo>
                  <a:lnTo>
                    <a:pt x="5213631" y="805002"/>
                  </a:lnTo>
                  <a:lnTo>
                    <a:pt x="5216537" y="799914"/>
                  </a:lnTo>
                  <a:lnTo>
                    <a:pt x="5220251" y="799830"/>
                  </a:lnTo>
                  <a:lnTo>
                    <a:pt x="5227893" y="795372"/>
                  </a:lnTo>
                  <a:lnTo>
                    <a:pt x="5228700" y="796122"/>
                  </a:lnTo>
                  <a:lnTo>
                    <a:pt x="5233114" y="793581"/>
                  </a:lnTo>
                  <a:lnTo>
                    <a:pt x="5235751" y="793206"/>
                  </a:lnTo>
                  <a:lnTo>
                    <a:pt x="5234836" y="789835"/>
                  </a:lnTo>
                  <a:lnTo>
                    <a:pt x="5239949" y="788545"/>
                  </a:lnTo>
                  <a:lnTo>
                    <a:pt x="5237957" y="786923"/>
                  </a:lnTo>
                  <a:lnTo>
                    <a:pt x="5241187" y="785800"/>
                  </a:lnTo>
                  <a:lnTo>
                    <a:pt x="5241133" y="782516"/>
                  </a:lnTo>
                  <a:lnTo>
                    <a:pt x="5237688" y="781186"/>
                  </a:lnTo>
                  <a:lnTo>
                    <a:pt x="5238442" y="778528"/>
                  </a:lnTo>
                  <a:lnTo>
                    <a:pt x="5241294" y="777697"/>
                  </a:lnTo>
                  <a:lnTo>
                    <a:pt x="5239787" y="773962"/>
                  </a:lnTo>
                  <a:lnTo>
                    <a:pt x="5242909" y="773173"/>
                  </a:lnTo>
                  <a:lnTo>
                    <a:pt x="5239787" y="771804"/>
                  </a:lnTo>
                  <a:lnTo>
                    <a:pt x="5239626" y="768280"/>
                  </a:lnTo>
                  <a:lnTo>
                    <a:pt x="5241940" y="767741"/>
                  </a:lnTo>
                  <a:lnTo>
                    <a:pt x="5241725" y="765089"/>
                  </a:lnTo>
                  <a:lnTo>
                    <a:pt x="5243501" y="763101"/>
                  </a:lnTo>
                  <a:lnTo>
                    <a:pt x="5247214" y="762480"/>
                  </a:lnTo>
                  <a:lnTo>
                    <a:pt x="5249744" y="764923"/>
                  </a:lnTo>
                  <a:lnTo>
                    <a:pt x="5252758" y="761445"/>
                  </a:lnTo>
                  <a:lnTo>
                    <a:pt x="5252489" y="757555"/>
                  </a:lnTo>
                  <a:lnTo>
                    <a:pt x="5257871" y="757513"/>
                  </a:lnTo>
                  <a:lnTo>
                    <a:pt x="5258301" y="753212"/>
                  </a:lnTo>
                  <a:lnTo>
                    <a:pt x="5263468" y="747015"/>
                  </a:lnTo>
                  <a:lnTo>
                    <a:pt x="5263898" y="744373"/>
                  </a:lnTo>
                  <a:lnTo>
                    <a:pt x="5259108" y="738557"/>
                  </a:lnTo>
                  <a:lnTo>
                    <a:pt x="5260454" y="735631"/>
                  </a:lnTo>
                  <a:lnTo>
                    <a:pt x="5265567" y="734642"/>
                  </a:lnTo>
                  <a:lnTo>
                    <a:pt x="5268204" y="732624"/>
                  </a:lnTo>
                  <a:lnTo>
                    <a:pt x="5269926" y="728918"/>
                  </a:lnTo>
                  <a:lnTo>
                    <a:pt x="5272994" y="731594"/>
                  </a:lnTo>
                  <a:lnTo>
                    <a:pt x="5275577" y="728630"/>
                  </a:lnTo>
                  <a:lnTo>
                    <a:pt x="5274554" y="726943"/>
                  </a:lnTo>
                  <a:lnTo>
                    <a:pt x="5278268" y="726573"/>
                  </a:lnTo>
                  <a:lnTo>
                    <a:pt x="5279021" y="723941"/>
                  </a:lnTo>
                  <a:lnTo>
                    <a:pt x="5278107" y="721228"/>
                  </a:lnTo>
                  <a:lnTo>
                    <a:pt x="5279398" y="718968"/>
                  </a:lnTo>
                  <a:lnTo>
                    <a:pt x="5274716" y="718229"/>
                  </a:lnTo>
                  <a:lnTo>
                    <a:pt x="5275362" y="715847"/>
                  </a:lnTo>
                  <a:lnTo>
                    <a:pt x="5280959" y="713959"/>
                  </a:lnTo>
                  <a:lnTo>
                    <a:pt x="5281659" y="711989"/>
                  </a:lnTo>
                  <a:lnTo>
                    <a:pt x="5277622" y="707519"/>
                  </a:lnTo>
                  <a:lnTo>
                    <a:pt x="5273209" y="707109"/>
                  </a:lnTo>
                  <a:lnTo>
                    <a:pt x="5272994" y="704609"/>
                  </a:lnTo>
                  <a:lnTo>
                    <a:pt x="5276600" y="699654"/>
                  </a:lnTo>
                  <a:lnTo>
                    <a:pt x="5279129" y="692618"/>
                  </a:lnTo>
                  <a:lnTo>
                    <a:pt x="5287094" y="688450"/>
                  </a:lnTo>
                  <a:lnTo>
                    <a:pt x="5288817" y="681388"/>
                  </a:lnTo>
                  <a:lnTo>
                    <a:pt x="5289032" y="676413"/>
                  </a:lnTo>
                  <a:lnTo>
                    <a:pt x="5290754" y="674335"/>
                  </a:lnTo>
                  <a:lnTo>
                    <a:pt x="5288332" y="671280"/>
                  </a:lnTo>
                  <a:lnTo>
                    <a:pt x="5289732" y="667535"/>
                  </a:lnTo>
                  <a:lnTo>
                    <a:pt x="5289839" y="663712"/>
                  </a:lnTo>
                  <a:lnTo>
                    <a:pt x="5292799" y="658591"/>
                  </a:lnTo>
                  <a:lnTo>
                    <a:pt x="5291723" y="654449"/>
                  </a:lnTo>
                  <a:lnTo>
                    <a:pt x="5295060" y="651893"/>
                  </a:lnTo>
                  <a:lnTo>
                    <a:pt x="5296459" y="646297"/>
                  </a:lnTo>
                  <a:lnTo>
                    <a:pt x="5298612" y="643177"/>
                  </a:lnTo>
                  <a:lnTo>
                    <a:pt x="5305554" y="642003"/>
                  </a:lnTo>
                  <a:lnTo>
                    <a:pt x="5306469" y="639048"/>
                  </a:lnTo>
                  <a:lnTo>
                    <a:pt x="5306254" y="634355"/>
                  </a:lnTo>
                  <a:lnTo>
                    <a:pt x="5304532" y="631566"/>
                  </a:lnTo>
                  <a:lnTo>
                    <a:pt x="5299850" y="627768"/>
                  </a:lnTo>
                  <a:lnTo>
                    <a:pt x="5301626" y="620020"/>
                  </a:lnTo>
                  <a:lnTo>
                    <a:pt x="5303886" y="617923"/>
                  </a:lnTo>
                  <a:lnTo>
                    <a:pt x="5309160" y="615545"/>
                  </a:lnTo>
                  <a:lnTo>
                    <a:pt x="5309429" y="613491"/>
                  </a:lnTo>
                  <a:lnTo>
                    <a:pt x="5312981" y="609827"/>
                  </a:lnTo>
                  <a:lnTo>
                    <a:pt x="5315780" y="608741"/>
                  </a:lnTo>
                  <a:lnTo>
                    <a:pt x="5328966" y="608097"/>
                  </a:lnTo>
                  <a:lnTo>
                    <a:pt x="5331818" y="605925"/>
                  </a:lnTo>
                  <a:lnTo>
                    <a:pt x="5335801" y="604919"/>
                  </a:lnTo>
                  <a:lnTo>
                    <a:pt x="5336500" y="600860"/>
                  </a:lnTo>
                  <a:lnTo>
                    <a:pt x="5340967" y="598128"/>
                  </a:lnTo>
                  <a:lnTo>
                    <a:pt x="5345381" y="593953"/>
                  </a:lnTo>
                  <a:lnTo>
                    <a:pt x="5346403" y="589020"/>
                  </a:lnTo>
                  <a:lnTo>
                    <a:pt x="5354261" y="581289"/>
                  </a:lnTo>
                  <a:lnTo>
                    <a:pt x="5353669" y="576568"/>
                  </a:lnTo>
                  <a:lnTo>
                    <a:pt x="5345434" y="571012"/>
                  </a:lnTo>
                  <a:lnTo>
                    <a:pt x="5344681" y="566500"/>
                  </a:lnTo>
                  <a:lnTo>
                    <a:pt x="5345327" y="564505"/>
                  </a:lnTo>
                  <a:lnTo>
                    <a:pt x="5343712" y="562869"/>
                  </a:lnTo>
                  <a:lnTo>
                    <a:pt x="5339245" y="562072"/>
                  </a:lnTo>
                  <a:lnTo>
                    <a:pt x="5338546" y="558245"/>
                  </a:lnTo>
                  <a:lnTo>
                    <a:pt x="5334563" y="554819"/>
                  </a:lnTo>
                  <a:lnTo>
                    <a:pt x="5334348" y="549804"/>
                  </a:lnTo>
                  <a:lnTo>
                    <a:pt x="5341398" y="543164"/>
                  </a:lnTo>
                  <a:lnTo>
                    <a:pt x="5344896" y="536097"/>
                  </a:lnTo>
                  <a:lnTo>
                    <a:pt x="5345488" y="527573"/>
                  </a:lnTo>
                  <a:lnTo>
                    <a:pt x="5353507" y="524326"/>
                  </a:lnTo>
                  <a:lnTo>
                    <a:pt x="5361634" y="520013"/>
                  </a:lnTo>
                  <a:lnTo>
                    <a:pt x="5374335" y="516692"/>
                  </a:lnTo>
                  <a:lnTo>
                    <a:pt x="5381440" y="512938"/>
                  </a:lnTo>
                  <a:lnTo>
                    <a:pt x="5381870" y="509543"/>
                  </a:lnTo>
                  <a:lnTo>
                    <a:pt x="5379502" y="507373"/>
                  </a:lnTo>
                  <a:lnTo>
                    <a:pt x="5376650" y="509227"/>
                  </a:lnTo>
                  <a:lnTo>
                    <a:pt x="5373205" y="509346"/>
                  </a:lnTo>
                  <a:lnTo>
                    <a:pt x="5367177" y="508162"/>
                  </a:lnTo>
                  <a:lnTo>
                    <a:pt x="5363625" y="509543"/>
                  </a:lnTo>
                  <a:lnTo>
                    <a:pt x="5360289" y="513886"/>
                  </a:lnTo>
                  <a:lnTo>
                    <a:pt x="5357867" y="515664"/>
                  </a:lnTo>
                  <a:lnTo>
                    <a:pt x="5352915" y="516257"/>
                  </a:lnTo>
                  <a:lnTo>
                    <a:pt x="5347695" y="512741"/>
                  </a:lnTo>
                  <a:lnTo>
                    <a:pt x="5342098" y="512307"/>
                  </a:lnTo>
                  <a:lnTo>
                    <a:pt x="5336662" y="512741"/>
                  </a:lnTo>
                  <a:lnTo>
                    <a:pt x="5329988" y="511398"/>
                  </a:lnTo>
                  <a:lnTo>
                    <a:pt x="5324445" y="512741"/>
                  </a:lnTo>
                  <a:lnTo>
                    <a:pt x="5318417" y="514993"/>
                  </a:lnTo>
                  <a:lnTo>
                    <a:pt x="5303940" y="515032"/>
                  </a:lnTo>
                  <a:lnTo>
                    <a:pt x="5299311" y="518629"/>
                  </a:lnTo>
                  <a:lnTo>
                    <a:pt x="5296297" y="519934"/>
                  </a:lnTo>
                  <a:lnTo>
                    <a:pt x="5292153" y="519380"/>
                  </a:lnTo>
                  <a:lnTo>
                    <a:pt x="5288709" y="520488"/>
                  </a:lnTo>
                  <a:lnTo>
                    <a:pt x="5285749" y="522862"/>
                  </a:lnTo>
                  <a:lnTo>
                    <a:pt x="5280959" y="523020"/>
                  </a:lnTo>
                  <a:lnTo>
                    <a:pt x="5275308" y="524960"/>
                  </a:lnTo>
                  <a:lnTo>
                    <a:pt x="5270787" y="525474"/>
                  </a:lnTo>
                  <a:lnTo>
                    <a:pt x="5267881" y="527098"/>
                  </a:lnTo>
                  <a:lnTo>
                    <a:pt x="5263468" y="527732"/>
                  </a:lnTo>
                  <a:lnTo>
                    <a:pt x="5259324" y="534470"/>
                  </a:lnTo>
                  <a:lnTo>
                    <a:pt x="5257063" y="534827"/>
                  </a:lnTo>
                  <a:lnTo>
                    <a:pt x="5250928" y="533677"/>
                  </a:lnTo>
                  <a:lnTo>
                    <a:pt x="5248829" y="534946"/>
                  </a:lnTo>
                  <a:lnTo>
                    <a:pt x="5246461" y="540979"/>
                  </a:lnTo>
                  <a:lnTo>
                    <a:pt x="5238226" y="541813"/>
                  </a:lnTo>
                  <a:lnTo>
                    <a:pt x="5234405" y="540662"/>
                  </a:lnTo>
                  <a:lnTo>
                    <a:pt x="5225148" y="542807"/>
                  </a:lnTo>
                  <a:lnTo>
                    <a:pt x="5219713" y="540463"/>
                  </a:lnTo>
                  <a:lnTo>
                    <a:pt x="5214708" y="539550"/>
                  </a:lnTo>
                  <a:lnTo>
                    <a:pt x="5210133" y="539629"/>
                  </a:lnTo>
                  <a:lnTo>
                    <a:pt x="5203405" y="542092"/>
                  </a:lnTo>
                  <a:lnTo>
                    <a:pt x="5201091" y="544555"/>
                  </a:lnTo>
                  <a:lnTo>
                    <a:pt x="5200176" y="547656"/>
                  </a:lnTo>
                  <a:lnTo>
                    <a:pt x="5198077" y="549525"/>
                  </a:lnTo>
                  <a:lnTo>
                    <a:pt x="5188551" y="552788"/>
                  </a:lnTo>
                  <a:lnTo>
                    <a:pt x="5182954" y="559321"/>
                  </a:lnTo>
                  <a:lnTo>
                    <a:pt x="5178595" y="559161"/>
                  </a:lnTo>
                  <a:lnTo>
                    <a:pt x="5174558" y="556731"/>
                  </a:lnTo>
                  <a:lnTo>
                    <a:pt x="5171760" y="556731"/>
                  </a:lnTo>
                  <a:lnTo>
                    <a:pt x="5169176" y="558524"/>
                  </a:lnTo>
                  <a:lnTo>
                    <a:pt x="5169230" y="560756"/>
                  </a:lnTo>
                  <a:lnTo>
                    <a:pt x="5171437" y="564465"/>
                  </a:lnTo>
                  <a:lnTo>
                    <a:pt x="5169230" y="567538"/>
                  </a:lnTo>
                  <a:lnTo>
                    <a:pt x="5165678" y="570094"/>
                  </a:lnTo>
                  <a:lnTo>
                    <a:pt x="5163741" y="573690"/>
                  </a:lnTo>
                  <a:lnTo>
                    <a:pt x="5163848" y="578808"/>
                  </a:lnTo>
                  <a:lnTo>
                    <a:pt x="5160135" y="581049"/>
                  </a:lnTo>
                  <a:lnTo>
                    <a:pt x="5152385" y="580249"/>
                  </a:lnTo>
                  <a:lnTo>
                    <a:pt x="5143881" y="576368"/>
                  </a:lnTo>
                  <a:lnTo>
                    <a:pt x="5139791" y="576688"/>
                  </a:lnTo>
                  <a:lnTo>
                    <a:pt x="5136616" y="578688"/>
                  </a:lnTo>
                  <a:lnTo>
                    <a:pt x="5135163" y="581009"/>
                  </a:lnTo>
                  <a:lnTo>
                    <a:pt x="5132579" y="581890"/>
                  </a:lnTo>
                  <a:lnTo>
                    <a:pt x="5128597" y="581449"/>
                  </a:lnTo>
                  <a:lnTo>
                    <a:pt x="5125098" y="582330"/>
                  </a:lnTo>
                  <a:lnTo>
                    <a:pt x="5118909" y="582570"/>
                  </a:lnTo>
                  <a:lnTo>
                    <a:pt x="5111428" y="581650"/>
                  </a:lnTo>
                  <a:lnTo>
                    <a:pt x="5109329" y="585534"/>
                  </a:lnTo>
                  <a:lnTo>
                    <a:pt x="5102710" y="584292"/>
                  </a:lnTo>
                  <a:lnTo>
                    <a:pt x="5096144" y="585133"/>
                  </a:lnTo>
                  <a:lnTo>
                    <a:pt x="5088824" y="582210"/>
                  </a:lnTo>
                  <a:lnTo>
                    <a:pt x="5084303" y="582170"/>
                  </a:lnTo>
                  <a:lnTo>
                    <a:pt x="5080052" y="586455"/>
                  </a:lnTo>
                  <a:lnTo>
                    <a:pt x="5075585" y="586776"/>
                  </a:lnTo>
                  <a:lnTo>
                    <a:pt x="5073647" y="584613"/>
                  </a:lnTo>
                  <a:lnTo>
                    <a:pt x="5072894" y="580409"/>
                  </a:lnTo>
                  <a:lnTo>
                    <a:pt x="5071494" y="579288"/>
                  </a:lnTo>
                  <a:lnTo>
                    <a:pt x="5063852" y="578168"/>
                  </a:lnTo>
                  <a:lnTo>
                    <a:pt x="5055456" y="579808"/>
                  </a:lnTo>
                  <a:lnTo>
                    <a:pt x="5047922" y="579008"/>
                  </a:lnTo>
                  <a:lnTo>
                    <a:pt x="5044693" y="579568"/>
                  </a:lnTo>
                  <a:lnTo>
                    <a:pt x="5040010" y="582610"/>
                  </a:lnTo>
                  <a:lnTo>
                    <a:pt x="5034090" y="583892"/>
                  </a:lnTo>
                  <a:lnTo>
                    <a:pt x="5026609" y="583411"/>
                  </a:lnTo>
                  <a:lnTo>
                    <a:pt x="5022573" y="581570"/>
                  </a:lnTo>
                  <a:lnTo>
                    <a:pt x="5021066" y="579568"/>
                  </a:lnTo>
                  <a:lnTo>
                    <a:pt x="5020635" y="570134"/>
                  </a:lnTo>
                  <a:lnTo>
                    <a:pt x="5014500" y="560278"/>
                  </a:lnTo>
                  <a:lnTo>
                    <a:pt x="5012724" y="558683"/>
                  </a:lnTo>
                  <a:lnTo>
                    <a:pt x="5003951" y="553226"/>
                  </a:lnTo>
                  <a:lnTo>
                    <a:pt x="5001045" y="549645"/>
                  </a:lnTo>
                  <a:lnTo>
                    <a:pt x="4997762" y="548650"/>
                  </a:lnTo>
                  <a:lnTo>
                    <a:pt x="4994856" y="542608"/>
                  </a:lnTo>
                  <a:lnTo>
                    <a:pt x="4995502" y="540304"/>
                  </a:lnTo>
                  <a:lnTo>
                    <a:pt x="5003521" y="534232"/>
                  </a:lnTo>
                  <a:lnTo>
                    <a:pt x="5003844" y="530069"/>
                  </a:lnTo>
                  <a:lnTo>
                    <a:pt x="5005458" y="527534"/>
                  </a:lnTo>
                  <a:lnTo>
                    <a:pt x="5008095" y="526662"/>
                  </a:lnTo>
                  <a:lnTo>
                    <a:pt x="5010463" y="523574"/>
                  </a:lnTo>
                  <a:lnTo>
                    <a:pt x="5008257" y="519104"/>
                  </a:lnTo>
                  <a:lnTo>
                    <a:pt x="5005243" y="517522"/>
                  </a:lnTo>
                  <a:lnTo>
                    <a:pt x="5001960" y="512859"/>
                  </a:lnTo>
                  <a:lnTo>
                    <a:pt x="5001799" y="508398"/>
                  </a:lnTo>
                  <a:lnTo>
                    <a:pt x="5004490" y="505321"/>
                  </a:lnTo>
                  <a:lnTo>
                    <a:pt x="5003682" y="502562"/>
                  </a:lnTo>
                  <a:lnTo>
                    <a:pt x="4998785" y="502207"/>
                  </a:lnTo>
                  <a:lnTo>
                    <a:pt x="4993188" y="504848"/>
                  </a:lnTo>
                  <a:lnTo>
                    <a:pt x="4990873" y="503744"/>
                  </a:lnTo>
                  <a:lnTo>
                    <a:pt x="4990443" y="495826"/>
                  </a:lnTo>
                  <a:lnTo>
                    <a:pt x="4989528" y="493976"/>
                  </a:lnTo>
                  <a:lnTo>
                    <a:pt x="4983661" y="492206"/>
                  </a:lnTo>
                  <a:lnTo>
                    <a:pt x="4983715" y="489846"/>
                  </a:lnTo>
                  <a:lnTo>
                    <a:pt x="4986998" y="484581"/>
                  </a:lnTo>
                  <a:lnTo>
                    <a:pt x="4990981" y="475125"/>
                  </a:lnTo>
                  <a:lnTo>
                    <a:pt x="4996901" y="468583"/>
                  </a:lnTo>
                  <a:lnTo>
                    <a:pt x="4996094" y="465452"/>
                  </a:lnTo>
                  <a:lnTo>
                    <a:pt x="4989851" y="465452"/>
                  </a:lnTo>
                  <a:lnTo>
                    <a:pt x="4985491" y="467447"/>
                  </a:lnTo>
                  <a:lnTo>
                    <a:pt x="4980486" y="466978"/>
                  </a:lnTo>
                  <a:lnTo>
                    <a:pt x="4977795" y="463026"/>
                  </a:lnTo>
                  <a:lnTo>
                    <a:pt x="4972629" y="463066"/>
                  </a:lnTo>
                  <a:lnTo>
                    <a:pt x="4961057" y="466860"/>
                  </a:lnTo>
                  <a:lnTo>
                    <a:pt x="4957398" y="466704"/>
                  </a:lnTo>
                  <a:lnTo>
                    <a:pt x="4955837" y="464200"/>
                  </a:lnTo>
                  <a:lnTo>
                    <a:pt x="4946526" y="457945"/>
                  </a:lnTo>
                  <a:lnTo>
                    <a:pt x="4941790" y="455719"/>
                  </a:lnTo>
                  <a:lnTo>
                    <a:pt x="4938453" y="451543"/>
                  </a:lnTo>
                  <a:lnTo>
                    <a:pt x="4931134" y="449632"/>
                  </a:lnTo>
                  <a:lnTo>
                    <a:pt x="4929519" y="447604"/>
                  </a:lnTo>
                  <a:lnTo>
                    <a:pt x="4930919" y="445811"/>
                  </a:lnTo>
                  <a:lnTo>
                    <a:pt x="4929035" y="442850"/>
                  </a:lnTo>
                  <a:lnTo>
                    <a:pt x="4924999" y="442305"/>
                  </a:lnTo>
                  <a:lnTo>
                    <a:pt x="4923976" y="440358"/>
                  </a:lnTo>
                  <a:lnTo>
                    <a:pt x="4924783" y="437868"/>
                  </a:lnTo>
                  <a:lnTo>
                    <a:pt x="4923330" y="435612"/>
                  </a:lnTo>
                  <a:lnTo>
                    <a:pt x="4917787" y="435339"/>
                  </a:lnTo>
                  <a:lnTo>
                    <a:pt x="4915096" y="432890"/>
                  </a:lnTo>
                  <a:lnTo>
                    <a:pt x="4915795" y="428034"/>
                  </a:lnTo>
                  <a:lnTo>
                    <a:pt x="4913051" y="424968"/>
                  </a:lnTo>
                  <a:lnTo>
                    <a:pt x="4910144" y="423959"/>
                  </a:lnTo>
                  <a:lnTo>
                    <a:pt x="4902071" y="425899"/>
                  </a:lnTo>
                  <a:lnTo>
                    <a:pt x="4898412" y="423842"/>
                  </a:lnTo>
                  <a:lnTo>
                    <a:pt x="4896959" y="414347"/>
                  </a:lnTo>
                  <a:lnTo>
                    <a:pt x="4894537" y="411521"/>
                  </a:lnTo>
                  <a:lnTo>
                    <a:pt x="4888455" y="409780"/>
                  </a:lnTo>
                  <a:lnTo>
                    <a:pt x="4883342" y="410631"/>
                  </a:lnTo>
                  <a:lnTo>
                    <a:pt x="4881997" y="412450"/>
                  </a:lnTo>
                  <a:lnTo>
                    <a:pt x="4882374" y="417135"/>
                  </a:lnTo>
                  <a:lnTo>
                    <a:pt x="4880544" y="418259"/>
                  </a:lnTo>
                  <a:lnTo>
                    <a:pt x="4877261" y="417988"/>
                  </a:lnTo>
                  <a:lnTo>
                    <a:pt x="4872525" y="414269"/>
                  </a:lnTo>
                  <a:lnTo>
                    <a:pt x="4868058" y="413959"/>
                  </a:lnTo>
                  <a:lnTo>
                    <a:pt x="4865044" y="415199"/>
                  </a:lnTo>
                  <a:lnTo>
                    <a:pt x="4861815" y="418104"/>
                  </a:lnTo>
                  <a:lnTo>
                    <a:pt x="4856648" y="417871"/>
                  </a:lnTo>
                  <a:lnTo>
                    <a:pt x="4854657" y="416438"/>
                  </a:lnTo>
                  <a:lnTo>
                    <a:pt x="4850459" y="408194"/>
                  </a:lnTo>
                  <a:lnTo>
                    <a:pt x="4843355" y="407111"/>
                  </a:lnTo>
                  <a:lnTo>
                    <a:pt x="4838027" y="404676"/>
                  </a:lnTo>
                  <a:lnTo>
                    <a:pt x="4831084" y="406609"/>
                  </a:lnTo>
                  <a:lnTo>
                    <a:pt x="4828393" y="405720"/>
                  </a:lnTo>
                  <a:lnTo>
                    <a:pt x="4828554" y="402358"/>
                  </a:lnTo>
                  <a:lnTo>
                    <a:pt x="4832914" y="398150"/>
                  </a:lnTo>
                  <a:lnTo>
                    <a:pt x="4831999" y="395757"/>
                  </a:lnTo>
                  <a:lnTo>
                    <a:pt x="4826886" y="394485"/>
                  </a:lnTo>
                  <a:lnTo>
                    <a:pt x="4824357" y="397494"/>
                  </a:lnTo>
                  <a:lnTo>
                    <a:pt x="4819190" y="396220"/>
                  </a:lnTo>
                  <a:lnTo>
                    <a:pt x="4816015" y="394639"/>
                  </a:lnTo>
                  <a:lnTo>
                    <a:pt x="4808857" y="393559"/>
                  </a:lnTo>
                  <a:lnTo>
                    <a:pt x="4805574" y="394600"/>
                  </a:lnTo>
                  <a:lnTo>
                    <a:pt x="4795940" y="394986"/>
                  </a:lnTo>
                  <a:lnTo>
                    <a:pt x="4791850" y="399462"/>
                  </a:lnTo>
                  <a:lnTo>
                    <a:pt x="4786952" y="397339"/>
                  </a:lnTo>
                  <a:lnTo>
                    <a:pt x="4783131" y="397648"/>
                  </a:lnTo>
                  <a:lnTo>
                    <a:pt x="4778072" y="400002"/>
                  </a:lnTo>
                  <a:lnTo>
                    <a:pt x="4772529" y="398651"/>
                  </a:lnTo>
                  <a:lnTo>
                    <a:pt x="4768062" y="398304"/>
                  </a:lnTo>
                  <a:lnTo>
                    <a:pt x="4761980" y="394755"/>
                  </a:lnTo>
                  <a:lnTo>
                    <a:pt x="4757459" y="394369"/>
                  </a:lnTo>
                  <a:lnTo>
                    <a:pt x="4752938" y="396066"/>
                  </a:lnTo>
                  <a:lnTo>
                    <a:pt x="4745727" y="394600"/>
                  </a:lnTo>
                  <a:lnTo>
                    <a:pt x="4742820" y="390938"/>
                  </a:lnTo>
                  <a:lnTo>
                    <a:pt x="4736093" y="387510"/>
                  </a:lnTo>
                  <a:lnTo>
                    <a:pt x="4733725" y="384276"/>
                  </a:lnTo>
                  <a:lnTo>
                    <a:pt x="4733456" y="377662"/>
                  </a:lnTo>
                  <a:lnTo>
                    <a:pt x="4731626" y="376087"/>
                  </a:lnTo>
                  <a:lnTo>
                    <a:pt x="4725437" y="375472"/>
                  </a:lnTo>
                  <a:lnTo>
                    <a:pt x="4720970" y="371517"/>
                  </a:lnTo>
                  <a:lnTo>
                    <a:pt x="4720754" y="367719"/>
                  </a:lnTo>
                  <a:lnTo>
                    <a:pt x="4722315" y="361319"/>
                  </a:lnTo>
                  <a:lnTo>
                    <a:pt x="4721992" y="359749"/>
                  </a:lnTo>
                  <a:lnTo>
                    <a:pt x="4717794" y="354775"/>
                  </a:lnTo>
                  <a:lnTo>
                    <a:pt x="4718333" y="348583"/>
                  </a:lnTo>
                  <a:lnTo>
                    <a:pt x="4725813" y="340530"/>
                  </a:lnTo>
                  <a:lnTo>
                    <a:pt x="4727536" y="336452"/>
                  </a:lnTo>
                  <a:lnTo>
                    <a:pt x="4727213" y="330436"/>
                  </a:lnTo>
                  <a:lnTo>
                    <a:pt x="4713489" y="327317"/>
                  </a:lnTo>
                  <a:lnTo>
                    <a:pt x="4706977" y="324732"/>
                  </a:lnTo>
                  <a:lnTo>
                    <a:pt x="4703532" y="320363"/>
                  </a:lnTo>
                  <a:lnTo>
                    <a:pt x="4706815" y="314064"/>
                  </a:lnTo>
                  <a:lnTo>
                    <a:pt x="4706331" y="310653"/>
                  </a:lnTo>
                  <a:lnTo>
                    <a:pt x="4701164" y="309062"/>
                  </a:lnTo>
                  <a:lnTo>
                    <a:pt x="4700142" y="307925"/>
                  </a:lnTo>
                  <a:lnTo>
                    <a:pt x="4702725" y="301984"/>
                  </a:lnTo>
                  <a:lnTo>
                    <a:pt x="4706062" y="299790"/>
                  </a:lnTo>
                  <a:lnTo>
                    <a:pt x="4706869" y="296427"/>
                  </a:lnTo>
                  <a:lnTo>
                    <a:pt x="4700249" y="288274"/>
                  </a:lnTo>
                  <a:lnTo>
                    <a:pt x="4699711" y="284693"/>
                  </a:lnTo>
                  <a:lnTo>
                    <a:pt x="4701218" y="281265"/>
                  </a:lnTo>
                  <a:lnTo>
                    <a:pt x="4700303" y="279157"/>
                  </a:lnTo>
                  <a:lnTo>
                    <a:pt x="4695137" y="276561"/>
                  </a:lnTo>
                  <a:lnTo>
                    <a:pt x="4687064" y="263751"/>
                  </a:lnTo>
                  <a:lnTo>
                    <a:pt x="4684427" y="261014"/>
                  </a:lnTo>
                  <a:lnTo>
                    <a:pt x="4679045" y="258502"/>
                  </a:lnTo>
                  <a:lnTo>
                    <a:pt x="4673232" y="251912"/>
                  </a:lnTo>
                  <a:lnTo>
                    <a:pt x="4667743" y="248658"/>
                  </a:lnTo>
                  <a:lnTo>
                    <a:pt x="4667312" y="241000"/>
                  </a:lnTo>
                  <a:lnTo>
                    <a:pt x="4665751" y="234882"/>
                  </a:lnTo>
                  <a:lnTo>
                    <a:pt x="4668065" y="230336"/>
                  </a:lnTo>
                  <a:lnTo>
                    <a:pt x="4672425" y="225832"/>
                  </a:lnTo>
                  <a:lnTo>
                    <a:pt x="4673071" y="223117"/>
                  </a:lnTo>
                  <a:lnTo>
                    <a:pt x="4671940" y="221779"/>
                  </a:lnTo>
                  <a:lnTo>
                    <a:pt x="4664621" y="222819"/>
                  </a:lnTo>
                  <a:lnTo>
                    <a:pt x="4663814" y="224902"/>
                  </a:lnTo>
                  <a:lnTo>
                    <a:pt x="4666505" y="226613"/>
                  </a:lnTo>
                  <a:lnTo>
                    <a:pt x="4667635" y="228996"/>
                  </a:lnTo>
                  <a:lnTo>
                    <a:pt x="4666505" y="230299"/>
                  </a:lnTo>
                  <a:lnTo>
                    <a:pt x="4662522" y="230113"/>
                  </a:lnTo>
                  <a:lnTo>
                    <a:pt x="4658809" y="226874"/>
                  </a:lnTo>
                  <a:lnTo>
                    <a:pt x="4658163" y="223823"/>
                  </a:lnTo>
                  <a:lnTo>
                    <a:pt x="4660262" y="220515"/>
                  </a:lnTo>
                  <a:lnTo>
                    <a:pt x="4666128" y="220961"/>
                  </a:lnTo>
                  <a:lnTo>
                    <a:pt x="4668388" y="219103"/>
                  </a:lnTo>
                  <a:lnTo>
                    <a:pt x="4666505" y="214313"/>
                  </a:lnTo>
                  <a:lnTo>
                    <a:pt x="4660100" y="213682"/>
                  </a:lnTo>
                  <a:lnTo>
                    <a:pt x="4656279" y="211827"/>
                  </a:lnTo>
                  <a:lnTo>
                    <a:pt x="4655633" y="210270"/>
                  </a:lnTo>
                  <a:lnTo>
                    <a:pt x="4658109" y="205712"/>
                  </a:lnTo>
                  <a:lnTo>
                    <a:pt x="4660854" y="202934"/>
                  </a:lnTo>
                  <a:lnTo>
                    <a:pt x="4660262" y="201528"/>
                  </a:lnTo>
                  <a:lnTo>
                    <a:pt x="4647883" y="197311"/>
                  </a:lnTo>
                  <a:lnTo>
                    <a:pt x="4646430" y="194946"/>
                  </a:lnTo>
                  <a:lnTo>
                    <a:pt x="4651866" y="190957"/>
                  </a:lnTo>
                  <a:lnTo>
                    <a:pt x="4650359" y="187303"/>
                  </a:lnTo>
                  <a:lnTo>
                    <a:pt x="4651274" y="184095"/>
                  </a:lnTo>
                  <a:lnTo>
                    <a:pt x="4650413" y="182584"/>
                  </a:lnTo>
                  <a:lnTo>
                    <a:pt x="4645892" y="182068"/>
                  </a:lnTo>
                  <a:lnTo>
                    <a:pt x="4644654" y="179010"/>
                  </a:lnTo>
                  <a:lnTo>
                    <a:pt x="4641533" y="177538"/>
                  </a:lnTo>
                  <a:lnTo>
                    <a:pt x="4637873" y="172829"/>
                  </a:lnTo>
                  <a:lnTo>
                    <a:pt x="4635612" y="167904"/>
                  </a:lnTo>
                  <a:lnTo>
                    <a:pt x="4631684" y="163132"/>
                  </a:lnTo>
                  <a:lnTo>
                    <a:pt x="4627540" y="160527"/>
                  </a:lnTo>
                  <a:lnTo>
                    <a:pt x="4628024" y="157155"/>
                  </a:lnTo>
                  <a:lnTo>
                    <a:pt x="4626248" y="154481"/>
                  </a:lnTo>
                  <a:lnTo>
                    <a:pt x="4626517" y="152650"/>
                  </a:lnTo>
                  <a:lnTo>
                    <a:pt x="4629746" y="151260"/>
                  </a:lnTo>
                  <a:lnTo>
                    <a:pt x="4632060" y="151699"/>
                  </a:lnTo>
                  <a:lnTo>
                    <a:pt x="4636366" y="143545"/>
                  </a:lnTo>
                  <a:lnTo>
                    <a:pt x="4635720" y="141865"/>
                  </a:lnTo>
                  <a:lnTo>
                    <a:pt x="4630715" y="139455"/>
                  </a:lnTo>
                  <a:lnTo>
                    <a:pt x="4627055" y="138981"/>
                  </a:lnTo>
                  <a:lnTo>
                    <a:pt x="4622373" y="137011"/>
                  </a:lnTo>
                  <a:lnTo>
                    <a:pt x="4617260" y="136318"/>
                  </a:lnTo>
                  <a:lnTo>
                    <a:pt x="4613923" y="134969"/>
                  </a:lnTo>
                  <a:lnTo>
                    <a:pt x="4614462" y="132016"/>
                  </a:lnTo>
                  <a:lnTo>
                    <a:pt x="4618390" y="129139"/>
                  </a:lnTo>
                  <a:lnTo>
                    <a:pt x="4622158" y="127610"/>
                  </a:lnTo>
                  <a:lnTo>
                    <a:pt x="4625279" y="127865"/>
                  </a:lnTo>
                  <a:lnTo>
                    <a:pt x="4624956" y="125718"/>
                  </a:lnTo>
                  <a:lnTo>
                    <a:pt x="4615753" y="124554"/>
                  </a:lnTo>
                  <a:lnTo>
                    <a:pt x="4615161" y="121390"/>
                  </a:lnTo>
                  <a:lnTo>
                    <a:pt x="4617583" y="119828"/>
                  </a:lnTo>
                  <a:lnTo>
                    <a:pt x="4618014" y="116704"/>
                  </a:lnTo>
                  <a:lnTo>
                    <a:pt x="4615645" y="113220"/>
                  </a:lnTo>
                  <a:lnTo>
                    <a:pt x="4610586" y="108180"/>
                  </a:lnTo>
                  <a:lnTo>
                    <a:pt x="4605043" y="109050"/>
                  </a:lnTo>
                  <a:lnTo>
                    <a:pt x="4603967" y="106477"/>
                  </a:lnTo>
                  <a:lnTo>
                    <a:pt x="4605743" y="103182"/>
                  </a:lnTo>
                  <a:lnTo>
                    <a:pt x="4599984" y="98443"/>
                  </a:lnTo>
                  <a:lnTo>
                    <a:pt x="4592934" y="95370"/>
                  </a:lnTo>
                  <a:lnTo>
                    <a:pt x="4591965" y="97503"/>
                  </a:lnTo>
                  <a:lnTo>
                    <a:pt x="4589812" y="98117"/>
                  </a:lnTo>
                  <a:lnTo>
                    <a:pt x="4586153" y="95443"/>
                  </a:lnTo>
                  <a:lnTo>
                    <a:pt x="4584377" y="92734"/>
                  </a:lnTo>
                  <a:lnTo>
                    <a:pt x="4584592" y="90387"/>
                  </a:lnTo>
                  <a:lnTo>
                    <a:pt x="4586745" y="88294"/>
                  </a:lnTo>
                  <a:lnTo>
                    <a:pt x="4592503" y="88475"/>
                  </a:lnTo>
                  <a:lnTo>
                    <a:pt x="4593472" y="86707"/>
                  </a:lnTo>
                  <a:lnTo>
                    <a:pt x="4590996" y="81878"/>
                  </a:lnTo>
                  <a:lnTo>
                    <a:pt x="4596916" y="80149"/>
                  </a:lnTo>
                  <a:lnTo>
                    <a:pt x="4597293" y="79033"/>
                  </a:lnTo>
                  <a:lnTo>
                    <a:pt x="4591696" y="75867"/>
                  </a:lnTo>
                  <a:lnTo>
                    <a:pt x="4588897" y="76299"/>
                  </a:lnTo>
                  <a:lnTo>
                    <a:pt x="4585830" y="80005"/>
                  </a:lnTo>
                  <a:lnTo>
                    <a:pt x="4584215" y="79861"/>
                  </a:lnTo>
                  <a:lnTo>
                    <a:pt x="4581632" y="77198"/>
                  </a:lnTo>
                  <a:lnTo>
                    <a:pt x="4580448" y="74321"/>
                  </a:lnTo>
                  <a:lnTo>
                    <a:pt x="4574474" y="69290"/>
                  </a:lnTo>
                  <a:lnTo>
                    <a:pt x="4574366" y="66776"/>
                  </a:lnTo>
                  <a:lnTo>
                    <a:pt x="4572052" y="66023"/>
                  </a:lnTo>
                  <a:lnTo>
                    <a:pt x="4567208" y="66130"/>
                  </a:lnTo>
                  <a:lnTo>
                    <a:pt x="4565378" y="67781"/>
                  </a:lnTo>
                  <a:lnTo>
                    <a:pt x="4562849" y="67889"/>
                  </a:lnTo>
                  <a:lnTo>
                    <a:pt x="4559028" y="69828"/>
                  </a:lnTo>
                  <a:lnTo>
                    <a:pt x="4558005" y="68930"/>
                  </a:lnTo>
                  <a:lnTo>
                    <a:pt x="4557844" y="64587"/>
                  </a:lnTo>
                  <a:lnTo>
                    <a:pt x="4564140" y="61611"/>
                  </a:lnTo>
                  <a:lnTo>
                    <a:pt x="4564625" y="56594"/>
                  </a:lnTo>
                  <a:lnTo>
                    <a:pt x="4559512" y="55198"/>
                  </a:lnTo>
                  <a:lnTo>
                    <a:pt x="4555960" y="52049"/>
                  </a:lnTo>
                  <a:lnTo>
                    <a:pt x="4555691" y="49832"/>
                  </a:lnTo>
                  <a:lnTo>
                    <a:pt x="4553377" y="47687"/>
                  </a:lnTo>
                  <a:lnTo>
                    <a:pt x="4551170" y="47937"/>
                  </a:lnTo>
                  <a:lnTo>
                    <a:pt x="4546111" y="50905"/>
                  </a:lnTo>
                  <a:lnTo>
                    <a:pt x="4543797" y="49903"/>
                  </a:lnTo>
                  <a:lnTo>
                    <a:pt x="4543743" y="46508"/>
                  </a:lnTo>
                  <a:lnTo>
                    <a:pt x="4539276" y="45294"/>
                  </a:lnTo>
                  <a:lnTo>
                    <a:pt x="4529750" y="41617"/>
                  </a:lnTo>
                  <a:lnTo>
                    <a:pt x="4527328" y="41581"/>
                  </a:lnTo>
                  <a:lnTo>
                    <a:pt x="4521785" y="38050"/>
                  </a:lnTo>
                  <a:lnTo>
                    <a:pt x="4516780" y="36267"/>
                  </a:lnTo>
                  <a:lnTo>
                    <a:pt x="4512151" y="35697"/>
                  </a:lnTo>
                  <a:lnTo>
                    <a:pt x="4503109" y="35840"/>
                  </a:lnTo>
                  <a:lnTo>
                    <a:pt x="4497136" y="36695"/>
                  </a:lnTo>
                  <a:lnTo>
                    <a:pt x="4489924" y="39654"/>
                  </a:lnTo>
                  <a:lnTo>
                    <a:pt x="4491807" y="44258"/>
                  </a:lnTo>
                  <a:lnTo>
                    <a:pt x="4488578" y="46151"/>
                  </a:lnTo>
                  <a:lnTo>
                    <a:pt x="4485134" y="41545"/>
                  </a:lnTo>
                  <a:lnTo>
                    <a:pt x="4481205" y="42009"/>
                  </a:lnTo>
                  <a:lnTo>
                    <a:pt x="4476523" y="41403"/>
                  </a:lnTo>
                  <a:lnTo>
                    <a:pt x="4474585" y="39833"/>
                  </a:lnTo>
                  <a:lnTo>
                    <a:pt x="4475339" y="36873"/>
                  </a:lnTo>
                  <a:lnTo>
                    <a:pt x="4471679" y="35412"/>
                  </a:lnTo>
                  <a:lnTo>
                    <a:pt x="4463929" y="35270"/>
                  </a:lnTo>
                  <a:lnTo>
                    <a:pt x="4461561" y="35947"/>
                  </a:lnTo>
                  <a:lnTo>
                    <a:pt x="4455749" y="35341"/>
                  </a:lnTo>
                  <a:lnTo>
                    <a:pt x="4454941" y="34379"/>
                  </a:lnTo>
                  <a:lnTo>
                    <a:pt x="4450420" y="33738"/>
                  </a:lnTo>
                  <a:lnTo>
                    <a:pt x="4448375" y="31281"/>
                  </a:lnTo>
                  <a:lnTo>
                    <a:pt x="4445200" y="30249"/>
                  </a:lnTo>
                  <a:lnTo>
                    <a:pt x="4441002" y="22995"/>
                  </a:lnTo>
                  <a:lnTo>
                    <a:pt x="4433252" y="18237"/>
                  </a:lnTo>
                  <a:lnTo>
                    <a:pt x="4429323" y="18875"/>
                  </a:lnTo>
                  <a:lnTo>
                    <a:pt x="4423349" y="21396"/>
                  </a:lnTo>
                  <a:lnTo>
                    <a:pt x="4417429" y="15824"/>
                  </a:lnTo>
                  <a:lnTo>
                    <a:pt x="4413554" y="15895"/>
                  </a:lnTo>
                  <a:lnTo>
                    <a:pt x="4411132" y="12810"/>
                  </a:lnTo>
                  <a:lnTo>
                    <a:pt x="4400584" y="7320"/>
                  </a:lnTo>
                  <a:lnTo>
                    <a:pt x="4394664" y="7285"/>
                  </a:lnTo>
                  <a:lnTo>
                    <a:pt x="4390197" y="6258"/>
                  </a:lnTo>
                  <a:lnTo>
                    <a:pt x="4385999" y="6435"/>
                  </a:lnTo>
                  <a:lnTo>
                    <a:pt x="4383415" y="2933"/>
                  </a:lnTo>
                  <a:lnTo>
                    <a:pt x="4379218" y="1307"/>
                  </a:lnTo>
                  <a:lnTo>
                    <a:pt x="4376311" y="1625"/>
                  </a:lnTo>
                  <a:lnTo>
                    <a:pt x="4374751" y="5763"/>
                  </a:lnTo>
                  <a:lnTo>
                    <a:pt x="4371414" y="5586"/>
                  </a:lnTo>
                  <a:lnTo>
                    <a:pt x="4373728" y="3110"/>
                  </a:lnTo>
                  <a:lnTo>
                    <a:pt x="4372759" y="1166"/>
                  </a:lnTo>
                  <a:lnTo>
                    <a:pt x="4370176" y="494"/>
                  </a:lnTo>
                  <a:lnTo>
                    <a:pt x="4367862" y="2049"/>
                  </a:lnTo>
                  <a:lnTo>
                    <a:pt x="4369584" y="5374"/>
                  </a:lnTo>
                  <a:lnTo>
                    <a:pt x="4368615" y="6506"/>
                  </a:lnTo>
                  <a:lnTo>
                    <a:pt x="4366247" y="5374"/>
                  </a:lnTo>
                  <a:lnTo>
                    <a:pt x="4364686" y="2650"/>
                  </a:lnTo>
                  <a:lnTo>
                    <a:pt x="4359412" y="2509"/>
                  </a:lnTo>
                  <a:lnTo>
                    <a:pt x="4352039" y="247"/>
                  </a:lnTo>
                  <a:lnTo>
                    <a:pt x="4348971" y="0"/>
                  </a:lnTo>
                  <a:lnTo>
                    <a:pt x="4345204" y="1378"/>
                  </a:lnTo>
                  <a:lnTo>
                    <a:pt x="4340629" y="5303"/>
                  </a:lnTo>
                  <a:lnTo>
                    <a:pt x="4336969" y="6471"/>
                  </a:lnTo>
                  <a:lnTo>
                    <a:pt x="4333148" y="5480"/>
                  </a:lnTo>
                  <a:lnTo>
                    <a:pt x="4329542" y="5622"/>
                  </a:lnTo>
                  <a:lnTo>
                    <a:pt x="4320070" y="7887"/>
                  </a:lnTo>
                  <a:lnTo>
                    <a:pt x="4315765" y="9976"/>
                  </a:lnTo>
                  <a:lnTo>
                    <a:pt x="4309845" y="10543"/>
                  </a:lnTo>
                  <a:lnTo>
                    <a:pt x="4304355" y="9905"/>
                  </a:lnTo>
                  <a:lnTo>
                    <a:pt x="4296444" y="10330"/>
                  </a:lnTo>
                  <a:lnTo>
                    <a:pt x="4290739" y="9728"/>
                  </a:lnTo>
                  <a:lnTo>
                    <a:pt x="4284603" y="10932"/>
                  </a:lnTo>
                  <a:lnTo>
                    <a:pt x="4280944" y="10401"/>
                  </a:lnTo>
                  <a:lnTo>
                    <a:pt x="4275616" y="11783"/>
                  </a:lnTo>
                  <a:lnTo>
                    <a:pt x="4270287" y="8807"/>
                  </a:lnTo>
                  <a:lnTo>
                    <a:pt x="4268188" y="5728"/>
                  </a:lnTo>
                  <a:lnTo>
                    <a:pt x="4260923" y="9268"/>
                  </a:lnTo>
                  <a:lnTo>
                    <a:pt x="4257478" y="10082"/>
                  </a:lnTo>
                  <a:lnTo>
                    <a:pt x="4251720" y="9409"/>
                  </a:lnTo>
                  <a:lnTo>
                    <a:pt x="4247307" y="13555"/>
                  </a:lnTo>
                  <a:lnTo>
                    <a:pt x="4244347" y="14016"/>
                  </a:lnTo>
                  <a:lnTo>
                    <a:pt x="4239880" y="13413"/>
                  </a:lnTo>
                  <a:lnTo>
                    <a:pt x="4226748" y="13590"/>
                  </a:lnTo>
                  <a:lnTo>
                    <a:pt x="4221527" y="14902"/>
                  </a:lnTo>
                  <a:lnTo>
                    <a:pt x="4216145" y="17279"/>
                  </a:lnTo>
                  <a:lnTo>
                    <a:pt x="4211194" y="16959"/>
                  </a:lnTo>
                  <a:lnTo>
                    <a:pt x="4201776" y="21112"/>
                  </a:lnTo>
                  <a:lnTo>
                    <a:pt x="4193864" y="22462"/>
                  </a:lnTo>
                  <a:lnTo>
                    <a:pt x="4186598" y="24238"/>
                  </a:lnTo>
                  <a:lnTo>
                    <a:pt x="4179656" y="23599"/>
                  </a:lnTo>
                  <a:lnTo>
                    <a:pt x="4177180" y="26016"/>
                  </a:lnTo>
                  <a:lnTo>
                    <a:pt x="4170130" y="28114"/>
                  </a:lnTo>
                  <a:lnTo>
                    <a:pt x="4163833" y="27616"/>
                  </a:lnTo>
                  <a:lnTo>
                    <a:pt x="4161519" y="28434"/>
                  </a:lnTo>
                  <a:lnTo>
                    <a:pt x="4158828" y="25482"/>
                  </a:lnTo>
                  <a:lnTo>
                    <a:pt x="4155060" y="27011"/>
                  </a:lnTo>
                  <a:lnTo>
                    <a:pt x="4145911" y="26407"/>
                  </a:lnTo>
                  <a:lnTo>
                    <a:pt x="4144673" y="27331"/>
                  </a:lnTo>
                  <a:lnTo>
                    <a:pt x="4139991" y="26727"/>
                  </a:lnTo>
                  <a:lnTo>
                    <a:pt x="4138646" y="28292"/>
                  </a:lnTo>
                  <a:lnTo>
                    <a:pt x="4134555" y="29252"/>
                  </a:lnTo>
                  <a:lnTo>
                    <a:pt x="4136116" y="32171"/>
                  </a:lnTo>
                  <a:lnTo>
                    <a:pt x="4134663" y="31957"/>
                  </a:lnTo>
                  <a:lnTo>
                    <a:pt x="4127182" y="35626"/>
                  </a:lnTo>
                  <a:lnTo>
                    <a:pt x="4123199" y="38620"/>
                  </a:lnTo>
                  <a:lnTo>
                    <a:pt x="4122876" y="41831"/>
                  </a:lnTo>
                  <a:lnTo>
                    <a:pt x="4120508" y="42366"/>
                  </a:lnTo>
                  <a:lnTo>
                    <a:pt x="4119109" y="45365"/>
                  </a:lnTo>
                  <a:lnTo>
                    <a:pt x="4112005" y="47759"/>
                  </a:lnTo>
                  <a:lnTo>
                    <a:pt x="4109099" y="51441"/>
                  </a:lnTo>
                  <a:lnTo>
                    <a:pt x="4102425" y="54983"/>
                  </a:lnTo>
                  <a:lnTo>
                    <a:pt x="4098765" y="60177"/>
                  </a:lnTo>
                  <a:lnTo>
                    <a:pt x="4094568" y="61826"/>
                  </a:lnTo>
                  <a:lnTo>
                    <a:pt x="4093491" y="65305"/>
                  </a:lnTo>
                  <a:lnTo>
                    <a:pt x="4088647" y="66776"/>
                  </a:lnTo>
                  <a:lnTo>
                    <a:pt x="4088809" y="68930"/>
                  </a:lnTo>
                  <a:lnTo>
                    <a:pt x="4082297" y="71625"/>
                  </a:lnTo>
                  <a:lnTo>
                    <a:pt x="4078691" y="75184"/>
                  </a:lnTo>
                  <a:lnTo>
                    <a:pt x="4075193" y="74572"/>
                  </a:lnTo>
                  <a:lnTo>
                    <a:pt x="4071694" y="76982"/>
                  </a:lnTo>
                  <a:lnTo>
                    <a:pt x="4065613" y="78494"/>
                  </a:lnTo>
                  <a:lnTo>
                    <a:pt x="4069057" y="85193"/>
                  </a:lnTo>
                  <a:lnTo>
                    <a:pt x="4065936" y="91145"/>
                  </a:lnTo>
                  <a:lnTo>
                    <a:pt x="4067174" y="95912"/>
                  </a:lnTo>
                  <a:lnTo>
                    <a:pt x="4069488" y="97141"/>
                  </a:lnTo>
                  <a:lnTo>
                    <a:pt x="4073793" y="97069"/>
                  </a:lnTo>
                  <a:lnTo>
                    <a:pt x="4079875" y="97864"/>
                  </a:lnTo>
                  <a:lnTo>
                    <a:pt x="4088163" y="93420"/>
                  </a:lnTo>
                  <a:lnTo>
                    <a:pt x="4097528" y="94142"/>
                  </a:lnTo>
                  <a:lnTo>
                    <a:pt x="4103232" y="91253"/>
                  </a:lnTo>
                  <a:lnTo>
                    <a:pt x="4105116" y="92770"/>
                  </a:lnTo>
                  <a:lnTo>
                    <a:pt x="4111897" y="96202"/>
                  </a:lnTo>
                  <a:lnTo>
                    <a:pt x="4115719" y="96816"/>
                  </a:lnTo>
                  <a:lnTo>
                    <a:pt x="4117602" y="98660"/>
                  </a:lnTo>
                  <a:lnTo>
                    <a:pt x="4120401" y="99021"/>
                  </a:lnTo>
                  <a:lnTo>
                    <a:pt x="4123199" y="100974"/>
                  </a:lnTo>
                  <a:lnTo>
                    <a:pt x="4127021" y="102024"/>
                  </a:lnTo>
                  <a:lnTo>
                    <a:pt x="4122876" y="104557"/>
                  </a:lnTo>
                  <a:lnTo>
                    <a:pt x="4124599" y="106405"/>
                  </a:lnTo>
                  <a:lnTo>
                    <a:pt x="4122500" y="109231"/>
                  </a:lnTo>
                  <a:lnTo>
                    <a:pt x="4122984" y="112893"/>
                  </a:lnTo>
                  <a:lnTo>
                    <a:pt x="4119594" y="116595"/>
                  </a:lnTo>
                  <a:lnTo>
                    <a:pt x="4119970" y="118520"/>
                  </a:lnTo>
                  <a:lnTo>
                    <a:pt x="4117333" y="119501"/>
                  </a:lnTo>
                  <a:lnTo>
                    <a:pt x="4117656" y="123208"/>
                  </a:lnTo>
                  <a:lnTo>
                    <a:pt x="4119970" y="125317"/>
                  </a:lnTo>
                  <a:lnTo>
                    <a:pt x="4123630" y="126555"/>
                  </a:lnTo>
                  <a:lnTo>
                    <a:pt x="4125406" y="129430"/>
                  </a:lnTo>
                  <a:lnTo>
                    <a:pt x="4128850" y="129722"/>
                  </a:lnTo>
                  <a:lnTo>
                    <a:pt x="4127989" y="134932"/>
                  </a:lnTo>
                  <a:lnTo>
                    <a:pt x="4131595" y="139711"/>
                  </a:lnTo>
                  <a:lnTo>
                    <a:pt x="4129281" y="141792"/>
                  </a:lnTo>
                  <a:lnTo>
                    <a:pt x="4129927" y="144531"/>
                  </a:lnTo>
                  <a:lnTo>
                    <a:pt x="4128689" y="146907"/>
                  </a:lnTo>
                  <a:lnTo>
                    <a:pt x="4125514" y="148150"/>
                  </a:lnTo>
                  <a:lnTo>
                    <a:pt x="4123199" y="150711"/>
                  </a:lnTo>
                  <a:lnTo>
                    <a:pt x="4123307" y="152723"/>
                  </a:lnTo>
                  <a:lnTo>
                    <a:pt x="4125567" y="153858"/>
                  </a:lnTo>
                  <a:lnTo>
                    <a:pt x="4124437" y="157045"/>
                  </a:lnTo>
                  <a:lnTo>
                    <a:pt x="4120778" y="159574"/>
                  </a:lnTo>
                  <a:lnTo>
                    <a:pt x="4120239" y="162728"/>
                  </a:lnTo>
                  <a:lnTo>
                    <a:pt x="4110767" y="164563"/>
                  </a:lnTo>
                  <a:lnTo>
                    <a:pt x="4110821" y="167096"/>
                  </a:lnTo>
                  <a:lnTo>
                    <a:pt x="4104901" y="166766"/>
                  </a:lnTo>
                  <a:lnTo>
                    <a:pt x="4104793" y="169814"/>
                  </a:lnTo>
                  <a:lnTo>
                    <a:pt x="4097851" y="171946"/>
                  </a:lnTo>
                  <a:lnTo>
                    <a:pt x="4098389" y="173638"/>
                  </a:lnTo>
                  <a:lnTo>
                    <a:pt x="4094621" y="176286"/>
                  </a:lnTo>
                  <a:lnTo>
                    <a:pt x="4090585" y="176691"/>
                  </a:lnTo>
                  <a:lnTo>
                    <a:pt x="4088594" y="180042"/>
                  </a:lnTo>
                  <a:lnTo>
                    <a:pt x="4082620" y="183468"/>
                  </a:lnTo>
                  <a:lnTo>
                    <a:pt x="4077937" y="187229"/>
                  </a:lnTo>
                  <a:lnTo>
                    <a:pt x="4070457" y="187414"/>
                  </a:lnTo>
                  <a:lnTo>
                    <a:pt x="4071641" y="190292"/>
                  </a:lnTo>
                  <a:lnTo>
                    <a:pt x="4068035" y="191769"/>
                  </a:lnTo>
                  <a:lnTo>
                    <a:pt x="4065990" y="196794"/>
                  </a:lnTo>
                  <a:lnTo>
                    <a:pt x="4067443" y="199049"/>
                  </a:lnTo>
                  <a:lnTo>
                    <a:pt x="4064375" y="203009"/>
                  </a:lnTo>
                  <a:lnTo>
                    <a:pt x="4061576" y="204601"/>
                  </a:lnTo>
                  <a:lnTo>
                    <a:pt x="4061307" y="206860"/>
                  </a:lnTo>
                  <a:lnTo>
                    <a:pt x="4063083" y="209158"/>
                  </a:lnTo>
                  <a:lnTo>
                    <a:pt x="4061361" y="210567"/>
                  </a:lnTo>
                  <a:lnTo>
                    <a:pt x="4060338" y="215018"/>
                  </a:lnTo>
                  <a:lnTo>
                    <a:pt x="4055064" y="215946"/>
                  </a:lnTo>
                  <a:lnTo>
                    <a:pt x="4055387" y="217617"/>
                  </a:lnTo>
                  <a:lnTo>
                    <a:pt x="4058186" y="218954"/>
                  </a:lnTo>
                  <a:lnTo>
                    <a:pt x="4052696" y="221333"/>
                  </a:lnTo>
                  <a:lnTo>
                    <a:pt x="4052804" y="224716"/>
                  </a:lnTo>
                  <a:lnTo>
                    <a:pt x="4046346" y="226874"/>
                  </a:lnTo>
                  <a:lnTo>
                    <a:pt x="4047853" y="228661"/>
                  </a:lnTo>
                  <a:lnTo>
                    <a:pt x="4045162" y="230597"/>
                  </a:lnTo>
                  <a:lnTo>
                    <a:pt x="4047260" y="233503"/>
                  </a:lnTo>
                  <a:lnTo>
                    <a:pt x="4043977" y="232348"/>
                  </a:lnTo>
                  <a:lnTo>
                    <a:pt x="4041932" y="233689"/>
                  </a:lnTo>
                  <a:lnTo>
                    <a:pt x="4044354" y="237455"/>
                  </a:lnTo>
                  <a:lnTo>
                    <a:pt x="4042901" y="242455"/>
                  </a:lnTo>
                  <a:lnTo>
                    <a:pt x="4041233" y="243165"/>
                  </a:lnTo>
                  <a:lnTo>
                    <a:pt x="4042255" y="245668"/>
                  </a:lnTo>
                  <a:lnTo>
                    <a:pt x="4038326" y="247350"/>
                  </a:lnTo>
                  <a:lnTo>
                    <a:pt x="4038972" y="249743"/>
                  </a:lnTo>
                  <a:lnTo>
                    <a:pt x="4034721" y="253185"/>
                  </a:lnTo>
                  <a:lnTo>
                    <a:pt x="4030576" y="253896"/>
                  </a:lnTo>
                  <a:lnTo>
                    <a:pt x="4027778" y="256330"/>
                  </a:lnTo>
                  <a:lnTo>
                    <a:pt x="4025248" y="261388"/>
                  </a:lnTo>
                  <a:lnTo>
                    <a:pt x="4018413" y="266866"/>
                  </a:lnTo>
                  <a:lnTo>
                    <a:pt x="4019059" y="271936"/>
                  </a:lnTo>
                  <a:lnTo>
                    <a:pt x="4020512" y="273289"/>
                  </a:lnTo>
                  <a:lnTo>
                    <a:pt x="4018844" y="277501"/>
                  </a:lnTo>
                  <a:lnTo>
                    <a:pt x="4019759" y="278291"/>
                  </a:lnTo>
                  <a:lnTo>
                    <a:pt x="4014807" y="285108"/>
                  </a:lnTo>
                  <a:lnTo>
                    <a:pt x="4013085" y="286201"/>
                  </a:lnTo>
                  <a:lnTo>
                    <a:pt x="4009156" y="286351"/>
                  </a:lnTo>
                  <a:lnTo>
                    <a:pt x="4009910" y="287897"/>
                  </a:lnTo>
                  <a:lnTo>
                    <a:pt x="4007058" y="291330"/>
                  </a:lnTo>
                  <a:lnTo>
                    <a:pt x="4001514" y="292915"/>
                  </a:lnTo>
                  <a:lnTo>
                    <a:pt x="4000061" y="294425"/>
                  </a:lnTo>
                  <a:lnTo>
                    <a:pt x="4001299" y="297183"/>
                  </a:lnTo>
                  <a:lnTo>
                    <a:pt x="3998554" y="300849"/>
                  </a:lnTo>
                  <a:lnTo>
                    <a:pt x="3998393" y="305502"/>
                  </a:lnTo>
                  <a:lnTo>
                    <a:pt x="3997370" y="309630"/>
                  </a:lnTo>
                  <a:lnTo>
                    <a:pt x="3995002" y="310350"/>
                  </a:lnTo>
                  <a:lnTo>
                    <a:pt x="3994464" y="313003"/>
                  </a:lnTo>
                  <a:lnTo>
                    <a:pt x="3989889" y="312207"/>
                  </a:lnTo>
                  <a:lnTo>
                    <a:pt x="3986445" y="315543"/>
                  </a:lnTo>
                  <a:lnTo>
                    <a:pt x="3990912" y="316568"/>
                  </a:lnTo>
                  <a:lnTo>
                    <a:pt x="3989082" y="317972"/>
                  </a:lnTo>
                  <a:lnTo>
                    <a:pt x="3991934" y="319680"/>
                  </a:lnTo>
                  <a:lnTo>
                    <a:pt x="3995755" y="317896"/>
                  </a:lnTo>
                  <a:lnTo>
                    <a:pt x="3998177" y="319907"/>
                  </a:lnTo>
                  <a:lnTo>
                    <a:pt x="3999684" y="317820"/>
                  </a:lnTo>
                  <a:lnTo>
                    <a:pt x="4003667" y="319186"/>
                  </a:lnTo>
                  <a:lnTo>
                    <a:pt x="4006788" y="318541"/>
                  </a:lnTo>
                  <a:lnTo>
                    <a:pt x="4008834" y="321996"/>
                  </a:lnTo>
                  <a:lnTo>
                    <a:pt x="4006143" y="324010"/>
                  </a:lnTo>
                  <a:lnTo>
                    <a:pt x="4005174" y="329903"/>
                  </a:lnTo>
                  <a:lnTo>
                    <a:pt x="4003344" y="332263"/>
                  </a:lnTo>
                  <a:lnTo>
                    <a:pt x="4006788" y="334547"/>
                  </a:lnTo>
                  <a:lnTo>
                    <a:pt x="4005120" y="335118"/>
                  </a:lnTo>
                  <a:lnTo>
                    <a:pt x="4006089" y="337709"/>
                  </a:lnTo>
                  <a:lnTo>
                    <a:pt x="4002537" y="338205"/>
                  </a:lnTo>
                  <a:lnTo>
                    <a:pt x="4000814" y="342132"/>
                  </a:lnTo>
                  <a:lnTo>
                    <a:pt x="3996132" y="346750"/>
                  </a:lnTo>
                  <a:lnTo>
                    <a:pt x="3992096" y="345490"/>
                  </a:lnTo>
                  <a:lnTo>
                    <a:pt x="3992419" y="347284"/>
                  </a:lnTo>
                  <a:lnTo>
                    <a:pt x="3989728" y="351487"/>
                  </a:lnTo>
                  <a:lnTo>
                    <a:pt x="3986391" y="352328"/>
                  </a:lnTo>
                  <a:lnTo>
                    <a:pt x="3983377" y="355654"/>
                  </a:lnTo>
                  <a:lnTo>
                    <a:pt x="3973905" y="356305"/>
                  </a:lnTo>
                  <a:lnTo>
                    <a:pt x="3972398" y="355348"/>
                  </a:lnTo>
                  <a:lnTo>
                    <a:pt x="3957275" y="358639"/>
                  </a:lnTo>
                  <a:lnTo>
                    <a:pt x="3954638" y="358256"/>
                  </a:lnTo>
                  <a:lnTo>
                    <a:pt x="3952700" y="359558"/>
                  </a:lnTo>
                  <a:lnTo>
                    <a:pt x="3946834" y="358601"/>
                  </a:lnTo>
                  <a:lnTo>
                    <a:pt x="3940967" y="361511"/>
                  </a:lnTo>
                  <a:lnTo>
                    <a:pt x="3938330" y="361051"/>
                  </a:lnTo>
                  <a:lnTo>
                    <a:pt x="3934509" y="365381"/>
                  </a:lnTo>
                  <a:lnTo>
                    <a:pt x="3930473" y="367528"/>
                  </a:lnTo>
                  <a:lnTo>
                    <a:pt x="3930365" y="371057"/>
                  </a:lnTo>
                  <a:lnTo>
                    <a:pt x="3926867" y="370558"/>
                  </a:lnTo>
                  <a:lnTo>
                    <a:pt x="3921808" y="371402"/>
                  </a:lnTo>
                  <a:lnTo>
                    <a:pt x="3922938" y="373859"/>
                  </a:lnTo>
                  <a:lnTo>
                    <a:pt x="3921646" y="375703"/>
                  </a:lnTo>
                  <a:lnTo>
                    <a:pt x="3915672" y="377393"/>
                  </a:lnTo>
                  <a:lnTo>
                    <a:pt x="3912928" y="379699"/>
                  </a:lnTo>
                  <a:lnTo>
                    <a:pt x="3907384" y="381083"/>
                  </a:lnTo>
                  <a:lnTo>
                    <a:pt x="3906577" y="384969"/>
                  </a:lnTo>
                  <a:lnTo>
                    <a:pt x="3901787" y="388011"/>
                  </a:lnTo>
                  <a:lnTo>
                    <a:pt x="3899419" y="387086"/>
                  </a:lnTo>
                  <a:lnTo>
                    <a:pt x="3895329" y="392326"/>
                  </a:lnTo>
                  <a:lnTo>
                    <a:pt x="3889086" y="392518"/>
                  </a:lnTo>
                  <a:lnTo>
                    <a:pt x="3887740" y="391671"/>
                  </a:lnTo>
                  <a:lnTo>
                    <a:pt x="3883811" y="394369"/>
                  </a:lnTo>
                  <a:lnTo>
                    <a:pt x="3876384" y="394832"/>
                  </a:lnTo>
                  <a:lnTo>
                    <a:pt x="3874931" y="398806"/>
                  </a:lnTo>
                  <a:lnTo>
                    <a:pt x="3871433" y="401817"/>
                  </a:lnTo>
                  <a:lnTo>
                    <a:pt x="3856471" y="396490"/>
                  </a:lnTo>
                  <a:lnTo>
                    <a:pt x="3843124" y="390707"/>
                  </a:lnTo>
                  <a:lnTo>
                    <a:pt x="3825041" y="390360"/>
                  </a:lnTo>
                  <a:lnTo>
                    <a:pt x="3806742" y="384507"/>
                  </a:lnTo>
                  <a:lnTo>
                    <a:pt x="3777680" y="369369"/>
                  </a:lnTo>
                  <a:lnTo>
                    <a:pt x="3776065" y="369407"/>
                  </a:lnTo>
                  <a:lnTo>
                    <a:pt x="3750770" y="410824"/>
                  </a:lnTo>
                  <a:lnTo>
                    <a:pt x="3717564" y="466234"/>
                  </a:lnTo>
                  <a:lnTo>
                    <a:pt x="3720147" y="471285"/>
                  </a:lnTo>
                  <a:lnTo>
                    <a:pt x="3719394" y="472381"/>
                  </a:lnTo>
                  <a:lnTo>
                    <a:pt x="3698512" y="497361"/>
                  </a:lnTo>
                  <a:lnTo>
                    <a:pt x="3695821" y="501852"/>
                  </a:lnTo>
                  <a:lnTo>
                    <a:pt x="3697866" y="527256"/>
                  </a:lnTo>
                  <a:lnTo>
                    <a:pt x="3696790" y="527494"/>
                  </a:lnTo>
                  <a:lnTo>
                    <a:pt x="3672194" y="537605"/>
                  </a:lnTo>
                  <a:lnTo>
                    <a:pt x="3673593" y="539629"/>
                  </a:lnTo>
                  <a:lnTo>
                    <a:pt x="3673109" y="542648"/>
                  </a:lnTo>
                  <a:lnTo>
                    <a:pt x="3676661" y="560836"/>
                  </a:lnTo>
                  <a:lnTo>
                    <a:pt x="3708038" y="584533"/>
                  </a:lnTo>
                  <a:lnTo>
                    <a:pt x="3710567" y="583892"/>
                  </a:lnTo>
                  <a:lnTo>
                    <a:pt x="3723053" y="571772"/>
                  </a:lnTo>
                  <a:lnTo>
                    <a:pt x="3724722" y="570613"/>
                  </a:lnTo>
                  <a:lnTo>
                    <a:pt x="3736562" y="565303"/>
                  </a:lnTo>
                  <a:lnTo>
                    <a:pt x="3752923" y="569215"/>
                  </a:lnTo>
                  <a:lnTo>
                    <a:pt x="3771867" y="563907"/>
                  </a:lnTo>
                  <a:lnTo>
                    <a:pt x="3782470" y="563228"/>
                  </a:lnTo>
                  <a:lnTo>
                    <a:pt x="3790166" y="563587"/>
                  </a:lnTo>
                  <a:lnTo>
                    <a:pt x="3809003" y="570533"/>
                  </a:lnTo>
                  <a:lnTo>
                    <a:pt x="3834298" y="588700"/>
                  </a:lnTo>
                  <a:lnTo>
                    <a:pt x="3843824" y="577048"/>
                  </a:lnTo>
                  <a:lnTo>
                    <a:pt x="3846084" y="576728"/>
                  </a:lnTo>
                  <a:lnTo>
                    <a:pt x="3846945" y="574649"/>
                  </a:lnTo>
                  <a:lnTo>
                    <a:pt x="3871810" y="551435"/>
                  </a:lnTo>
                  <a:lnTo>
                    <a:pt x="3878214" y="550520"/>
                  </a:lnTo>
                  <a:lnTo>
                    <a:pt x="3884726" y="551953"/>
                  </a:lnTo>
                  <a:lnTo>
                    <a:pt x="3892638" y="551634"/>
                  </a:lnTo>
                  <a:lnTo>
                    <a:pt x="3897481" y="549963"/>
                  </a:lnTo>
                  <a:lnTo>
                    <a:pt x="3898988" y="548332"/>
                  </a:lnTo>
                  <a:lnTo>
                    <a:pt x="3901249" y="549446"/>
                  </a:lnTo>
                  <a:lnTo>
                    <a:pt x="3908945" y="548889"/>
                  </a:lnTo>
                  <a:lnTo>
                    <a:pt x="3908891" y="549923"/>
                  </a:lnTo>
                  <a:lnTo>
                    <a:pt x="3912981" y="551953"/>
                  </a:lnTo>
                  <a:lnTo>
                    <a:pt x="3918848" y="552430"/>
                  </a:lnTo>
                  <a:lnTo>
                    <a:pt x="3920785" y="551395"/>
                  </a:lnTo>
                  <a:lnTo>
                    <a:pt x="3924983" y="551594"/>
                  </a:lnTo>
                  <a:lnTo>
                    <a:pt x="3926705" y="553465"/>
                  </a:lnTo>
                  <a:lnTo>
                    <a:pt x="3937738" y="553823"/>
                  </a:lnTo>
                  <a:lnTo>
                    <a:pt x="3955660" y="575808"/>
                  </a:lnTo>
                  <a:lnTo>
                    <a:pt x="3987198" y="586415"/>
                  </a:lnTo>
                  <a:lnTo>
                    <a:pt x="3988759" y="598731"/>
                  </a:lnTo>
                  <a:lnTo>
                    <a:pt x="3993387" y="600739"/>
                  </a:lnTo>
                  <a:lnTo>
                    <a:pt x="4007434" y="605000"/>
                  </a:lnTo>
                  <a:lnTo>
                    <a:pt x="4003613" y="609988"/>
                  </a:lnTo>
                  <a:lnTo>
                    <a:pt x="4007434" y="610391"/>
                  </a:lnTo>
                  <a:lnTo>
                    <a:pt x="4009210" y="612927"/>
                  </a:lnTo>
                  <a:lnTo>
                    <a:pt x="4013731" y="614820"/>
                  </a:lnTo>
                  <a:lnTo>
                    <a:pt x="4014861" y="617359"/>
                  </a:lnTo>
                  <a:lnTo>
                    <a:pt x="4024333" y="622319"/>
                  </a:lnTo>
                  <a:lnTo>
                    <a:pt x="4025087" y="627768"/>
                  </a:lnTo>
                  <a:lnTo>
                    <a:pt x="4030307" y="627849"/>
                  </a:lnTo>
                  <a:lnTo>
                    <a:pt x="4038057" y="633021"/>
                  </a:lnTo>
                  <a:lnTo>
                    <a:pt x="4042148" y="639452"/>
                  </a:lnTo>
                  <a:lnTo>
                    <a:pt x="4045969" y="646986"/>
                  </a:lnTo>
                  <a:lnTo>
                    <a:pt x="4044569" y="647959"/>
                  </a:lnTo>
                  <a:lnTo>
                    <a:pt x="4044946" y="651163"/>
                  </a:lnTo>
                  <a:lnTo>
                    <a:pt x="4049306" y="655951"/>
                  </a:lnTo>
                  <a:lnTo>
                    <a:pt x="4050597" y="660704"/>
                  </a:lnTo>
                  <a:lnTo>
                    <a:pt x="4056464" y="662004"/>
                  </a:lnTo>
                  <a:lnTo>
                    <a:pt x="4055871" y="667047"/>
                  </a:lnTo>
                  <a:lnTo>
                    <a:pt x="4057271" y="673316"/>
                  </a:lnTo>
                  <a:lnTo>
                    <a:pt x="4055602" y="676494"/>
                  </a:lnTo>
                  <a:lnTo>
                    <a:pt x="4057163" y="681020"/>
                  </a:lnTo>
                  <a:lnTo>
                    <a:pt x="4055118" y="685305"/>
                  </a:lnTo>
                  <a:lnTo>
                    <a:pt x="4050543" y="685305"/>
                  </a:lnTo>
                  <a:lnTo>
                    <a:pt x="4045754" y="684081"/>
                  </a:lnTo>
                  <a:lnTo>
                    <a:pt x="4046561" y="685428"/>
                  </a:lnTo>
                  <a:lnTo>
                    <a:pt x="4043924" y="689634"/>
                  </a:lnTo>
                  <a:lnTo>
                    <a:pt x="4040102" y="690697"/>
                  </a:lnTo>
                  <a:lnTo>
                    <a:pt x="4034667" y="693722"/>
                  </a:lnTo>
                  <a:lnTo>
                    <a:pt x="4035097" y="691719"/>
                  </a:lnTo>
                  <a:lnTo>
                    <a:pt x="4032837" y="689675"/>
                  </a:lnTo>
                  <a:lnTo>
                    <a:pt x="4027778" y="690411"/>
                  </a:lnTo>
                  <a:lnTo>
                    <a:pt x="4024226" y="688858"/>
                  </a:lnTo>
                  <a:lnTo>
                    <a:pt x="4018413" y="689308"/>
                  </a:lnTo>
                  <a:lnTo>
                    <a:pt x="4013193" y="688368"/>
                  </a:lnTo>
                  <a:lnTo>
                    <a:pt x="4008188" y="691882"/>
                  </a:lnTo>
                  <a:lnTo>
                    <a:pt x="4006735" y="690288"/>
                  </a:lnTo>
                  <a:lnTo>
                    <a:pt x="4003936" y="691351"/>
                  </a:lnTo>
                  <a:lnTo>
                    <a:pt x="3998446" y="687347"/>
                  </a:lnTo>
                  <a:lnTo>
                    <a:pt x="3993011" y="687429"/>
                  </a:lnTo>
                  <a:lnTo>
                    <a:pt x="3988759" y="686448"/>
                  </a:lnTo>
                  <a:lnTo>
                    <a:pt x="3986229" y="687959"/>
                  </a:lnTo>
                  <a:lnTo>
                    <a:pt x="3981924" y="684611"/>
                  </a:lnTo>
                  <a:lnTo>
                    <a:pt x="3976488" y="677717"/>
                  </a:lnTo>
                  <a:lnTo>
                    <a:pt x="3971214" y="680082"/>
                  </a:lnTo>
                  <a:lnTo>
                    <a:pt x="3967823" y="678981"/>
                  </a:lnTo>
                  <a:lnTo>
                    <a:pt x="3967985" y="674824"/>
                  </a:lnTo>
                  <a:lnTo>
                    <a:pt x="3961957" y="675150"/>
                  </a:lnTo>
                  <a:lnTo>
                    <a:pt x="3956952" y="680531"/>
                  </a:lnTo>
                  <a:lnTo>
                    <a:pt x="3956952" y="683550"/>
                  </a:lnTo>
                  <a:lnTo>
                    <a:pt x="3947264" y="682489"/>
                  </a:lnTo>
                  <a:lnTo>
                    <a:pt x="3943928" y="680164"/>
                  </a:lnTo>
                  <a:lnTo>
                    <a:pt x="3939299" y="682979"/>
                  </a:lnTo>
                  <a:lnTo>
                    <a:pt x="3927136" y="681836"/>
                  </a:lnTo>
                  <a:lnTo>
                    <a:pt x="3923961" y="679471"/>
                  </a:lnTo>
                  <a:lnTo>
                    <a:pt x="3915726" y="678370"/>
                  </a:lnTo>
                  <a:lnTo>
                    <a:pt x="3912120" y="680694"/>
                  </a:lnTo>
                  <a:lnTo>
                    <a:pt x="3908945" y="681347"/>
                  </a:lnTo>
                  <a:lnTo>
                    <a:pt x="3904909" y="683999"/>
                  </a:lnTo>
                  <a:lnTo>
                    <a:pt x="3898935" y="684448"/>
                  </a:lnTo>
                  <a:lnTo>
                    <a:pt x="3892153" y="689103"/>
                  </a:lnTo>
                  <a:lnTo>
                    <a:pt x="3887471" y="689103"/>
                  </a:lnTo>
                  <a:lnTo>
                    <a:pt x="3886556" y="690738"/>
                  </a:lnTo>
                  <a:lnTo>
                    <a:pt x="3880636" y="691432"/>
                  </a:lnTo>
                  <a:lnTo>
                    <a:pt x="3876600" y="694662"/>
                  </a:lnTo>
                  <a:lnTo>
                    <a:pt x="3876815" y="697198"/>
                  </a:lnTo>
                  <a:lnTo>
                    <a:pt x="3871810" y="699122"/>
                  </a:lnTo>
                  <a:lnTo>
                    <a:pt x="3867989" y="698426"/>
                  </a:lnTo>
                  <a:lnTo>
                    <a:pt x="3866105" y="699981"/>
                  </a:lnTo>
                  <a:lnTo>
                    <a:pt x="3862230" y="700514"/>
                  </a:lnTo>
                  <a:lnTo>
                    <a:pt x="3856740" y="696380"/>
                  </a:lnTo>
                  <a:lnTo>
                    <a:pt x="3855126" y="692618"/>
                  </a:lnTo>
                  <a:lnTo>
                    <a:pt x="3852811" y="691882"/>
                  </a:lnTo>
                  <a:lnTo>
                    <a:pt x="3844039" y="692168"/>
                  </a:lnTo>
                  <a:lnTo>
                    <a:pt x="3837419" y="694008"/>
                  </a:lnTo>
                  <a:lnTo>
                    <a:pt x="3839841" y="699367"/>
                  </a:lnTo>
                  <a:lnTo>
                    <a:pt x="3834997" y="705838"/>
                  </a:lnTo>
                  <a:lnTo>
                    <a:pt x="3833544" y="710471"/>
                  </a:lnTo>
                  <a:lnTo>
                    <a:pt x="3834244" y="712604"/>
                  </a:lnTo>
                  <a:lnTo>
                    <a:pt x="3833221" y="716052"/>
                  </a:lnTo>
                  <a:lnTo>
                    <a:pt x="3822350" y="715395"/>
                  </a:lnTo>
                  <a:lnTo>
                    <a:pt x="3809218" y="716381"/>
                  </a:lnTo>
                  <a:lnTo>
                    <a:pt x="3789951" y="714533"/>
                  </a:lnTo>
                  <a:lnTo>
                    <a:pt x="3786237" y="713671"/>
                  </a:lnTo>
                  <a:lnTo>
                    <a:pt x="3784407" y="716504"/>
                  </a:lnTo>
                  <a:lnTo>
                    <a:pt x="3778487" y="719297"/>
                  </a:lnTo>
                  <a:lnTo>
                    <a:pt x="3772190" y="719543"/>
                  </a:lnTo>
                  <a:lnTo>
                    <a:pt x="3764494" y="722790"/>
                  </a:lnTo>
                  <a:lnTo>
                    <a:pt x="3763418" y="726121"/>
                  </a:lnTo>
                  <a:lnTo>
                    <a:pt x="3760189" y="728754"/>
                  </a:lnTo>
                  <a:lnTo>
                    <a:pt x="3751739" y="738186"/>
                  </a:lnTo>
                  <a:lnTo>
                    <a:pt x="3749532" y="738557"/>
                  </a:lnTo>
                  <a:lnTo>
                    <a:pt x="3737100" y="755156"/>
                  </a:lnTo>
                  <a:lnTo>
                    <a:pt x="3734571" y="764178"/>
                  </a:lnTo>
                  <a:lnTo>
                    <a:pt x="3738553" y="767865"/>
                  </a:lnTo>
                  <a:lnTo>
                    <a:pt x="3737638" y="768653"/>
                  </a:lnTo>
                  <a:lnTo>
                    <a:pt x="3738392" y="774211"/>
                  </a:lnTo>
                  <a:lnTo>
                    <a:pt x="3736131" y="774128"/>
                  </a:lnTo>
                  <a:lnTo>
                    <a:pt x="3732848" y="776991"/>
                  </a:lnTo>
                  <a:lnTo>
                    <a:pt x="3732364" y="779483"/>
                  </a:lnTo>
                  <a:lnTo>
                    <a:pt x="3728597" y="782807"/>
                  </a:lnTo>
                  <a:lnTo>
                    <a:pt x="3723430" y="783721"/>
                  </a:lnTo>
                  <a:lnTo>
                    <a:pt x="3716434" y="783181"/>
                  </a:lnTo>
                  <a:lnTo>
                    <a:pt x="3715680" y="785550"/>
                  </a:lnTo>
                  <a:lnTo>
                    <a:pt x="3707822" y="788378"/>
                  </a:lnTo>
                  <a:lnTo>
                    <a:pt x="3701472" y="794331"/>
                  </a:lnTo>
                  <a:lnTo>
                    <a:pt x="3687102" y="805586"/>
                  </a:lnTo>
                  <a:lnTo>
                    <a:pt x="3677199" y="807506"/>
                  </a:lnTo>
                  <a:lnTo>
                    <a:pt x="3657824" y="812267"/>
                  </a:lnTo>
                  <a:lnTo>
                    <a:pt x="3641517" y="811891"/>
                  </a:lnTo>
                  <a:lnTo>
                    <a:pt x="3624510" y="813562"/>
                  </a:lnTo>
                  <a:lnTo>
                    <a:pt x="3619021" y="812894"/>
                  </a:lnTo>
                  <a:lnTo>
                    <a:pt x="3603682" y="807715"/>
                  </a:lnTo>
                  <a:lnTo>
                    <a:pt x="3591089" y="811139"/>
                  </a:lnTo>
                  <a:lnTo>
                    <a:pt x="3586729" y="812768"/>
                  </a:lnTo>
                  <a:lnTo>
                    <a:pt x="3585760" y="818872"/>
                  </a:lnTo>
                  <a:lnTo>
                    <a:pt x="3583984" y="823056"/>
                  </a:lnTo>
                  <a:lnTo>
                    <a:pt x="3578764" y="830051"/>
                  </a:lnTo>
                  <a:lnTo>
                    <a:pt x="3574351" y="833447"/>
                  </a:lnTo>
                  <a:lnTo>
                    <a:pt x="3568915" y="839405"/>
                  </a:lnTo>
                  <a:lnTo>
                    <a:pt x="3565955" y="840622"/>
                  </a:lnTo>
                  <a:lnTo>
                    <a:pt x="3555245" y="847639"/>
                  </a:lnTo>
                  <a:lnTo>
                    <a:pt x="3552392" y="851845"/>
                  </a:lnTo>
                  <a:lnTo>
                    <a:pt x="3548787" y="855548"/>
                  </a:lnTo>
                  <a:lnTo>
                    <a:pt x="3544266" y="858117"/>
                  </a:lnTo>
                  <a:lnTo>
                    <a:pt x="3530488" y="859718"/>
                  </a:lnTo>
                  <a:lnTo>
                    <a:pt x="3526505" y="864860"/>
                  </a:lnTo>
                  <a:lnTo>
                    <a:pt x="3521016" y="866252"/>
                  </a:lnTo>
                  <a:lnTo>
                    <a:pt x="3513427" y="872329"/>
                  </a:lnTo>
                  <a:lnTo>
                    <a:pt x="3506377" y="876595"/>
                  </a:lnTo>
                  <a:lnTo>
                    <a:pt x="3498466" y="875201"/>
                  </a:lnTo>
                  <a:lnTo>
                    <a:pt x="3495236" y="873384"/>
                  </a:lnTo>
                  <a:lnTo>
                    <a:pt x="3461277" y="871189"/>
                  </a:lnTo>
                  <a:lnTo>
                    <a:pt x="3454495" y="868910"/>
                  </a:lnTo>
                  <a:lnTo>
                    <a:pt x="3445777" y="867180"/>
                  </a:lnTo>
                  <a:lnTo>
                    <a:pt x="3438134" y="867138"/>
                  </a:lnTo>
                  <a:lnTo>
                    <a:pt x="3426079" y="863258"/>
                  </a:lnTo>
                  <a:lnTo>
                    <a:pt x="3416230" y="858159"/>
                  </a:lnTo>
                  <a:lnTo>
                    <a:pt x="3411063" y="851172"/>
                  </a:lnTo>
                  <a:lnTo>
                    <a:pt x="3402183" y="844151"/>
                  </a:lnTo>
                  <a:lnTo>
                    <a:pt x="3398469" y="844865"/>
                  </a:lnTo>
                  <a:lnTo>
                    <a:pt x="3373766" y="844025"/>
                  </a:lnTo>
                  <a:lnTo>
                    <a:pt x="3370053" y="841714"/>
                  </a:lnTo>
                  <a:lnTo>
                    <a:pt x="3364079" y="842260"/>
                  </a:lnTo>
                  <a:lnTo>
                    <a:pt x="3355414" y="846084"/>
                  </a:lnTo>
                  <a:lnTo>
                    <a:pt x="3343251" y="854328"/>
                  </a:lnTo>
                  <a:lnTo>
                    <a:pt x="3336954" y="865197"/>
                  </a:lnTo>
                  <a:lnTo>
                    <a:pt x="3331034" y="873300"/>
                  </a:lnTo>
                  <a:lnTo>
                    <a:pt x="3327590" y="880526"/>
                  </a:lnTo>
                  <a:lnTo>
                    <a:pt x="3325437" y="886364"/>
                  </a:lnTo>
                  <a:lnTo>
                    <a:pt x="3326244" y="893394"/>
                  </a:lnTo>
                  <a:lnTo>
                    <a:pt x="3322800" y="895980"/>
                  </a:lnTo>
                  <a:lnTo>
                    <a:pt x="3321400" y="900221"/>
                  </a:lnTo>
                  <a:lnTo>
                    <a:pt x="3318279" y="902088"/>
                  </a:lnTo>
                  <a:lnTo>
                    <a:pt x="3313812" y="911476"/>
                  </a:lnTo>
                  <a:lnTo>
                    <a:pt x="3312789" y="915175"/>
                  </a:lnTo>
                  <a:lnTo>
                    <a:pt x="3313919" y="918920"/>
                  </a:lnTo>
                  <a:lnTo>
                    <a:pt x="3320754" y="921432"/>
                  </a:lnTo>
                  <a:lnTo>
                    <a:pt x="3323123" y="924626"/>
                  </a:lnTo>
                  <a:lnTo>
                    <a:pt x="3323768" y="930125"/>
                  </a:lnTo>
                  <a:lnTo>
                    <a:pt x="3325329" y="933666"/>
                  </a:lnTo>
                  <a:lnTo>
                    <a:pt x="3334371" y="944600"/>
                  </a:lnTo>
                  <a:lnTo>
                    <a:pt x="3337815" y="947294"/>
                  </a:lnTo>
                  <a:lnTo>
                    <a:pt x="3344004" y="949647"/>
                  </a:lnTo>
                  <a:lnTo>
                    <a:pt x="3352508" y="956626"/>
                  </a:lnTo>
                  <a:lnTo>
                    <a:pt x="3360312" y="968246"/>
                  </a:lnTo>
                  <a:lnTo>
                    <a:pt x="3361280" y="975720"/>
                  </a:lnTo>
                  <a:lnTo>
                    <a:pt x="3359558" y="981180"/>
                  </a:lnTo>
                  <a:lnTo>
                    <a:pt x="3354338" y="983116"/>
                  </a:lnTo>
                  <a:lnTo>
                    <a:pt x="3345834" y="983289"/>
                  </a:lnTo>
                  <a:lnTo>
                    <a:pt x="3329419" y="999016"/>
                  </a:lnTo>
                  <a:lnTo>
                    <a:pt x="3325760" y="1001346"/>
                  </a:lnTo>
                  <a:lnTo>
                    <a:pt x="3316341" y="1000958"/>
                  </a:lnTo>
                  <a:lnTo>
                    <a:pt x="3311444" y="1003116"/>
                  </a:lnTo>
                  <a:lnTo>
                    <a:pt x="3307407" y="1006744"/>
                  </a:lnTo>
                  <a:lnTo>
                    <a:pt x="3292499" y="1010719"/>
                  </a:lnTo>
                  <a:lnTo>
                    <a:pt x="3289647" y="1012319"/>
                  </a:lnTo>
                  <a:lnTo>
                    <a:pt x="3282543" y="1014525"/>
                  </a:lnTo>
                  <a:lnTo>
                    <a:pt x="3278237" y="1017294"/>
                  </a:lnTo>
                  <a:lnTo>
                    <a:pt x="3260746" y="1035280"/>
                  </a:lnTo>
                  <a:lnTo>
                    <a:pt x="3256333" y="1040230"/>
                  </a:lnTo>
                  <a:lnTo>
                    <a:pt x="3253427" y="1041186"/>
                  </a:lnTo>
                  <a:lnTo>
                    <a:pt x="3249121" y="1046489"/>
                  </a:lnTo>
                  <a:lnTo>
                    <a:pt x="3249336" y="1047968"/>
                  </a:lnTo>
                  <a:lnTo>
                    <a:pt x="3244224" y="1056455"/>
                  </a:lnTo>
                  <a:lnTo>
                    <a:pt x="3230123" y="1066089"/>
                  </a:lnTo>
                  <a:lnTo>
                    <a:pt x="3227270" y="1071850"/>
                  </a:lnTo>
                  <a:lnTo>
                    <a:pt x="3219520" y="1075737"/>
                  </a:lnTo>
                  <a:lnTo>
                    <a:pt x="3201276" y="1082426"/>
                  </a:lnTo>
                  <a:lnTo>
                    <a:pt x="3198531" y="1085620"/>
                  </a:lnTo>
                  <a:lnTo>
                    <a:pt x="3180878" y="1086320"/>
                  </a:lnTo>
                  <a:lnTo>
                    <a:pt x="3165809" y="1091925"/>
                  </a:lnTo>
                  <a:lnTo>
                    <a:pt x="3161450" y="1093940"/>
                  </a:lnTo>
                  <a:lnTo>
                    <a:pt x="3149233" y="1102535"/>
                  </a:lnTo>
                  <a:lnTo>
                    <a:pt x="3144227" y="1103896"/>
                  </a:lnTo>
                  <a:lnTo>
                    <a:pt x="3127167" y="1106179"/>
                  </a:lnTo>
                  <a:lnTo>
                    <a:pt x="3103971" y="1103940"/>
                  </a:lnTo>
                  <a:lnTo>
                    <a:pt x="3100257" y="1104862"/>
                  </a:lnTo>
                  <a:lnTo>
                    <a:pt x="3088202" y="1110176"/>
                  </a:lnTo>
                  <a:lnTo>
                    <a:pt x="3084111" y="1108243"/>
                  </a:lnTo>
                  <a:lnTo>
                    <a:pt x="3075931" y="1108418"/>
                  </a:lnTo>
                  <a:lnTo>
                    <a:pt x="3060861" y="1105476"/>
                  </a:lnTo>
                  <a:lnTo>
                    <a:pt x="3040410" y="1105915"/>
                  </a:lnTo>
                  <a:lnTo>
                    <a:pt x="3035136" y="1103764"/>
                  </a:lnTo>
                  <a:lnTo>
                    <a:pt x="3022111" y="1106135"/>
                  </a:lnTo>
                  <a:lnTo>
                    <a:pt x="3016245" y="1106442"/>
                  </a:lnTo>
                  <a:lnTo>
                    <a:pt x="3013177" y="1108418"/>
                  </a:lnTo>
                  <a:lnTo>
                    <a:pt x="3009033" y="1109385"/>
                  </a:lnTo>
                  <a:lnTo>
                    <a:pt x="2991273" y="1108243"/>
                  </a:lnTo>
                  <a:lnTo>
                    <a:pt x="2977119" y="1108462"/>
                  </a:lnTo>
                  <a:lnTo>
                    <a:pt x="2970768" y="1104115"/>
                  </a:lnTo>
                  <a:lnTo>
                    <a:pt x="2967700" y="1103896"/>
                  </a:lnTo>
                  <a:lnTo>
                    <a:pt x="2953492" y="1108506"/>
                  </a:lnTo>
                  <a:lnTo>
                    <a:pt x="2950693" y="1113296"/>
                  </a:lnTo>
                  <a:lnTo>
                    <a:pt x="2931426" y="1117781"/>
                  </a:lnTo>
                  <a:lnTo>
                    <a:pt x="2908230" y="1120553"/>
                  </a:lnTo>
                  <a:lnTo>
                    <a:pt x="2893107" y="1125484"/>
                  </a:lnTo>
                  <a:lnTo>
                    <a:pt x="2872117" y="1133461"/>
                  </a:lnTo>
                  <a:lnTo>
                    <a:pt x="2869695" y="1134652"/>
                  </a:lnTo>
                  <a:lnTo>
                    <a:pt x="2840741" y="1146307"/>
                  </a:lnTo>
                  <a:lnTo>
                    <a:pt x="2817006" y="1154576"/>
                  </a:lnTo>
                  <a:lnTo>
                    <a:pt x="2803713" y="1160597"/>
                  </a:lnTo>
                  <a:lnTo>
                    <a:pt x="2785845" y="1169683"/>
                  </a:lnTo>
                  <a:lnTo>
                    <a:pt x="2777665" y="1174386"/>
                  </a:lnTo>
                  <a:lnTo>
                    <a:pt x="2772336" y="1174253"/>
                  </a:lnTo>
                  <a:lnTo>
                    <a:pt x="2753015" y="1190963"/>
                  </a:lnTo>
                  <a:lnTo>
                    <a:pt x="2745481" y="1183891"/>
                  </a:lnTo>
                  <a:lnTo>
                    <a:pt x="2735040" y="1184069"/>
                  </a:lnTo>
                  <a:lnTo>
                    <a:pt x="2725029" y="1184780"/>
                  </a:lnTo>
                  <a:lnTo>
                    <a:pt x="2710606" y="1183136"/>
                  </a:lnTo>
                  <a:lnTo>
                    <a:pt x="2711144" y="1161926"/>
                  </a:lnTo>
                  <a:lnTo>
                    <a:pt x="2701403" y="1163388"/>
                  </a:lnTo>
                  <a:lnTo>
                    <a:pt x="2691769" y="1165338"/>
                  </a:lnTo>
                  <a:lnTo>
                    <a:pt x="2671802" y="1168884"/>
                  </a:lnTo>
                  <a:lnTo>
                    <a:pt x="2653342" y="1169150"/>
                  </a:lnTo>
                  <a:lnTo>
                    <a:pt x="2617176" y="1161704"/>
                  </a:lnTo>
                  <a:lnTo>
                    <a:pt x="2614000" y="1161217"/>
                  </a:lnTo>
                  <a:lnTo>
                    <a:pt x="2595540" y="1153205"/>
                  </a:lnTo>
                  <a:lnTo>
                    <a:pt x="2579341" y="1146705"/>
                  </a:lnTo>
                  <a:lnTo>
                    <a:pt x="2552270" y="1134299"/>
                  </a:lnTo>
                  <a:lnTo>
                    <a:pt x="2544358" y="1134167"/>
                  </a:lnTo>
                  <a:lnTo>
                    <a:pt x="2537308" y="1133373"/>
                  </a:lnTo>
                  <a:lnTo>
                    <a:pt x="2529289" y="1135181"/>
                  </a:lnTo>
                  <a:lnTo>
                    <a:pt x="2498235" y="1127290"/>
                  </a:lnTo>
                  <a:lnTo>
                    <a:pt x="2496190" y="1126409"/>
                  </a:lnTo>
                  <a:lnTo>
                    <a:pt x="2479344" y="1106530"/>
                  </a:lnTo>
                  <a:lnTo>
                    <a:pt x="2472886" y="1099421"/>
                  </a:lnTo>
                  <a:lnTo>
                    <a:pt x="2469980" y="1098850"/>
                  </a:lnTo>
                  <a:lnTo>
                    <a:pt x="2451412" y="1096833"/>
                  </a:lnTo>
                  <a:lnTo>
                    <a:pt x="2428162" y="1091224"/>
                  </a:lnTo>
                  <a:lnTo>
                    <a:pt x="2390704" y="1082776"/>
                  </a:lnTo>
                  <a:lnTo>
                    <a:pt x="2387529" y="1082382"/>
                  </a:lnTo>
                  <a:lnTo>
                    <a:pt x="2343720" y="1080895"/>
                  </a:lnTo>
                  <a:lnTo>
                    <a:pt x="2339091" y="1086233"/>
                  </a:lnTo>
                  <a:lnTo>
                    <a:pt x="2315680" y="1085007"/>
                  </a:lnTo>
                  <a:lnTo>
                    <a:pt x="2312612" y="1085095"/>
                  </a:lnTo>
                  <a:lnTo>
                    <a:pt x="2272679" y="1093020"/>
                  </a:lnTo>
                  <a:lnTo>
                    <a:pt x="2224672" y="1089166"/>
                  </a:lnTo>
                  <a:lnTo>
                    <a:pt x="2188290" y="1086058"/>
                  </a:lnTo>
                  <a:lnTo>
                    <a:pt x="2157613" y="1084570"/>
                  </a:lnTo>
                  <a:lnTo>
                    <a:pt x="2125860" y="1079321"/>
                  </a:lnTo>
                  <a:lnTo>
                    <a:pt x="2077853" y="1071763"/>
                  </a:lnTo>
                  <a:lnTo>
                    <a:pt x="2068273" y="1070453"/>
                  </a:lnTo>
                  <a:lnTo>
                    <a:pt x="2050405" y="1074339"/>
                  </a:lnTo>
                  <a:lnTo>
                    <a:pt x="2030653" y="1074252"/>
                  </a:lnTo>
                  <a:lnTo>
                    <a:pt x="1999546" y="1077179"/>
                  </a:lnTo>
                  <a:lnTo>
                    <a:pt x="1997555" y="1059984"/>
                  </a:lnTo>
                  <a:lnTo>
                    <a:pt x="1958912" y="1027256"/>
                  </a:lnTo>
                  <a:lnTo>
                    <a:pt x="1955306" y="1022229"/>
                  </a:lnTo>
                  <a:lnTo>
                    <a:pt x="1953369" y="1008602"/>
                  </a:lnTo>
                  <a:lnTo>
                    <a:pt x="1942713" y="990695"/>
                  </a:lnTo>
                  <a:lnTo>
                    <a:pt x="1940076" y="983418"/>
                  </a:lnTo>
                  <a:lnTo>
                    <a:pt x="1934801" y="971767"/>
                  </a:lnTo>
                  <a:lnTo>
                    <a:pt x="1932864" y="965028"/>
                  </a:lnTo>
                  <a:lnTo>
                    <a:pt x="1924468" y="949946"/>
                  </a:lnTo>
                  <a:lnTo>
                    <a:pt x="1915642" y="949733"/>
                  </a:lnTo>
                  <a:lnTo>
                    <a:pt x="1911390" y="948107"/>
                  </a:lnTo>
                  <a:lnTo>
                    <a:pt x="1906977" y="947850"/>
                  </a:lnTo>
                  <a:lnTo>
                    <a:pt x="1909130" y="941736"/>
                  </a:lnTo>
                  <a:lnTo>
                    <a:pt x="1909506" y="934178"/>
                  </a:lnTo>
                  <a:lnTo>
                    <a:pt x="1911282" y="928078"/>
                  </a:lnTo>
                  <a:lnTo>
                    <a:pt x="1914296" y="926331"/>
                  </a:lnTo>
                  <a:lnTo>
                    <a:pt x="1916018" y="922667"/>
                  </a:lnTo>
                  <a:lnTo>
                    <a:pt x="1914565" y="921006"/>
                  </a:lnTo>
                  <a:lnTo>
                    <a:pt x="1899281" y="923135"/>
                  </a:lnTo>
                  <a:lnTo>
                    <a:pt x="1889647" y="923859"/>
                  </a:lnTo>
                  <a:lnTo>
                    <a:pt x="1878291" y="925521"/>
                  </a:lnTo>
                  <a:lnTo>
                    <a:pt x="1873663" y="921602"/>
                  </a:lnTo>
                  <a:lnTo>
                    <a:pt x="1863222" y="918877"/>
                  </a:lnTo>
                  <a:lnTo>
                    <a:pt x="1858163" y="916834"/>
                  </a:lnTo>
                  <a:lnTo>
                    <a:pt x="1854180" y="916834"/>
                  </a:lnTo>
                  <a:lnTo>
                    <a:pt x="1849875" y="911221"/>
                  </a:lnTo>
                  <a:lnTo>
                    <a:pt x="1844008" y="906122"/>
                  </a:lnTo>
                  <a:lnTo>
                    <a:pt x="1839703" y="904720"/>
                  </a:lnTo>
                  <a:lnTo>
                    <a:pt x="1832168" y="900052"/>
                  </a:lnTo>
                  <a:lnTo>
                    <a:pt x="1825172" y="898821"/>
                  </a:lnTo>
                  <a:lnTo>
                    <a:pt x="1822427" y="899415"/>
                  </a:lnTo>
                  <a:lnTo>
                    <a:pt x="1819843" y="892759"/>
                  </a:lnTo>
                  <a:lnTo>
                    <a:pt x="1815484" y="890683"/>
                  </a:lnTo>
                  <a:lnTo>
                    <a:pt x="1810909" y="886491"/>
                  </a:lnTo>
                  <a:lnTo>
                    <a:pt x="1809833" y="884290"/>
                  </a:lnTo>
                  <a:lnTo>
                    <a:pt x="1804343" y="882598"/>
                  </a:lnTo>
                  <a:lnTo>
                    <a:pt x="1796809" y="877905"/>
                  </a:lnTo>
                  <a:lnTo>
                    <a:pt x="1766885" y="864649"/>
                  </a:lnTo>
                  <a:lnTo>
                    <a:pt x="1766239" y="861782"/>
                  </a:lnTo>
                  <a:lnTo>
                    <a:pt x="1757252" y="858580"/>
                  </a:lnTo>
                  <a:lnTo>
                    <a:pt x="1748156" y="854454"/>
                  </a:lnTo>
                  <a:lnTo>
                    <a:pt x="1741644" y="855717"/>
                  </a:lnTo>
                  <a:lnTo>
                    <a:pt x="1736585" y="852728"/>
                  </a:lnTo>
                  <a:lnTo>
                    <a:pt x="1731149" y="851761"/>
                  </a:lnTo>
                  <a:lnTo>
                    <a:pt x="1731095" y="853233"/>
                  </a:lnTo>
                  <a:lnTo>
                    <a:pt x="1725714" y="852097"/>
                  </a:lnTo>
                  <a:lnTo>
                    <a:pt x="1718879" y="849741"/>
                  </a:lnTo>
                  <a:lnTo>
                    <a:pt x="1712420" y="850541"/>
                  </a:lnTo>
                  <a:lnTo>
                    <a:pt x="1709083" y="849447"/>
                  </a:lnTo>
                  <a:lnTo>
                    <a:pt x="1703863" y="850288"/>
                  </a:lnTo>
                  <a:lnTo>
                    <a:pt x="1697781" y="849531"/>
                  </a:lnTo>
                  <a:lnTo>
                    <a:pt x="1696920" y="847597"/>
                  </a:lnTo>
                  <a:lnTo>
                    <a:pt x="1693530" y="846630"/>
                  </a:lnTo>
                  <a:lnTo>
                    <a:pt x="1690354" y="847429"/>
                  </a:lnTo>
                  <a:lnTo>
                    <a:pt x="1684380" y="846252"/>
                  </a:lnTo>
                  <a:lnTo>
                    <a:pt x="1676038" y="848732"/>
                  </a:lnTo>
                  <a:lnTo>
                    <a:pt x="1664144" y="849447"/>
                  </a:lnTo>
                  <a:lnTo>
                    <a:pt x="1660054" y="851172"/>
                  </a:lnTo>
                  <a:lnTo>
                    <a:pt x="1652466" y="849447"/>
                  </a:lnTo>
                  <a:lnTo>
                    <a:pt x="1646761" y="849868"/>
                  </a:lnTo>
                  <a:lnTo>
                    <a:pt x="1643854" y="848396"/>
                  </a:lnTo>
                  <a:lnTo>
                    <a:pt x="1637289" y="849699"/>
                  </a:lnTo>
                  <a:lnTo>
                    <a:pt x="1625018" y="843184"/>
                  </a:lnTo>
                  <a:lnTo>
                    <a:pt x="1621250" y="842638"/>
                  </a:lnTo>
                  <a:lnTo>
                    <a:pt x="1606289" y="843436"/>
                  </a:lnTo>
                  <a:lnTo>
                    <a:pt x="1599077" y="843058"/>
                  </a:lnTo>
                  <a:lnTo>
                    <a:pt x="1589605" y="844781"/>
                  </a:lnTo>
                  <a:lnTo>
                    <a:pt x="1577980" y="843773"/>
                  </a:lnTo>
                  <a:lnTo>
                    <a:pt x="1572598" y="840958"/>
                  </a:lnTo>
                  <a:lnTo>
                    <a:pt x="1568131" y="835712"/>
                  </a:lnTo>
                  <a:lnTo>
                    <a:pt x="1566409" y="835712"/>
                  </a:lnTo>
                  <a:lnTo>
                    <a:pt x="1561888" y="840245"/>
                  </a:lnTo>
                  <a:lnTo>
                    <a:pt x="1558174" y="838397"/>
                  </a:lnTo>
                  <a:lnTo>
                    <a:pt x="1550048" y="837642"/>
                  </a:lnTo>
                  <a:lnTo>
                    <a:pt x="1549079" y="836006"/>
                  </a:lnTo>
                  <a:lnTo>
                    <a:pt x="1546011" y="835460"/>
                  </a:lnTo>
                  <a:lnTo>
                    <a:pt x="1543858" y="831434"/>
                  </a:lnTo>
                  <a:lnTo>
                    <a:pt x="1540252" y="829800"/>
                  </a:lnTo>
                  <a:lnTo>
                    <a:pt x="1533310" y="830512"/>
                  </a:lnTo>
                  <a:lnTo>
                    <a:pt x="1529596" y="829548"/>
                  </a:lnTo>
                  <a:lnTo>
                    <a:pt x="1525560" y="831267"/>
                  </a:lnTo>
                  <a:lnTo>
                    <a:pt x="1518563" y="832189"/>
                  </a:lnTo>
                  <a:lnTo>
                    <a:pt x="1517272" y="830470"/>
                  </a:lnTo>
                  <a:lnTo>
                    <a:pt x="1519963" y="826448"/>
                  </a:lnTo>
                  <a:lnTo>
                    <a:pt x="1518187" y="823349"/>
                  </a:lnTo>
                  <a:lnTo>
                    <a:pt x="1514204" y="821424"/>
                  </a:lnTo>
                  <a:lnTo>
                    <a:pt x="1511836" y="821968"/>
                  </a:lnTo>
                  <a:lnTo>
                    <a:pt x="1512589" y="818621"/>
                  </a:lnTo>
                  <a:lnTo>
                    <a:pt x="1509145" y="810930"/>
                  </a:lnTo>
                  <a:lnTo>
                    <a:pt x="1509037" y="808299"/>
                  </a:lnTo>
                  <a:lnTo>
                    <a:pt x="1504732" y="805085"/>
                  </a:lnTo>
                  <a:lnTo>
                    <a:pt x="1500157" y="802791"/>
                  </a:lnTo>
                  <a:lnTo>
                    <a:pt x="1500641" y="793373"/>
                  </a:lnTo>
                  <a:lnTo>
                    <a:pt x="1503978" y="778818"/>
                  </a:lnTo>
                  <a:lnTo>
                    <a:pt x="1511405" y="768280"/>
                  </a:lnTo>
                  <a:lnTo>
                    <a:pt x="1519371" y="759665"/>
                  </a:lnTo>
                  <a:lnTo>
                    <a:pt x="1531372" y="749576"/>
                  </a:lnTo>
                  <a:lnTo>
                    <a:pt x="1530188" y="745240"/>
                  </a:lnTo>
                  <a:lnTo>
                    <a:pt x="1530780" y="739835"/>
                  </a:lnTo>
                  <a:lnTo>
                    <a:pt x="1527551" y="735919"/>
                  </a:lnTo>
                  <a:lnTo>
                    <a:pt x="1524376" y="730071"/>
                  </a:lnTo>
                  <a:lnTo>
                    <a:pt x="1525022" y="728630"/>
                  </a:lnTo>
                  <a:lnTo>
                    <a:pt x="1520178" y="720817"/>
                  </a:lnTo>
                  <a:lnTo>
                    <a:pt x="1527443" y="714615"/>
                  </a:lnTo>
                  <a:lnTo>
                    <a:pt x="1528574" y="710184"/>
                  </a:lnTo>
                  <a:lnTo>
                    <a:pt x="1531157" y="707724"/>
                  </a:lnTo>
                  <a:lnTo>
                    <a:pt x="1532233" y="702069"/>
                  </a:lnTo>
                  <a:lnTo>
                    <a:pt x="1534225" y="700473"/>
                  </a:lnTo>
                  <a:lnTo>
                    <a:pt x="1535839" y="696298"/>
                  </a:lnTo>
                  <a:lnTo>
                    <a:pt x="1534870" y="694294"/>
                  </a:lnTo>
                  <a:lnTo>
                    <a:pt x="1530457" y="693967"/>
                  </a:lnTo>
                  <a:lnTo>
                    <a:pt x="1532072" y="685224"/>
                  </a:lnTo>
                  <a:lnTo>
                    <a:pt x="1533633" y="680531"/>
                  </a:lnTo>
                  <a:lnTo>
                    <a:pt x="1530565" y="675679"/>
                  </a:lnTo>
                  <a:lnTo>
                    <a:pt x="1528251" y="675353"/>
                  </a:lnTo>
                  <a:lnTo>
                    <a:pt x="1528251" y="673275"/>
                  </a:lnTo>
                  <a:lnTo>
                    <a:pt x="1523891" y="669774"/>
                  </a:lnTo>
                  <a:lnTo>
                    <a:pt x="1525237" y="664444"/>
                  </a:lnTo>
                  <a:lnTo>
                    <a:pt x="1522761" y="663061"/>
                  </a:lnTo>
                  <a:lnTo>
                    <a:pt x="1522115" y="658550"/>
                  </a:lnTo>
                  <a:lnTo>
                    <a:pt x="1520285" y="656357"/>
                  </a:lnTo>
                  <a:lnTo>
                    <a:pt x="1514096" y="652866"/>
                  </a:lnTo>
                  <a:lnTo>
                    <a:pt x="1508553" y="653191"/>
                  </a:lnTo>
                  <a:lnTo>
                    <a:pt x="1501987" y="644433"/>
                  </a:lnTo>
                  <a:lnTo>
                    <a:pt x="1498650" y="641355"/>
                  </a:lnTo>
                  <a:lnTo>
                    <a:pt x="1492192" y="632738"/>
                  </a:lnTo>
                  <a:lnTo>
                    <a:pt x="1490577" y="631889"/>
                  </a:lnTo>
                  <a:lnTo>
                    <a:pt x="1487079" y="624175"/>
                  </a:lnTo>
                  <a:lnTo>
                    <a:pt x="1484173" y="620907"/>
                  </a:lnTo>
                  <a:lnTo>
                    <a:pt x="1487510" y="614780"/>
                  </a:lnTo>
                  <a:lnTo>
                    <a:pt x="1485895" y="612685"/>
                  </a:lnTo>
                  <a:lnTo>
                    <a:pt x="1482451" y="612202"/>
                  </a:lnTo>
                  <a:lnTo>
                    <a:pt x="1481643" y="608821"/>
                  </a:lnTo>
                  <a:lnTo>
                    <a:pt x="1482989" y="606488"/>
                  </a:lnTo>
                  <a:lnTo>
                    <a:pt x="1482451" y="602989"/>
                  </a:lnTo>
                  <a:lnTo>
                    <a:pt x="1476315" y="598008"/>
                  </a:lnTo>
                  <a:lnTo>
                    <a:pt x="1474378" y="592509"/>
                  </a:lnTo>
                  <a:lnTo>
                    <a:pt x="1471794" y="589101"/>
                  </a:lnTo>
                  <a:lnTo>
                    <a:pt x="1475131" y="588419"/>
                  </a:lnTo>
                  <a:lnTo>
                    <a:pt x="1470503" y="584693"/>
                  </a:lnTo>
                  <a:lnTo>
                    <a:pt x="1460438" y="582330"/>
                  </a:lnTo>
                  <a:lnTo>
                    <a:pt x="1457263" y="580369"/>
                  </a:lnTo>
                  <a:lnTo>
                    <a:pt x="1453334" y="580569"/>
                  </a:lnTo>
                  <a:lnTo>
                    <a:pt x="1448168" y="575169"/>
                  </a:lnTo>
                  <a:lnTo>
                    <a:pt x="1447683" y="570893"/>
                  </a:lnTo>
                  <a:lnTo>
                    <a:pt x="1449083" y="566420"/>
                  </a:lnTo>
                  <a:lnTo>
                    <a:pt x="1447307" y="564625"/>
                  </a:lnTo>
                  <a:lnTo>
                    <a:pt x="1445100" y="565502"/>
                  </a:lnTo>
                  <a:lnTo>
                    <a:pt x="1438050" y="564385"/>
                  </a:lnTo>
                  <a:lnTo>
                    <a:pt x="1437834" y="568656"/>
                  </a:lnTo>
                  <a:lnTo>
                    <a:pt x="1430138" y="569535"/>
                  </a:lnTo>
                  <a:lnTo>
                    <a:pt x="1420720" y="569375"/>
                  </a:lnTo>
                  <a:lnTo>
                    <a:pt x="1418406" y="563228"/>
                  </a:lnTo>
                  <a:lnTo>
                    <a:pt x="1411032" y="561633"/>
                  </a:lnTo>
                  <a:lnTo>
                    <a:pt x="1410548" y="558245"/>
                  </a:lnTo>
                  <a:lnTo>
                    <a:pt x="1406189" y="555695"/>
                  </a:lnTo>
                  <a:lnTo>
                    <a:pt x="1406512" y="551475"/>
                  </a:lnTo>
                  <a:lnTo>
                    <a:pt x="1403874" y="549287"/>
                  </a:lnTo>
                  <a:lnTo>
                    <a:pt x="1397685" y="550241"/>
                  </a:lnTo>
                  <a:lnTo>
                    <a:pt x="1387460" y="548451"/>
                  </a:lnTo>
                  <a:lnTo>
                    <a:pt x="1385576" y="550440"/>
                  </a:lnTo>
                  <a:lnTo>
                    <a:pt x="1381109" y="550878"/>
                  </a:lnTo>
                  <a:lnTo>
                    <a:pt x="1378795" y="553624"/>
                  </a:lnTo>
                  <a:lnTo>
                    <a:pt x="1374382" y="555018"/>
                  </a:lnTo>
                  <a:lnTo>
                    <a:pt x="1367816" y="553346"/>
                  </a:lnTo>
                  <a:lnTo>
                    <a:pt x="1360981" y="554341"/>
                  </a:lnTo>
                  <a:lnTo>
                    <a:pt x="1358074" y="552072"/>
                  </a:lnTo>
                  <a:lnTo>
                    <a:pt x="1356514" y="547974"/>
                  </a:lnTo>
                  <a:lnTo>
                    <a:pt x="1350109" y="544038"/>
                  </a:lnTo>
                  <a:lnTo>
                    <a:pt x="1348817" y="541575"/>
                  </a:lnTo>
                  <a:lnTo>
                    <a:pt x="1338807" y="542409"/>
                  </a:lnTo>
                  <a:lnTo>
                    <a:pt x="1336439" y="539748"/>
                  </a:lnTo>
                  <a:lnTo>
                    <a:pt x="1329819" y="537089"/>
                  </a:lnTo>
                  <a:lnTo>
                    <a:pt x="1327989" y="535065"/>
                  </a:lnTo>
                  <a:lnTo>
                    <a:pt x="1325191" y="536017"/>
                  </a:lnTo>
                  <a:lnTo>
                    <a:pt x="1322554" y="534788"/>
                  </a:lnTo>
                  <a:lnTo>
                    <a:pt x="1319324" y="531021"/>
                  </a:lnTo>
                  <a:lnTo>
                    <a:pt x="1318732" y="527217"/>
                  </a:lnTo>
                  <a:lnTo>
                    <a:pt x="1317010" y="525435"/>
                  </a:lnTo>
                  <a:lnTo>
                    <a:pt x="1319701" y="519460"/>
                  </a:lnTo>
                  <a:lnTo>
                    <a:pt x="1316903" y="518076"/>
                  </a:lnTo>
                  <a:lnTo>
                    <a:pt x="1316849" y="516297"/>
                  </a:lnTo>
                  <a:lnTo>
                    <a:pt x="1313566" y="516376"/>
                  </a:lnTo>
                  <a:lnTo>
                    <a:pt x="1312489" y="512938"/>
                  </a:lnTo>
                  <a:lnTo>
                    <a:pt x="1310767" y="511991"/>
                  </a:lnTo>
                  <a:lnTo>
                    <a:pt x="1307161" y="514045"/>
                  </a:lnTo>
                  <a:lnTo>
                    <a:pt x="1305062" y="513926"/>
                  </a:lnTo>
                  <a:lnTo>
                    <a:pt x="1298281" y="509977"/>
                  </a:lnTo>
                  <a:lnTo>
                    <a:pt x="1298496" y="507254"/>
                  </a:lnTo>
                  <a:lnTo>
                    <a:pt x="1294568" y="505479"/>
                  </a:lnTo>
                  <a:lnTo>
                    <a:pt x="1286818" y="503508"/>
                  </a:lnTo>
                  <a:lnTo>
                    <a:pt x="1283965" y="503941"/>
                  </a:lnTo>
                  <a:lnTo>
                    <a:pt x="1280036" y="500709"/>
                  </a:lnTo>
                  <a:lnTo>
                    <a:pt x="1278153" y="501182"/>
                  </a:lnTo>
                  <a:lnTo>
                    <a:pt x="1276269" y="498779"/>
                  </a:lnTo>
                  <a:lnTo>
                    <a:pt x="1270403" y="498543"/>
                  </a:lnTo>
                  <a:lnTo>
                    <a:pt x="1264429" y="495787"/>
                  </a:lnTo>
                  <a:lnTo>
                    <a:pt x="1263406" y="493465"/>
                  </a:lnTo>
                  <a:lnTo>
                    <a:pt x="1267712" y="491537"/>
                  </a:lnTo>
                  <a:lnTo>
                    <a:pt x="1269111" y="488117"/>
                  </a:lnTo>
                  <a:lnTo>
                    <a:pt x="1274601" y="483952"/>
                  </a:lnTo>
                  <a:lnTo>
                    <a:pt x="1274708" y="481479"/>
                  </a:lnTo>
                  <a:lnTo>
                    <a:pt x="1272394" y="482186"/>
                  </a:lnTo>
                  <a:lnTo>
                    <a:pt x="1269326" y="478458"/>
                  </a:lnTo>
                  <a:lnTo>
                    <a:pt x="1263406" y="476144"/>
                  </a:lnTo>
                  <a:lnTo>
                    <a:pt x="1261415" y="477713"/>
                  </a:lnTo>
                  <a:lnTo>
                    <a:pt x="1255602" y="473557"/>
                  </a:lnTo>
                  <a:lnTo>
                    <a:pt x="1251620" y="473439"/>
                  </a:lnTo>
                  <a:lnTo>
                    <a:pt x="1249575" y="471050"/>
                  </a:lnTo>
                  <a:lnTo>
                    <a:pt x="1251835" y="470971"/>
                  </a:lnTo>
                  <a:lnTo>
                    <a:pt x="1248606" y="468622"/>
                  </a:lnTo>
                  <a:lnTo>
                    <a:pt x="1247637" y="466351"/>
                  </a:lnTo>
                  <a:lnTo>
                    <a:pt x="1244247" y="465452"/>
                  </a:lnTo>
                  <a:lnTo>
                    <a:pt x="1245807" y="460993"/>
                  </a:lnTo>
                  <a:lnTo>
                    <a:pt x="1248767" y="460837"/>
                  </a:lnTo>
                  <a:lnTo>
                    <a:pt x="1250543" y="459078"/>
                  </a:lnTo>
                  <a:lnTo>
                    <a:pt x="1255979" y="458688"/>
                  </a:lnTo>
                  <a:lnTo>
                    <a:pt x="1255549" y="457242"/>
                  </a:lnTo>
                  <a:lnTo>
                    <a:pt x="1259047" y="455641"/>
                  </a:lnTo>
                  <a:lnTo>
                    <a:pt x="1256625" y="454236"/>
                  </a:lnTo>
                  <a:lnTo>
                    <a:pt x="1256571" y="451270"/>
                  </a:lnTo>
                  <a:lnTo>
                    <a:pt x="1252373" y="448228"/>
                  </a:lnTo>
                  <a:lnTo>
                    <a:pt x="1254365" y="446318"/>
                  </a:lnTo>
                  <a:lnTo>
                    <a:pt x="1253181" y="444681"/>
                  </a:lnTo>
                  <a:lnTo>
                    <a:pt x="1255172" y="442811"/>
                  </a:lnTo>
                  <a:lnTo>
                    <a:pt x="1253288" y="439113"/>
                  </a:lnTo>
                  <a:lnTo>
                    <a:pt x="1251082" y="438879"/>
                  </a:lnTo>
                  <a:lnTo>
                    <a:pt x="1251135" y="436350"/>
                  </a:lnTo>
                  <a:lnTo>
                    <a:pt x="1248714" y="435495"/>
                  </a:lnTo>
                  <a:lnTo>
                    <a:pt x="1246023" y="436467"/>
                  </a:lnTo>
                  <a:lnTo>
                    <a:pt x="1240587" y="436156"/>
                  </a:lnTo>
                  <a:lnTo>
                    <a:pt x="1238488" y="438179"/>
                  </a:lnTo>
                  <a:lnTo>
                    <a:pt x="1232030" y="438490"/>
                  </a:lnTo>
                  <a:lnTo>
                    <a:pt x="1228585" y="439463"/>
                  </a:lnTo>
                  <a:lnTo>
                    <a:pt x="1224603" y="439152"/>
                  </a:lnTo>
                  <a:lnTo>
                    <a:pt x="1222719" y="440514"/>
                  </a:lnTo>
                  <a:lnTo>
                    <a:pt x="1224118" y="443512"/>
                  </a:lnTo>
                  <a:lnTo>
                    <a:pt x="1217552" y="446162"/>
                  </a:lnTo>
                  <a:lnTo>
                    <a:pt x="1213354" y="443902"/>
                  </a:lnTo>
                  <a:lnTo>
                    <a:pt x="1206035" y="442461"/>
                  </a:lnTo>
                  <a:lnTo>
                    <a:pt x="1200276" y="442266"/>
                  </a:lnTo>
                  <a:lnTo>
                    <a:pt x="1197908" y="439658"/>
                  </a:lnTo>
                  <a:lnTo>
                    <a:pt x="1189243" y="438179"/>
                  </a:lnTo>
                  <a:lnTo>
                    <a:pt x="1187091" y="440358"/>
                  </a:lnTo>
                  <a:lnTo>
                    <a:pt x="1179394" y="439463"/>
                  </a:lnTo>
                  <a:lnTo>
                    <a:pt x="1175358" y="440592"/>
                  </a:lnTo>
                  <a:lnTo>
                    <a:pt x="1169599" y="440514"/>
                  </a:lnTo>
                  <a:lnTo>
                    <a:pt x="1166639" y="442772"/>
                  </a:lnTo>
                  <a:lnTo>
                    <a:pt x="1166263" y="447019"/>
                  </a:lnTo>
                  <a:lnTo>
                    <a:pt x="1165078" y="448540"/>
                  </a:lnTo>
                  <a:lnTo>
                    <a:pt x="1159481" y="450880"/>
                  </a:lnTo>
                  <a:lnTo>
                    <a:pt x="1155983" y="454157"/>
                  </a:lnTo>
                  <a:lnTo>
                    <a:pt x="1155822" y="457633"/>
                  </a:lnTo>
                  <a:lnTo>
                    <a:pt x="1158243" y="464082"/>
                  </a:lnTo>
                  <a:lnTo>
                    <a:pt x="1160342" y="464865"/>
                  </a:lnTo>
                  <a:lnTo>
                    <a:pt x="1163787" y="468504"/>
                  </a:lnTo>
                  <a:lnTo>
                    <a:pt x="1163572" y="470423"/>
                  </a:lnTo>
                  <a:lnTo>
                    <a:pt x="1159320" y="472499"/>
                  </a:lnTo>
                  <a:lnTo>
                    <a:pt x="1157921" y="475046"/>
                  </a:lnTo>
                  <a:lnTo>
                    <a:pt x="1160235" y="480341"/>
                  </a:lnTo>
                  <a:lnTo>
                    <a:pt x="1159427" y="481754"/>
                  </a:lnTo>
                  <a:lnTo>
                    <a:pt x="1153400" y="486820"/>
                  </a:lnTo>
                  <a:lnTo>
                    <a:pt x="1152592" y="489060"/>
                  </a:lnTo>
                  <a:lnTo>
                    <a:pt x="1148018" y="490515"/>
                  </a:lnTo>
                  <a:lnTo>
                    <a:pt x="1147533" y="492206"/>
                  </a:lnTo>
                  <a:lnTo>
                    <a:pt x="1143981" y="495708"/>
                  </a:lnTo>
                  <a:lnTo>
                    <a:pt x="1142690" y="499488"/>
                  </a:lnTo>
                  <a:lnTo>
                    <a:pt x="1128374" y="505164"/>
                  </a:lnTo>
                  <a:lnTo>
                    <a:pt x="1125306" y="503981"/>
                  </a:lnTo>
                  <a:lnTo>
                    <a:pt x="1118686" y="504138"/>
                  </a:lnTo>
                  <a:lnTo>
                    <a:pt x="1115619" y="508083"/>
                  </a:lnTo>
                  <a:lnTo>
                    <a:pt x="1111744" y="510056"/>
                  </a:lnTo>
                  <a:lnTo>
                    <a:pt x="1096728" y="509188"/>
                  </a:lnTo>
                  <a:lnTo>
                    <a:pt x="1084726" y="509503"/>
                  </a:lnTo>
                  <a:lnTo>
                    <a:pt x="1073801" y="511398"/>
                  </a:lnTo>
                  <a:lnTo>
                    <a:pt x="1070895" y="512978"/>
                  </a:lnTo>
                  <a:lnTo>
                    <a:pt x="1065405" y="519736"/>
                  </a:lnTo>
                  <a:lnTo>
                    <a:pt x="1065405" y="522981"/>
                  </a:lnTo>
                  <a:lnTo>
                    <a:pt x="1063898" y="526583"/>
                  </a:lnTo>
                  <a:lnTo>
                    <a:pt x="1060023" y="529911"/>
                  </a:lnTo>
                  <a:lnTo>
                    <a:pt x="1059001" y="532884"/>
                  </a:lnTo>
                  <a:lnTo>
                    <a:pt x="1055933" y="533994"/>
                  </a:lnTo>
                  <a:lnTo>
                    <a:pt x="1055018" y="537287"/>
                  </a:lnTo>
                  <a:lnTo>
                    <a:pt x="1052812" y="540344"/>
                  </a:lnTo>
                  <a:lnTo>
                    <a:pt x="1052865" y="544952"/>
                  </a:lnTo>
                  <a:lnTo>
                    <a:pt x="1051089" y="548451"/>
                  </a:lnTo>
                  <a:lnTo>
                    <a:pt x="1052435" y="552231"/>
                  </a:lnTo>
                  <a:lnTo>
                    <a:pt x="1058624" y="597727"/>
                  </a:lnTo>
                  <a:lnTo>
                    <a:pt x="1058355" y="602949"/>
                  </a:lnTo>
                  <a:lnTo>
                    <a:pt x="1064490" y="609827"/>
                  </a:lnTo>
                  <a:lnTo>
                    <a:pt x="1065943" y="614256"/>
                  </a:lnTo>
                  <a:lnTo>
                    <a:pt x="1063683" y="620463"/>
                  </a:lnTo>
                  <a:lnTo>
                    <a:pt x="1065890" y="623771"/>
                  </a:lnTo>
                  <a:lnTo>
                    <a:pt x="1064275" y="627606"/>
                  </a:lnTo>
                  <a:lnTo>
                    <a:pt x="1064275" y="630313"/>
                  </a:lnTo>
                  <a:lnTo>
                    <a:pt x="1060723" y="634153"/>
                  </a:lnTo>
                  <a:lnTo>
                    <a:pt x="1055556" y="638279"/>
                  </a:lnTo>
                  <a:lnTo>
                    <a:pt x="1052435" y="642853"/>
                  </a:lnTo>
                  <a:lnTo>
                    <a:pt x="1052327" y="646702"/>
                  </a:lnTo>
                  <a:lnTo>
                    <a:pt x="1043178" y="646175"/>
                  </a:lnTo>
                  <a:lnTo>
                    <a:pt x="1035697" y="647027"/>
                  </a:lnTo>
                  <a:lnTo>
                    <a:pt x="1033114" y="647999"/>
                  </a:lnTo>
                  <a:lnTo>
                    <a:pt x="1028808" y="645608"/>
                  </a:lnTo>
                  <a:lnTo>
                    <a:pt x="1023319" y="648364"/>
                  </a:lnTo>
                  <a:lnTo>
                    <a:pt x="1019982" y="652664"/>
                  </a:lnTo>
                  <a:lnTo>
                    <a:pt x="1013631" y="655545"/>
                  </a:lnTo>
                  <a:lnTo>
                    <a:pt x="1011801" y="658429"/>
                  </a:lnTo>
                  <a:lnTo>
                    <a:pt x="1003513" y="660582"/>
                  </a:lnTo>
                  <a:lnTo>
                    <a:pt x="1002867" y="664078"/>
                  </a:lnTo>
                  <a:lnTo>
                    <a:pt x="1000714" y="666274"/>
                  </a:lnTo>
                  <a:lnTo>
                    <a:pt x="998885" y="665989"/>
                  </a:lnTo>
                  <a:lnTo>
                    <a:pt x="993018" y="659647"/>
                  </a:lnTo>
                  <a:lnTo>
                    <a:pt x="991458" y="656723"/>
                  </a:lnTo>
                  <a:lnTo>
                    <a:pt x="985537" y="654449"/>
                  </a:lnTo>
                  <a:lnTo>
                    <a:pt x="982631" y="651487"/>
                  </a:lnTo>
                  <a:lnTo>
                    <a:pt x="978379" y="651609"/>
                  </a:lnTo>
                  <a:lnTo>
                    <a:pt x="975689" y="652948"/>
                  </a:lnTo>
                  <a:lnTo>
                    <a:pt x="966485" y="653272"/>
                  </a:lnTo>
                  <a:lnTo>
                    <a:pt x="961534" y="655139"/>
                  </a:lnTo>
                  <a:lnTo>
                    <a:pt x="954430" y="651568"/>
                  </a:lnTo>
                  <a:lnTo>
                    <a:pt x="949694" y="653110"/>
                  </a:lnTo>
                  <a:lnTo>
                    <a:pt x="946680" y="651933"/>
                  </a:lnTo>
                  <a:lnTo>
                    <a:pt x="942536" y="652988"/>
                  </a:lnTo>
                  <a:lnTo>
                    <a:pt x="934302" y="652096"/>
                  </a:lnTo>
                  <a:lnTo>
                    <a:pt x="930373" y="654693"/>
                  </a:lnTo>
                  <a:lnTo>
                    <a:pt x="924829" y="655911"/>
                  </a:lnTo>
                  <a:lnTo>
                    <a:pt x="920631" y="655099"/>
                  </a:lnTo>
                  <a:lnTo>
                    <a:pt x="917510" y="653394"/>
                  </a:lnTo>
                  <a:lnTo>
                    <a:pt x="913043" y="653719"/>
                  </a:lnTo>
                  <a:lnTo>
                    <a:pt x="911375" y="655424"/>
                  </a:lnTo>
                  <a:lnTo>
                    <a:pt x="907284" y="654246"/>
                  </a:lnTo>
                  <a:lnTo>
                    <a:pt x="896843" y="649783"/>
                  </a:lnTo>
                  <a:lnTo>
                    <a:pt x="890977" y="650919"/>
                  </a:lnTo>
                  <a:lnTo>
                    <a:pt x="891085" y="649256"/>
                  </a:lnTo>
                  <a:lnTo>
                    <a:pt x="880213" y="646581"/>
                  </a:lnTo>
                  <a:lnTo>
                    <a:pt x="879406" y="644433"/>
                  </a:lnTo>
                  <a:lnTo>
                    <a:pt x="876930" y="644109"/>
                  </a:lnTo>
                  <a:lnTo>
                    <a:pt x="870364" y="639331"/>
                  </a:lnTo>
                  <a:lnTo>
                    <a:pt x="866489" y="640626"/>
                  </a:lnTo>
                  <a:lnTo>
                    <a:pt x="862238" y="634719"/>
                  </a:lnTo>
                  <a:lnTo>
                    <a:pt x="858255" y="635770"/>
                  </a:lnTo>
                  <a:lnTo>
                    <a:pt x="856640" y="634598"/>
                  </a:lnTo>
                  <a:lnTo>
                    <a:pt x="852389" y="635245"/>
                  </a:lnTo>
                  <a:lnTo>
                    <a:pt x="849267" y="633870"/>
                  </a:lnTo>
                  <a:lnTo>
                    <a:pt x="847975" y="631202"/>
                  </a:lnTo>
                  <a:lnTo>
                    <a:pt x="845123" y="630757"/>
                  </a:lnTo>
                  <a:lnTo>
                    <a:pt x="843401" y="628980"/>
                  </a:lnTo>
                  <a:lnTo>
                    <a:pt x="839364" y="630394"/>
                  </a:lnTo>
                  <a:lnTo>
                    <a:pt x="832260" y="631040"/>
                  </a:lnTo>
                  <a:lnTo>
                    <a:pt x="832637" y="635730"/>
                  </a:lnTo>
                  <a:lnTo>
                    <a:pt x="829300" y="645973"/>
                  </a:lnTo>
                  <a:lnTo>
                    <a:pt x="824456" y="651041"/>
                  </a:lnTo>
                  <a:lnTo>
                    <a:pt x="823219" y="659200"/>
                  </a:lnTo>
                  <a:lnTo>
                    <a:pt x="819075" y="669977"/>
                  </a:lnTo>
                  <a:lnTo>
                    <a:pt x="819236" y="672624"/>
                  </a:lnTo>
                  <a:lnTo>
                    <a:pt x="814984" y="675068"/>
                  </a:lnTo>
                  <a:lnTo>
                    <a:pt x="811432" y="684489"/>
                  </a:lnTo>
                  <a:lnTo>
                    <a:pt x="810141" y="692209"/>
                  </a:lnTo>
                  <a:lnTo>
                    <a:pt x="805996" y="702684"/>
                  </a:lnTo>
                  <a:lnTo>
                    <a:pt x="795717" y="722543"/>
                  </a:lnTo>
                  <a:lnTo>
                    <a:pt x="787806" y="736579"/>
                  </a:lnTo>
                  <a:lnTo>
                    <a:pt x="782854" y="753874"/>
                  </a:lnTo>
                  <a:lnTo>
                    <a:pt x="777580" y="754618"/>
                  </a:lnTo>
                  <a:lnTo>
                    <a:pt x="772467" y="758299"/>
                  </a:lnTo>
                  <a:lnTo>
                    <a:pt x="771875" y="763557"/>
                  </a:lnTo>
                  <a:lnTo>
                    <a:pt x="773059" y="769482"/>
                  </a:lnTo>
                  <a:lnTo>
                    <a:pt x="772252" y="774460"/>
                  </a:lnTo>
                  <a:lnTo>
                    <a:pt x="767839" y="780064"/>
                  </a:lnTo>
                  <a:lnTo>
                    <a:pt x="767731" y="786132"/>
                  </a:lnTo>
                  <a:lnTo>
                    <a:pt x="765793" y="789627"/>
                  </a:lnTo>
                  <a:lnTo>
                    <a:pt x="767139" y="797705"/>
                  </a:lnTo>
                  <a:lnTo>
                    <a:pt x="781670" y="805419"/>
                  </a:lnTo>
                  <a:lnTo>
                    <a:pt x="790281" y="808926"/>
                  </a:lnTo>
                  <a:lnTo>
                    <a:pt x="795017" y="816864"/>
                  </a:lnTo>
                  <a:lnTo>
                    <a:pt x="793833" y="829003"/>
                  </a:lnTo>
                  <a:lnTo>
                    <a:pt x="791681" y="830931"/>
                  </a:lnTo>
                  <a:lnTo>
                    <a:pt x="785061" y="833279"/>
                  </a:lnTo>
                  <a:lnTo>
                    <a:pt x="772628" y="829506"/>
                  </a:lnTo>
                  <a:lnTo>
                    <a:pt x="768215" y="826657"/>
                  </a:lnTo>
                  <a:lnTo>
                    <a:pt x="760573" y="827746"/>
                  </a:lnTo>
                  <a:lnTo>
                    <a:pt x="752070" y="830261"/>
                  </a:lnTo>
                  <a:lnTo>
                    <a:pt x="750455" y="829171"/>
                  </a:lnTo>
                  <a:lnTo>
                    <a:pt x="750886" y="826448"/>
                  </a:lnTo>
                  <a:lnTo>
                    <a:pt x="747118" y="825862"/>
                  </a:lnTo>
                  <a:lnTo>
                    <a:pt x="741898" y="827621"/>
                  </a:lnTo>
                  <a:lnTo>
                    <a:pt x="735601" y="828082"/>
                  </a:lnTo>
                  <a:lnTo>
                    <a:pt x="731995" y="823014"/>
                  </a:lnTo>
                  <a:lnTo>
                    <a:pt x="727851" y="819499"/>
                  </a:lnTo>
                  <a:lnTo>
                    <a:pt x="723976" y="813144"/>
                  </a:lnTo>
                  <a:lnTo>
                    <a:pt x="714288" y="816028"/>
                  </a:lnTo>
                  <a:lnTo>
                    <a:pt x="711490" y="815568"/>
                  </a:lnTo>
                  <a:lnTo>
                    <a:pt x="706054" y="817826"/>
                  </a:lnTo>
                  <a:lnTo>
                    <a:pt x="705408" y="820671"/>
                  </a:lnTo>
                  <a:lnTo>
                    <a:pt x="702018" y="821047"/>
                  </a:lnTo>
                  <a:lnTo>
                    <a:pt x="701318" y="822847"/>
                  </a:lnTo>
                  <a:lnTo>
                    <a:pt x="695559" y="825024"/>
                  </a:lnTo>
                  <a:lnTo>
                    <a:pt x="693353" y="823182"/>
                  </a:lnTo>
                  <a:lnTo>
                    <a:pt x="689962" y="823893"/>
                  </a:lnTo>
                  <a:lnTo>
                    <a:pt x="688509" y="825652"/>
                  </a:lnTo>
                  <a:lnTo>
                    <a:pt x="683773" y="825359"/>
                  </a:lnTo>
                  <a:lnTo>
                    <a:pt x="680006" y="827537"/>
                  </a:lnTo>
                  <a:lnTo>
                    <a:pt x="675808" y="826699"/>
                  </a:lnTo>
                  <a:lnTo>
                    <a:pt x="670426" y="828626"/>
                  </a:lnTo>
                  <a:lnTo>
                    <a:pt x="669995" y="830302"/>
                  </a:lnTo>
                  <a:lnTo>
                    <a:pt x="664882" y="829590"/>
                  </a:lnTo>
                  <a:lnTo>
                    <a:pt x="662191" y="833111"/>
                  </a:lnTo>
                  <a:lnTo>
                    <a:pt x="657294" y="835083"/>
                  </a:lnTo>
                  <a:lnTo>
                    <a:pt x="652181" y="834537"/>
                  </a:lnTo>
                  <a:lnTo>
                    <a:pt x="649490" y="835334"/>
                  </a:lnTo>
                  <a:lnTo>
                    <a:pt x="646207" y="838607"/>
                  </a:lnTo>
                  <a:lnTo>
                    <a:pt x="643086" y="838649"/>
                  </a:lnTo>
                  <a:lnTo>
                    <a:pt x="639103" y="836089"/>
                  </a:lnTo>
                  <a:lnTo>
                    <a:pt x="631676" y="835754"/>
                  </a:lnTo>
                  <a:lnTo>
                    <a:pt x="627693" y="838440"/>
                  </a:lnTo>
                  <a:lnTo>
                    <a:pt x="620105" y="840749"/>
                  </a:lnTo>
                  <a:lnTo>
                    <a:pt x="613108" y="840455"/>
                  </a:lnTo>
                  <a:lnTo>
                    <a:pt x="610902" y="838649"/>
                  </a:lnTo>
                  <a:lnTo>
                    <a:pt x="606704" y="841546"/>
                  </a:lnTo>
                  <a:lnTo>
                    <a:pt x="606542" y="843563"/>
                  </a:lnTo>
                  <a:lnTo>
                    <a:pt x="603098" y="846378"/>
                  </a:lnTo>
                  <a:lnTo>
                    <a:pt x="599061" y="847219"/>
                  </a:lnTo>
                  <a:lnTo>
                    <a:pt x="596424" y="844319"/>
                  </a:lnTo>
                  <a:lnTo>
                    <a:pt x="593249" y="844739"/>
                  </a:lnTo>
                  <a:lnTo>
                    <a:pt x="589051" y="848144"/>
                  </a:lnTo>
                  <a:lnTo>
                    <a:pt x="584853" y="848228"/>
                  </a:lnTo>
                  <a:lnTo>
                    <a:pt x="580386" y="845411"/>
                  </a:lnTo>
                  <a:lnTo>
                    <a:pt x="579633" y="847177"/>
                  </a:lnTo>
                  <a:lnTo>
                    <a:pt x="577534" y="846042"/>
                  </a:lnTo>
                  <a:lnTo>
                    <a:pt x="573067" y="848690"/>
                  </a:lnTo>
                  <a:lnTo>
                    <a:pt x="572690" y="850162"/>
                  </a:lnTo>
                  <a:lnTo>
                    <a:pt x="566124" y="854833"/>
                  </a:lnTo>
                  <a:lnTo>
                    <a:pt x="563541" y="855464"/>
                  </a:lnTo>
                  <a:lnTo>
                    <a:pt x="562895" y="857443"/>
                  </a:lnTo>
                  <a:lnTo>
                    <a:pt x="557944" y="860308"/>
                  </a:lnTo>
                  <a:lnTo>
                    <a:pt x="565048" y="863426"/>
                  </a:lnTo>
                  <a:lnTo>
                    <a:pt x="563702" y="866252"/>
                  </a:lnTo>
                  <a:lnTo>
                    <a:pt x="567039" y="868150"/>
                  </a:lnTo>
                  <a:lnTo>
                    <a:pt x="567685" y="871780"/>
                  </a:lnTo>
                  <a:lnTo>
                    <a:pt x="575435" y="869458"/>
                  </a:lnTo>
                  <a:lnTo>
                    <a:pt x="577857" y="869627"/>
                  </a:lnTo>
                  <a:lnTo>
                    <a:pt x="582593" y="866716"/>
                  </a:lnTo>
                  <a:lnTo>
                    <a:pt x="584154" y="868614"/>
                  </a:lnTo>
                  <a:lnTo>
                    <a:pt x="583346" y="871484"/>
                  </a:lnTo>
                  <a:lnTo>
                    <a:pt x="585284" y="875454"/>
                  </a:lnTo>
                  <a:lnTo>
                    <a:pt x="588621" y="878835"/>
                  </a:lnTo>
                  <a:lnTo>
                    <a:pt x="595133" y="880610"/>
                  </a:lnTo>
                  <a:lnTo>
                    <a:pt x="602721" y="888184"/>
                  </a:lnTo>
                  <a:lnTo>
                    <a:pt x="603744" y="890513"/>
                  </a:lnTo>
                  <a:lnTo>
                    <a:pt x="598362" y="902513"/>
                  </a:lnTo>
                  <a:lnTo>
                    <a:pt x="601214" y="910796"/>
                  </a:lnTo>
                  <a:lnTo>
                    <a:pt x="602614" y="920282"/>
                  </a:lnTo>
                  <a:lnTo>
                    <a:pt x="603851" y="924371"/>
                  </a:lnTo>
                  <a:lnTo>
                    <a:pt x="602775" y="930935"/>
                  </a:lnTo>
                  <a:lnTo>
                    <a:pt x="603313" y="935800"/>
                  </a:lnTo>
                  <a:lnTo>
                    <a:pt x="602183" y="938063"/>
                  </a:lnTo>
                  <a:lnTo>
                    <a:pt x="607027" y="942933"/>
                  </a:lnTo>
                  <a:lnTo>
                    <a:pt x="607834" y="946011"/>
                  </a:lnTo>
                  <a:lnTo>
                    <a:pt x="607726" y="952557"/>
                  </a:lnTo>
                  <a:lnTo>
                    <a:pt x="610148" y="955084"/>
                  </a:lnTo>
                  <a:lnTo>
                    <a:pt x="609287" y="956840"/>
                  </a:lnTo>
                  <a:lnTo>
                    <a:pt x="612409" y="959968"/>
                  </a:lnTo>
                  <a:lnTo>
                    <a:pt x="613377" y="968933"/>
                  </a:lnTo>
                  <a:lnTo>
                    <a:pt x="633721" y="1000958"/>
                  </a:lnTo>
                  <a:lnTo>
                    <a:pt x="634259" y="1005707"/>
                  </a:lnTo>
                  <a:lnTo>
                    <a:pt x="632968" y="1006441"/>
                  </a:lnTo>
                  <a:lnTo>
                    <a:pt x="632053" y="1011368"/>
                  </a:lnTo>
                  <a:lnTo>
                    <a:pt x="627693" y="1016904"/>
                  </a:lnTo>
                  <a:lnTo>
                    <a:pt x="628285" y="1018246"/>
                  </a:lnTo>
                  <a:lnTo>
                    <a:pt x="635659" y="1019458"/>
                  </a:lnTo>
                  <a:lnTo>
                    <a:pt x="634959" y="1023702"/>
                  </a:lnTo>
                  <a:lnTo>
                    <a:pt x="636681" y="1025999"/>
                  </a:lnTo>
                  <a:lnTo>
                    <a:pt x="636735" y="1030031"/>
                  </a:lnTo>
                  <a:lnTo>
                    <a:pt x="638027" y="1032373"/>
                  </a:lnTo>
                  <a:lnTo>
                    <a:pt x="637165" y="1036452"/>
                  </a:lnTo>
                  <a:lnTo>
                    <a:pt x="633506" y="1035367"/>
                  </a:lnTo>
                  <a:lnTo>
                    <a:pt x="631730" y="1037060"/>
                  </a:lnTo>
                  <a:lnTo>
                    <a:pt x="629523" y="1035801"/>
                  </a:lnTo>
                  <a:lnTo>
                    <a:pt x="624626" y="1035454"/>
                  </a:lnTo>
                  <a:lnTo>
                    <a:pt x="619567" y="1036843"/>
                  </a:lnTo>
                  <a:lnTo>
                    <a:pt x="616337" y="1039709"/>
                  </a:lnTo>
                  <a:lnTo>
                    <a:pt x="609933" y="1043185"/>
                  </a:lnTo>
                  <a:lnTo>
                    <a:pt x="604174" y="1044446"/>
                  </a:lnTo>
                  <a:lnTo>
                    <a:pt x="600837" y="1046968"/>
                  </a:lnTo>
                  <a:lnTo>
                    <a:pt x="602506" y="1050404"/>
                  </a:lnTo>
                  <a:lnTo>
                    <a:pt x="610310" y="1055192"/>
                  </a:lnTo>
                  <a:lnTo>
                    <a:pt x="619405" y="1057719"/>
                  </a:lnTo>
                  <a:lnTo>
                    <a:pt x="620428" y="1060595"/>
                  </a:lnTo>
                  <a:lnTo>
                    <a:pt x="611763" y="1061815"/>
                  </a:lnTo>
                  <a:lnTo>
                    <a:pt x="607134" y="1063821"/>
                  </a:lnTo>
                  <a:lnTo>
                    <a:pt x="603313" y="1066525"/>
                  </a:lnTo>
                  <a:lnTo>
                    <a:pt x="597285" y="1066830"/>
                  </a:lnTo>
                  <a:lnTo>
                    <a:pt x="592226" y="1066176"/>
                  </a:lnTo>
                  <a:lnTo>
                    <a:pt x="590666" y="1067136"/>
                  </a:lnTo>
                  <a:lnTo>
                    <a:pt x="590397" y="1070889"/>
                  </a:lnTo>
                  <a:lnTo>
                    <a:pt x="587490" y="1078622"/>
                  </a:lnTo>
                  <a:lnTo>
                    <a:pt x="587706" y="1080633"/>
                  </a:lnTo>
                  <a:lnTo>
                    <a:pt x="583454" y="1082863"/>
                  </a:lnTo>
                  <a:lnTo>
                    <a:pt x="582055" y="1086889"/>
                  </a:lnTo>
                  <a:lnTo>
                    <a:pt x="583562" y="1090786"/>
                  </a:lnTo>
                  <a:lnTo>
                    <a:pt x="587114" y="1096483"/>
                  </a:lnTo>
                  <a:lnTo>
                    <a:pt x="590935" y="1099596"/>
                  </a:lnTo>
                  <a:lnTo>
                    <a:pt x="587490" y="1101219"/>
                  </a:lnTo>
                  <a:lnTo>
                    <a:pt x="585768" y="1106618"/>
                  </a:lnTo>
                  <a:lnTo>
                    <a:pt x="588674" y="1110747"/>
                  </a:lnTo>
                  <a:lnTo>
                    <a:pt x="587759" y="1113867"/>
                  </a:lnTo>
                  <a:lnTo>
                    <a:pt x="592549" y="1117649"/>
                  </a:lnTo>
                  <a:lnTo>
                    <a:pt x="591527" y="1121477"/>
                  </a:lnTo>
                  <a:lnTo>
                    <a:pt x="593303" y="1123679"/>
                  </a:lnTo>
                  <a:lnTo>
                    <a:pt x="592765" y="1126321"/>
                  </a:lnTo>
                  <a:lnTo>
                    <a:pt x="588136" y="1128612"/>
                  </a:lnTo>
                  <a:lnTo>
                    <a:pt x="582485" y="1129582"/>
                  </a:lnTo>
                  <a:lnTo>
                    <a:pt x="582055" y="1134343"/>
                  </a:lnTo>
                  <a:lnTo>
                    <a:pt x="579956" y="1134476"/>
                  </a:lnTo>
                  <a:lnTo>
                    <a:pt x="582431" y="1139903"/>
                  </a:lnTo>
                  <a:lnTo>
                    <a:pt x="584638" y="1141404"/>
                  </a:lnTo>
                  <a:lnTo>
                    <a:pt x="580171" y="1146042"/>
                  </a:lnTo>
                  <a:lnTo>
                    <a:pt x="575596" y="1144805"/>
                  </a:lnTo>
                  <a:lnTo>
                    <a:pt x="561065" y="1145291"/>
                  </a:lnTo>
                  <a:lnTo>
                    <a:pt x="554876" y="1147987"/>
                  </a:lnTo>
                  <a:lnTo>
                    <a:pt x="555037" y="1151082"/>
                  </a:lnTo>
                  <a:lnTo>
                    <a:pt x="552239" y="1153160"/>
                  </a:lnTo>
                  <a:lnTo>
                    <a:pt x="548202" y="1160198"/>
                  </a:lnTo>
                  <a:lnTo>
                    <a:pt x="543682" y="1159755"/>
                  </a:lnTo>
                  <a:lnTo>
                    <a:pt x="536362" y="1160951"/>
                  </a:lnTo>
                  <a:lnTo>
                    <a:pt x="534263" y="1163786"/>
                  </a:lnTo>
                  <a:lnTo>
                    <a:pt x="528504" y="1166002"/>
                  </a:lnTo>
                  <a:lnTo>
                    <a:pt x="524145" y="1165869"/>
                  </a:lnTo>
                  <a:lnTo>
                    <a:pt x="520324" y="1164628"/>
                  </a:lnTo>
                  <a:lnTo>
                    <a:pt x="516664" y="1165737"/>
                  </a:lnTo>
                  <a:lnTo>
                    <a:pt x="511498" y="1169816"/>
                  </a:lnTo>
                  <a:lnTo>
                    <a:pt x="508860" y="1168441"/>
                  </a:lnTo>
                  <a:lnTo>
                    <a:pt x="504555" y="1171280"/>
                  </a:lnTo>
                  <a:lnTo>
                    <a:pt x="504124" y="1172655"/>
                  </a:lnTo>
                  <a:lnTo>
                    <a:pt x="499334" y="1176783"/>
                  </a:lnTo>
                  <a:lnTo>
                    <a:pt x="492446" y="1177050"/>
                  </a:lnTo>
                  <a:lnTo>
                    <a:pt x="489916" y="1179581"/>
                  </a:lnTo>
                  <a:lnTo>
                    <a:pt x="484157" y="1181180"/>
                  </a:lnTo>
                  <a:lnTo>
                    <a:pt x="482274" y="1183580"/>
                  </a:lnTo>
                  <a:lnTo>
                    <a:pt x="479852" y="1182869"/>
                  </a:lnTo>
                  <a:lnTo>
                    <a:pt x="476677" y="1184158"/>
                  </a:lnTo>
                  <a:lnTo>
                    <a:pt x="470918" y="1189495"/>
                  </a:lnTo>
                  <a:lnTo>
                    <a:pt x="468711" y="1189895"/>
                  </a:lnTo>
                  <a:lnTo>
                    <a:pt x="465105" y="1193233"/>
                  </a:lnTo>
                  <a:lnTo>
                    <a:pt x="457571" y="1193678"/>
                  </a:lnTo>
                  <a:lnTo>
                    <a:pt x="453857" y="1195059"/>
                  </a:lnTo>
                  <a:lnTo>
                    <a:pt x="454772" y="1197018"/>
                  </a:lnTo>
                  <a:lnTo>
                    <a:pt x="452027" y="1198978"/>
                  </a:lnTo>
                  <a:lnTo>
                    <a:pt x="449821" y="1202455"/>
                  </a:lnTo>
                  <a:lnTo>
                    <a:pt x="443739" y="1201028"/>
                  </a:lnTo>
                  <a:lnTo>
                    <a:pt x="439057" y="1205085"/>
                  </a:lnTo>
                  <a:lnTo>
                    <a:pt x="432706" y="1207940"/>
                  </a:lnTo>
                  <a:lnTo>
                    <a:pt x="427217" y="1208342"/>
                  </a:lnTo>
                  <a:lnTo>
                    <a:pt x="426678" y="1209681"/>
                  </a:lnTo>
                  <a:lnTo>
                    <a:pt x="422534" y="1209413"/>
                  </a:lnTo>
                  <a:lnTo>
                    <a:pt x="421350" y="1210707"/>
                  </a:lnTo>
                  <a:lnTo>
                    <a:pt x="413547" y="1209234"/>
                  </a:lnTo>
                  <a:lnTo>
                    <a:pt x="407303" y="1210796"/>
                  </a:lnTo>
                  <a:lnTo>
                    <a:pt x="406066" y="1212314"/>
                  </a:lnTo>
                  <a:lnTo>
                    <a:pt x="407411" y="1215039"/>
                  </a:lnTo>
                  <a:lnTo>
                    <a:pt x="404935" y="1221161"/>
                  </a:lnTo>
                  <a:lnTo>
                    <a:pt x="404290" y="1226215"/>
                  </a:lnTo>
                  <a:lnTo>
                    <a:pt x="401276" y="1226618"/>
                  </a:lnTo>
                  <a:lnTo>
                    <a:pt x="390620" y="1231721"/>
                  </a:lnTo>
                  <a:lnTo>
                    <a:pt x="384699" y="1230512"/>
                  </a:lnTo>
                  <a:lnTo>
                    <a:pt x="378672" y="1233692"/>
                  </a:lnTo>
                  <a:lnTo>
                    <a:pt x="376788" y="1235573"/>
                  </a:lnTo>
                  <a:lnTo>
                    <a:pt x="376142" y="1239787"/>
                  </a:lnTo>
                  <a:lnTo>
                    <a:pt x="378080" y="1243016"/>
                  </a:lnTo>
                  <a:lnTo>
                    <a:pt x="375173" y="1244048"/>
                  </a:lnTo>
                  <a:lnTo>
                    <a:pt x="373828" y="1246650"/>
                  </a:lnTo>
                  <a:lnTo>
                    <a:pt x="370061" y="1245708"/>
                  </a:lnTo>
                  <a:lnTo>
                    <a:pt x="365432" y="1248132"/>
                  </a:lnTo>
                  <a:lnTo>
                    <a:pt x="362795" y="1247324"/>
                  </a:lnTo>
                  <a:lnTo>
                    <a:pt x="357790" y="1248401"/>
                  </a:lnTo>
                  <a:lnTo>
                    <a:pt x="357305" y="1249703"/>
                  </a:lnTo>
                  <a:lnTo>
                    <a:pt x="352838" y="1248266"/>
                  </a:lnTo>
                  <a:lnTo>
                    <a:pt x="347241" y="1248985"/>
                  </a:lnTo>
                  <a:lnTo>
                    <a:pt x="347026" y="1246650"/>
                  </a:lnTo>
                  <a:lnTo>
                    <a:pt x="341913" y="1245080"/>
                  </a:lnTo>
                  <a:lnTo>
                    <a:pt x="337338" y="1244855"/>
                  </a:lnTo>
                  <a:lnTo>
                    <a:pt x="331526" y="1248446"/>
                  </a:lnTo>
                  <a:lnTo>
                    <a:pt x="326306" y="1246157"/>
                  </a:lnTo>
                  <a:lnTo>
                    <a:pt x="320385" y="1247997"/>
                  </a:lnTo>
                  <a:lnTo>
                    <a:pt x="315057" y="1245125"/>
                  </a:lnTo>
                  <a:lnTo>
                    <a:pt x="313604" y="1242702"/>
                  </a:lnTo>
                  <a:lnTo>
                    <a:pt x="307630" y="1243016"/>
                  </a:lnTo>
                  <a:lnTo>
                    <a:pt x="305800" y="1241625"/>
                  </a:lnTo>
                  <a:lnTo>
                    <a:pt x="300418" y="1246067"/>
                  </a:lnTo>
                  <a:lnTo>
                    <a:pt x="295629" y="1246202"/>
                  </a:lnTo>
                  <a:lnTo>
                    <a:pt x="292830" y="1251275"/>
                  </a:lnTo>
                  <a:lnTo>
                    <a:pt x="289708" y="1251365"/>
                  </a:lnTo>
                  <a:lnTo>
                    <a:pt x="284811" y="1253476"/>
                  </a:lnTo>
                  <a:lnTo>
                    <a:pt x="283035" y="1257656"/>
                  </a:lnTo>
                  <a:lnTo>
                    <a:pt x="282174" y="1266925"/>
                  </a:lnTo>
                  <a:lnTo>
                    <a:pt x="278837" y="1270843"/>
                  </a:lnTo>
                  <a:lnTo>
                    <a:pt x="274747" y="1272780"/>
                  </a:lnTo>
                  <a:lnTo>
                    <a:pt x="274747" y="1275079"/>
                  </a:lnTo>
                  <a:lnTo>
                    <a:pt x="277384" y="1279137"/>
                  </a:lnTo>
                  <a:lnTo>
                    <a:pt x="275446" y="1283424"/>
                  </a:lnTo>
                  <a:lnTo>
                    <a:pt x="275662" y="1286674"/>
                  </a:lnTo>
                  <a:lnTo>
                    <a:pt x="271625" y="1288526"/>
                  </a:lnTo>
                  <a:lnTo>
                    <a:pt x="270764" y="1290785"/>
                  </a:lnTo>
                  <a:lnTo>
                    <a:pt x="266889" y="1294401"/>
                  </a:lnTo>
                  <a:lnTo>
                    <a:pt x="265705" y="1297250"/>
                  </a:lnTo>
                  <a:lnTo>
                    <a:pt x="265382" y="1302182"/>
                  </a:lnTo>
                  <a:lnTo>
                    <a:pt x="262691" y="1305623"/>
                  </a:lnTo>
                  <a:lnTo>
                    <a:pt x="259354" y="1306302"/>
                  </a:lnTo>
                  <a:lnTo>
                    <a:pt x="256879" y="1309428"/>
                  </a:lnTo>
                  <a:lnTo>
                    <a:pt x="252358" y="1310787"/>
                  </a:lnTo>
                  <a:lnTo>
                    <a:pt x="251604" y="1309473"/>
                  </a:lnTo>
                  <a:lnTo>
                    <a:pt x="247353" y="1314187"/>
                  </a:lnTo>
                  <a:lnTo>
                    <a:pt x="246868" y="1309428"/>
                  </a:lnTo>
                  <a:lnTo>
                    <a:pt x="242993" y="1307072"/>
                  </a:lnTo>
                  <a:lnTo>
                    <a:pt x="242670" y="1304672"/>
                  </a:lnTo>
                  <a:lnTo>
                    <a:pt x="237827" y="1308386"/>
                  </a:lnTo>
                  <a:lnTo>
                    <a:pt x="233629" y="1310425"/>
                  </a:lnTo>
                  <a:lnTo>
                    <a:pt x="230830" y="1309201"/>
                  </a:lnTo>
                  <a:lnTo>
                    <a:pt x="225341" y="1308929"/>
                  </a:lnTo>
                  <a:lnTo>
                    <a:pt x="222488" y="1309700"/>
                  </a:lnTo>
                  <a:lnTo>
                    <a:pt x="222488" y="1312827"/>
                  </a:lnTo>
                  <a:lnTo>
                    <a:pt x="220551" y="1313008"/>
                  </a:lnTo>
                  <a:lnTo>
                    <a:pt x="217052" y="1310379"/>
                  </a:lnTo>
                  <a:lnTo>
                    <a:pt x="212316" y="1314595"/>
                  </a:lnTo>
                  <a:lnTo>
                    <a:pt x="211401" y="1319358"/>
                  </a:lnTo>
                  <a:lnTo>
                    <a:pt x="208657" y="1317589"/>
                  </a:lnTo>
                  <a:lnTo>
                    <a:pt x="204297" y="1317271"/>
                  </a:lnTo>
                  <a:lnTo>
                    <a:pt x="203490" y="1315774"/>
                  </a:lnTo>
                  <a:lnTo>
                    <a:pt x="199507" y="1318406"/>
                  </a:lnTo>
                  <a:lnTo>
                    <a:pt x="195471" y="1318587"/>
                  </a:lnTo>
                  <a:lnTo>
                    <a:pt x="192834" y="1320402"/>
                  </a:lnTo>
                  <a:lnTo>
                    <a:pt x="191004" y="1314142"/>
                  </a:lnTo>
                  <a:lnTo>
                    <a:pt x="189389" y="1312147"/>
                  </a:lnTo>
                  <a:lnTo>
                    <a:pt x="190842" y="1306755"/>
                  </a:lnTo>
                  <a:lnTo>
                    <a:pt x="193533" y="1304264"/>
                  </a:lnTo>
                  <a:lnTo>
                    <a:pt x="194933" y="1301186"/>
                  </a:lnTo>
                  <a:lnTo>
                    <a:pt x="187344" y="1296978"/>
                  </a:lnTo>
                  <a:lnTo>
                    <a:pt x="185999" y="1293768"/>
                  </a:lnTo>
                  <a:lnTo>
                    <a:pt x="185676" y="1288165"/>
                  </a:lnTo>
                  <a:lnTo>
                    <a:pt x="186483" y="1286268"/>
                  </a:lnTo>
                  <a:lnTo>
                    <a:pt x="183254" y="1282747"/>
                  </a:lnTo>
                  <a:lnTo>
                    <a:pt x="178948" y="1283830"/>
                  </a:lnTo>
                  <a:lnTo>
                    <a:pt x="171737" y="1288707"/>
                  </a:lnTo>
                  <a:lnTo>
                    <a:pt x="168615" y="1292322"/>
                  </a:lnTo>
                  <a:lnTo>
                    <a:pt x="161942" y="1294853"/>
                  </a:lnTo>
                  <a:lnTo>
                    <a:pt x="156398" y="1300236"/>
                  </a:lnTo>
                  <a:lnTo>
                    <a:pt x="154353" y="1300236"/>
                  </a:lnTo>
                  <a:lnTo>
                    <a:pt x="152039" y="1303721"/>
                  </a:lnTo>
                  <a:lnTo>
                    <a:pt x="148917" y="1303811"/>
                  </a:lnTo>
                  <a:lnTo>
                    <a:pt x="142674" y="1302272"/>
                  </a:lnTo>
                  <a:lnTo>
                    <a:pt x="139822" y="1304581"/>
                  </a:lnTo>
                  <a:lnTo>
                    <a:pt x="135355" y="1303630"/>
                  </a:lnTo>
                  <a:lnTo>
                    <a:pt x="132772" y="1301910"/>
                  </a:lnTo>
                  <a:lnTo>
                    <a:pt x="130457" y="1303087"/>
                  </a:lnTo>
                  <a:lnTo>
                    <a:pt x="127659" y="1302136"/>
                  </a:lnTo>
                  <a:lnTo>
                    <a:pt x="121416" y="1297883"/>
                  </a:lnTo>
                  <a:lnTo>
                    <a:pt x="117272" y="1296526"/>
                  </a:lnTo>
                  <a:lnTo>
                    <a:pt x="115065" y="1298064"/>
                  </a:lnTo>
                  <a:lnTo>
                    <a:pt x="114688" y="1302498"/>
                  </a:lnTo>
                  <a:lnTo>
                    <a:pt x="112966" y="1304264"/>
                  </a:lnTo>
                  <a:lnTo>
                    <a:pt x="122869" y="1314641"/>
                  </a:lnTo>
                  <a:lnTo>
                    <a:pt x="118886" y="1315865"/>
                  </a:lnTo>
                  <a:lnTo>
                    <a:pt x="115549" y="1314097"/>
                  </a:lnTo>
                  <a:lnTo>
                    <a:pt x="104678" y="1313915"/>
                  </a:lnTo>
                  <a:lnTo>
                    <a:pt x="104463" y="1317498"/>
                  </a:lnTo>
                  <a:lnTo>
                    <a:pt x="102310" y="1320629"/>
                  </a:lnTo>
                  <a:lnTo>
                    <a:pt x="97520" y="1320538"/>
                  </a:lnTo>
                  <a:lnTo>
                    <a:pt x="93914" y="1322445"/>
                  </a:lnTo>
                  <a:lnTo>
                    <a:pt x="90201" y="1327668"/>
                  </a:lnTo>
                  <a:lnTo>
                    <a:pt x="85895" y="1330213"/>
                  </a:lnTo>
                  <a:lnTo>
                    <a:pt x="81320" y="1335260"/>
                  </a:lnTo>
                  <a:lnTo>
                    <a:pt x="74647" y="1339446"/>
                  </a:lnTo>
                  <a:lnTo>
                    <a:pt x="71148" y="1337717"/>
                  </a:lnTo>
                  <a:lnTo>
                    <a:pt x="68027" y="1338581"/>
                  </a:lnTo>
                  <a:lnTo>
                    <a:pt x="66466" y="1335897"/>
                  </a:lnTo>
                  <a:lnTo>
                    <a:pt x="54518" y="1337944"/>
                  </a:lnTo>
                  <a:lnTo>
                    <a:pt x="53388" y="1339719"/>
                  </a:lnTo>
                  <a:lnTo>
                    <a:pt x="45531" y="1339856"/>
                  </a:lnTo>
                  <a:lnTo>
                    <a:pt x="44185" y="1343270"/>
                  </a:lnTo>
                  <a:lnTo>
                    <a:pt x="38534" y="1346732"/>
                  </a:lnTo>
                  <a:lnTo>
                    <a:pt x="41763" y="1347872"/>
                  </a:lnTo>
                  <a:lnTo>
                    <a:pt x="35682" y="1354848"/>
                  </a:lnTo>
                  <a:lnTo>
                    <a:pt x="35359" y="1360872"/>
                  </a:lnTo>
                  <a:lnTo>
                    <a:pt x="29977" y="1365120"/>
                  </a:lnTo>
                  <a:lnTo>
                    <a:pt x="29654" y="1372571"/>
                  </a:lnTo>
                  <a:lnTo>
                    <a:pt x="35251" y="1373989"/>
                  </a:lnTo>
                  <a:lnTo>
                    <a:pt x="36866" y="1375956"/>
                  </a:lnTo>
                  <a:lnTo>
                    <a:pt x="39449" y="1388093"/>
                  </a:lnTo>
                  <a:lnTo>
                    <a:pt x="36166" y="1389423"/>
                  </a:lnTo>
                  <a:lnTo>
                    <a:pt x="36005" y="1391669"/>
                  </a:lnTo>
                  <a:lnTo>
                    <a:pt x="33314" y="1393963"/>
                  </a:lnTo>
                  <a:lnTo>
                    <a:pt x="34175" y="1395248"/>
                  </a:lnTo>
                  <a:lnTo>
                    <a:pt x="31968" y="1399746"/>
                  </a:lnTo>
                  <a:lnTo>
                    <a:pt x="29170" y="1400803"/>
                  </a:lnTo>
                  <a:lnTo>
                    <a:pt x="21258" y="1401813"/>
                  </a:lnTo>
                  <a:lnTo>
                    <a:pt x="12647" y="1400573"/>
                  </a:lnTo>
                  <a:lnTo>
                    <a:pt x="9472" y="1401445"/>
                  </a:lnTo>
                  <a:lnTo>
                    <a:pt x="7911" y="1406775"/>
                  </a:lnTo>
                  <a:lnTo>
                    <a:pt x="0" y="1409580"/>
                  </a:lnTo>
                  <a:lnTo>
                    <a:pt x="4520" y="1412937"/>
                  </a:lnTo>
                  <a:lnTo>
                    <a:pt x="4574" y="1418322"/>
                  </a:lnTo>
                  <a:lnTo>
                    <a:pt x="3498" y="1420947"/>
                  </a:lnTo>
                  <a:lnTo>
                    <a:pt x="5435" y="1421269"/>
                  </a:lnTo>
                  <a:lnTo>
                    <a:pt x="6835" y="1424126"/>
                  </a:lnTo>
                  <a:lnTo>
                    <a:pt x="10548" y="1424356"/>
                  </a:lnTo>
                  <a:lnTo>
                    <a:pt x="12001" y="1425831"/>
                  </a:lnTo>
                  <a:lnTo>
                    <a:pt x="13562" y="1431225"/>
                  </a:lnTo>
                  <a:lnTo>
                    <a:pt x="16253" y="1432333"/>
                  </a:lnTo>
                  <a:lnTo>
                    <a:pt x="18998" y="1436994"/>
                  </a:lnTo>
                  <a:lnTo>
                    <a:pt x="19051" y="1440595"/>
                  </a:lnTo>
                  <a:lnTo>
                    <a:pt x="21043" y="1444800"/>
                  </a:lnTo>
                  <a:lnTo>
                    <a:pt x="24272" y="1445077"/>
                  </a:lnTo>
                  <a:lnTo>
                    <a:pt x="27770" y="1443598"/>
                  </a:lnTo>
                  <a:lnTo>
                    <a:pt x="29492" y="1446926"/>
                  </a:lnTo>
                  <a:lnTo>
                    <a:pt x="30084" y="1451504"/>
                  </a:lnTo>
                  <a:lnTo>
                    <a:pt x="28308" y="1455993"/>
                  </a:lnTo>
                  <a:lnTo>
                    <a:pt x="23196" y="1453586"/>
                  </a:lnTo>
                  <a:lnTo>
                    <a:pt x="20989" y="1454327"/>
                  </a:lnTo>
                  <a:lnTo>
                    <a:pt x="18083" y="1458354"/>
                  </a:lnTo>
                  <a:lnTo>
                    <a:pt x="17222" y="1461874"/>
                  </a:lnTo>
                  <a:lnTo>
                    <a:pt x="19859" y="1463913"/>
                  </a:lnTo>
                  <a:lnTo>
                    <a:pt x="23303" y="1470032"/>
                  </a:lnTo>
                  <a:lnTo>
                    <a:pt x="22281" y="1475600"/>
                  </a:lnTo>
                  <a:lnTo>
                    <a:pt x="26801" y="1484100"/>
                  </a:lnTo>
                  <a:lnTo>
                    <a:pt x="25940" y="1486424"/>
                  </a:lnTo>
                  <a:lnTo>
                    <a:pt x="30569" y="1489074"/>
                  </a:lnTo>
                  <a:lnTo>
                    <a:pt x="34659" y="1489586"/>
                  </a:lnTo>
                  <a:lnTo>
                    <a:pt x="37027" y="1493866"/>
                  </a:lnTo>
                  <a:lnTo>
                    <a:pt x="44508" y="1494983"/>
                  </a:lnTo>
                  <a:lnTo>
                    <a:pt x="46499" y="1493307"/>
                  </a:lnTo>
                  <a:lnTo>
                    <a:pt x="51397" y="1493261"/>
                  </a:lnTo>
                  <a:lnTo>
                    <a:pt x="49459" y="1488935"/>
                  </a:lnTo>
                  <a:lnTo>
                    <a:pt x="51182" y="1486424"/>
                  </a:lnTo>
                  <a:lnTo>
                    <a:pt x="53334" y="1486377"/>
                  </a:lnTo>
                  <a:lnTo>
                    <a:pt x="56402" y="1479872"/>
                  </a:lnTo>
                  <a:lnTo>
                    <a:pt x="63560" y="1481916"/>
                  </a:lnTo>
                  <a:lnTo>
                    <a:pt x="74378" y="1481962"/>
                  </a:lnTo>
                  <a:lnTo>
                    <a:pt x="80352" y="1482752"/>
                  </a:lnTo>
                  <a:lnTo>
                    <a:pt x="83312" y="1484239"/>
                  </a:lnTo>
                  <a:lnTo>
                    <a:pt x="87725" y="1483775"/>
                  </a:lnTo>
                  <a:lnTo>
                    <a:pt x="91277" y="1486749"/>
                  </a:lnTo>
                  <a:lnTo>
                    <a:pt x="97089" y="1488191"/>
                  </a:lnTo>
                  <a:lnTo>
                    <a:pt x="99404" y="1487540"/>
                  </a:lnTo>
                  <a:lnTo>
                    <a:pt x="106185" y="1493261"/>
                  </a:lnTo>
                  <a:lnTo>
                    <a:pt x="112051" y="1493633"/>
                  </a:lnTo>
                  <a:lnTo>
                    <a:pt x="115280" y="1498335"/>
                  </a:lnTo>
                  <a:lnTo>
                    <a:pt x="118886" y="1499033"/>
                  </a:lnTo>
                  <a:lnTo>
                    <a:pt x="119371" y="1507001"/>
                  </a:lnTo>
                  <a:lnTo>
                    <a:pt x="116357" y="1511245"/>
                  </a:lnTo>
                  <a:lnTo>
                    <a:pt x="112482" y="1514885"/>
                  </a:lnTo>
                  <a:lnTo>
                    <a:pt x="113989" y="1518760"/>
                  </a:lnTo>
                  <a:lnTo>
                    <a:pt x="112805" y="1520207"/>
                  </a:lnTo>
                  <a:lnTo>
                    <a:pt x="114850" y="1525721"/>
                  </a:lnTo>
                  <a:lnTo>
                    <a:pt x="113773" y="1530537"/>
                  </a:lnTo>
                  <a:lnTo>
                    <a:pt x="115280" y="1536901"/>
                  </a:lnTo>
                  <a:lnTo>
                    <a:pt x="120339" y="1545052"/>
                  </a:lnTo>
                  <a:lnTo>
                    <a:pt x="124376" y="1545427"/>
                  </a:lnTo>
                  <a:lnTo>
                    <a:pt x="123084" y="1550444"/>
                  </a:lnTo>
                  <a:lnTo>
                    <a:pt x="123784" y="1556262"/>
                  </a:lnTo>
                  <a:lnTo>
                    <a:pt x="125344" y="1559454"/>
                  </a:lnTo>
                  <a:lnTo>
                    <a:pt x="123622" y="1562555"/>
                  </a:lnTo>
                  <a:lnTo>
                    <a:pt x="129973" y="1567254"/>
                  </a:lnTo>
                  <a:lnTo>
                    <a:pt x="131426" y="1569934"/>
                  </a:lnTo>
                  <a:lnTo>
                    <a:pt x="126421" y="1574450"/>
                  </a:lnTo>
                  <a:lnTo>
                    <a:pt x="124160" y="1575250"/>
                  </a:lnTo>
                  <a:lnTo>
                    <a:pt x="123945" y="1578498"/>
                  </a:lnTo>
                  <a:lnTo>
                    <a:pt x="121416" y="1580146"/>
                  </a:lnTo>
                  <a:lnTo>
                    <a:pt x="125667" y="1590986"/>
                  </a:lnTo>
                  <a:lnTo>
                    <a:pt x="130942" y="1593816"/>
                  </a:lnTo>
                  <a:lnTo>
                    <a:pt x="131049" y="1595703"/>
                  </a:lnTo>
                  <a:lnTo>
                    <a:pt x="133956" y="1596789"/>
                  </a:lnTo>
                  <a:lnTo>
                    <a:pt x="137723" y="1595750"/>
                  </a:lnTo>
                  <a:lnTo>
                    <a:pt x="138799" y="1598158"/>
                  </a:lnTo>
                  <a:lnTo>
                    <a:pt x="142190" y="1600896"/>
                  </a:lnTo>
                  <a:lnTo>
                    <a:pt x="144235" y="1605384"/>
                  </a:lnTo>
                  <a:lnTo>
                    <a:pt x="141867" y="1607983"/>
                  </a:lnTo>
                  <a:lnTo>
                    <a:pt x="143105" y="1611246"/>
                  </a:lnTo>
                  <a:lnTo>
                    <a:pt x="141867" y="1614509"/>
                  </a:lnTo>
                  <a:lnTo>
                    <a:pt x="137723" y="1614935"/>
                  </a:lnTo>
                  <a:lnTo>
                    <a:pt x="132449" y="1617349"/>
                  </a:lnTo>
                  <a:lnTo>
                    <a:pt x="124483" y="1618958"/>
                  </a:lnTo>
                  <a:lnTo>
                    <a:pt x="123084" y="1623362"/>
                  </a:lnTo>
                  <a:lnTo>
                    <a:pt x="114796" y="1625020"/>
                  </a:lnTo>
                  <a:lnTo>
                    <a:pt x="113397" y="1621894"/>
                  </a:lnTo>
                  <a:lnTo>
                    <a:pt x="109360" y="1618627"/>
                  </a:lnTo>
                  <a:lnTo>
                    <a:pt x="107046" y="1618437"/>
                  </a:lnTo>
                  <a:lnTo>
                    <a:pt x="101664" y="1623125"/>
                  </a:lnTo>
                  <a:lnTo>
                    <a:pt x="99619" y="1620568"/>
                  </a:lnTo>
                  <a:lnTo>
                    <a:pt x="95798" y="1620899"/>
                  </a:lnTo>
                  <a:lnTo>
                    <a:pt x="94022" y="1623551"/>
                  </a:lnTo>
                  <a:lnTo>
                    <a:pt x="91115" y="1621799"/>
                  </a:lnTo>
                  <a:lnTo>
                    <a:pt x="88155" y="1622699"/>
                  </a:lnTo>
                  <a:lnTo>
                    <a:pt x="85195" y="1626726"/>
                  </a:lnTo>
                  <a:lnTo>
                    <a:pt x="86110" y="1630470"/>
                  </a:lnTo>
                  <a:lnTo>
                    <a:pt x="84119" y="1631940"/>
                  </a:lnTo>
                  <a:lnTo>
                    <a:pt x="86864" y="1635023"/>
                  </a:lnTo>
                  <a:lnTo>
                    <a:pt x="87079" y="1639389"/>
                  </a:lnTo>
                  <a:lnTo>
                    <a:pt x="89824" y="1638392"/>
                  </a:lnTo>
                  <a:lnTo>
                    <a:pt x="93107" y="1643330"/>
                  </a:lnTo>
                  <a:lnTo>
                    <a:pt x="97412" y="1642238"/>
                  </a:lnTo>
                  <a:lnTo>
                    <a:pt x="98758" y="1639959"/>
                  </a:lnTo>
                  <a:lnTo>
                    <a:pt x="105431" y="1638155"/>
                  </a:lnTo>
                  <a:lnTo>
                    <a:pt x="108069" y="1643757"/>
                  </a:lnTo>
                  <a:lnTo>
                    <a:pt x="112751" y="1643852"/>
                  </a:lnTo>
                  <a:lnTo>
                    <a:pt x="113989" y="1641146"/>
                  </a:lnTo>
                  <a:lnTo>
                    <a:pt x="117487" y="1640908"/>
                  </a:lnTo>
                  <a:lnTo>
                    <a:pt x="117218" y="1645230"/>
                  </a:lnTo>
                  <a:lnTo>
                    <a:pt x="119478" y="1647511"/>
                  </a:lnTo>
                  <a:lnTo>
                    <a:pt x="121577" y="1652549"/>
                  </a:lnTo>
                  <a:lnTo>
                    <a:pt x="125506" y="1652216"/>
                  </a:lnTo>
                  <a:lnTo>
                    <a:pt x="124537" y="1648746"/>
                  </a:lnTo>
                  <a:lnTo>
                    <a:pt x="131372" y="1647083"/>
                  </a:lnTo>
                  <a:lnTo>
                    <a:pt x="133686" y="1644897"/>
                  </a:lnTo>
                  <a:lnTo>
                    <a:pt x="136377" y="1645943"/>
                  </a:lnTo>
                  <a:lnTo>
                    <a:pt x="145903" y="1645183"/>
                  </a:lnTo>
                  <a:lnTo>
                    <a:pt x="145580" y="1647368"/>
                  </a:lnTo>
                  <a:lnTo>
                    <a:pt x="152254" y="1650220"/>
                  </a:lnTo>
                  <a:lnTo>
                    <a:pt x="156075" y="1649079"/>
                  </a:lnTo>
                  <a:lnTo>
                    <a:pt x="161080" y="1650457"/>
                  </a:lnTo>
                  <a:lnTo>
                    <a:pt x="167001" y="1651075"/>
                  </a:lnTo>
                  <a:lnTo>
                    <a:pt x="165494" y="1656069"/>
                  </a:lnTo>
                  <a:lnTo>
                    <a:pt x="168454" y="1659162"/>
                  </a:lnTo>
                  <a:lnTo>
                    <a:pt x="168830" y="1663161"/>
                  </a:lnTo>
                  <a:lnTo>
                    <a:pt x="168077" y="1668543"/>
                  </a:lnTo>
                  <a:lnTo>
                    <a:pt x="170929" y="1674311"/>
                  </a:lnTo>
                  <a:lnTo>
                    <a:pt x="174966" y="1672070"/>
                  </a:lnTo>
                  <a:lnTo>
                    <a:pt x="177764" y="1673405"/>
                  </a:lnTo>
                  <a:lnTo>
                    <a:pt x="177818" y="1669115"/>
                  </a:lnTo>
                  <a:lnTo>
                    <a:pt x="182285" y="1670164"/>
                  </a:lnTo>
                  <a:lnTo>
                    <a:pt x="186268" y="1669258"/>
                  </a:lnTo>
                  <a:lnTo>
                    <a:pt x="194126" y="1671355"/>
                  </a:lnTo>
                  <a:lnTo>
                    <a:pt x="201391" y="1675599"/>
                  </a:lnTo>
                  <a:lnTo>
                    <a:pt x="206988" y="1679702"/>
                  </a:lnTo>
                  <a:lnTo>
                    <a:pt x="213608" y="1687246"/>
                  </a:lnTo>
                  <a:lnTo>
                    <a:pt x="211617" y="1689682"/>
                  </a:lnTo>
                  <a:lnTo>
                    <a:pt x="217537" y="1695705"/>
                  </a:lnTo>
                  <a:lnTo>
                    <a:pt x="221304" y="1705275"/>
                  </a:lnTo>
                  <a:lnTo>
                    <a:pt x="217483" y="1710975"/>
                  </a:lnTo>
                  <a:lnTo>
                    <a:pt x="218129" y="1714953"/>
                  </a:lnTo>
                  <a:lnTo>
                    <a:pt x="223080" y="1720852"/>
                  </a:lnTo>
                  <a:lnTo>
                    <a:pt x="223565" y="1723587"/>
                  </a:lnTo>
                  <a:lnTo>
                    <a:pt x="219259" y="1723203"/>
                  </a:lnTo>
                  <a:lnTo>
                    <a:pt x="219690" y="1729541"/>
                  </a:lnTo>
                  <a:lnTo>
                    <a:pt x="215438" y="1730165"/>
                  </a:lnTo>
                  <a:lnTo>
                    <a:pt x="212693" y="1732567"/>
                  </a:lnTo>
                  <a:lnTo>
                    <a:pt x="213823" y="1739008"/>
                  </a:lnTo>
                  <a:lnTo>
                    <a:pt x="216730" y="1742856"/>
                  </a:lnTo>
                  <a:lnTo>
                    <a:pt x="220712" y="1744300"/>
                  </a:lnTo>
                  <a:lnTo>
                    <a:pt x="222111" y="1743289"/>
                  </a:lnTo>
                  <a:lnTo>
                    <a:pt x="226740" y="1743722"/>
                  </a:lnTo>
                  <a:lnTo>
                    <a:pt x="228462" y="1748439"/>
                  </a:lnTo>
                  <a:lnTo>
                    <a:pt x="232660" y="1755038"/>
                  </a:lnTo>
                  <a:lnTo>
                    <a:pt x="231045" y="1761884"/>
                  </a:lnTo>
                  <a:lnTo>
                    <a:pt x="232230" y="1763427"/>
                  </a:lnTo>
                  <a:lnTo>
                    <a:pt x="237611" y="1763524"/>
                  </a:lnTo>
                  <a:lnTo>
                    <a:pt x="238203" y="1762173"/>
                  </a:lnTo>
                  <a:lnTo>
                    <a:pt x="244339" y="1761739"/>
                  </a:lnTo>
                  <a:lnTo>
                    <a:pt x="250205" y="1763427"/>
                  </a:lnTo>
                  <a:lnTo>
                    <a:pt x="250528" y="1759569"/>
                  </a:lnTo>
                  <a:lnTo>
                    <a:pt x="255964" y="1760726"/>
                  </a:lnTo>
                  <a:lnTo>
                    <a:pt x="259462" y="1757303"/>
                  </a:lnTo>
                  <a:lnTo>
                    <a:pt x="263283" y="1757785"/>
                  </a:lnTo>
                  <a:lnTo>
                    <a:pt x="266997" y="1753593"/>
                  </a:lnTo>
                  <a:lnTo>
                    <a:pt x="270441" y="1756339"/>
                  </a:lnTo>
                  <a:lnTo>
                    <a:pt x="268880" y="1759231"/>
                  </a:lnTo>
                  <a:lnTo>
                    <a:pt x="269580" y="1761835"/>
                  </a:lnTo>
                  <a:lnTo>
                    <a:pt x="267696" y="1763958"/>
                  </a:lnTo>
                  <a:lnTo>
                    <a:pt x="270118" y="1768638"/>
                  </a:lnTo>
                  <a:lnTo>
                    <a:pt x="278783" y="1771052"/>
                  </a:lnTo>
                  <a:lnTo>
                    <a:pt x="285457" y="1780377"/>
                  </a:lnTo>
                  <a:lnTo>
                    <a:pt x="292399" y="1778975"/>
                  </a:lnTo>
                  <a:lnTo>
                    <a:pt x="297458" y="1784245"/>
                  </a:lnTo>
                  <a:lnTo>
                    <a:pt x="302733" y="1786567"/>
                  </a:lnTo>
                  <a:lnTo>
                    <a:pt x="305424" y="1784632"/>
                  </a:lnTo>
                  <a:lnTo>
                    <a:pt x="311936" y="1786615"/>
                  </a:lnTo>
                  <a:lnTo>
                    <a:pt x="313766" y="1788744"/>
                  </a:lnTo>
                  <a:lnTo>
                    <a:pt x="322700" y="1793779"/>
                  </a:lnTo>
                  <a:lnTo>
                    <a:pt x="332495" y="1791648"/>
                  </a:lnTo>
                  <a:lnTo>
                    <a:pt x="334594" y="1792617"/>
                  </a:lnTo>
                  <a:lnTo>
                    <a:pt x="336639" y="1796249"/>
                  </a:lnTo>
                  <a:lnTo>
                    <a:pt x="340299" y="1798865"/>
                  </a:lnTo>
                  <a:lnTo>
                    <a:pt x="345089" y="1799592"/>
                  </a:lnTo>
                  <a:lnTo>
                    <a:pt x="350955" y="1797460"/>
                  </a:lnTo>
                  <a:lnTo>
                    <a:pt x="356121" y="1798089"/>
                  </a:lnTo>
                  <a:lnTo>
                    <a:pt x="357198" y="1799640"/>
                  </a:lnTo>
                  <a:lnTo>
                    <a:pt x="361503" y="1800173"/>
                  </a:lnTo>
                  <a:lnTo>
                    <a:pt x="363064" y="1797896"/>
                  </a:lnTo>
                  <a:lnTo>
                    <a:pt x="365970" y="1800803"/>
                  </a:lnTo>
                  <a:lnTo>
                    <a:pt x="369899" y="1799495"/>
                  </a:lnTo>
                  <a:lnTo>
                    <a:pt x="371837" y="1795958"/>
                  </a:lnTo>
                  <a:lnTo>
                    <a:pt x="375281" y="1796539"/>
                  </a:lnTo>
                  <a:lnTo>
                    <a:pt x="376949" y="1793827"/>
                  </a:lnTo>
                  <a:lnTo>
                    <a:pt x="380448" y="1796927"/>
                  </a:lnTo>
                  <a:lnTo>
                    <a:pt x="381686" y="1796152"/>
                  </a:lnTo>
                  <a:lnTo>
                    <a:pt x="385561" y="1799155"/>
                  </a:lnTo>
                  <a:lnTo>
                    <a:pt x="385776" y="1796588"/>
                  </a:lnTo>
                  <a:lnTo>
                    <a:pt x="388736" y="1797799"/>
                  </a:lnTo>
                  <a:lnTo>
                    <a:pt x="393849" y="1796491"/>
                  </a:lnTo>
                  <a:lnTo>
                    <a:pt x="395571" y="1798719"/>
                  </a:lnTo>
                  <a:lnTo>
                    <a:pt x="397239" y="1796539"/>
                  </a:lnTo>
                  <a:lnTo>
                    <a:pt x="405258" y="1796200"/>
                  </a:lnTo>
                  <a:lnTo>
                    <a:pt x="402944" y="1798962"/>
                  </a:lnTo>
                  <a:lnTo>
                    <a:pt x="402352" y="1801918"/>
                  </a:lnTo>
                  <a:lnTo>
                    <a:pt x="397078" y="1807203"/>
                  </a:lnTo>
                  <a:lnTo>
                    <a:pt x="394172" y="1808998"/>
                  </a:lnTo>
                  <a:lnTo>
                    <a:pt x="394817" y="1814045"/>
                  </a:lnTo>
                  <a:lnTo>
                    <a:pt x="394495" y="1822691"/>
                  </a:lnTo>
                  <a:lnTo>
                    <a:pt x="398262" y="1827455"/>
                  </a:lnTo>
                  <a:lnTo>
                    <a:pt x="398477" y="1833973"/>
                  </a:lnTo>
                  <a:lnTo>
                    <a:pt x="399876" y="1835434"/>
                  </a:lnTo>
                  <a:lnTo>
                    <a:pt x="403913" y="1834606"/>
                  </a:lnTo>
                  <a:lnTo>
                    <a:pt x="406173" y="1838452"/>
                  </a:lnTo>
                  <a:lnTo>
                    <a:pt x="403751" y="1841715"/>
                  </a:lnTo>
                  <a:lnTo>
                    <a:pt x="407034" y="1846295"/>
                  </a:lnTo>
                  <a:lnTo>
                    <a:pt x="410640" y="1847904"/>
                  </a:lnTo>
                  <a:lnTo>
                    <a:pt x="408918" y="1851658"/>
                  </a:lnTo>
                  <a:lnTo>
                    <a:pt x="411017" y="1856147"/>
                  </a:lnTo>
                  <a:lnTo>
                    <a:pt x="413762" y="1857074"/>
                  </a:lnTo>
                  <a:lnTo>
                    <a:pt x="413170" y="1867622"/>
                  </a:lnTo>
                  <a:lnTo>
                    <a:pt x="411717" y="1869186"/>
                  </a:lnTo>
                  <a:lnTo>
                    <a:pt x="411609" y="1873440"/>
                  </a:lnTo>
                  <a:lnTo>
                    <a:pt x="416345" y="1874662"/>
                  </a:lnTo>
                  <a:lnTo>
                    <a:pt x="416184" y="1880044"/>
                  </a:lnTo>
                  <a:lnTo>
                    <a:pt x="417529" y="1882834"/>
                  </a:lnTo>
                  <a:lnTo>
                    <a:pt x="423234" y="1884744"/>
                  </a:lnTo>
                  <a:lnTo>
                    <a:pt x="427701" y="1884597"/>
                  </a:lnTo>
                  <a:lnTo>
                    <a:pt x="430338" y="1885723"/>
                  </a:lnTo>
                  <a:lnTo>
                    <a:pt x="431092" y="1890720"/>
                  </a:lnTo>
                  <a:lnTo>
                    <a:pt x="436043" y="1887290"/>
                  </a:lnTo>
                  <a:lnTo>
                    <a:pt x="440402" y="1887682"/>
                  </a:lnTo>
                  <a:lnTo>
                    <a:pt x="441909" y="1889397"/>
                  </a:lnTo>
                  <a:lnTo>
                    <a:pt x="442178" y="1893808"/>
                  </a:lnTo>
                  <a:lnTo>
                    <a:pt x="443793" y="1894543"/>
                  </a:lnTo>
                  <a:lnTo>
                    <a:pt x="448475" y="1891308"/>
                  </a:lnTo>
                  <a:lnTo>
                    <a:pt x="454880" y="1892876"/>
                  </a:lnTo>
                  <a:lnTo>
                    <a:pt x="455472" y="1894886"/>
                  </a:lnTo>
                  <a:lnTo>
                    <a:pt x="459293" y="1896897"/>
                  </a:lnTo>
                  <a:lnTo>
                    <a:pt x="457894" y="1899595"/>
                  </a:lnTo>
                  <a:lnTo>
                    <a:pt x="463706" y="1901753"/>
                  </a:lnTo>
                  <a:lnTo>
                    <a:pt x="469734" y="1905876"/>
                  </a:lnTo>
                  <a:lnTo>
                    <a:pt x="471618" y="1909510"/>
                  </a:lnTo>
                  <a:lnTo>
                    <a:pt x="476784" y="1906416"/>
                  </a:lnTo>
                  <a:lnTo>
                    <a:pt x="478022" y="1908724"/>
                  </a:lnTo>
                  <a:lnTo>
                    <a:pt x="483834" y="1911524"/>
                  </a:lnTo>
                  <a:lnTo>
                    <a:pt x="482112" y="1913637"/>
                  </a:lnTo>
                  <a:lnTo>
                    <a:pt x="478775" y="1913145"/>
                  </a:lnTo>
                  <a:lnTo>
                    <a:pt x="476730" y="1921847"/>
                  </a:lnTo>
                  <a:lnTo>
                    <a:pt x="475223" y="1923716"/>
                  </a:lnTo>
                  <a:lnTo>
                    <a:pt x="473878" y="1929327"/>
                  </a:lnTo>
                  <a:lnTo>
                    <a:pt x="472532" y="1930558"/>
                  </a:lnTo>
                  <a:lnTo>
                    <a:pt x="469734" y="1928588"/>
                  </a:lnTo>
                  <a:lnTo>
                    <a:pt x="465428" y="1932330"/>
                  </a:lnTo>
                  <a:lnTo>
                    <a:pt x="463060" y="1931149"/>
                  </a:lnTo>
                  <a:lnTo>
                    <a:pt x="457409" y="1935877"/>
                  </a:lnTo>
                  <a:lnTo>
                    <a:pt x="450789" y="1936173"/>
                  </a:lnTo>
                  <a:lnTo>
                    <a:pt x="450359" y="1941792"/>
                  </a:lnTo>
                  <a:lnTo>
                    <a:pt x="457355" y="1944800"/>
                  </a:lnTo>
                  <a:lnTo>
                    <a:pt x="458055" y="1946724"/>
                  </a:lnTo>
                  <a:lnTo>
                    <a:pt x="457140" y="1952893"/>
                  </a:lnTo>
                  <a:lnTo>
                    <a:pt x="459616" y="1953781"/>
                  </a:lnTo>
                  <a:lnTo>
                    <a:pt x="459078" y="1956991"/>
                  </a:lnTo>
                  <a:lnTo>
                    <a:pt x="459939" y="1962377"/>
                  </a:lnTo>
                  <a:lnTo>
                    <a:pt x="459239" y="1965590"/>
                  </a:lnTo>
                  <a:lnTo>
                    <a:pt x="461123" y="1971377"/>
                  </a:lnTo>
                  <a:lnTo>
                    <a:pt x="453480" y="1976970"/>
                  </a:lnTo>
                  <a:lnTo>
                    <a:pt x="452835" y="1979148"/>
                  </a:lnTo>
                  <a:lnTo>
                    <a:pt x="455310" y="1982269"/>
                  </a:lnTo>
                  <a:lnTo>
                    <a:pt x="458970" y="1982269"/>
                  </a:lnTo>
                  <a:lnTo>
                    <a:pt x="457840" y="1989207"/>
                  </a:lnTo>
                  <a:lnTo>
                    <a:pt x="464352" y="1996399"/>
                  </a:lnTo>
                  <a:lnTo>
                    <a:pt x="467258" y="2002455"/>
                  </a:lnTo>
                  <a:lnTo>
                    <a:pt x="471348" y="2003200"/>
                  </a:lnTo>
                  <a:lnTo>
                    <a:pt x="475977" y="2006776"/>
                  </a:lnTo>
                  <a:lnTo>
                    <a:pt x="477591" y="2010951"/>
                  </a:lnTo>
                  <a:lnTo>
                    <a:pt x="482328" y="2012044"/>
                  </a:lnTo>
                  <a:lnTo>
                    <a:pt x="483996" y="2017514"/>
                  </a:lnTo>
                  <a:lnTo>
                    <a:pt x="487709" y="2019803"/>
                  </a:lnTo>
                  <a:lnTo>
                    <a:pt x="486687" y="2021495"/>
                  </a:lnTo>
                  <a:lnTo>
                    <a:pt x="489916" y="2024282"/>
                  </a:lnTo>
                  <a:lnTo>
                    <a:pt x="493683" y="2025875"/>
                  </a:lnTo>
                  <a:lnTo>
                    <a:pt x="494545" y="2027718"/>
                  </a:lnTo>
                  <a:lnTo>
                    <a:pt x="492553" y="2032500"/>
                  </a:lnTo>
                  <a:lnTo>
                    <a:pt x="494598" y="2043020"/>
                  </a:lnTo>
                  <a:lnTo>
                    <a:pt x="498258" y="2047711"/>
                  </a:lnTo>
                  <a:lnTo>
                    <a:pt x="502725" y="2049907"/>
                  </a:lnTo>
                  <a:lnTo>
                    <a:pt x="500249" y="2055101"/>
                  </a:lnTo>
                  <a:lnTo>
                    <a:pt x="501164" y="2059499"/>
                  </a:lnTo>
                  <a:lnTo>
                    <a:pt x="500034" y="2065649"/>
                  </a:lnTo>
                  <a:lnTo>
                    <a:pt x="504447" y="2066199"/>
                  </a:lnTo>
                  <a:lnTo>
                    <a:pt x="506708" y="2071152"/>
                  </a:lnTo>
                  <a:lnTo>
                    <a:pt x="504232" y="2076209"/>
                  </a:lnTo>
                  <a:lnTo>
                    <a:pt x="506546" y="2080266"/>
                  </a:lnTo>
                  <a:lnTo>
                    <a:pt x="507300" y="2084275"/>
                  </a:lnTo>
                  <a:lnTo>
                    <a:pt x="504178" y="2087834"/>
                  </a:lnTo>
                  <a:lnTo>
                    <a:pt x="502402" y="2092248"/>
                  </a:lnTo>
                  <a:lnTo>
                    <a:pt x="497020" y="2092749"/>
                  </a:lnTo>
                  <a:lnTo>
                    <a:pt x="496105" y="2094606"/>
                  </a:lnTo>
                  <a:lnTo>
                    <a:pt x="492230" y="2096663"/>
                  </a:lnTo>
                  <a:lnTo>
                    <a:pt x="491262" y="2102236"/>
                  </a:lnTo>
                  <a:lnTo>
                    <a:pt x="489378" y="2106858"/>
                  </a:lnTo>
                  <a:lnTo>
                    <a:pt x="486310" y="2105753"/>
                  </a:lnTo>
                  <a:lnTo>
                    <a:pt x="480874" y="2106305"/>
                  </a:lnTo>
                  <a:lnTo>
                    <a:pt x="477807" y="2110627"/>
                  </a:lnTo>
                  <a:lnTo>
                    <a:pt x="471994" y="2106356"/>
                  </a:lnTo>
                  <a:lnTo>
                    <a:pt x="469249" y="2103341"/>
                  </a:lnTo>
                  <a:lnTo>
                    <a:pt x="463814" y="2100228"/>
                  </a:lnTo>
                  <a:lnTo>
                    <a:pt x="461338" y="2095860"/>
                  </a:lnTo>
                  <a:lnTo>
                    <a:pt x="459454" y="2087583"/>
                  </a:lnTo>
                  <a:lnTo>
                    <a:pt x="461284" y="2083172"/>
                  </a:lnTo>
                  <a:lnTo>
                    <a:pt x="457840" y="2078512"/>
                  </a:lnTo>
                  <a:lnTo>
                    <a:pt x="457786" y="2073655"/>
                  </a:lnTo>
                  <a:lnTo>
                    <a:pt x="452942" y="2076008"/>
                  </a:lnTo>
                  <a:lnTo>
                    <a:pt x="451973" y="2078162"/>
                  </a:lnTo>
                  <a:lnTo>
                    <a:pt x="447883" y="2080967"/>
                  </a:lnTo>
                  <a:lnTo>
                    <a:pt x="444439" y="2080216"/>
                  </a:lnTo>
                  <a:lnTo>
                    <a:pt x="443470" y="2082470"/>
                  </a:lnTo>
                  <a:lnTo>
                    <a:pt x="438303" y="2083372"/>
                  </a:lnTo>
                  <a:lnTo>
                    <a:pt x="436689" y="2085879"/>
                  </a:lnTo>
                  <a:lnTo>
                    <a:pt x="430123" y="2087383"/>
                  </a:lnTo>
                  <a:lnTo>
                    <a:pt x="427540" y="2090893"/>
                  </a:lnTo>
                  <a:lnTo>
                    <a:pt x="430231" y="2093652"/>
                  </a:lnTo>
                  <a:lnTo>
                    <a:pt x="434321" y="2100328"/>
                  </a:lnTo>
                  <a:lnTo>
                    <a:pt x="433083" y="2105853"/>
                  </a:lnTo>
                  <a:lnTo>
                    <a:pt x="435236" y="2108114"/>
                  </a:lnTo>
                  <a:lnTo>
                    <a:pt x="435020" y="2110879"/>
                  </a:lnTo>
                  <a:lnTo>
                    <a:pt x="437442" y="2113996"/>
                  </a:lnTo>
                  <a:lnTo>
                    <a:pt x="434536" y="2120083"/>
                  </a:lnTo>
                  <a:lnTo>
                    <a:pt x="430607" y="2122499"/>
                  </a:lnTo>
                  <a:lnTo>
                    <a:pt x="430553" y="2124261"/>
                  </a:lnTo>
                  <a:lnTo>
                    <a:pt x="434052" y="2130909"/>
                  </a:lnTo>
                  <a:lnTo>
                    <a:pt x="437550" y="2128995"/>
                  </a:lnTo>
                  <a:lnTo>
                    <a:pt x="439057" y="2132219"/>
                  </a:lnTo>
                  <a:lnTo>
                    <a:pt x="446215" y="2138369"/>
                  </a:lnTo>
                  <a:lnTo>
                    <a:pt x="446053" y="2141243"/>
                  </a:lnTo>
                  <a:lnTo>
                    <a:pt x="454611" y="2144724"/>
                  </a:lnTo>
                  <a:lnTo>
                    <a:pt x="459616" y="2148863"/>
                  </a:lnTo>
                  <a:lnTo>
                    <a:pt x="460154" y="2150933"/>
                  </a:lnTo>
                  <a:lnTo>
                    <a:pt x="457625" y="2155024"/>
                  </a:lnTo>
                  <a:lnTo>
                    <a:pt x="451112" y="2158359"/>
                  </a:lnTo>
                  <a:lnTo>
                    <a:pt x="450197" y="2161593"/>
                  </a:lnTo>
                  <a:lnTo>
                    <a:pt x="454718" y="2165639"/>
                  </a:lnTo>
                  <a:lnTo>
                    <a:pt x="459670" y="2176569"/>
                  </a:lnTo>
                  <a:lnTo>
                    <a:pt x="462791" y="2175860"/>
                  </a:lnTo>
                  <a:lnTo>
                    <a:pt x="463491" y="2179304"/>
                  </a:lnTo>
                  <a:lnTo>
                    <a:pt x="466881" y="2182394"/>
                  </a:lnTo>
                  <a:lnTo>
                    <a:pt x="465859" y="2184877"/>
                  </a:lnTo>
                  <a:lnTo>
                    <a:pt x="461123" y="2188831"/>
                  </a:lnTo>
                  <a:lnTo>
                    <a:pt x="457678" y="2190048"/>
                  </a:lnTo>
                  <a:lnTo>
                    <a:pt x="456763" y="2195475"/>
                  </a:lnTo>
                  <a:lnTo>
                    <a:pt x="459024" y="2195475"/>
                  </a:lnTo>
                  <a:lnTo>
                    <a:pt x="462199" y="2199688"/>
                  </a:lnTo>
                  <a:lnTo>
                    <a:pt x="459401" y="2204003"/>
                  </a:lnTo>
                  <a:lnTo>
                    <a:pt x="458970" y="2207660"/>
                  </a:lnTo>
                  <a:lnTo>
                    <a:pt x="462468" y="2213098"/>
                  </a:lnTo>
                  <a:lnTo>
                    <a:pt x="468065" y="2214267"/>
                  </a:lnTo>
                  <a:lnTo>
                    <a:pt x="468604" y="2211929"/>
                  </a:lnTo>
                  <a:lnTo>
                    <a:pt x="470272" y="2215488"/>
                  </a:lnTo>
                  <a:lnTo>
                    <a:pt x="473716" y="2218488"/>
                  </a:lnTo>
                  <a:lnTo>
                    <a:pt x="474308" y="2221082"/>
                  </a:lnTo>
                  <a:lnTo>
                    <a:pt x="480175" y="2227241"/>
                  </a:lnTo>
                  <a:lnTo>
                    <a:pt x="478130" y="2231518"/>
                  </a:lnTo>
                  <a:lnTo>
                    <a:pt x="481251" y="2238651"/>
                  </a:lnTo>
                  <a:lnTo>
                    <a:pt x="485557" y="2240232"/>
                  </a:lnTo>
                  <a:lnTo>
                    <a:pt x="488840" y="2243801"/>
                  </a:lnTo>
                  <a:lnTo>
                    <a:pt x="496267" y="2241455"/>
                  </a:lnTo>
                  <a:lnTo>
                    <a:pt x="498366" y="2242985"/>
                  </a:lnTo>
                  <a:lnTo>
                    <a:pt x="500249" y="2248086"/>
                  </a:lnTo>
                  <a:lnTo>
                    <a:pt x="509399" y="2246096"/>
                  </a:lnTo>
                  <a:lnTo>
                    <a:pt x="507999" y="2241251"/>
                  </a:lnTo>
                  <a:lnTo>
                    <a:pt x="511659" y="2239926"/>
                  </a:lnTo>
                  <a:lnTo>
                    <a:pt x="515749" y="2235899"/>
                  </a:lnTo>
                  <a:lnTo>
                    <a:pt x="517471" y="2236919"/>
                  </a:lnTo>
                  <a:lnTo>
                    <a:pt x="517687" y="2241200"/>
                  </a:lnTo>
                  <a:lnTo>
                    <a:pt x="524576" y="2240283"/>
                  </a:lnTo>
                  <a:lnTo>
                    <a:pt x="528504" y="2247219"/>
                  </a:lnTo>
                  <a:lnTo>
                    <a:pt x="532595" y="2250382"/>
                  </a:lnTo>
                  <a:lnTo>
                    <a:pt x="538084" y="2247321"/>
                  </a:lnTo>
                  <a:lnTo>
                    <a:pt x="538784" y="2244974"/>
                  </a:lnTo>
                  <a:lnTo>
                    <a:pt x="544112" y="2248851"/>
                  </a:lnTo>
                  <a:lnTo>
                    <a:pt x="546642" y="2249311"/>
                  </a:lnTo>
                  <a:lnTo>
                    <a:pt x="553369" y="2257836"/>
                  </a:lnTo>
                  <a:lnTo>
                    <a:pt x="558213" y="2257428"/>
                  </a:lnTo>
                  <a:lnTo>
                    <a:pt x="560150" y="2259624"/>
                  </a:lnTo>
                  <a:lnTo>
                    <a:pt x="559074" y="2262996"/>
                  </a:lnTo>
                  <a:lnTo>
                    <a:pt x="564348" y="2265756"/>
                  </a:lnTo>
                  <a:lnTo>
                    <a:pt x="563864" y="2269029"/>
                  </a:lnTo>
                  <a:lnTo>
                    <a:pt x="565155" y="2274246"/>
                  </a:lnTo>
                  <a:lnTo>
                    <a:pt x="568977" y="2276651"/>
                  </a:lnTo>
                  <a:lnTo>
                    <a:pt x="571560" y="2282435"/>
                  </a:lnTo>
                  <a:lnTo>
                    <a:pt x="580279" y="2286942"/>
                  </a:lnTo>
                  <a:lnTo>
                    <a:pt x="586468" y="2284176"/>
                  </a:lnTo>
                  <a:lnTo>
                    <a:pt x="590612" y="2286123"/>
                  </a:lnTo>
                  <a:lnTo>
                    <a:pt x="595886" y="2286328"/>
                  </a:lnTo>
                  <a:lnTo>
                    <a:pt x="599008" y="2290683"/>
                  </a:lnTo>
                  <a:lnTo>
                    <a:pt x="605358" y="2291144"/>
                  </a:lnTo>
                  <a:lnTo>
                    <a:pt x="606758" y="2293195"/>
                  </a:lnTo>
                  <a:lnTo>
                    <a:pt x="611870" y="2294374"/>
                  </a:lnTo>
                  <a:lnTo>
                    <a:pt x="615745" y="2297810"/>
                  </a:lnTo>
                  <a:lnTo>
                    <a:pt x="618867" y="2296322"/>
                  </a:lnTo>
                  <a:lnTo>
                    <a:pt x="623065" y="2296835"/>
                  </a:lnTo>
                  <a:lnTo>
                    <a:pt x="628231" y="2300990"/>
                  </a:lnTo>
                  <a:lnTo>
                    <a:pt x="630600" y="2301195"/>
                  </a:lnTo>
                  <a:lnTo>
                    <a:pt x="639157" y="2310486"/>
                  </a:lnTo>
                  <a:lnTo>
                    <a:pt x="647337" y="2312335"/>
                  </a:lnTo>
                  <a:lnTo>
                    <a:pt x="649329" y="2315931"/>
                  </a:lnTo>
                  <a:lnTo>
                    <a:pt x="654818" y="2315828"/>
                  </a:lnTo>
                  <a:lnTo>
                    <a:pt x="658155" y="2317884"/>
                  </a:lnTo>
                  <a:lnTo>
                    <a:pt x="658478" y="2322048"/>
                  </a:lnTo>
                  <a:lnTo>
                    <a:pt x="662299" y="2327396"/>
                  </a:lnTo>
                  <a:lnTo>
                    <a:pt x="662622" y="2332439"/>
                  </a:lnTo>
                  <a:lnTo>
                    <a:pt x="664775" y="2333932"/>
                  </a:lnTo>
                  <a:lnTo>
                    <a:pt x="663537" y="2337176"/>
                  </a:lnTo>
                  <a:lnTo>
                    <a:pt x="666658" y="2340833"/>
                  </a:lnTo>
                  <a:lnTo>
                    <a:pt x="674839" y="2341863"/>
                  </a:lnTo>
                  <a:lnTo>
                    <a:pt x="677530" y="2341245"/>
                  </a:lnTo>
                  <a:lnTo>
                    <a:pt x="676777" y="2339184"/>
                  </a:lnTo>
                  <a:lnTo>
                    <a:pt x="679844" y="2336352"/>
                  </a:lnTo>
                  <a:lnTo>
                    <a:pt x="680759" y="2333005"/>
                  </a:lnTo>
                  <a:lnTo>
                    <a:pt x="678660" y="2327191"/>
                  </a:lnTo>
                  <a:lnTo>
                    <a:pt x="684473" y="2327551"/>
                  </a:lnTo>
                  <a:lnTo>
                    <a:pt x="689532" y="2322613"/>
                  </a:lnTo>
                  <a:lnTo>
                    <a:pt x="689855" y="2318501"/>
                  </a:lnTo>
                  <a:lnTo>
                    <a:pt x="691738" y="2315572"/>
                  </a:lnTo>
                  <a:lnTo>
                    <a:pt x="690608" y="2313414"/>
                  </a:lnTo>
                  <a:lnTo>
                    <a:pt x="692492" y="2312078"/>
                  </a:lnTo>
                  <a:lnTo>
                    <a:pt x="690070" y="2310691"/>
                  </a:lnTo>
                  <a:lnTo>
                    <a:pt x="690608" y="2305711"/>
                  </a:lnTo>
                  <a:lnTo>
                    <a:pt x="692922" y="2304736"/>
                  </a:lnTo>
                  <a:lnTo>
                    <a:pt x="690662" y="2302273"/>
                  </a:lnTo>
                  <a:lnTo>
                    <a:pt x="691684" y="2300631"/>
                  </a:lnTo>
                  <a:lnTo>
                    <a:pt x="694806" y="2301452"/>
                  </a:lnTo>
                  <a:lnTo>
                    <a:pt x="698358" y="2304531"/>
                  </a:lnTo>
                  <a:lnTo>
                    <a:pt x="703686" y="2305711"/>
                  </a:lnTo>
                  <a:lnTo>
                    <a:pt x="704601" y="2299810"/>
                  </a:lnTo>
                  <a:lnTo>
                    <a:pt x="708691" y="2301400"/>
                  </a:lnTo>
                  <a:lnTo>
                    <a:pt x="710198" y="2298015"/>
                  </a:lnTo>
                  <a:lnTo>
                    <a:pt x="718379" y="2301913"/>
                  </a:lnTo>
                  <a:lnTo>
                    <a:pt x="721446" y="2304120"/>
                  </a:lnTo>
                  <a:lnTo>
                    <a:pt x="731349" y="2305352"/>
                  </a:lnTo>
                  <a:lnTo>
                    <a:pt x="737215" y="2308175"/>
                  </a:lnTo>
                  <a:lnTo>
                    <a:pt x="738507" y="2307046"/>
                  </a:lnTo>
                  <a:lnTo>
                    <a:pt x="741736" y="2310332"/>
                  </a:lnTo>
                  <a:lnTo>
                    <a:pt x="744427" y="2308689"/>
                  </a:lnTo>
                  <a:lnTo>
                    <a:pt x="747764" y="2309408"/>
                  </a:lnTo>
                  <a:lnTo>
                    <a:pt x="751639" y="2308021"/>
                  </a:lnTo>
                  <a:lnTo>
                    <a:pt x="754115" y="2312181"/>
                  </a:lnTo>
                  <a:lnTo>
                    <a:pt x="752877" y="2314698"/>
                  </a:lnTo>
                  <a:lnTo>
                    <a:pt x="752500" y="2319889"/>
                  </a:lnTo>
                  <a:lnTo>
                    <a:pt x="754922" y="2322459"/>
                  </a:lnTo>
                  <a:lnTo>
                    <a:pt x="759012" y="2324002"/>
                  </a:lnTo>
                  <a:lnTo>
                    <a:pt x="760627" y="2328168"/>
                  </a:lnTo>
                  <a:lnTo>
                    <a:pt x="758528" y="2330329"/>
                  </a:lnTo>
                  <a:lnTo>
                    <a:pt x="758044" y="2335682"/>
                  </a:lnTo>
                  <a:lnTo>
                    <a:pt x="764071" y="2335322"/>
                  </a:lnTo>
                  <a:lnTo>
                    <a:pt x="769722" y="2338875"/>
                  </a:lnTo>
                  <a:lnTo>
                    <a:pt x="771660" y="2337948"/>
                  </a:lnTo>
                  <a:lnTo>
                    <a:pt x="774674" y="2341039"/>
                  </a:lnTo>
                  <a:lnTo>
                    <a:pt x="778549" y="2341245"/>
                  </a:lnTo>
                  <a:lnTo>
                    <a:pt x="780163" y="2343460"/>
                  </a:lnTo>
                  <a:lnTo>
                    <a:pt x="783984" y="2345058"/>
                  </a:lnTo>
                  <a:lnTo>
                    <a:pt x="786029" y="2347635"/>
                  </a:lnTo>
                  <a:lnTo>
                    <a:pt x="791519" y="2346862"/>
                  </a:lnTo>
                  <a:lnTo>
                    <a:pt x="795717" y="2353720"/>
                  </a:lnTo>
                  <a:lnTo>
                    <a:pt x="798731" y="2355473"/>
                  </a:lnTo>
                  <a:lnTo>
                    <a:pt x="797009" y="2358879"/>
                  </a:lnTo>
                  <a:lnTo>
                    <a:pt x="804005" y="2357589"/>
                  </a:lnTo>
                  <a:lnTo>
                    <a:pt x="806965" y="2361666"/>
                  </a:lnTo>
                  <a:lnTo>
                    <a:pt x="802929" y="2365694"/>
                  </a:lnTo>
                  <a:lnTo>
                    <a:pt x="808687" y="2366107"/>
                  </a:lnTo>
                  <a:lnTo>
                    <a:pt x="810141" y="2369619"/>
                  </a:lnTo>
                  <a:lnTo>
                    <a:pt x="813854" y="2370549"/>
                  </a:lnTo>
                  <a:lnTo>
                    <a:pt x="815092" y="2373495"/>
                  </a:lnTo>
                  <a:lnTo>
                    <a:pt x="819882" y="2373340"/>
                  </a:lnTo>
                  <a:lnTo>
                    <a:pt x="825371" y="2371790"/>
                  </a:lnTo>
                  <a:lnTo>
                    <a:pt x="826986" y="2376338"/>
                  </a:lnTo>
                  <a:lnTo>
                    <a:pt x="830861" y="2375459"/>
                  </a:lnTo>
                  <a:lnTo>
                    <a:pt x="837642" y="2381716"/>
                  </a:lnTo>
                  <a:lnTo>
                    <a:pt x="841140" y="2379854"/>
                  </a:lnTo>
                  <a:lnTo>
                    <a:pt x="843831" y="2380475"/>
                  </a:lnTo>
                  <a:lnTo>
                    <a:pt x="844262" y="2382647"/>
                  </a:lnTo>
                  <a:lnTo>
                    <a:pt x="848890" y="2382182"/>
                  </a:lnTo>
                  <a:lnTo>
                    <a:pt x="853196" y="2385079"/>
                  </a:lnTo>
                  <a:lnTo>
                    <a:pt x="854003" y="2391549"/>
                  </a:lnTo>
                  <a:lnTo>
                    <a:pt x="858309" y="2391860"/>
                  </a:lnTo>
                  <a:lnTo>
                    <a:pt x="863368" y="2399889"/>
                  </a:lnTo>
                  <a:lnTo>
                    <a:pt x="866220" y="2400044"/>
                  </a:lnTo>
                  <a:lnTo>
                    <a:pt x="866866" y="2405953"/>
                  </a:lnTo>
                  <a:lnTo>
                    <a:pt x="869234" y="2408754"/>
                  </a:lnTo>
                  <a:lnTo>
                    <a:pt x="870418" y="2413423"/>
                  </a:lnTo>
                  <a:lnTo>
                    <a:pt x="872894" y="2413994"/>
                  </a:lnTo>
                  <a:lnTo>
                    <a:pt x="877845" y="2421832"/>
                  </a:lnTo>
                  <a:lnTo>
                    <a:pt x="880375" y="2421573"/>
                  </a:lnTo>
                  <a:lnTo>
                    <a:pt x="881989" y="2424533"/>
                  </a:lnTo>
                  <a:lnTo>
                    <a:pt x="887210" y="2425209"/>
                  </a:lnTo>
                  <a:lnTo>
                    <a:pt x="888178" y="2421936"/>
                  </a:lnTo>
                  <a:lnTo>
                    <a:pt x="893453" y="2417523"/>
                  </a:lnTo>
                  <a:lnTo>
                    <a:pt x="899803" y="2417056"/>
                  </a:lnTo>
                  <a:lnTo>
                    <a:pt x="901579" y="2412593"/>
                  </a:lnTo>
                  <a:lnTo>
                    <a:pt x="904270" y="2412541"/>
                  </a:lnTo>
                  <a:lnTo>
                    <a:pt x="909545" y="2409687"/>
                  </a:lnTo>
                  <a:lnTo>
                    <a:pt x="912828" y="2410777"/>
                  </a:lnTo>
                  <a:lnTo>
                    <a:pt x="916111" y="2409532"/>
                  </a:lnTo>
                  <a:lnTo>
                    <a:pt x="917456" y="2412852"/>
                  </a:lnTo>
                  <a:lnTo>
                    <a:pt x="921815" y="2412333"/>
                  </a:lnTo>
                  <a:lnTo>
                    <a:pt x="927467" y="2413371"/>
                  </a:lnTo>
                  <a:lnTo>
                    <a:pt x="928651" y="2417990"/>
                  </a:lnTo>
                  <a:lnTo>
                    <a:pt x="935001" y="2417990"/>
                  </a:lnTo>
                  <a:lnTo>
                    <a:pt x="934517" y="2420950"/>
                  </a:lnTo>
                  <a:lnTo>
                    <a:pt x="932203" y="2422508"/>
                  </a:lnTo>
                  <a:lnTo>
                    <a:pt x="932687" y="2428534"/>
                  </a:lnTo>
                  <a:lnTo>
                    <a:pt x="935378" y="2430041"/>
                  </a:lnTo>
                  <a:lnTo>
                    <a:pt x="934086" y="2433472"/>
                  </a:lnTo>
                  <a:lnTo>
                    <a:pt x="934248" y="2437372"/>
                  </a:lnTo>
                  <a:lnTo>
                    <a:pt x="936885" y="2436956"/>
                  </a:lnTo>
                  <a:lnTo>
                    <a:pt x="938984" y="2438828"/>
                  </a:lnTo>
                  <a:lnTo>
                    <a:pt x="937208" y="2446842"/>
                  </a:lnTo>
                  <a:lnTo>
                    <a:pt x="937746" y="2452831"/>
                  </a:lnTo>
                  <a:lnTo>
                    <a:pt x="940706" y="2452258"/>
                  </a:lnTo>
                  <a:lnTo>
                    <a:pt x="946142" y="2455853"/>
                  </a:lnTo>
                  <a:lnTo>
                    <a:pt x="947003" y="2455071"/>
                  </a:lnTo>
                  <a:lnTo>
                    <a:pt x="952923" y="2456374"/>
                  </a:lnTo>
                  <a:lnTo>
                    <a:pt x="952600" y="2458927"/>
                  </a:lnTo>
                  <a:lnTo>
                    <a:pt x="955183" y="2459344"/>
                  </a:lnTo>
                  <a:lnTo>
                    <a:pt x="956152" y="2465288"/>
                  </a:lnTo>
                  <a:lnTo>
                    <a:pt x="959489" y="2468157"/>
                  </a:lnTo>
                  <a:lnTo>
                    <a:pt x="965947" y="2467061"/>
                  </a:lnTo>
                  <a:lnTo>
                    <a:pt x="971437" y="2468470"/>
                  </a:lnTo>
                  <a:lnTo>
                    <a:pt x="974128" y="2470244"/>
                  </a:lnTo>
                  <a:lnTo>
                    <a:pt x="975742" y="2473583"/>
                  </a:lnTo>
                  <a:lnTo>
                    <a:pt x="978379" y="2474471"/>
                  </a:lnTo>
                  <a:lnTo>
                    <a:pt x="978272" y="2478282"/>
                  </a:lnTo>
                  <a:lnTo>
                    <a:pt x="984838" y="2480580"/>
                  </a:lnTo>
                  <a:lnTo>
                    <a:pt x="992157" y="2484811"/>
                  </a:lnTo>
                  <a:lnTo>
                    <a:pt x="995602" y="2482878"/>
                  </a:lnTo>
                  <a:lnTo>
                    <a:pt x="1003029" y="2482983"/>
                  </a:lnTo>
                  <a:lnTo>
                    <a:pt x="1004267" y="2480475"/>
                  </a:lnTo>
                  <a:lnTo>
                    <a:pt x="1009595" y="2474210"/>
                  </a:lnTo>
                  <a:lnTo>
                    <a:pt x="1015676" y="2474053"/>
                  </a:lnTo>
                  <a:lnTo>
                    <a:pt x="1018260" y="2477238"/>
                  </a:lnTo>
                  <a:lnTo>
                    <a:pt x="1021758" y="2479222"/>
                  </a:lnTo>
                  <a:lnTo>
                    <a:pt x="1020735" y="2482878"/>
                  </a:lnTo>
                  <a:lnTo>
                    <a:pt x="1021220" y="2487111"/>
                  </a:lnTo>
                  <a:lnTo>
                    <a:pt x="1018636" y="2492286"/>
                  </a:lnTo>
                  <a:lnTo>
                    <a:pt x="1014115" y="2495423"/>
                  </a:lnTo>
                  <a:lnTo>
                    <a:pt x="1015945" y="2503691"/>
                  </a:lnTo>
                  <a:lnTo>
                    <a:pt x="1014546" y="2506989"/>
                  </a:lnTo>
                  <a:lnTo>
                    <a:pt x="1020359" y="2509031"/>
                  </a:lnTo>
                  <a:lnTo>
                    <a:pt x="1022942" y="2507565"/>
                  </a:lnTo>
                  <a:lnTo>
                    <a:pt x="1028431" y="2513169"/>
                  </a:lnTo>
                  <a:lnTo>
                    <a:pt x="1035213" y="2511598"/>
                  </a:lnTo>
                  <a:lnTo>
                    <a:pt x="1037796" y="2514007"/>
                  </a:lnTo>
                  <a:lnTo>
                    <a:pt x="1040971" y="2509345"/>
                  </a:lnTo>
                  <a:lnTo>
                    <a:pt x="1044739" y="2508193"/>
                  </a:lnTo>
                  <a:lnTo>
                    <a:pt x="1050121" y="2508769"/>
                  </a:lnTo>
                  <a:lnTo>
                    <a:pt x="1057279" y="2511859"/>
                  </a:lnTo>
                  <a:lnTo>
                    <a:pt x="1057171" y="2515999"/>
                  </a:lnTo>
                  <a:lnTo>
                    <a:pt x="1061476" y="2513064"/>
                  </a:lnTo>
                  <a:lnTo>
                    <a:pt x="1064275" y="2503900"/>
                  </a:lnTo>
                  <a:lnTo>
                    <a:pt x="1067612" y="2504266"/>
                  </a:lnTo>
                  <a:lnTo>
                    <a:pt x="1070464" y="2518619"/>
                  </a:lnTo>
                  <a:lnTo>
                    <a:pt x="1073801" y="2521817"/>
                  </a:lnTo>
                  <a:lnTo>
                    <a:pt x="1079291" y="2524125"/>
                  </a:lnTo>
                  <a:lnTo>
                    <a:pt x="1080798" y="2528846"/>
                  </a:lnTo>
                  <a:lnTo>
                    <a:pt x="1083166" y="2531155"/>
                  </a:lnTo>
                  <a:lnTo>
                    <a:pt x="1083381" y="2535931"/>
                  </a:lnTo>
                  <a:lnTo>
                    <a:pt x="1090270" y="2542811"/>
                  </a:lnTo>
                  <a:lnTo>
                    <a:pt x="1087579" y="2547488"/>
                  </a:lnTo>
                  <a:lnTo>
                    <a:pt x="1092207" y="2550485"/>
                  </a:lnTo>
                  <a:lnTo>
                    <a:pt x="1096728" y="2551116"/>
                  </a:lnTo>
                  <a:lnTo>
                    <a:pt x="1102971" y="2548907"/>
                  </a:lnTo>
                  <a:lnTo>
                    <a:pt x="1099258" y="2539450"/>
                  </a:lnTo>
                  <a:lnTo>
                    <a:pt x="1099580" y="2532309"/>
                  </a:lnTo>
                  <a:lnTo>
                    <a:pt x="1103240" y="2532624"/>
                  </a:lnTo>
                  <a:lnTo>
                    <a:pt x="1104263" y="2529843"/>
                  </a:lnTo>
                  <a:lnTo>
                    <a:pt x="1108730" y="2524649"/>
                  </a:lnTo>
                  <a:lnTo>
                    <a:pt x="1111582" y="2532047"/>
                  </a:lnTo>
                  <a:lnTo>
                    <a:pt x="1110021" y="2532886"/>
                  </a:lnTo>
                  <a:lnTo>
                    <a:pt x="1112282" y="2543810"/>
                  </a:lnTo>
                  <a:lnTo>
                    <a:pt x="1115888" y="2543547"/>
                  </a:lnTo>
                  <a:lnTo>
                    <a:pt x="1119009" y="2546174"/>
                  </a:lnTo>
                  <a:lnTo>
                    <a:pt x="1126382" y="2548540"/>
                  </a:lnTo>
                  <a:lnTo>
                    <a:pt x="1128266" y="2550747"/>
                  </a:lnTo>
                  <a:lnTo>
                    <a:pt x="1131334" y="2550327"/>
                  </a:lnTo>
                  <a:lnTo>
                    <a:pt x="1133594" y="2546752"/>
                  </a:lnTo>
                  <a:lnTo>
                    <a:pt x="1136985" y="2545754"/>
                  </a:lnTo>
                  <a:lnTo>
                    <a:pt x="1136877" y="2541603"/>
                  </a:lnTo>
                  <a:lnTo>
                    <a:pt x="1138976" y="2536824"/>
                  </a:lnTo>
                  <a:lnTo>
                    <a:pt x="1140806" y="2536509"/>
                  </a:lnTo>
                  <a:lnTo>
                    <a:pt x="1141721" y="2530997"/>
                  </a:lnTo>
                  <a:lnTo>
                    <a:pt x="1144520" y="2531522"/>
                  </a:lnTo>
                  <a:lnTo>
                    <a:pt x="1145434" y="2534304"/>
                  </a:lnTo>
                  <a:lnTo>
                    <a:pt x="1148610" y="2534356"/>
                  </a:lnTo>
                  <a:lnTo>
                    <a:pt x="1149901" y="2532099"/>
                  </a:lnTo>
                  <a:lnTo>
                    <a:pt x="1153184" y="2531155"/>
                  </a:lnTo>
                  <a:lnTo>
                    <a:pt x="1157382" y="2532362"/>
                  </a:lnTo>
                  <a:lnTo>
                    <a:pt x="1159158" y="2534356"/>
                  </a:lnTo>
                  <a:lnTo>
                    <a:pt x="1158136" y="2537979"/>
                  </a:lnTo>
                  <a:lnTo>
                    <a:pt x="1164325" y="2540027"/>
                  </a:lnTo>
                  <a:lnTo>
                    <a:pt x="1167554" y="2539029"/>
                  </a:lnTo>
                  <a:lnTo>
                    <a:pt x="1169384" y="2541656"/>
                  </a:lnTo>
                  <a:lnTo>
                    <a:pt x="1172990" y="2542654"/>
                  </a:lnTo>
                  <a:lnTo>
                    <a:pt x="1173743" y="2545701"/>
                  </a:lnTo>
                  <a:lnTo>
                    <a:pt x="1182462" y="2546595"/>
                  </a:lnTo>
                  <a:lnTo>
                    <a:pt x="1186445" y="2550117"/>
                  </a:lnTo>
                  <a:lnTo>
                    <a:pt x="1189728" y="2557111"/>
                  </a:lnTo>
                  <a:lnTo>
                    <a:pt x="1194571" y="2559321"/>
                  </a:lnTo>
                  <a:lnTo>
                    <a:pt x="1199307" y="2559847"/>
                  </a:lnTo>
                  <a:lnTo>
                    <a:pt x="1201191" y="2557216"/>
                  </a:lnTo>
                  <a:lnTo>
                    <a:pt x="1203936" y="2556638"/>
                  </a:lnTo>
                  <a:lnTo>
                    <a:pt x="1207111" y="2558479"/>
                  </a:lnTo>
                  <a:lnTo>
                    <a:pt x="1211202" y="2558742"/>
                  </a:lnTo>
                  <a:lnTo>
                    <a:pt x="1216261" y="2555480"/>
                  </a:lnTo>
                  <a:lnTo>
                    <a:pt x="1215938" y="2558584"/>
                  </a:lnTo>
                  <a:lnTo>
                    <a:pt x="1219544" y="2559058"/>
                  </a:lnTo>
                  <a:lnTo>
                    <a:pt x="1230146" y="2555217"/>
                  </a:lnTo>
                  <a:lnTo>
                    <a:pt x="1231653" y="2559689"/>
                  </a:lnTo>
                  <a:lnTo>
                    <a:pt x="1237950" y="2557953"/>
                  </a:lnTo>
                  <a:lnTo>
                    <a:pt x="1237788" y="2560163"/>
                  </a:lnTo>
                  <a:lnTo>
                    <a:pt x="1242955" y="2560847"/>
                  </a:lnTo>
                  <a:lnTo>
                    <a:pt x="1247368" y="2555165"/>
                  </a:lnTo>
                  <a:lnTo>
                    <a:pt x="1247745" y="2552115"/>
                  </a:lnTo>
                  <a:lnTo>
                    <a:pt x="1251620" y="2548434"/>
                  </a:lnTo>
                  <a:lnTo>
                    <a:pt x="1260715" y="2550274"/>
                  </a:lnTo>
                  <a:lnTo>
                    <a:pt x="1265236" y="2552746"/>
                  </a:lnTo>
                  <a:lnTo>
                    <a:pt x="1270026" y="2551010"/>
                  </a:lnTo>
                  <a:lnTo>
                    <a:pt x="1274708" y="2552640"/>
                  </a:lnTo>
                  <a:lnTo>
                    <a:pt x="1276538" y="2554691"/>
                  </a:lnTo>
                  <a:lnTo>
                    <a:pt x="1278799" y="2553324"/>
                  </a:lnTo>
                  <a:lnTo>
                    <a:pt x="1277292" y="2549696"/>
                  </a:lnTo>
                  <a:lnTo>
                    <a:pt x="1280467" y="2545439"/>
                  </a:lnTo>
                  <a:lnTo>
                    <a:pt x="1284557" y="2546910"/>
                  </a:lnTo>
                  <a:lnTo>
                    <a:pt x="1287948" y="2544493"/>
                  </a:lnTo>
                  <a:lnTo>
                    <a:pt x="1288970" y="2547278"/>
                  </a:lnTo>
                  <a:lnTo>
                    <a:pt x="1298012" y="2542601"/>
                  </a:lnTo>
                  <a:lnTo>
                    <a:pt x="1301833" y="2543547"/>
                  </a:lnTo>
                  <a:lnTo>
                    <a:pt x="1304632" y="2540973"/>
                  </a:lnTo>
                  <a:lnTo>
                    <a:pt x="1307753" y="2540290"/>
                  </a:lnTo>
                  <a:lnTo>
                    <a:pt x="1310283" y="2537191"/>
                  </a:lnTo>
                  <a:lnTo>
                    <a:pt x="1315180" y="2538504"/>
                  </a:lnTo>
                  <a:lnTo>
                    <a:pt x="1316149" y="2532991"/>
                  </a:lnTo>
                  <a:lnTo>
                    <a:pt x="1320993" y="2532152"/>
                  </a:lnTo>
                  <a:lnTo>
                    <a:pt x="1323146" y="2530210"/>
                  </a:lnTo>
                  <a:lnTo>
                    <a:pt x="1325837" y="2534461"/>
                  </a:lnTo>
                  <a:lnTo>
                    <a:pt x="1333533" y="2534461"/>
                  </a:lnTo>
                  <a:lnTo>
                    <a:pt x="1337731" y="2539450"/>
                  </a:lnTo>
                  <a:lnTo>
                    <a:pt x="1340422" y="2540658"/>
                  </a:lnTo>
                  <a:lnTo>
                    <a:pt x="1340744" y="2549065"/>
                  </a:lnTo>
                  <a:lnTo>
                    <a:pt x="1342305" y="2549065"/>
                  </a:lnTo>
                  <a:lnTo>
                    <a:pt x="1344404" y="2556480"/>
                  </a:lnTo>
                  <a:lnTo>
                    <a:pt x="1342198" y="2559952"/>
                  </a:lnTo>
                  <a:lnTo>
                    <a:pt x="1342843" y="2566795"/>
                  </a:lnTo>
                  <a:lnTo>
                    <a:pt x="1341067" y="2570008"/>
                  </a:lnTo>
                  <a:lnTo>
                    <a:pt x="1341229" y="2573959"/>
                  </a:lnTo>
                  <a:lnTo>
                    <a:pt x="1338107" y="2576910"/>
                  </a:lnTo>
                  <a:lnTo>
                    <a:pt x="1337838" y="2580336"/>
                  </a:lnTo>
                  <a:lnTo>
                    <a:pt x="1334125" y="2584607"/>
                  </a:lnTo>
                  <a:lnTo>
                    <a:pt x="1336493" y="2588827"/>
                  </a:lnTo>
                  <a:lnTo>
                    <a:pt x="1335201" y="2594210"/>
                  </a:lnTo>
                  <a:lnTo>
                    <a:pt x="1337462" y="2600335"/>
                  </a:lnTo>
                  <a:lnTo>
                    <a:pt x="1339991" y="2603082"/>
                  </a:lnTo>
                  <a:lnTo>
                    <a:pt x="1342574" y="2602712"/>
                  </a:lnTo>
                  <a:lnTo>
                    <a:pt x="1345534" y="2608102"/>
                  </a:lnTo>
                  <a:lnTo>
                    <a:pt x="1347203" y="2608313"/>
                  </a:lnTo>
                  <a:lnTo>
                    <a:pt x="1346449" y="2613547"/>
                  </a:lnTo>
                  <a:lnTo>
                    <a:pt x="1349086" y="2614657"/>
                  </a:lnTo>
                  <a:lnTo>
                    <a:pt x="1352800" y="2619894"/>
                  </a:lnTo>
                  <a:lnTo>
                    <a:pt x="1360066" y="2616773"/>
                  </a:lnTo>
                  <a:lnTo>
                    <a:pt x="1360927" y="2612119"/>
                  </a:lnTo>
                  <a:lnTo>
                    <a:pt x="1367493" y="2608947"/>
                  </a:lnTo>
                  <a:lnTo>
                    <a:pt x="1370130" y="2603504"/>
                  </a:lnTo>
                  <a:lnTo>
                    <a:pt x="1365717" y="2596797"/>
                  </a:lnTo>
                  <a:lnTo>
                    <a:pt x="1362487" y="2593788"/>
                  </a:lnTo>
                  <a:lnTo>
                    <a:pt x="1363671" y="2587191"/>
                  </a:lnTo>
                  <a:lnTo>
                    <a:pt x="1368408" y="2583552"/>
                  </a:lnTo>
                  <a:lnTo>
                    <a:pt x="1365394" y="2579914"/>
                  </a:lnTo>
                  <a:lnTo>
                    <a:pt x="1365663" y="2577700"/>
                  </a:lnTo>
                  <a:lnTo>
                    <a:pt x="1370291" y="2573695"/>
                  </a:lnTo>
                  <a:lnTo>
                    <a:pt x="1375027" y="2561478"/>
                  </a:lnTo>
                  <a:lnTo>
                    <a:pt x="1379979" y="2556322"/>
                  </a:lnTo>
                  <a:lnTo>
                    <a:pt x="1386975" y="2553587"/>
                  </a:lnTo>
                  <a:lnTo>
                    <a:pt x="1392895" y="2544388"/>
                  </a:lnTo>
                  <a:lnTo>
                    <a:pt x="1394510" y="2538084"/>
                  </a:lnTo>
                  <a:lnTo>
                    <a:pt x="1398815" y="2532677"/>
                  </a:lnTo>
                  <a:lnTo>
                    <a:pt x="1401453" y="2532467"/>
                  </a:lnTo>
                  <a:lnTo>
                    <a:pt x="1407050" y="2525174"/>
                  </a:lnTo>
                  <a:lnTo>
                    <a:pt x="1417060" y="2524334"/>
                  </a:lnTo>
                  <a:lnTo>
                    <a:pt x="1422227" y="2521660"/>
                  </a:lnTo>
                  <a:lnTo>
                    <a:pt x="1423142" y="2517309"/>
                  </a:lnTo>
                  <a:lnTo>
                    <a:pt x="1430084" y="2519248"/>
                  </a:lnTo>
                  <a:lnTo>
                    <a:pt x="1432937" y="2523181"/>
                  </a:lnTo>
                  <a:lnTo>
                    <a:pt x="1439449" y="2522446"/>
                  </a:lnTo>
                  <a:lnTo>
                    <a:pt x="1443055" y="2525069"/>
                  </a:lnTo>
                  <a:lnTo>
                    <a:pt x="1444454" y="2527639"/>
                  </a:lnTo>
                  <a:lnTo>
                    <a:pt x="1447899" y="2525803"/>
                  </a:lnTo>
                  <a:lnTo>
                    <a:pt x="1450536" y="2527167"/>
                  </a:lnTo>
                  <a:lnTo>
                    <a:pt x="1452419" y="2522289"/>
                  </a:lnTo>
                  <a:lnTo>
                    <a:pt x="1456079" y="2522604"/>
                  </a:lnTo>
                  <a:lnTo>
                    <a:pt x="1458124" y="2525174"/>
                  </a:lnTo>
                  <a:lnTo>
                    <a:pt x="1461784" y="2526852"/>
                  </a:lnTo>
                  <a:lnTo>
                    <a:pt x="1467489" y="2525960"/>
                  </a:lnTo>
                  <a:lnTo>
                    <a:pt x="1473624" y="2532414"/>
                  </a:lnTo>
                  <a:lnTo>
                    <a:pt x="1475077" y="2535196"/>
                  </a:lnTo>
                  <a:lnTo>
                    <a:pt x="1479706" y="2534986"/>
                  </a:lnTo>
                  <a:lnTo>
                    <a:pt x="1483419" y="2536824"/>
                  </a:lnTo>
                  <a:lnTo>
                    <a:pt x="1486433" y="2535091"/>
                  </a:lnTo>
                  <a:lnTo>
                    <a:pt x="1491277" y="2536876"/>
                  </a:lnTo>
                  <a:lnTo>
                    <a:pt x="1493214" y="2539134"/>
                  </a:lnTo>
                  <a:lnTo>
                    <a:pt x="1502848" y="2533674"/>
                  </a:lnTo>
                  <a:lnTo>
                    <a:pt x="1506292" y="2535984"/>
                  </a:lnTo>
                  <a:lnTo>
                    <a:pt x="1511621" y="2537244"/>
                  </a:lnTo>
                  <a:lnTo>
                    <a:pt x="1511997" y="2539765"/>
                  </a:lnTo>
                  <a:lnTo>
                    <a:pt x="1516088" y="2544335"/>
                  </a:lnTo>
                  <a:lnTo>
                    <a:pt x="1519855" y="2546595"/>
                  </a:lnTo>
                  <a:lnTo>
                    <a:pt x="1525560" y="2545859"/>
                  </a:lnTo>
                  <a:lnTo>
                    <a:pt x="1526851" y="2547646"/>
                  </a:lnTo>
                  <a:lnTo>
                    <a:pt x="1525829" y="2551168"/>
                  </a:lnTo>
                  <a:lnTo>
                    <a:pt x="1531157" y="2555428"/>
                  </a:lnTo>
                  <a:lnTo>
                    <a:pt x="1538799" y="2556532"/>
                  </a:lnTo>
                  <a:lnTo>
                    <a:pt x="1542459" y="2551747"/>
                  </a:lnTo>
                  <a:lnTo>
                    <a:pt x="1541813" y="2548434"/>
                  </a:lnTo>
                  <a:lnTo>
                    <a:pt x="1543105" y="2544388"/>
                  </a:lnTo>
                  <a:lnTo>
                    <a:pt x="1547787" y="2542339"/>
                  </a:lnTo>
                  <a:lnTo>
                    <a:pt x="1550909" y="2544178"/>
                  </a:lnTo>
                  <a:lnTo>
                    <a:pt x="1555968" y="2535511"/>
                  </a:lnTo>
                  <a:lnTo>
                    <a:pt x="1569530" y="2540973"/>
                  </a:lnTo>
                  <a:lnTo>
                    <a:pt x="1571737" y="2544072"/>
                  </a:lnTo>
                  <a:lnTo>
                    <a:pt x="1571414" y="2547488"/>
                  </a:lnTo>
                  <a:lnTo>
                    <a:pt x="1577172" y="2550485"/>
                  </a:lnTo>
                  <a:lnTo>
                    <a:pt x="1582339" y="2552062"/>
                  </a:lnTo>
                  <a:lnTo>
                    <a:pt x="1582985" y="2555480"/>
                  </a:lnTo>
                  <a:lnTo>
                    <a:pt x="1577926" y="2555638"/>
                  </a:lnTo>
                  <a:lnTo>
                    <a:pt x="1576473" y="2559110"/>
                  </a:lnTo>
                  <a:lnTo>
                    <a:pt x="1582231" y="2559216"/>
                  </a:lnTo>
                  <a:lnTo>
                    <a:pt x="1585030" y="2564479"/>
                  </a:lnTo>
                  <a:lnTo>
                    <a:pt x="1583308" y="2571851"/>
                  </a:lnTo>
                  <a:lnTo>
                    <a:pt x="1578787" y="2575961"/>
                  </a:lnTo>
                  <a:lnTo>
                    <a:pt x="1578033" y="2578280"/>
                  </a:lnTo>
                  <a:lnTo>
                    <a:pt x="1579810" y="2581127"/>
                  </a:lnTo>
                  <a:lnTo>
                    <a:pt x="1578249" y="2582814"/>
                  </a:lnTo>
                  <a:lnTo>
                    <a:pt x="1580025" y="2586928"/>
                  </a:lnTo>
                  <a:lnTo>
                    <a:pt x="1583685" y="2590041"/>
                  </a:lnTo>
                  <a:lnTo>
                    <a:pt x="1586860" y="2590252"/>
                  </a:lnTo>
                  <a:lnTo>
                    <a:pt x="1591704" y="2594210"/>
                  </a:lnTo>
                  <a:lnTo>
                    <a:pt x="1594771" y="2594685"/>
                  </a:lnTo>
                  <a:lnTo>
                    <a:pt x="1602252" y="2591993"/>
                  </a:lnTo>
                  <a:lnTo>
                    <a:pt x="1611617" y="2594527"/>
                  </a:lnTo>
                  <a:lnTo>
                    <a:pt x="1617214" y="2593471"/>
                  </a:lnTo>
                  <a:lnTo>
                    <a:pt x="1618183" y="2596480"/>
                  </a:lnTo>
                  <a:lnTo>
                    <a:pt x="1621950" y="2601761"/>
                  </a:lnTo>
                  <a:lnTo>
                    <a:pt x="1627278" y="2613494"/>
                  </a:lnTo>
                  <a:lnTo>
                    <a:pt x="1624264" y="2614393"/>
                  </a:lnTo>
                  <a:lnTo>
                    <a:pt x="1622488" y="2617038"/>
                  </a:lnTo>
                  <a:lnTo>
                    <a:pt x="1621627" y="2621746"/>
                  </a:lnTo>
                  <a:lnTo>
                    <a:pt x="1619098" y="2623969"/>
                  </a:lnTo>
                  <a:lnTo>
                    <a:pt x="1618613" y="2629899"/>
                  </a:lnTo>
                  <a:lnTo>
                    <a:pt x="1620120" y="2635408"/>
                  </a:lnTo>
                  <a:lnTo>
                    <a:pt x="1622919" y="2636574"/>
                  </a:lnTo>
                  <a:lnTo>
                    <a:pt x="1627171" y="2644631"/>
                  </a:lnTo>
                  <a:lnTo>
                    <a:pt x="1625825" y="2655082"/>
                  </a:lnTo>
                  <a:lnTo>
                    <a:pt x="1633575" y="2653596"/>
                  </a:lnTo>
                  <a:lnTo>
                    <a:pt x="1641271" y="2651367"/>
                  </a:lnTo>
                  <a:lnTo>
                    <a:pt x="1651658" y="2650359"/>
                  </a:lnTo>
                  <a:lnTo>
                    <a:pt x="1659677" y="2648450"/>
                  </a:lnTo>
                  <a:lnTo>
                    <a:pt x="1664252" y="2646487"/>
                  </a:lnTo>
                  <a:lnTo>
                    <a:pt x="1672809" y="2645373"/>
                  </a:lnTo>
                  <a:lnTo>
                    <a:pt x="1675877" y="2645851"/>
                  </a:lnTo>
                  <a:lnTo>
                    <a:pt x="1686425" y="2651102"/>
                  </a:lnTo>
                  <a:lnTo>
                    <a:pt x="1695736" y="2649192"/>
                  </a:lnTo>
                  <a:lnTo>
                    <a:pt x="1708061" y="2652216"/>
                  </a:lnTo>
                  <a:lnTo>
                    <a:pt x="1713389" y="2652588"/>
                  </a:lnTo>
                  <a:lnTo>
                    <a:pt x="1723991" y="2649935"/>
                  </a:lnTo>
                  <a:lnTo>
                    <a:pt x="1753269" y="2646805"/>
                  </a:lnTo>
                  <a:lnTo>
                    <a:pt x="1758274" y="2645108"/>
                  </a:lnTo>
                  <a:lnTo>
                    <a:pt x="1768930" y="2639117"/>
                  </a:lnTo>
                  <a:lnTo>
                    <a:pt x="1775066" y="2638163"/>
                  </a:lnTo>
                  <a:lnTo>
                    <a:pt x="1777219" y="2636097"/>
                  </a:lnTo>
                  <a:lnTo>
                    <a:pt x="1777864" y="2623916"/>
                  </a:lnTo>
                  <a:lnTo>
                    <a:pt x="1788467" y="2610322"/>
                  </a:lnTo>
                  <a:lnTo>
                    <a:pt x="1796002" y="2603346"/>
                  </a:lnTo>
                  <a:lnTo>
                    <a:pt x="1803913" y="2595107"/>
                  </a:lnTo>
                  <a:lnTo>
                    <a:pt x="1810317" y="2587350"/>
                  </a:lnTo>
                  <a:lnTo>
                    <a:pt x="1815269" y="2582867"/>
                  </a:lnTo>
                  <a:lnTo>
                    <a:pt x="1821888" y="2583130"/>
                  </a:lnTo>
                  <a:lnTo>
                    <a:pt x="1825979" y="2582076"/>
                  </a:lnTo>
                  <a:lnTo>
                    <a:pt x="1829800" y="2582497"/>
                  </a:lnTo>
                  <a:lnTo>
                    <a:pt x="1832814" y="2580810"/>
                  </a:lnTo>
                  <a:lnTo>
                    <a:pt x="1836904" y="2581390"/>
                  </a:lnTo>
                  <a:lnTo>
                    <a:pt x="1848744" y="2576014"/>
                  </a:lnTo>
                  <a:lnTo>
                    <a:pt x="1854180" y="2572694"/>
                  </a:lnTo>
                  <a:lnTo>
                    <a:pt x="1859293" y="2571166"/>
                  </a:lnTo>
                  <a:lnTo>
                    <a:pt x="1864137" y="2568217"/>
                  </a:lnTo>
                  <a:lnTo>
                    <a:pt x="1868442" y="2566795"/>
                  </a:lnTo>
                  <a:lnTo>
                    <a:pt x="1873824" y="2561899"/>
                  </a:lnTo>
                  <a:lnTo>
                    <a:pt x="1879744" y="2558268"/>
                  </a:lnTo>
                  <a:lnTo>
                    <a:pt x="1884265" y="2557111"/>
                  </a:lnTo>
                  <a:lnTo>
                    <a:pt x="1903425" y="2547225"/>
                  </a:lnTo>
                  <a:lnTo>
                    <a:pt x="1907138" y="2539502"/>
                  </a:lnTo>
                  <a:lnTo>
                    <a:pt x="1909237" y="2537191"/>
                  </a:lnTo>
                  <a:lnTo>
                    <a:pt x="1910906" y="2530315"/>
                  </a:lnTo>
                  <a:lnTo>
                    <a:pt x="1913112" y="2527114"/>
                  </a:lnTo>
                  <a:lnTo>
                    <a:pt x="1916664" y="2525174"/>
                  </a:lnTo>
                  <a:lnTo>
                    <a:pt x="1924576" y="2523076"/>
                  </a:lnTo>
                  <a:lnTo>
                    <a:pt x="1937331" y="2515999"/>
                  </a:lnTo>
                  <a:lnTo>
                    <a:pt x="1943089" y="2513903"/>
                  </a:lnTo>
                  <a:lnTo>
                    <a:pt x="1947234" y="2514374"/>
                  </a:lnTo>
                  <a:lnTo>
                    <a:pt x="1951109" y="2511912"/>
                  </a:lnTo>
                  <a:lnTo>
                    <a:pt x="1954822" y="2511650"/>
                  </a:lnTo>
                  <a:lnTo>
                    <a:pt x="1957029" y="2513588"/>
                  </a:lnTo>
                  <a:lnTo>
                    <a:pt x="1957728" y="2517256"/>
                  </a:lnTo>
                  <a:lnTo>
                    <a:pt x="1960204" y="2517361"/>
                  </a:lnTo>
                  <a:lnTo>
                    <a:pt x="1964832" y="2521555"/>
                  </a:lnTo>
                  <a:lnTo>
                    <a:pt x="1972313" y="2522027"/>
                  </a:lnTo>
                  <a:lnTo>
                    <a:pt x="1974358" y="2520139"/>
                  </a:lnTo>
                  <a:lnTo>
                    <a:pt x="1982754" y="2520087"/>
                  </a:lnTo>
                  <a:lnTo>
                    <a:pt x="1989858" y="2518567"/>
                  </a:lnTo>
                  <a:lnTo>
                    <a:pt x="1991850" y="2527324"/>
                  </a:lnTo>
                  <a:lnTo>
                    <a:pt x="1997877" y="2529475"/>
                  </a:lnTo>
                  <a:lnTo>
                    <a:pt x="2000622" y="2529475"/>
                  </a:lnTo>
                  <a:lnTo>
                    <a:pt x="2000353" y="2526957"/>
                  </a:lnTo>
                  <a:lnTo>
                    <a:pt x="2003044" y="2525174"/>
                  </a:lnTo>
                  <a:lnTo>
                    <a:pt x="2006273" y="2527009"/>
                  </a:lnTo>
                  <a:lnTo>
                    <a:pt x="2009449" y="2534566"/>
                  </a:lnTo>
                  <a:lnTo>
                    <a:pt x="2012839" y="2533779"/>
                  </a:lnTo>
                  <a:lnTo>
                    <a:pt x="2020266" y="2538819"/>
                  </a:lnTo>
                  <a:lnTo>
                    <a:pt x="2021289" y="2541761"/>
                  </a:lnTo>
                  <a:lnTo>
                    <a:pt x="2026133" y="2546332"/>
                  </a:lnTo>
                  <a:lnTo>
                    <a:pt x="2027962" y="2545491"/>
                  </a:lnTo>
                  <a:lnTo>
                    <a:pt x="2034313" y="2548066"/>
                  </a:lnTo>
                  <a:lnTo>
                    <a:pt x="2036573" y="2552167"/>
                  </a:lnTo>
                  <a:lnTo>
                    <a:pt x="2040018" y="2553745"/>
                  </a:lnTo>
                  <a:lnTo>
                    <a:pt x="2045131" y="2552746"/>
                  </a:lnTo>
                  <a:lnTo>
                    <a:pt x="2050782" y="2555060"/>
                  </a:lnTo>
                  <a:lnTo>
                    <a:pt x="2053903" y="2560373"/>
                  </a:lnTo>
                  <a:lnTo>
                    <a:pt x="2057455" y="2559742"/>
                  </a:lnTo>
                  <a:lnTo>
                    <a:pt x="2058639" y="2566848"/>
                  </a:lnTo>
                  <a:lnTo>
                    <a:pt x="2061707" y="2567006"/>
                  </a:lnTo>
                  <a:lnTo>
                    <a:pt x="2062191" y="2563057"/>
                  </a:lnTo>
                  <a:lnTo>
                    <a:pt x="2067842" y="2559952"/>
                  </a:lnTo>
                  <a:lnTo>
                    <a:pt x="2075323" y="2552009"/>
                  </a:lnTo>
                  <a:lnTo>
                    <a:pt x="2079683" y="2549854"/>
                  </a:lnTo>
                  <a:lnTo>
                    <a:pt x="2081513" y="2553114"/>
                  </a:lnTo>
                  <a:lnTo>
                    <a:pt x="2086948" y="2552903"/>
                  </a:lnTo>
                  <a:lnTo>
                    <a:pt x="2085710" y="2550432"/>
                  </a:lnTo>
                  <a:lnTo>
                    <a:pt x="2086302" y="2544230"/>
                  </a:lnTo>
                  <a:lnTo>
                    <a:pt x="2089263" y="2539922"/>
                  </a:lnTo>
                  <a:lnTo>
                    <a:pt x="2086249" y="2538137"/>
                  </a:lnTo>
                  <a:lnTo>
                    <a:pt x="2085980" y="2535039"/>
                  </a:lnTo>
                  <a:lnTo>
                    <a:pt x="2081190" y="2535879"/>
                  </a:lnTo>
                  <a:lnTo>
                    <a:pt x="2079898" y="2534146"/>
                  </a:lnTo>
                  <a:lnTo>
                    <a:pt x="2082912" y="2530840"/>
                  </a:lnTo>
                  <a:lnTo>
                    <a:pt x="2081728" y="2528059"/>
                  </a:lnTo>
                  <a:lnTo>
                    <a:pt x="2083988" y="2526380"/>
                  </a:lnTo>
                  <a:lnTo>
                    <a:pt x="2084849" y="2521450"/>
                  </a:lnTo>
                  <a:lnTo>
                    <a:pt x="2083719" y="2517833"/>
                  </a:lnTo>
                  <a:lnTo>
                    <a:pt x="2087971" y="2517519"/>
                  </a:lnTo>
                  <a:lnTo>
                    <a:pt x="2088294" y="2513431"/>
                  </a:lnTo>
                  <a:lnTo>
                    <a:pt x="2090070" y="2511702"/>
                  </a:lnTo>
                  <a:lnTo>
                    <a:pt x="2093460" y="2514636"/>
                  </a:lnTo>
                  <a:lnTo>
                    <a:pt x="2094160" y="2511126"/>
                  </a:lnTo>
                  <a:lnTo>
                    <a:pt x="2098466" y="2508664"/>
                  </a:lnTo>
                  <a:lnTo>
                    <a:pt x="2095882" y="2506727"/>
                  </a:lnTo>
                  <a:lnTo>
                    <a:pt x="2095559" y="2502853"/>
                  </a:lnTo>
                  <a:lnTo>
                    <a:pt x="2096851" y="2498614"/>
                  </a:lnTo>
                  <a:lnTo>
                    <a:pt x="2098735" y="2497045"/>
                  </a:lnTo>
                  <a:lnTo>
                    <a:pt x="2097551" y="2495057"/>
                  </a:lnTo>
                  <a:lnTo>
                    <a:pt x="2098735" y="2491972"/>
                  </a:lnTo>
                  <a:lnTo>
                    <a:pt x="2102933" y="2487424"/>
                  </a:lnTo>
                  <a:lnTo>
                    <a:pt x="2105946" y="2490038"/>
                  </a:lnTo>
                  <a:lnTo>
                    <a:pt x="2108637" y="2488365"/>
                  </a:lnTo>
                  <a:lnTo>
                    <a:pt x="2113104" y="2489567"/>
                  </a:lnTo>
                  <a:lnTo>
                    <a:pt x="2117571" y="2494953"/>
                  </a:lnTo>
                  <a:lnTo>
                    <a:pt x="2117679" y="2501859"/>
                  </a:lnTo>
                  <a:lnTo>
                    <a:pt x="2120424" y="2504057"/>
                  </a:lnTo>
                  <a:lnTo>
                    <a:pt x="2123169" y="2508769"/>
                  </a:lnTo>
                  <a:lnTo>
                    <a:pt x="2126775" y="2508769"/>
                  </a:lnTo>
                  <a:lnTo>
                    <a:pt x="2129304" y="2505313"/>
                  </a:lnTo>
                  <a:lnTo>
                    <a:pt x="2132479" y="2505156"/>
                  </a:lnTo>
                  <a:lnTo>
                    <a:pt x="2142328" y="2516051"/>
                  </a:lnTo>
                  <a:lnTo>
                    <a:pt x="2141252" y="2519982"/>
                  </a:lnTo>
                  <a:lnTo>
                    <a:pt x="2143459" y="2522656"/>
                  </a:lnTo>
                  <a:lnTo>
                    <a:pt x="2145504" y="2521136"/>
                  </a:lnTo>
                  <a:lnTo>
                    <a:pt x="2148410" y="2521817"/>
                  </a:lnTo>
                  <a:lnTo>
                    <a:pt x="2149056" y="2524701"/>
                  </a:lnTo>
                  <a:lnTo>
                    <a:pt x="2152715" y="2527114"/>
                  </a:lnTo>
                  <a:lnTo>
                    <a:pt x="2154545" y="2531207"/>
                  </a:lnTo>
                  <a:lnTo>
                    <a:pt x="2152177" y="2542181"/>
                  </a:lnTo>
                  <a:lnTo>
                    <a:pt x="2153038" y="2546332"/>
                  </a:lnTo>
                  <a:lnTo>
                    <a:pt x="2156913" y="2547278"/>
                  </a:lnTo>
                  <a:lnTo>
                    <a:pt x="2158474" y="2552220"/>
                  </a:lnTo>
                  <a:lnTo>
                    <a:pt x="2155353" y="2556059"/>
                  </a:lnTo>
                  <a:lnTo>
                    <a:pt x="2159389" y="2560057"/>
                  </a:lnTo>
                  <a:lnTo>
                    <a:pt x="2161004" y="2572009"/>
                  </a:lnTo>
                  <a:lnTo>
                    <a:pt x="2165309" y="2575592"/>
                  </a:lnTo>
                  <a:lnTo>
                    <a:pt x="2167677" y="2582656"/>
                  </a:lnTo>
                  <a:lnTo>
                    <a:pt x="2168269" y="2589038"/>
                  </a:lnTo>
                  <a:lnTo>
                    <a:pt x="2170045" y="2590093"/>
                  </a:lnTo>
                  <a:lnTo>
                    <a:pt x="2174512" y="2589460"/>
                  </a:lnTo>
                  <a:lnTo>
                    <a:pt x="2178064" y="2586084"/>
                  </a:lnTo>
                  <a:lnTo>
                    <a:pt x="2178118" y="2575697"/>
                  </a:lnTo>
                  <a:lnTo>
                    <a:pt x="2179356" y="2574538"/>
                  </a:lnTo>
                  <a:lnTo>
                    <a:pt x="2182047" y="2577595"/>
                  </a:lnTo>
                  <a:lnTo>
                    <a:pt x="2187321" y="2578965"/>
                  </a:lnTo>
                  <a:lnTo>
                    <a:pt x="2188990" y="2576435"/>
                  </a:lnTo>
                  <a:lnTo>
                    <a:pt x="2191842" y="2582287"/>
                  </a:lnTo>
                  <a:lnTo>
                    <a:pt x="2191519" y="2583869"/>
                  </a:lnTo>
                  <a:lnTo>
                    <a:pt x="2197385" y="2584238"/>
                  </a:lnTo>
                  <a:lnTo>
                    <a:pt x="2198408" y="2582339"/>
                  </a:lnTo>
                  <a:lnTo>
                    <a:pt x="2202283" y="2585662"/>
                  </a:lnTo>
                  <a:lnTo>
                    <a:pt x="2200399" y="2592521"/>
                  </a:lnTo>
                  <a:lnTo>
                    <a:pt x="2202122" y="2594738"/>
                  </a:lnTo>
                  <a:lnTo>
                    <a:pt x="2200561" y="2598381"/>
                  </a:lnTo>
                  <a:lnTo>
                    <a:pt x="2201960" y="2599648"/>
                  </a:lnTo>
                  <a:lnTo>
                    <a:pt x="2202283" y="2604667"/>
                  </a:lnTo>
                  <a:lnTo>
                    <a:pt x="2205297" y="2607837"/>
                  </a:lnTo>
                  <a:lnTo>
                    <a:pt x="2204759" y="2612119"/>
                  </a:lnTo>
                  <a:lnTo>
                    <a:pt x="2203198" y="2613706"/>
                  </a:lnTo>
                  <a:lnTo>
                    <a:pt x="2203736" y="2618677"/>
                  </a:lnTo>
                  <a:lnTo>
                    <a:pt x="2201368" y="2619683"/>
                  </a:lnTo>
                  <a:lnTo>
                    <a:pt x="2202929" y="2626775"/>
                  </a:lnTo>
                  <a:lnTo>
                    <a:pt x="2202821" y="2633130"/>
                  </a:lnTo>
                  <a:lnTo>
                    <a:pt x="2207450" y="2635620"/>
                  </a:lnTo>
                  <a:lnTo>
                    <a:pt x="2207180" y="2638852"/>
                  </a:lnTo>
                  <a:lnTo>
                    <a:pt x="2204543" y="2640442"/>
                  </a:lnTo>
                  <a:lnTo>
                    <a:pt x="2206696" y="2652800"/>
                  </a:lnTo>
                  <a:lnTo>
                    <a:pt x="2204382" y="2655454"/>
                  </a:lnTo>
                  <a:lnTo>
                    <a:pt x="2207127" y="2660657"/>
                  </a:lnTo>
                  <a:lnTo>
                    <a:pt x="2205727" y="2670804"/>
                  </a:lnTo>
                  <a:lnTo>
                    <a:pt x="2207826" y="2671442"/>
                  </a:lnTo>
                  <a:lnTo>
                    <a:pt x="2207180" y="2674419"/>
                  </a:lnTo>
                  <a:lnTo>
                    <a:pt x="2208849" y="2678354"/>
                  </a:lnTo>
                  <a:lnTo>
                    <a:pt x="2208095" y="2682610"/>
                  </a:lnTo>
                  <a:lnTo>
                    <a:pt x="2206373" y="2684472"/>
                  </a:lnTo>
                  <a:lnTo>
                    <a:pt x="2206696" y="2691179"/>
                  </a:lnTo>
                  <a:lnTo>
                    <a:pt x="2205297" y="2697038"/>
                  </a:lnTo>
                  <a:lnTo>
                    <a:pt x="2206104" y="2697890"/>
                  </a:lnTo>
                  <a:lnTo>
                    <a:pt x="2204651" y="2705192"/>
                  </a:lnTo>
                  <a:lnTo>
                    <a:pt x="2200076" y="2709457"/>
                  </a:lnTo>
                  <a:lnTo>
                    <a:pt x="2199323" y="2716232"/>
                  </a:lnTo>
                  <a:lnTo>
                    <a:pt x="2202875" y="2717086"/>
                  </a:lnTo>
                  <a:lnTo>
                    <a:pt x="2204812" y="2721677"/>
                  </a:lnTo>
                  <a:lnTo>
                    <a:pt x="2202821" y="2724560"/>
                  </a:lnTo>
                  <a:lnTo>
                    <a:pt x="2203467" y="2727444"/>
                  </a:lnTo>
                  <a:lnTo>
                    <a:pt x="2198300" y="2731344"/>
                  </a:lnTo>
                  <a:lnTo>
                    <a:pt x="2197870" y="2726162"/>
                  </a:lnTo>
                  <a:lnTo>
                    <a:pt x="2195825" y="2725575"/>
                  </a:lnTo>
                  <a:lnTo>
                    <a:pt x="2190819" y="2728299"/>
                  </a:lnTo>
                  <a:lnTo>
                    <a:pt x="2193188" y="2734657"/>
                  </a:lnTo>
                  <a:lnTo>
                    <a:pt x="2194210" y="2743212"/>
                  </a:lnTo>
                  <a:lnTo>
                    <a:pt x="2196255" y="2742891"/>
                  </a:lnTo>
                  <a:lnTo>
                    <a:pt x="2200561" y="2747438"/>
                  </a:lnTo>
                  <a:lnTo>
                    <a:pt x="2202229" y="2754449"/>
                  </a:lnTo>
                  <a:lnTo>
                    <a:pt x="2199753" y="2758358"/>
                  </a:lnTo>
                  <a:lnTo>
                    <a:pt x="2196524" y="2760072"/>
                  </a:lnTo>
                  <a:lnTo>
                    <a:pt x="2188936" y="2755413"/>
                  </a:lnTo>
                  <a:lnTo>
                    <a:pt x="2186783" y="2755895"/>
                  </a:lnTo>
                  <a:lnTo>
                    <a:pt x="2182208" y="2762215"/>
                  </a:lnTo>
                  <a:lnTo>
                    <a:pt x="2180863" y="2766395"/>
                  </a:lnTo>
                  <a:lnTo>
                    <a:pt x="2180540" y="2771594"/>
                  </a:lnTo>
                  <a:lnTo>
                    <a:pt x="2176342" y="2773471"/>
                  </a:lnTo>
                  <a:lnTo>
                    <a:pt x="2175696" y="2780444"/>
                  </a:lnTo>
                  <a:lnTo>
                    <a:pt x="2169076" y="2783181"/>
                  </a:lnTo>
                  <a:lnTo>
                    <a:pt x="2168054" y="2785489"/>
                  </a:lnTo>
                  <a:lnTo>
                    <a:pt x="2162188" y="2779049"/>
                  </a:lnTo>
                  <a:lnTo>
                    <a:pt x="2155460" y="2777815"/>
                  </a:lnTo>
                  <a:lnTo>
                    <a:pt x="2157129" y="2782912"/>
                  </a:lnTo>
                  <a:lnTo>
                    <a:pt x="2154868" y="2787368"/>
                  </a:lnTo>
                  <a:lnTo>
                    <a:pt x="2152016" y="2788764"/>
                  </a:lnTo>
                  <a:lnTo>
                    <a:pt x="2154330" y="2794027"/>
                  </a:lnTo>
                  <a:lnTo>
                    <a:pt x="2152554" y="2801549"/>
                  </a:lnTo>
                  <a:lnTo>
                    <a:pt x="2149379" y="2800851"/>
                  </a:lnTo>
                  <a:lnTo>
                    <a:pt x="2149271" y="2804291"/>
                  </a:lnTo>
                  <a:lnTo>
                    <a:pt x="2146634" y="2808485"/>
                  </a:lnTo>
                  <a:lnTo>
                    <a:pt x="2141144" y="2809830"/>
                  </a:lnTo>
                  <a:lnTo>
                    <a:pt x="2141198" y="2811713"/>
                  </a:lnTo>
                  <a:lnTo>
                    <a:pt x="2135332" y="2818116"/>
                  </a:lnTo>
                  <a:lnTo>
                    <a:pt x="2132157" y="2817955"/>
                  </a:lnTo>
                  <a:lnTo>
                    <a:pt x="2129681" y="2813918"/>
                  </a:lnTo>
                  <a:lnTo>
                    <a:pt x="2126505" y="2812573"/>
                  </a:lnTo>
                  <a:lnTo>
                    <a:pt x="2122738" y="2823984"/>
                  </a:lnTo>
                  <a:lnTo>
                    <a:pt x="2118110" y="2831687"/>
                  </a:lnTo>
                  <a:lnTo>
                    <a:pt x="2116065" y="2831472"/>
                  </a:lnTo>
                  <a:lnTo>
                    <a:pt x="2116764" y="2835137"/>
                  </a:lnTo>
                  <a:lnTo>
                    <a:pt x="2115795" y="2841660"/>
                  </a:lnTo>
                  <a:lnTo>
                    <a:pt x="2116926" y="2848565"/>
                  </a:lnTo>
                  <a:lnTo>
                    <a:pt x="2121823" y="2851803"/>
                  </a:lnTo>
                  <a:lnTo>
                    <a:pt x="2122846" y="2854826"/>
                  </a:lnTo>
                  <a:lnTo>
                    <a:pt x="2120047" y="2856986"/>
                  </a:lnTo>
                  <a:lnTo>
                    <a:pt x="2112620" y="2856662"/>
                  </a:lnTo>
                  <a:lnTo>
                    <a:pt x="2110144" y="2860280"/>
                  </a:lnTo>
                  <a:lnTo>
                    <a:pt x="2102933" y="2862765"/>
                  </a:lnTo>
                  <a:lnTo>
                    <a:pt x="2100995" y="2865412"/>
                  </a:lnTo>
                  <a:lnTo>
                    <a:pt x="2102933" y="2868492"/>
                  </a:lnTo>
                  <a:lnTo>
                    <a:pt x="2103040" y="2878982"/>
                  </a:lnTo>
                  <a:lnTo>
                    <a:pt x="2101641" y="2890130"/>
                  </a:lnTo>
                  <a:lnTo>
                    <a:pt x="2099488" y="2894841"/>
                  </a:lnTo>
                  <a:lnTo>
                    <a:pt x="2104601" y="2895599"/>
                  </a:lnTo>
                  <a:lnTo>
                    <a:pt x="2111705" y="2893866"/>
                  </a:lnTo>
                  <a:lnTo>
                    <a:pt x="2112566" y="2899012"/>
                  </a:lnTo>
                  <a:lnTo>
                    <a:pt x="2115742" y="2903239"/>
                  </a:lnTo>
                  <a:lnTo>
                    <a:pt x="2111059" y="2905190"/>
                  </a:lnTo>
                  <a:lnTo>
                    <a:pt x="2111275" y="2909419"/>
                  </a:lnTo>
                  <a:lnTo>
                    <a:pt x="2116172" y="2909473"/>
                  </a:lnTo>
                  <a:lnTo>
                    <a:pt x="2120209" y="2913215"/>
                  </a:lnTo>
                  <a:lnTo>
                    <a:pt x="2116926" y="2916307"/>
                  </a:lnTo>
                  <a:lnTo>
                    <a:pt x="2116818" y="2920648"/>
                  </a:lnTo>
                  <a:lnTo>
                    <a:pt x="2119078" y="2922602"/>
                  </a:lnTo>
                  <a:lnTo>
                    <a:pt x="2118594" y="2922928"/>
                  </a:lnTo>
                  <a:lnTo>
                    <a:pt x="2118110" y="2923036"/>
                  </a:lnTo>
                  <a:lnTo>
                    <a:pt x="2117033" y="2927597"/>
                  </a:lnTo>
                  <a:lnTo>
                    <a:pt x="2114396" y="2929606"/>
                  </a:lnTo>
                  <a:lnTo>
                    <a:pt x="2114073" y="2929660"/>
                  </a:lnTo>
                  <a:lnTo>
                    <a:pt x="2108853" y="2934115"/>
                  </a:lnTo>
                  <a:lnTo>
                    <a:pt x="2108099" y="2938407"/>
                  </a:lnTo>
                  <a:lnTo>
                    <a:pt x="2103202" y="2940581"/>
                  </a:lnTo>
                  <a:lnTo>
                    <a:pt x="2099434" y="2944550"/>
                  </a:lnTo>
                  <a:lnTo>
                    <a:pt x="2099327" y="2946181"/>
                  </a:lnTo>
                  <a:lnTo>
                    <a:pt x="2107184" y="2949989"/>
                  </a:lnTo>
                  <a:lnTo>
                    <a:pt x="2109122" y="2952219"/>
                  </a:lnTo>
                  <a:lnTo>
                    <a:pt x="2109714" y="2954722"/>
                  </a:lnTo>
                  <a:lnTo>
                    <a:pt x="2112943" y="2951131"/>
                  </a:lnTo>
                  <a:lnTo>
                    <a:pt x="2115903" y="2952056"/>
                  </a:lnTo>
                  <a:lnTo>
                    <a:pt x="2116818" y="2949282"/>
                  </a:lnTo>
                  <a:lnTo>
                    <a:pt x="2119886" y="2948139"/>
                  </a:lnTo>
                  <a:lnTo>
                    <a:pt x="2122684" y="2943680"/>
                  </a:lnTo>
                  <a:lnTo>
                    <a:pt x="2123976" y="2944550"/>
                  </a:lnTo>
                  <a:lnTo>
                    <a:pt x="2128604" y="2941016"/>
                  </a:lnTo>
                  <a:lnTo>
                    <a:pt x="2131457" y="2941451"/>
                  </a:lnTo>
                  <a:lnTo>
                    <a:pt x="2131995" y="2937484"/>
                  </a:lnTo>
                  <a:lnTo>
                    <a:pt x="2139153" y="2935799"/>
                  </a:lnTo>
                  <a:lnTo>
                    <a:pt x="2140122" y="2934278"/>
                  </a:lnTo>
                  <a:lnTo>
                    <a:pt x="2148518" y="2930366"/>
                  </a:lnTo>
                  <a:lnTo>
                    <a:pt x="2148948" y="2930312"/>
                  </a:lnTo>
                  <a:lnTo>
                    <a:pt x="2151316" y="2929660"/>
                  </a:lnTo>
                  <a:lnTo>
                    <a:pt x="2151531" y="2929660"/>
                  </a:lnTo>
                  <a:lnTo>
                    <a:pt x="2152123" y="2929715"/>
                  </a:lnTo>
                  <a:lnTo>
                    <a:pt x="2157774" y="2929117"/>
                  </a:lnTo>
                  <a:lnTo>
                    <a:pt x="2159766" y="2927597"/>
                  </a:lnTo>
                  <a:lnTo>
                    <a:pt x="2170530" y="2929063"/>
                  </a:lnTo>
                  <a:lnTo>
                    <a:pt x="2173543" y="2927542"/>
                  </a:lnTo>
                  <a:lnTo>
                    <a:pt x="2182693" y="2926728"/>
                  </a:lnTo>
                  <a:lnTo>
                    <a:pt x="2183177" y="2926619"/>
                  </a:lnTo>
                  <a:lnTo>
                    <a:pt x="2188344" y="2926131"/>
                  </a:lnTo>
                  <a:lnTo>
                    <a:pt x="2192434" y="2930910"/>
                  </a:lnTo>
                  <a:lnTo>
                    <a:pt x="2197009" y="2928357"/>
                  </a:lnTo>
                  <a:lnTo>
                    <a:pt x="2200130" y="2928954"/>
                  </a:lnTo>
                  <a:lnTo>
                    <a:pt x="2203359" y="2926185"/>
                  </a:lnTo>
                  <a:lnTo>
                    <a:pt x="2212078" y="2925642"/>
                  </a:lnTo>
                  <a:lnTo>
                    <a:pt x="2214069" y="2926294"/>
                  </a:lnTo>
                  <a:lnTo>
                    <a:pt x="2217137" y="2923851"/>
                  </a:lnTo>
                  <a:lnTo>
                    <a:pt x="2218752" y="2929063"/>
                  </a:lnTo>
                  <a:lnTo>
                    <a:pt x="2211109" y="2936397"/>
                  </a:lnTo>
                  <a:lnTo>
                    <a:pt x="2208149" y="2936668"/>
                  </a:lnTo>
                  <a:lnTo>
                    <a:pt x="2204113" y="2941832"/>
                  </a:lnTo>
                  <a:lnTo>
                    <a:pt x="2201799" y="2940745"/>
                  </a:lnTo>
                  <a:lnTo>
                    <a:pt x="2199377" y="2942810"/>
                  </a:lnTo>
                  <a:lnTo>
                    <a:pt x="2201799" y="2944224"/>
                  </a:lnTo>
                  <a:lnTo>
                    <a:pt x="2200453" y="2948683"/>
                  </a:lnTo>
                  <a:lnTo>
                    <a:pt x="2201852" y="2955375"/>
                  </a:lnTo>
                  <a:lnTo>
                    <a:pt x="2199000" y="2958695"/>
                  </a:lnTo>
                  <a:lnTo>
                    <a:pt x="2201368" y="2960328"/>
                  </a:lnTo>
                  <a:lnTo>
                    <a:pt x="2209118" y="2960600"/>
                  </a:lnTo>
                  <a:lnTo>
                    <a:pt x="2212562" y="2965991"/>
                  </a:lnTo>
                  <a:lnTo>
                    <a:pt x="2211486" y="2968388"/>
                  </a:lnTo>
                  <a:lnTo>
                    <a:pt x="2213585" y="2970349"/>
                  </a:lnTo>
                  <a:lnTo>
                    <a:pt x="2214554" y="2975472"/>
                  </a:lnTo>
                  <a:lnTo>
                    <a:pt x="2217621" y="2976671"/>
                  </a:lnTo>
                  <a:lnTo>
                    <a:pt x="2217621" y="2979124"/>
                  </a:lnTo>
                  <a:lnTo>
                    <a:pt x="2214338" y="2980760"/>
                  </a:lnTo>
                  <a:lnTo>
                    <a:pt x="2210786" y="2984577"/>
                  </a:lnTo>
                  <a:lnTo>
                    <a:pt x="2212724" y="2991560"/>
                  </a:lnTo>
                  <a:lnTo>
                    <a:pt x="2216976" y="2990251"/>
                  </a:lnTo>
                  <a:lnTo>
                    <a:pt x="2220259" y="2995927"/>
                  </a:lnTo>
                  <a:lnTo>
                    <a:pt x="2221012" y="3002424"/>
                  </a:lnTo>
                  <a:lnTo>
                    <a:pt x="2216814" y="3005538"/>
                  </a:lnTo>
                  <a:lnTo>
                    <a:pt x="2219774" y="3005319"/>
                  </a:lnTo>
                  <a:lnTo>
                    <a:pt x="2222411" y="3007505"/>
                  </a:lnTo>
                  <a:lnTo>
                    <a:pt x="2221712" y="3011877"/>
                  </a:lnTo>
                  <a:lnTo>
                    <a:pt x="2218267" y="3017507"/>
                  </a:lnTo>
                  <a:lnTo>
                    <a:pt x="2219774" y="3019859"/>
                  </a:lnTo>
                  <a:lnTo>
                    <a:pt x="2228116" y="3022375"/>
                  </a:lnTo>
                  <a:lnTo>
                    <a:pt x="2232960" y="3021937"/>
                  </a:lnTo>
                  <a:lnTo>
                    <a:pt x="2232153" y="3026915"/>
                  </a:lnTo>
                  <a:lnTo>
                    <a:pt x="2237212" y="3029706"/>
                  </a:lnTo>
                  <a:lnTo>
                    <a:pt x="2244262" y="3028338"/>
                  </a:lnTo>
                  <a:lnTo>
                    <a:pt x="2250236" y="3030582"/>
                  </a:lnTo>
                  <a:lnTo>
                    <a:pt x="2252550" y="3028229"/>
                  </a:lnTo>
                  <a:lnTo>
                    <a:pt x="2258363" y="3025493"/>
                  </a:lnTo>
                  <a:lnTo>
                    <a:pt x="2261161" y="3028393"/>
                  </a:lnTo>
                  <a:lnTo>
                    <a:pt x="2266435" y="3030418"/>
                  </a:lnTo>
                  <a:lnTo>
                    <a:pt x="2269665" y="3030035"/>
                  </a:lnTo>
                  <a:lnTo>
                    <a:pt x="2274078" y="3031786"/>
                  </a:lnTo>
                  <a:lnTo>
                    <a:pt x="2273109" y="3037644"/>
                  </a:lnTo>
                  <a:lnTo>
                    <a:pt x="2274562" y="3042135"/>
                  </a:lnTo>
                  <a:lnTo>
                    <a:pt x="2277146" y="3045697"/>
                  </a:lnTo>
                  <a:lnTo>
                    <a:pt x="2274347" y="3048546"/>
                  </a:lnTo>
                  <a:lnTo>
                    <a:pt x="2266974" y="3044820"/>
                  </a:lnTo>
                  <a:lnTo>
                    <a:pt x="2266059" y="3046902"/>
                  </a:lnTo>
                  <a:lnTo>
                    <a:pt x="2268373" y="3053754"/>
                  </a:lnTo>
                  <a:lnTo>
                    <a:pt x="2262991" y="3055563"/>
                  </a:lnTo>
                  <a:lnTo>
                    <a:pt x="2261592" y="3061980"/>
                  </a:lnTo>
                  <a:lnTo>
                    <a:pt x="2256479" y="3063023"/>
                  </a:lnTo>
                  <a:lnTo>
                    <a:pt x="2255456" y="3064394"/>
                  </a:lnTo>
                  <a:lnTo>
                    <a:pt x="2257609" y="3067248"/>
                  </a:lnTo>
                  <a:lnTo>
                    <a:pt x="2261646" y="3080920"/>
                  </a:lnTo>
                  <a:lnTo>
                    <a:pt x="2259331" y="3084491"/>
                  </a:lnTo>
                  <a:lnTo>
                    <a:pt x="2261323" y="3088668"/>
                  </a:lnTo>
                  <a:lnTo>
                    <a:pt x="2253896" y="3096806"/>
                  </a:lnTo>
                  <a:lnTo>
                    <a:pt x="2249913" y="3098621"/>
                  </a:lnTo>
                  <a:lnTo>
                    <a:pt x="2252227" y="3103297"/>
                  </a:lnTo>
                  <a:lnTo>
                    <a:pt x="2248352" y="3108251"/>
                  </a:lnTo>
                  <a:lnTo>
                    <a:pt x="2248514" y="3112820"/>
                  </a:lnTo>
                  <a:lnTo>
                    <a:pt x="2246092" y="3114637"/>
                  </a:lnTo>
                  <a:lnTo>
                    <a:pt x="2243239" y="3119264"/>
                  </a:lnTo>
                  <a:lnTo>
                    <a:pt x="2244370" y="3121523"/>
                  </a:lnTo>
                  <a:lnTo>
                    <a:pt x="2241571" y="3121853"/>
                  </a:lnTo>
                  <a:lnTo>
                    <a:pt x="2247114" y="3126703"/>
                  </a:lnTo>
                  <a:lnTo>
                    <a:pt x="2253680" y="3126868"/>
                  </a:lnTo>
                  <a:lnTo>
                    <a:pt x="2258901" y="3128191"/>
                  </a:lnTo>
                  <a:lnTo>
                    <a:pt x="2262883" y="3127750"/>
                  </a:lnTo>
                  <a:lnTo>
                    <a:pt x="2270472" y="3124939"/>
                  </a:lnTo>
                  <a:lnTo>
                    <a:pt x="2273055" y="3127805"/>
                  </a:lnTo>
                  <a:lnTo>
                    <a:pt x="2277092" y="3126482"/>
                  </a:lnTo>
                  <a:lnTo>
                    <a:pt x="2278491" y="3127916"/>
                  </a:lnTo>
                  <a:lnTo>
                    <a:pt x="2278760" y="3127475"/>
                  </a:lnTo>
                  <a:lnTo>
                    <a:pt x="2284626" y="3127695"/>
                  </a:lnTo>
                  <a:lnTo>
                    <a:pt x="2288770" y="3131003"/>
                  </a:lnTo>
                  <a:lnTo>
                    <a:pt x="2294583" y="3130948"/>
                  </a:lnTo>
                  <a:lnTo>
                    <a:pt x="2303948" y="3134808"/>
                  </a:lnTo>
                  <a:lnTo>
                    <a:pt x="2304055" y="3131058"/>
                  </a:lnTo>
                  <a:lnTo>
                    <a:pt x="2312882" y="3132436"/>
                  </a:lnTo>
                  <a:lnTo>
                    <a:pt x="2312289" y="3136297"/>
                  </a:lnTo>
                  <a:lnTo>
                    <a:pt x="2315303" y="3140379"/>
                  </a:lnTo>
                  <a:lnTo>
                    <a:pt x="2313743" y="3145732"/>
                  </a:lnTo>
                  <a:lnTo>
                    <a:pt x="2311805" y="3146946"/>
                  </a:lnTo>
                  <a:lnTo>
                    <a:pt x="2310406" y="3155504"/>
                  </a:lnTo>
                  <a:lnTo>
                    <a:pt x="2314550" y="3167163"/>
                  </a:lnTo>
                  <a:lnTo>
                    <a:pt x="2319609" y="3170535"/>
                  </a:lnTo>
                  <a:lnTo>
                    <a:pt x="2323538" y="3167273"/>
                  </a:lnTo>
                  <a:lnTo>
                    <a:pt x="2326821" y="3167549"/>
                  </a:lnTo>
                  <a:lnTo>
                    <a:pt x="2330104" y="3171198"/>
                  </a:lnTo>
                  <a:lnTo>
                    <a:pt x="2324722" y="3178941"/>
                  </a:lnTo>
                  <a:lnTo>
                    <a:pt x="2326067" y="3180933"/>
                  </a:lnTo>
                  <a:lnTo>
                    <a:pt x="2326767" y="3187020"/>
                  </a:lnTo>
                  <a:lnTo>
                    <a:pt x="2330050" y="3189124"/>
                  </a:lnTo>
                  <a:lnTo>
                    <a:pt x="2331449" y="3185803"/>
                  </a:lnTo>
                  <a:lnTo>
                    <a:pt x="2333333" y="3186467"/>
                  </a:lnTo>
                  <a:lnTo>
                    <a:pt x="2335862" y="3190729"/>
                  </a:lnTo>
                  <a:lnTo>
                    <a:pt x="2341406" y="3189622"/>
                  </a:lnTo>
                  <a:lnTo>
                    <a:pt x="2345819" y="3184585"/>
                  </a:lnTo>
                  <a:lnTo>
                    <a:pt x="2353515" y="3184142"/>
                  </a:lnTo>
                  <a:lnTo>
                    <a:pt x="2357498" y="3191504"/>
                  </a:lnTo>
                  <a:lnTo>
                    <a:pt x="2361319" y="3190286"/>
                  </a:lnTo>
                  <a:lnTo>
                    <a:pt x="2365893" y="3192224"/>
                  </a:lnTo>
                  <a:lnTo>
                    <a:pt x="2375742" y="3186356"/>
                  </a:lnTo>
                  <a:lnTo>
                    <a:pt x="2379133" y="3185581"/>
                  </a:lnTo>
                  <a:lnTo>
                    <a:pt x="2381124" y="3181929"/>
                  </a:lnTo>
                  <a:lnTo>
                    <a:pt x="2384246" y="3180380"/>
                  </a:lnTo>
                  <a:lnTo>
                    <a:pt x="2385591" y="3176507"/>
                  </a:lnTo>
                  <a:lnTo>
                    <a:pt x="2389359" y="3174018"/>
                  </a:lnTo>
                  <a:lnTo>
                    <a:pt x="2391350" y="3170258"/>
                  </a:lnTo>
                  <a:lnTo>
                    <a:pt x="2393664" y="3169263"/>
                  </a:lnTo>
                  <a:lnTo>
                    <a:pt x="2393879" y="3169042"/>
                  </a:lnTo>
                  <a:lnTo>
                    <a:pt x="2397216" y="3168158"/>
                  </a:lnTo>
                  <a:lnTo>
                    <a:pt x="2403997" y="3166831"/>
                  </a:lnTo>
                  <a:lnTo>
                    <a:pt x="2410510" y="3160199"/>
                  </a:lnTo>
                  <a:lnTo>
                    <a:pt x="2413470" y="3160420"/>
                  </a:lnTo>
                  <a:lnTo>
                    <a:pt x="2412447" y="3162962"/>
                  </a:lnTo>
                  <a:lnTo>
                    <a:pt x="2412878" y="3168434"/>
                  </a:lnTo>
                  <a:lnTo>
                    <a:pt x="2416053" y="3170590"/>
                  </a:lnTo>
                  <a:lnTo>
                    <a:pt x="2417452" y="3178443"/>
                  </a:lnTo>
                  <a:lnTo>
                    <a:pt x="2415515" y="3181431"/>
                  </a:lnTo>
                  <a:lnTo>
                    <a:pt x="2420951" y="3181707"/>
                  </a:lnTo>
                  <a:lnTo>
                    <a:pt x="2421058" y="3186522"/>
                  </a:lnTo>
                  <a:lnTo>
                    <a:pt x="2422350" y="3187518"/>
                  </a:lnTo>
                  <a:lnTo>
                    <a:pt x="2419551" y="3190010"/>
                  </a:lnTo>
                  <a:lnTo>
                    <a:pt x="2419713" y="3194882"/>
                  </a:lnTo>
                  <a:lnTo>
                    <a:pt x="2415138" y="3196433"/>
                  </a:lnTo>
                  <a:lnTo>
                    <a:pt x="2418744" y="3203857"/>
                  </a:lnTo>
                  <a:lnTo>
                    <a:pt x="2424072" y="3207072"/>
                  </a:lnTo>
                  <a:lnTo>
                    <a:pt x="2424233" y="3209732"/>
                  </a:lnTo>
                  <a:lnTo>
                    <a:pt x="2422081" y="3213835"/>
                  </a:lnTo>
                  <a:lnTo>
                    <a:pt x="2428055" y="3219382"/>
                  </a:lnTo>
                  <a:lnTo>
                    <a:pt x="2436558" y="3214667"/>
                  </a:lnTo>
                  <a:lnTo>
                    <a:pt x="2441079" y="3214556"/>
                  </a:lnTo>
                  <a:lnTo>
                    <a:pt x="2449206" y="3212061"/>
                  </a:lnTo>
                  <a:lnTo>
                    <a:pt x="2455233" y="3213946"/>
                  </a:lnTo>
                  <a:lnTo>
                    <a:pt x="2454103" y="3218106"/>
                  </a:lnTo>
                  <a:lnTo>
                    <a:pt x="2455610" y="3219992"/>
                  </a:lnTo>
                  <a:lnTo>
                    <a:pt x="2461423" y="3217773"/>
                  </a:lnTo>
                  <a:lnTo>
                    <a:pt x="2464114" y="3222600"/>
                  </a:lnTo>
                  <a:lnTo>
                    <a:pt x="2469495" y="3222433"/>
                  </a:lnTo>
                  <a:lnTo>
                    <a:pt x="2472133" y="3216442"/>
                  </a:lnTo>
                  <a:lnTo>
                    <a:pt x="2475577" y="3216775"/>
                  </a:lnTo>
                  <a:lnTo>
                    <a:pt x="2475523" y="3212006"/>
                  </a:lnTo>
                  <a:lnTo>
                    <a:pt x="2471864" y="3208735"/>
                  </a:lnTo>
                  <a:lnTo>
                    <a:pt x="2467827" y="3207571"/>
                  </a:lnTo>
                  <a:lnTo>
                    <a:pt x="2466482" y="3203635"/>
                  </a:lnTo>
                  <a:lnTo>
                    <a:pt x="2468204" y="3196433"/>
                  </a:lnTo>
                  <a:lnTo>
                    <a:pt x="2467450" y="3189124"/>
                  </a:lnTo>
                  <a:lnTo>
                    <a:pt x="2470195" y="3186135"/>
                  </a:lnTo>
                  <a:lnTo>
                    <a:pt x="2468688" y="3183644"/>
                  </a:lnTo>
                  <a:lnTo>
                    <a:pt x="2468634" y="3178996"/>
                  </a:lnTo>
                  <a:lnTo>
                    <a:pt x="2472994" y="3179716"/>
                  </a:lnTo>
                  <a:lnTo>
                    <a:pt x="2475093" y="3175788"/>
                  </a:lnTo>
                  <a:lnTo>
                    <a:pt x="2473263" y="3173078"/>
                  </a:lnTo>
                  <a:lnTo>
                    <a:pt x="2470841" y="3173410"/>
                  </a:lnTo>
                  <a:lnTo>
                    <a:pt x="2469765" y="3165946"/>
                  </a:lnTo>
                  <a:lnTo>
                    <a:pt x="2467989" y="3164565"/>
                  </a:lnTo>
                  <a:lnTo>
                    <a:pt x="2470088" y="3154289"/>
                  </a:lnTo>
                  <a:lnTo>
                    <a:pt x="2467343" y="3153074"/>
                  </a:lnTo>
                  <a:lnTo>
                    <a:pt x="2466912" y="3150092"/>
                  </a:lnTo>
                  <a:lnTo>
                    <a:pt x="2463845" y="3147940"/>
                  </a:lnTo>
                  <a:lnTo>
                    <a:pt x="2463952" y="3143800"/>
                  </a:lnTo>
                  <a:lnTo>
                    <a:pt x="2460938" y="3144241"/>
                  </a:lnTo>
                  <a:lnTo>
                    <a:pt x="2455664" y="3140931"/>
                  </a:lnTo>
                  <a:lnTo>
                    <a:pt x="2457386" y="3137124"/>
                  </a:lnTo>
                  <a:lnTo>
                    <a:pt x="2452812" y="3126262"/>
                  </a:lnTo>
                  <a:lnTo>
                    <a:pt x="2455341" y="3124609"/>
                  </a:lnTo>
                  <a:lnTo>
                    <a:pt x="2454803" y="3121688"/>
                  </a:lnTo>
                  <a:lnTo>
                    <a:pt x="2450497" y="3114032"/>
                  </a:lnTo>
                  <a:lnTo>
                    <a:pt x="2452004" y="3110948"/>
                  </a:lnTo>
                  <a:lnTo>
                    <a:pt x="2457332" y="3109627"/>
                  </a:lnTo>
                  <a:lnTo>
                    <a:pt x="2461369" y="3100656"/>
                  </a:lnTo>
                  <a:lnTo>
                    <a:pt x="2459324" y="3097906"/>
                  </a:lnTo>
                  <a:lnTo>
                    <a:pt x="2461423" y="3090482"/>
                  </a:lnTo>
                  <a:lnTo>
                    <a:pt x="2465190" y="3090207"/>
                  </a:lnTo>
                  <a:lnTo>
                    <a:pt x="2470357" y="3087404"/>
                  </a:lnTo>
                  <a:lnTo>
                    <a:pt x="2474716" y="3092297"/>
                  </a:lnTo>
                  <a:lnTo>
                    <a:pt x="2474608" y="3095266"/>
                  </a:lnTo>
                  <a:lnTo>
                    <a:pt x="2478053" y="3099006"/>
                  </a:lnTo>
                  <a:lnTo>
                    <a:pt x="2481443" y="3099501"/>
                  </a:lnTo>
                  <a:lnTo>
                    <a:pt x="2481982" y="3094276"/>
                  </a:lnTo>
                  <a:lnTo>
                    <a:pt x="2488171" y="3095211"/>
                  </a:lnTo>
                  <a:lnTo>
                    <a:pt x="2494091" y="3092187"/>
                  </a:lnTo>
                  <a:lnTo>
                    <a:pt x="2501518" y="3094881"/>
                  </a:lnTo>
                  <a:lnTo>
                    <a:pt x="2502756" y="3098181"/>
                  </a:lnTo>
                  <a:lnTo>
                    <a:pt x="2505716" y="3094936"/>
                  </a:lnTo>
                  <a:lnTo>
                    <a:pt x="2513681" y="3095981"/>
                  </a:lnTo>
                  <a:lnTo>
                    <a:pt x="2512443" y="3092242"/>
                  </a:lnTo>
                  <a:lnTo>
                    <a:pt x="2518256" y="3082623"/>
                  </a:lnTo>
                  <a:lnTo>
                    <a:pt x="2521216" y="3081689"/>
                  </a:lnTo>
                  <a:lnTo>
                    <a:pt x="2525414" y="3075098"/>
                  </a:lnTo>
                  <a:lnTo>
                    <a:pt x="2523638" y="3070157"/>
                  </a:lnTo>
                  <a:lnTo>
                    <a:pt x="2528212" y="3068181"/>
                  </a:lnTo>
                  <a:lnTo>
                    <a:pt x="2530204" y="3061870"/>
                  </a:lnTo>
                  <a:lnTo>
                    <a:pt x="2534671" y="3060718"/>
                  </a:lnTo>
                  <a:lnTo>
                    <a:pt x="2538223" y="3063791"/>
                  </a:lnTo>
                  <a:lnTo>
                    <a:pt x="2539837" y="3068016"/>
                  </a:lnTo>
                  <a:lnTo>
                    <a:pt x="2543120" y="3065053"/>
                  </a:lnTo>
                  <a:lnTo>
                    <a:pt x="2547480" y="3069333"/>
                  </a:lnTo>
                  <a:lnTo>
                    <a:pt x="2550224" y="3068126"/>
                  </a:lnTo>
                  <a:lnTo>
                    <a:pt x="2560019" y="3076032"/>
                  </a:lnTo>
                  <a:lnTo>
                    <a:pt x="2562011" y="3075757"/>
                  </a:lnTo>
                  <a:lnTo>
                    <a:pt x="2566962" y="3079382"/>
                  </a:lnTo>
                  <a:lnTo>
                    <a:pt x="2568039" y="3084711"/>
                  </a:lnTo>
                  <a:lnTo>
                    <a:pt x="2571375" y="3089768"/>
                  </a:lnTo>
                  <a:lnTo>
                    <a:pt x="2576273" y="3090207"/>
                  </a:lnTo>
                  <a:lnTo>
                    <a:pt x="2580094" y="3093836"/>
                  </a:lnTo>
                  <a:lnTo>
                    <a:pt x="2584561" y="3092572"/>
                  </a:lnTo>
                  <a:lnTo>
                    <a:pt x="2583700" y="3089163"/>
                  </a:lnTo>
                  <a:lnTo>
                    <a:pt x="2593441" y="3082184"/>
                  </a:lnTo>
                  <a:lnTo>
                    <a:pt x="2591504" y="3079052"/>
                  </a:lnTo>
                  <a:lnTo>
                    <a:pt x="2594518" y="3073286"/>
                  </a:lnTo>
                  <a:lnTo>
                    <a:pt x="2596670" y="3073725"/>
                  </a:lnTo>
                  <a:lnTo>
                    <a:pt x="2602160" y="3070267"/>
                  </a:lnTo>
                  <a:lnTo>
                    <a:pt x="2602644" y="3064943"/>
                  </a:lnTo>
                  <a:lnTo>
                    <a:pt x="2605497" y="3060389"/>
                  </a:lnTo>
                  <a:lnTo>
                    <a:pt x="2605658" y="3057428"/>
                  </a:lnTo>
                  <a:lnTo>
                    <a:pt x="2610233" y="3058689"/>
                  </a:lnTo>
                  <a:lnTo>
                    <a:pt x="2615991" y="3062858"/>
                  </a:lnTo>
                  <a:lnTo>
                    <a:pt x="2615561" y="3068400"/>
                  </a:lnTo>
                  <a:lnTo>
                    <a:pt x="2617445" y="3072243"/>
                  </a:lnTo>
                  <a:lnTo>
                    <a:pt x="2621912" y="3077954"/>
                  </a:lnTo>
                  <a:lnTo>
                    <a:pt x="2623688" y="3078778"/>
                  </a:lnTo>
                  <a:lnTo>
                    <a:pt x="2628155" y="3071419"/>
                  </a:lnTo>
                  <a:lnTo>
                    <a:pt x="2627024" y="3068016"/>
                  </a:lnTo>
                  <a:lnTo>
                    <a:pt x="2633537" y="3058689"/>
                  </a:lnTo>
                  <a:lnTo>
                    <a:pt x="2642094" y="3067193"/>
                  </a:lnTo>
                  <a:lnTo>
                    <a:pt x="2642363" y="3068345"/>
                  </a:lnTo>
                  <a:lnTo>
                    <a:pt x="2644408" y="3069279"/>
                  </a:lnTo>
                  <a:lnTo>
                    <a:pt x="2649521" y="3076526"/>
                  </a:lnTo>
                  <a:lnTo>
                    <a:pt x="2652911" y="3079657"/>
                  </a:lnTo>
                  <a:lnTo>
                    <a:pt x="2653934" y="3081470"/>
                  </a:lnTo>
                  <a:lnTo>
                    <a:pt x="2655549" y="3081579"/>
                  </a:lnTo>
                  <a:lnTo>
                    <a:pt x="2661738" y="3087789"/>
                  </a:lnTo>
                  <a:lnTo>
                    <a:pt x="2665613" y="3086250"/>
                  </a:lnTo>
                  <a:lnTo>
                    <a:pt x="2665613" y="3080536"/>
                  </a:lnTo>
                  <a:lnTo>
                    <a:pt x="2666743" y="3078723"/>
                  </a:lnTo>
                  <a:lnTo>
                    <a:pt x="2668573" y="3070431"/>
                  </a:lnTo>
                  <a:lnTo>
                    <a:pt x="2668788" y="3065327"/>
                  </a:lnTo>
                  <a:lnTo>
                    <a:pt x="2672663" y="3061322"/>
                  </a:lnTo>
                  <a:lnTo>
                    <a:pt x="2675085" y="3057318"/>
                  </a:lnTo>
                  <a:lnTo>
                    <a:pt x="2684396" y="3055563"/>
                  </a:lnTo>
                  <a:lnTo>
                    <a:pt x="2687679" y="3054028"/>
                  </a:lnTo>
                  <a:lnTo>
                    <a:pt x="2688755" y="3055399"/>
                  </a:lnTo>
                  <a:lnTo>
                    <a:pt x="2687248" y="3060828"/>
                  </a:lnTo>
                  <a:lnTo>
                    <a:pt x="2688647" y="3064339"/>
                  </a:lnTo>
                  <a:lnTo>
                    <a:pt x="2693061" y="3065272"/>
                  </a:lnTo>
                  <a:lnTo>
                    <a:pt x="2697635" y="3069114"/>
                  </a:lnTo>
                  <a:lnTo>
                    <a:pt x="2701725" y="3064669"/>
                  </a:lnTo>
                  <a:lnTo>
                    <a:pt x="2708399" y="3060718"/>
                  </a:lnTo>
                  <a:lnTo>
                    <a:pt x="2710929" y="3056769"/>
                  </a:lnTo>
                  <a:lnTo>
                    <a:pt x="2716903" y="3053589"/>
                  </a:lnTo>
                  <a:lnTo>
                    <a:pt x="2723738" y="3056495"/>
                  </a:lnTo>
                  <a:lnTo>
                    <a:pt x="2729281" y="3055618"/>
                  </a:lnTo>
                  <a:lnTo>
                    <a:pt x="2728850" y="3052986"/>
                  </a:lnTo>
                  <a:lnTo>
                    <a:pt x="2731272" y="3051999"/>
                  </a:lnTo>
                  <a:lnTo>
                    <a:pt x="2732295" y="3048875"/>
                  </a:lnTo>
                  <a:lnTo>
                    <a:pt x="2738753" y="3045642"/>
                  </a:lnTo>
                  <a:lnTo>
                    <a:pt x="2739991" y="3041204"/>
                  </a:lnTo>
                  <a:lnTo>
                    <a:pt x="2736547" y="3035125"/>
                  </a:lnTo>
                  <a:lnTo>
                    <a:pt x="2735093" y="3027353"/>
                  </a:lnTo>
                  <a:lnTo>
                    <a:pt x="2741229" y="3026040"/>
                  </a:lnTo>
                  <a:lnTo>
                    <a:pt x="2741929" y="3022046"/>
                  </a:lnTo>
                  <a:lnTo>
                    <a:pt x="2744566" y="3020843"/>
                  </a:lnTo>
                  <a:lnTo>
                    <a:pt x="2747741" y="3023195"/>
                  </a:lnTo>
                  <a:lnTo>
                    <a:pt x="2748602" y="3019531"/>
                  </a:lnTo>
                  <a:lnTo>
                    <a:pt x="2760335" y="3012368"/>
                  </a:lnTo>
                  <a:lnTo>
                    <a:pt x="2762864" y="3013680"/>
                  </a:lnTo>
                  <a:lnTo>
                    <a:pt x="2768085" y="3010565"/>
                  </a:lnTo>
                  <a:lnTo>
                    <a:pt x="2772982" y="3012041"/>
                  </a:lnTo>
                  <a:lnTo>
                    <a:pt x="2774920" y="3006685"/>
                  </a:lnTo>
                  <a:lnTo>
                    <a:pt x="2780625" y="2999530"/>
                  </a:lnTo>
                  <a:lnTo>
                    <a:pt x="2783100" y="3002315"/>
                  </a:lnTo>
                  <a:lnTo>
                    <a:pt x="2784769" y="3006740"/>
                  </a:lnTo>
                  <a:lnTo>
                    <a:pt x="2788536" y="3010128"/>
                  </a:lnTo>
                  <a:lnTo>
                    <a:pt x="2791119" y="3009199"/>
                  </a:lnTo>
                  <a:lnTo>
                    <a:pt x="2796071" y="3018163"/>
                  </a:lnTo>
                  <a:lnTo>
                    <a:pt x="2799623" y="3019968"/>
                  </a:lnTo>
                  <a:lnTo>
                    <a:pt x="2801022" y="3020624"/>
                  </a:lnTo>
                  <a:lnTo>
                    <a:pt x="2802421" y="3031731"/>
                  </a:lnTo>
                  <a:lnTo>
                    <a:pt x="2806835" y="3031895"/>
                  </a:lnTo>
                  <a:lnTo>
                    <a:pt x="2808880" y="3030472"/>
                  </a:lnTo>
                  <a:lnTo>
                    <a:pt x="2815499" y="3032114"/>
                  </a:lnTo>
                  <a:lnTo>
                    <a:pt x="2817006" y="3035235"/>
                  </a:lnTo>
                  <a:lnTo>
                    <a:pt x="2820343" y="3036056"/>
                  </a:lnTo>
                  <a:lnTo>
                    <a:pt x="2822604" y="3038849"/>
                  </a:lnTo>
                  <a:lnTo>
                    <a:pt x="2825510" y="3039561"/>
                  </a:lnTo>
                  <a:lnTo>
                    <a:pt x="2829008" y="3046573"/>
                  </a:lnTo>
                  <a:lnTo>
                    <a:pt x="2830300" y="3044601"/>
                  </a:lnTo>
                  <a:lnTo>
                    <a:pt x="2836005" y="3043395"/>
                  </a:lnTo>
                  <a:lnTo>
                    <a:pt x="2839072" y="3044491"/>
                  </a:lnTo>
                  <a:lnTo>
                    <a:pt x="2841279" y="3039232"/>
                  </a:lnTo>
                  <a:lnTo>
                    <a:pt x="2847091" y="3038685"/>
                  </a:lnTo>
                  <a:lnTo>
                    <a:pt x="2848867" y="3040218"/>
                  </a:lnTo>
                  <a:lnTo>
                    <a:pt x="2853011" y="3039451"/>
                  </a:lnTo>
                  <a:lnTo>
                    <a:pt x="2857640" y="3040437"/>
                  </a:lnTo>
                  <a:lnTo>
                    <a:pt x="2863183" y="3047505"/>
                  </a:lnTo>
                  <a:lnTo>
                    <a:pt x="2862107" y="3049259"/>
                  </a:lnTo>
                  <a:lnTo>
                    <a:pt x="2864636" y="3051506"/>
                  </a:lnTo>
                  <a:lnTo>
                    <a:pt x="2871579" y="3052438"/>
                  </a:lnTo>
                  <a:lnTo>
                    <a:pt x="2872010" y="3050410"/>
                  </a:lnTo>
                  <a:lnTo>
                    <a:pt x="2875723" y="3050519"/>
                  </a:lnTo>
                  <a:lnTo>
                    <a:pt x="2883635" y="3047231"/>
                  </a:lnTo>
                  <a:lnTo>
                    <a:pt x="2885518" y="3043614"/>
                  </a:lnTo>
                  <a:lnTo>
                    <a:pt x="2888694" y="3045916"/>
                  </a:lnTo>
                  <a:lnTo>
                    <a:pt x="2892515" y="3045697"/>
                  </a:lnTo>
                  <a:lnTo>
                    <a:pt x="2894721" y="3050136"/>
                  </a:lnTo>
                  <a:lnTo>
                    <a:pt x="2896982" y="3051890"/>
                  </a:lnTo>
                  <a:lnTo>
                    <a:pt x="2898542" y="3049094"/>
                  </a:lnTo>
                  <a:lnTo>
                    <a:pt x="2902202" y="3050081"/>
                  </a:lnTo>
                  <a:lnTo>
                    <a:pt x="2901556" y="3051616"/>
                  </a:lnTo>
                  <a:lnTo>
                    <a:pt x="2907369" y="3056824"/>
                  </a:lnTo>
                  <a:lnTo>
                    <a:pt x="2907799" y="3056879"/>
                  </a:lnTo>
                  <a:lnTo>
                    <a:pt x="2908122" y="3056934"/>
                  </a:lnTo>
                  <a:lnTo>
                    <a:pt x="2909145" y="3056989"/>
                  </a:lnTo>
                  <a:lnTo>
                    <a:pt x="2909629" y="3056660"/>
                  </a:lnTo>
                  <a:lnTo>
                    <a:pt x="2909845" y="3056550"/>
                  </a:lnTo>
                  <a:lnTo>
                    <a:pt x="2910221" y="3056440"/>
                  </a:lnTo>
                  <a:lnTo>
                    <a:pt x="2910652" y="3056440"/>
                  </a:lnTo>
                  <a:lnTo>
                    <a:pt x="2912858" y="3057866"/>
                  </a:lnTo>
                  <a:lnTo>
                    <a:pt x="2911298" y="3061322"/>
                  </a:lnTo>
                  <a:lnTo>
                    <a:pt x="2906723" y="3064230"/>
                  </a:lnTo>
                  <a:lnTo>
                    <a:pt x="2907746" y="3067248"/>
                  </a:lnTo>
                  <a:lnTo>
                    <a:pt x="2905647" y="3069169"/>
                  </a:lnTo>
                  <a:lnTo>
                    <a:pt x="2901772" y="3080536"/>
                  </a:lnTo>
                  <a:lnTo>
                    <a:pt x="2896390" y="3080536"/>
                  </a:lnTo>
                  <a:lnTo>
                    <a:pt x="2893214" y="3077844"/>
                  </a:lnTo>
                  <a:lnTo>
                    <a:pt x="2890685" y="3086305"/>
                  </a:lnTo>
                  <a:lnTo>
                    <a:pt x="2890954" y="3090702"/>
                  </a:lnTo>
                  <a:lnTo>
                    <a:pt x="2888532" y="3092407"/>
                  </a:lnTo>
                  <a:lnTo>
                    <a:pt x="2891008" y="3100491"/>
                  </a:lnTo>
                  <a:lnTo>
                    <a:pt x="2888747" y="3103352"/>
                  </a:lnTo>
                  <a:lnTo>
                    <a:pt x="2897520" y="3104838"/>
                  </a:lnTo>
                  <a:lnTo>
                    <a:pt x="2898112" y="3109572"/>
                  </a:lnTo>
                  <a:lnTo>
                    <a:pt x="2899727" y="3111829"/>
                  </a:lnTo>
                  <a:lnTo>
                    <a:pt x="2900911" y="3117116"/>
                  </a:lnTo>
                  <a:lnTo>
                    <a:pt x="2898381" y="3119595"/>
                  </a:lnTo>
                  <a:lnTo>
                    <a:pt x="2901287" y="3121743"/>
                  </a:lnTo>
                  <a:lnTo>
                    <a:pt x="2899996" y="3124278"/>
                  </a:lnTo>
                  <a:lnTo>
                    <a:pt x="2902095" y="3128798"/>
                  </a:lnTo>
                  <a:lnTo>
                    <a:pt x="2901287" y="3135580"/>
                  </a:lnTo>
                  <a:lnTo>
                    <a:pt x="2899242" y="3137731"/>
                  </a:lnTo>
                  <a:lnTo>
                    <a:pt x="2900588" y="3141703"/>
                  </a:lnTo>
                  <a:lnTo>
                    <a:pt x="2904086" y="3136904"/>
                  </a:lnTo>
                  <a:lnTo>
                    <a:pt x="2908607" y="3137235"/>
                  </a:lnTo>
                  <a:lnTo>
                    <a:pt x="2909683" y="3139551"/>
                  </a:lnTo>
                  <a:lnTo>
                    <a:pt x="2914634" y="3139110"/>
                  </a:lnTo>
                  <a:lnTo>
                    <a:pt x="2920501" y="3140931"/>
                  </a:lnTo>
                  <a:lnTo>
                    <a:pt x="2921308" y="3144297"/>
                  </a:lnTo>
                  <a:lnTo>
                    <a:pt x="2924699" y="3145345"/>
                  </a:lnTo>
                  <a:lnTo>
                    <a:pt x="2926905" y="3142917"/>
                  </a:lnTo>
                  <a:lnTo>
                    <a:pt x="2932179" y="3146173"/>
                  </a:lnTo>
                  <a:lnTo>
                    <a:pt x="2932072" y="3148933"/>
                  </a:lnTo>
                  <a:lnTo>
                    <a:pt x="2928574" y="3151694"/>
                  </a:lnTo>
                  <a:lnTo>
                    <a:pt x="2928520" y="3155670"/>
                  </a:lnTo>
                  <a:lnTo>
                    <a:pt x="2935140" y="3157272"/>
                  </a:lnTo>
                  <a:lnTo>
                    <a:pt x="2939930" y="3161691"/>
                  </a:lnTo>
                  <a:lnTo>
                    <a:pt x="2943966" y="3163902"/>
                  </a:lnTo>
                  <a:lnTo>
                    <a:pt x="2944343" y="3165670"/>
                  </a:lnTo>
                  <a:lnTo>
                    <a:pt x="2948110" y="3167218"/>
                  </a:lnTo>
                  <a:lnTo>
                    <a:pt x="2950693" y="3164841"/>
                  </a:lnTo>
                  <a:lnTo>
                    <a:pt x="2954084" y="3164178"/>
                  </a:lnTo>
                  <a:lnTo>
                    <a:pt x="2958120" y="3170756"/>
                  </a:lnTo>
                  <a:lnTo>
                    <a:pt x="2958712" y="3177282"/>
                  </a:lnTo>
                  <a:lnTo>
                    <a:pt x="2960865" y="3178056"/>
                  </a:lnTo>
                  <a:lnTo>
                    <a:pt x="2964633" y="3173299"/>
                  </a:lnTo>
                  <a:lnTo>
                    <a:pt x="2968669" y="3171530"/>
                  </a:lnTo>
                  <a:lnTo>
                    <a:pt x="2970714" y="3176120"/>
                  </a:lnTo>
                  <a:lnTo>
                    <a:pt x="2969476" y="3177890"/>
                  </a:lnTo>
                  <a:lnTo>
                    <a:pt x="2974751" y="3178830"/>
                  </a:lnTo>
                  <a:lnTo>
                    <a:pt x="2978034" y="3176009"/>
                  </a:lnTo>
                  <a:lnTo>
                    <a:pt x="2979648" y="3177724"/>
                  </a:lnTo>
                  <a:lnTo>
                    <a:pt x="2989228" y="3175843"/>
                  </a:lnTo>
                  <a:lnTo>
                    <a:pt x="2997516" y="3171972"/>
                  </a:lnTo>
                  <a:lnTo>
                    <a:pt x="3000153" y="3173465"/>
                  </a:lnTo>
                  <a:lnTo>
                    <a:pt x="3002414" y="3172415"/>
                  </a:lnTo>
                  <a:lnTo>
                    <a:pt x="3004889" y="3175235"/>
                  </a:lnTo>
                  <a:lnTo>
                    <a:pt x="3005051" y="3177835"/>
                  </a:lnTo>
                  <a:lnTo>
                    <a:pt x="3008118" y="3178886"/>
                  </a:lnTo>
                  <a:lnTo>
                    <a:pt x="3010648" y="3184032"/>
                  </a:lnTo>
                  <a:lnTo>
                    <a:pt x="3017322" y="3182869"/>
                  </a:lnTo>
                  <a:lnTo>
                    <a:pt x="3023780" y="3186577"/>
                  </a:lnTo>
                  <a:lnTo>
                    <a:pt x="3031261" y="3185470"/>
                  </a:lnTo>
                  <a:lnTo>
                    <a:pt x="3027978" y="3182371"/>
                  </a:lnTo>
                  <a:lnTo>
                    <a:pt x="3032283" y="3177724"/>
                  </a:lnTo>
                  <a:lnTo>
                    <a:pt x="3035405" y="3177503"/>
                  </a:lnTo>
                  <a:lnTo>
                    <a:pt x="3036158" y="3181320"/>
                  </a:lnTo>
                  <a:lnTo>
                    <a:pt x="3032714" y="3186854"/>
                  </a:lnTo>
                  <a:lnTo>
                    <a:pt x="3034436" y="3188293"/>
                  </a:lnTo>
                  <a:lnTo>
                    <a:pt x="3043155" y="3183423"/>
                  </a:lnTo>
                  <a:lnTo>
                    <a:pt x="3049075" y="3184142"/>
                  </a:lnTo>
                  <a:lnTo>
                    <a:pt x="3057363" y="3181984"/>
                  </a:lnTo>
                  <a:lnTo>
                    <a:pt x="3066028" y="3169816"/>
                  </a:lnTo>
                  <a:lnTo>
                    <a:pt x="3069042" y="3169540"/>
                  </a:lnTo>
                  <a:lnTo>
                    <a:pt x="3071894" y="3173134"/>
                  </a:lnTo>
                  <a:lnTo>
                    <a:pt x="3073563" y="3171585"/>
                  </a:lnTo>
                  <a:lnTo>
                    <a:pt x="3078622" y="3174682"/>
                  </a:lnTo>
                  <a:lnTo>
                    <a:pt x="3078460" y="3174848"/>
                  </a:lnTo>
                  <a:lnTo>
                    <a:pt x="3079483" y="3177226"/>
                  </a:lnTo>
                  <a:lnTo>
                    <a:pt x="3084380" y="3174848"/>
                  </a:lnTo>
                  <a:lnTo>
                    <a:pt x="3087125" y="3176397"/>
                  </a:lnTo>
                  <a:lnTo>
                    <a:pt x="3091323" y="3174793"/>
                  </a:lnTo>
                  <a:lnTo>
                    <a:pt x="3096274" y="3178499"/>
                  </a:lnTo>
                  <a:lnTo>
                    <a:pt x="3109891" y="3179550"/>
                  </a:lnTo>
                  <a:lnTo>
                    <a:pt x="3110321" y="3180324"/>
                  </a:lnTo>
                  <a:lnTo>
                    <a:pt x="3111344" y="3180656"/>
                  </a:lnTo>
                  <a:lnTo>
                    <a:pt x="3113820" y="3180711"/>
                  </a:lnTo>
                  <a:lnTo>
                    <a:pt x="3114142" y="3186245"/>
                  </a:lnTo>
                  <a:lnTo>
                    <a:pt x="3108222" y="3188459"/>
                  </a:lnTo>
                  <a:lnTo>
                    <a:pt x="3105155" y="3191615"/>
                  </a:lnTo>
                  <a:lnTo>
                    <a:pt x="3105747" y="3194938"/>
                  </a:lnTo>
                  <a:lnTo>
                    <a:pt x="3109998" y="3195436"/>
                  </a:lnTo>
                  <a:lnTo>
                    <a:pt x="3113820" y="3198483"/>
                  </a:lnTo>
                  <a:lnTo>
                    <a:pt x="3117964" y="3198261"/>
                  </a:lnTo>
                  <a:lnTo>
                    <a:pt x="3123184" y="3194827"/>
                  </a:lnTo>
                  <a:lnTo>
                    <a:pt x="3138146" y="3193498"/>
                  </a:lnTo>
                  <a:lnTo>
                    <a:pt x="3144066" y="3192058"/>
                  </a:lnTo>
                  <a:lnTo>
                    <a:pt x="3148963" y="3190785"/>
                  </a:lnTo>
                  <a:lnTo>
                    <a:pt x="3152085" y="3188072"/>
                  </a:lnTo>
                  <a:lnTo>
                    <a:pt x="3152462" y="3182648"/>
                  </a:lnTo>
                  <a:lnTo>
                    <a:pt x="3155206" y="3181763"/>
                  </a:lnTo>
                  <a:lnTo>
                    <a:pt x="3158920" y="3188072"/>
                  </a:lnTo>
                  <a:lnTo>
                    <a:pt x="3163226" y="3191117"/>
                  </a:lnTo>
                  <a:lnTo>
                    <a:pt x="3170330" y="3191726"/>
                  </a:lnTo>
                  <a:lnTo>
                    <a:pt x="3173290" y="3192889"/>
                  </a:lnTo>
                  <a:lnTo>
                    <a:pt x="3179856" y="3193166"/>
                  </a:lnTo>
                  <a:lnTo>
                    <a:pt x="3180717" y="3194384"/>
                  </a:lnTo>
                  <a:lnTo>
                    <a:pt x="3177595" y="3200754"/>
                  </a:lnTo>
                  <a:lnTo>
                    <a:pt x="3169038" y="3201364"/>
                  </a:lnTo>
                  <a:lnTo>
                    <a:pt x="3167908" y="3202638"/>
                  </a:lnTo>
                  <a:lnTo>
                    <a:pt x="3168446" y="3214612"/>
                  </a:lnTo>
                  <a:lnTo>
                    <a:pt x="3160642" y="3223543"/>
                  </a:lnTo>
                  <a:lnTo>
                    <a:pt x="3160588" y="3230370"/>
                  </a:lnTo>
                  <a:lnTo>
                    <a:pt x="3158974" y="3244145"/>
                  </a:lnTo>
                  <a:lnTo>
                    <a:pt x="3159781" y="3250814"/>
                  </a:lnTo>
                  <a:lnTo>
                    <a:pt x="3163871" y="3259545"/>
                  </a:lnTo>
                  <a:lnTo>
                    <a:pt x="3165486" y="3264997"/>
                  </a:lnTo>
                  <a:lnTo>
                    <a:pt x="3166778" y="3274794"/>
                  </a:lnTo>
                  <a:lnTo>
                    <a:pt x="3171029" y="3275351"/>
                  </a:lnTo>
                  <a:lnTo>
                    <a:pt x="3172805" y="3279416"/>
                  </a:lnTo>
                  <a:lnTo>
                    <a:pt x="3172644" y="3282703"/>
                  </a:lnTo>
                  <a:lnTo>
                    <a:pt x="3175066" y="3287885"/>
                  </a:lnTo>
                  <a:lnTo>
                    <a:pt x="3179318" y="3289278"/>
                  </a:lnTo>
                  <a:lnTo>
                    <a:pt x="3179963" y="3294016"/>
                  </a:lnTo>
                  <a:lnTo>
                    <a:pt x="3177272" y="3296581"/>
                  </a:lnTo>
                  <a:lnTo>
                    <a:pt x="3176949" y="3299091"/>
                  </a:lnTo>
                  <a:lnTo>
                    <a:pt x="3181739" y="3305059"/>
                  </a:lnTo>
                  <a:lnTo>
                    <a:pt x="3181147" y="3312984"/>
                  </a:lnTo>
                  <a:lnTo>
                    <a:pt x="3182870" y="3315496"/>
                  </a:lnTo>
                  <a:lnTo>
                    <a:pt x="3188521" y="3311253"/>
                  </a:lnTo>
                  <a:lnTo>
                    <a:pt x="3196271" y="3310807"/>
                  </a:lnTo>
                  <a:lnTo>
                    <a:pt x="3199392" y="3314714"/>
                  </a:lnTo>
                  <a:lnTo>
                    <a:pt x="3203805" y="3314714"/>
                  </a:lnTo>
                  <a:lnTo>
                    <a:pt x="3208326" y="3311533"/>
                  </a:lnTo>
                  <a:lnTo>
                    <a:pt x="3215000" y="3311756"/>
                  </a:lnTo>
                  <a:lnTo>
                    <a:pt x="3219574" y="3310807"/>
                  </a:lnTo>
                  <a:lnTo>
                    <a:pt x="3222642" y="3307403"/>
                  </a:lnTo>
                  <a:lnTo>
                    <a:pt x="3226248" y="3307570"/>
                  </a:lnTo>
                  <a:lnTo>
                    <a:pt x="3228616" y="3305617"/>
                  </a:lnTo>
                  <a:lnTo>
                    <a:pt x="3232007" y="3299369"/>
                  </a:lnTo>
                  <a:lnTo>
                    <a:pt x="3236366" y="3294741"/>
                  </a:lnTo>
                  <a:lnTo>
                    <a:pt x="3237173" y="3289557"/>
                  </a:lnTo>
                  <a:lnTo>
                    <a:pt x="3232760" y="3279639"/>
                  </a:lnTo>
                  <a:lnTo>
                    <a:pt x="3231630" y="3272901"/>
                  </a:lnTo>
                  <a:lnTo>
                    <a:pt x="3229800" y="3268893"/>
                  </a:lnTo>
                  <a:lnTo>
                    <a:pt x="3225010" y="3269839"/>
                  </a:lnTo>
                  <a:lnTo>
                    <a:pt x="3223342" y="3268670"/>
                  </a:lnTo>
                  <a:lnTo>
                    <a:pt x="3224687" y="3263773"/>
                  </a:lnTo>
                  <a:lnTo>
                    <a:pt x="3223449" y="3255374"/>
                  </a:lnTo>
                  <a:lnTo>
                    <a:pt x="3219736" y="3252871"/>
                  </a:lnTo>
                  <a:lnTo>
                    <a:pt x="3217691" y="3252260"/>
                  </a:lnTo>
                  <a:lnTo>
                    <a:pt x="3212578" y="3253038"/>
                  </a:lnTo>
                  <a:lnTo>
                    <a:pt x="3207411" y="3251037"/>
                  </a:lnTo>
                  <a:lnTo>
                    <a:pt x="3205151" y="3247868"/>
                  </a:lnTo>
                  <a:lnTo>
                    <a:pt x="3204882" y="3238922"/>
                  </a:lnTo>
                  <a:lnTo>
                    <a:pt x="3206981" y="3236811"/>
                  </a:lnTo>
                  <a:lnTo>
                    <a:pt x="3207303" y="3232091"/>
                  </a:lnTo>
                  <a:lnTo>
                    <a:pt x="3210210" y="3235534"/>
                  </a:lnTo>
                  <a:lnTo>
                    <a:pt x="3210909" y="3232647"/>
                  </a:lnTo>
                  <a:lnTo>
                    <a:pt x="3215000" y="3227817"/>
                  </a:lnTo>
                  <a:lnTo>
                    <a:pt x="3223234" y="3224708"/>
                  </a:lnTo>
                  <a:lnTo>
                    <a:pt x="3225979" y="3218162"/>
                  </a:lnTo>
                  <a:lnTo>
                    <a:pt x="3228508" y="3218605"/>
                  </a:lnTo>
                  <a:lnTo>
                    <a:pt x="3232868" y="3215499"/>
                  </a:lnTo>
                  <a:lnTo>
                    <a:pt x="3235774" y="3216830"/>
                  </a:lnTo>
                  <a:lnTo>
                    <a:pt x="3243793" y="3215666"/>
                  </a:lnTo>
                  <a:lnTo>
                    <a:pt x="3246699" y="3213281"/>
                  </a:lnTo>
                  <a:lnTo>
                    <a:pt x="3251382" y="3206074"/>
                  </a:lnTo>
                  <a:lnTo>
                    <a:pt x="3256225" y="3200865"/>
                  </a:lnTo>
                  <a:lnTo>
                    <a:pt x="3258647" y="3199868"/>
                  </a:lnTo>
                  <a:lnTo>
                    <a:pt x="3266720" y="3200588"/>
                  </a:lnTo>
                  <a:lnTo>
                    <a:pt x="3270272" y="3199757"/>
                  </a:lnTo>
                  <a:lnTo>
                    <a:pt x="3279475" y="3193498"/>
                  </a:lnTo>
                  <a:lnTo>
                    <a:pt x="3285503" y="3191837"/>
                  </a:lnTo>
                  <a:lnTo>
                    <a:pt x="3291423" y="3191560"/>
                  </a:lnTo>
                  <a:lnTo>
                    <a:pt x="3301164" y="3188847"/>
                  </a:lnTo>
                  <a:lnTo>
                    <a:pt x="3300572" y="3193055"/>
                  </a:lnTo>
                  <a:lnTo>
                    <a:pt x="3298312" y="3192280"/>
                  </a:lnTo>
                  <a:lnTo>
                    <a:pt x="3298958" y="3195879"/>
                  </a:lnTo>
                  <a:lnTo>
                    <a:pt x="3301433" y="3195492"/>
                  </a:lnTo>
                  <a:lnTo>
                    <a:pt x="3307300" y="3190951"/>
                  </a:lnTo>
                  <a:lnTo>
                    <a:pt x="3309883" y="3187851"/>
                  </a:lnTo>
                  <a:lnTo>
                    <a:pt x="3315265" y="3186024"/>
                  </a:lnTo>
                  <a:lnTo>
                    <a:pt x="3319678" y="3187297"/>
                  </a:lnTo>
                  <a:lnTo>
                    <a:pt x="3322046" y="3185692"/>
                  </a:lnTo>
                  <a:lnTo>
                    <a:pt x="3325437" y="3186910"/>
                  </a:lnTo>
                  <a:lnTo>
                    <a:pt x="3329742" y="3184419"/>
                  </a:lnTo>
                  <a:lnTo>
                    <a:pt x="3333294" y="3186190"/>
                  </a:lnTo>
                  <a:lnTo>
                    <a:pt x="3335662" y="3184474"/>
                  </a:lnTo>
                  <a:lnTo>
                    <a:pt x="3337062" y="3178443"/>
                  </a:lnTo>
                  <a:lnTo>
                    <a:pt x="3340829" y="3176507"/>
                  </a:lnTo>
                  <a:lnTo>
                    <a:pt x="3345888" y="3176341"/>
                  </a:lnTo>
                  <a:lnTo>
                    <a:pt x="3349171" y="3179605"/>
                  </a:lnTo>
                  <a:lnTo>
                    <a:pt x="3347234" y="3181929"/>
                  </a:lnTo>
                  <a:lnTo>
                    <a:pt x="3354015" y="3179605"/>
                  </a:lnTo>
                  <a:lnTo>
                    <a:pt x="3358751" y="3176784"/>
                  </a:lnTo>
                  <a:lnTo>
                    <a:pt x="3361442" y="3177171"/>
                  </a:lnTo>
                  <a:lnTo>
                    <a:pt x="3366178" y="3174129"/>
                  </a:lnTo>
                  <a:lnTo>
                    <a:pt x="3363648" y="3171806"/>
                  </a:lnTo>
                  <a:lnTo>
                    <a:pt x="3359827" y="3170756"/>
                  </a:lnTo>
                  <a:lnTo>
                    <a:pt x="3359989" y="3166499"/>
                  </a:lnTo>
                  <a:lnTo>
                    <a:pt x="3366985" y="3161415"/>
                  </a:lnTo>
                  <a:lnTo>
                    <a:pt x="3375758" y="3158211"/>
                  </a:lnTo>
                  <a:lnTo>
                    <a:pt x="3380655" y="3158653"/>
                  </a:lnTo>
                  <a:lnTo>
                    <a:pt x="3381032" y="3163902"/>
                  </a:lnTo>
                  <a:lnTo>
                    <a:pt x="3384477" y="3164841"/>
                  </a:lnTo>
                  <a:lnTo>
                    <a:pt x="3384692" y="3167328"/>
                  </a:lnTo>
                  <a:lnTo>
                    <a:pt x="3394702" y="3166831"/>
                  </a:lnTo>
                  <a:lnTo>
                    <a:pt x="3400138" y="3164067"/>
                  </a:lnTo>
                  <a:lnTo>
                    <a:pt x="3401160" y="3158597"/>
                  </a:lnTo>
                  <a:lnTo>
                    <a:pt x="3402775" y="3157272"/>
                  </a:lnTo>
                  <a:lnTo>
                    <a:pt x="3407296" y="3159039"/>
                  </a:lnTo>
                  <a:lnTo>
                    <a:pt x="3410633" y="3162189"/>
                  </a:lnTo>
                  <a:lnTo>
                    <a:pt x="3420374" y="3161747"/>
                  </a:lnTo>
                  <a:lnTo>
                    <a:pt x="3423764" y="3156553"/>
                  </a:lnTo>
                  <a:lnTo>
                    <a:pt x="3433075" y="3145566"/>
                  </a:lnTo>
                  <a:lnTo>
                    <a:pt x="3437327" y="3145621"/>
                  </a:lnTo>
                  <a:lnTo>
                    <a:pt x="3441902" y="3153185"/>
                  </a:lnTo>
                  <a:lnTo>
                    <a:pt x="3445077" y="3153737"/>
                  </a:lnTo>
                  <a:lnTo>
                    <a:pt x="3450297" y="3150700"/>
                  </a:lnTo>
                  <a:lnTo>
                    <a:pt x="3455356" y="3142034"/>
                  </a:lnTo>
                  <a:lnTo>
                    <a:pt x="3455895" y="3136517"/>
                  </a:lnTo>
                  <a:lnTo>
                    <a:pt x="3454011" y="3133153"/>
                  </a:lnTo>
                  <a:lnTo>
                    <a:pt x="3455195" y="3128908"/>
                  </a:lnTo>
                  <a:lnTo>
                    <a:pt x="3458801" y="3125160"/>
                  </a:lnTo>
                  <a:lnTo>
                    <a:pt x="3459231" y="3131223"/>
                  </a:lnTo>
                  <a:lnTo>
                    <a:pt x="3463698" y="3136517"/>
                  </a:lnTo>
                  <a:lnTo>
                    <a:pt x="3464452" y="3139717"/>
                  </a:lnTo>
                  <a:lnTo>
                    <a:pt x="3471771" y="3148878"/>
                  </a:lnTo>
                  <a:lnTo>
                    <a:pt x="3474516" y="3150479"/>
                  </a:lnTo>
                  <a:lnTo>
                    <a:pt x="3479145" y="3146725"/>
                  </a:lnTo>
                  <a:lnTo>
                    <a:pt x="3480059" y="3141538"/>
                  </a:lnTo>
                  <a:lnTo>
                    <a:pt x="3489855" y="3136793"/>
                  </a:lnTo>
                  <a:lnTo>
                    <a:pt x="3491361" y="3133374"/>
                  </a:lnTo>
                  <a:lnTo>
                    <a:pt x="3497335" y="3130396"/>
                  </a:lnTo>
                  <a:lnTo>
                    <a:pt x="3500780" y="3130231"/>
                  </a:lnTo>
                  <a:lnTo>
                    <a:pt x="3499650" y="3127034"/>
                  </a:lnTo>
                  <a:lnTo>
                    <a:pt x="3499650" y="3123562"/>
                  </a:lnTo>
                  <a:lnTo>
                    <a:pt x="3497927" y="3120421"/>
                  </a:lnTo>
                  <a:lnTo>
                    <a:pt x="3498250" y="3116895"/>
                  </a:lnTo>
                  <a:lnTo>
                    <a:pt x="3500026" y="3116620"/>
                  </a:lnTo>
                  <a:lnTo>
                    <a:pt x="3503148" y="3114968"/>
                  </a:lnTo>
                  <a:lnTo>
                    <a:pt x="3503256" y="3107480"/>
                  </a:lnTo>
                  <a:lnTo>
                    <a:pt x="3505193" y="3106379"/>
                  </a:lnTo>
                  <a:lnTo>
                    <a:pt x="3504063" y="3103958"/>
                  </a:lnTo>
                  <a:lnTo>
                    <a:pt x="3506054" y="3103022"/>
                  </a:lnTo>
                  <a:lnTo>
                    <a:pt x="3509714" y="3096311"/>
                  </a:lnTo>
                  <a:lnTo>
                    <a:pt x="3509391" y="3094111"/>
                  </a:lnTo>
                  <a:lnTo>
                    <a:pt x="3505785" y="3093671"/>
                  </a:lnTo>
                  <a:lnTo>
                    <a:pt x="3504386" y="3097081"/>
                  </a:lnTo>
                  <a:lnTo>
                    <a:pt x="3501318" y="3096806"/>
                  </a:lnTo>
                  <a:lnTo>
                    <a:pt x="3506377" y="3090427"/>
                  </a:lnTo>
                  <a:lnTo>
                    <a:pt x="3509606" y="3089933"/>
                  </a:lnTo>
                  <a:lnTo>
                    <a:pt x="3511651" y="3086525"/>
                  </a:lnTo>
                  <a:lnTo>
                    <a:pt x="3515903" y="3084601"/>
                  </a:lnTo>
                  <a:lnTo>
                    <a:pt x="3513858" y="3073561"/>
                  </a:lnTo>
                  <a:lnTo>
                    <a:pt x="3510467" y="3065547"/>
                  </a:lnTo>
                  <a:lnTo>
                    <a:pt x="3515311" y="3064504"/>
                  </a:lnTo>
                  <a:lnTo>
                    <a:pt x="3517464" y="3069773"/>
                  </a:lnTo>
                  <a:lnTo>
                    <a:pt x="3518110" y="3071529"/>
                  </a:lnTo>
                  <a:lnTo>
                    <a:pt x="3521393" y="3078723"/>
                  </a:lnTo>
                  <a:lnTo>
                    <a:pt x="3526075" y="3084052"/>
                  </a:lnTo>
                  <a:lnTo>
                    <a:pt x="3527205" y="3092022"/>
                  </a:lnTo>
                  <a:lnTo>
                    <a:pt x="3529304" y="3093726"/>
                  </a:lnTo>
                  <a:lnTo>
                    <a:pt x="3534471" y="3089328"/>
                  </a:lnTo>
                  <a:lnTo>
                    <a:pt x="3534632" y="3088888"/>
                  </a:lnTo>
                  <a:lnTo>
                    <a:pt x="3536516" y="3086964"/>
                  </a:lnTo>
                  <a:lnTo>
                    <a:pt x="3541360" y="3087624"/>
                  </a:lnTo>
                  <a:lnTo>
                    <a:pt x="3545773" y="3086800"/>
                  </a:lnTo>
                  <a:lnTo>
                    <a:pt x="3546903" y="3084601"/>
                  </a:lnTo>
                  <a:lnTo>
                    <a:pt x="3552285" y="3083667"/>
                  </a:lnTo>
                  <a:lnTo>
                    <a:pt x="3553092" y="3082129"/>
                  </a:lnTo>
                  <a:lnTo>
                    <a:pt x="3558044" y="3082733"/>
                  </a:lnTo>
                  <a:lnTo>
                    <a:pt x="3558905" y="3084052"/>
                  </a:lnTo>
                  <a:lnTo>
                    <a:pt x="3564340" y="3081689"/>
                  </a:lnTo>
                  <a:lnTo>
                    <a:pt x="3566708" y="3079327"/>
                  </a:lnTo>
                  <a:lnTo>
                    <a:pt x="3571929" y="3077899"/>
                  </a:lnTo>
                  <a:lnTo>
                    <a:pt x="3575912" y="3079162"/>
                  </a:lnTo>
                  <a:lnTo>
                    <a:pt x="3579840" y="3085810"/>
                  </a:lnTo>
                  <a:lnTo>
                    <a:pt x="3580217" y="3092077"/>
                  </a:lnTo>
                  <a:lnTo>
                    <a:pt x="3582854" y="3094111"/>
                  </a:lnTo>
                  <a:lnTo>
                    <a:pt x="3586568" y="3091417"/>
                  </a:lnTo>
                  <a:lnTo>
                    <a:pt x="3592004" y="3089823"/>
                  </a:lnTo>
                  <a:lnTo>
                    <a:pt x="3593510" y="3086635"/>
                  </a:lnTo>
                  <a:lnTo>
                    <a:pt x="3592273" y="3083502"/>
                  </a:lnTo>
                  <a:lnTo>
                    <a:pt x="3588236" y="3081964"/>
                  </a:lnTo>
                  <a:lnTo>
                    <a:pt x="3587429" y="3079712"/>
                  </a:lnTo>
                  <a:lnTo>
                    <a:pt x="3591304" y="3074220"/>
                  </a:lnTo>
                  <a:lnTo>
                    <a:pt x="3589259" y="3071968"/>
                  </a:lnTo>
                  <a:lnTo>
                    <a:pt x="3583608" y="3072572"/>
                  </a:lnTo>
                  <a:lnTo>
                    <a:pt x="3588128" y="3069553"/>
                  </a:lnTo>
                  <a:lnTo>
                    <a:pt x="3590281" y="3069114"/>
                  </a:lnTo>
                  <a:lnTo>
                    <a:pt x="3591142" y="3065053"/>
                  </a:lnTo>
                  <a:lnTo>
                    <a:pt x="3598839" y="3061432"/>
                  </a:lnTo>
                  <a:lnTo>
                    <a:pt x="3600615" y="3059402"/>
                  </a:lnTo>
                  <a:lnTo>
                    <a:pt x="3604113" y="3061761"/>
                  </a:lnTo>
                  <a:lnTo>
                    <a:pt x="3602821" y="3065711"/>
                  </a:lnTo>
                  <a:lnTo>
                    <a:pt x="3602229" y="3072957"/>
                  </a:lnTo>
                  <a:lnTo>
                    <a:pt x="3603575" y="3074824"/>
                  </a:lnTo>
                  <a:lnTo>
                    <a:pt x="3603790" y="3079876"/>
                  </a:lnTo>
                  <a:lnTo>
                    <a:pt x="3614285" y="3078888"/>
                  </a:lnTo>
                  <a:lnTo>
                    <a:pt x="3615953" y="3084162"/>
                  </a:lnTo>
                  <a:lnTo>
                    <a:pt x="3619182" y="3083118"/>
                  </a:lnTo>
                  <a:lnTo>
                    <a:pt x="3619667" y="3075922"/>
                  </a:lnTo>
                  <a:lnTo>
                    <a:pt x="3621174" y="3073561"/>
                  </a:lnTo>
                  <a:lnTo>
                    <a:pt x="3629408" y="3066754"/>
                  </a:lnTo>
                  <a:lnTo>
                    <a:pt x="3628009" y="3065547"/>
                  </a:lnTo>
                  <a:lnTo>
                    <a:pt x="3630646" y="3063407"/>
                  </a:lnTo>
                  <a:lnTo>
                    <a:pt x="3632637" y="3059347"/>
                  </a:lnTo>
                  <a:lnTo>
                    <a:pt x="3639472" y="3058031"/>
                  </a:lnTo>
                  <a:lnTo>
                    <a:pt x="3642647" y="3060828"/>
                  </a:lnTo>
                  <a:lnTo>
                    <a:pt x="3642594" y="3056331"/>
                  </a:lnTo>
                  <a:lnTo>
                    <a:pt x="3646630" y="3055673"/>
                  </a:lnTo>
                  <a:lnTo>
                    <a:pt x="3646092" y="3060499"/>
                  </a:lnTo>
                  <a:lnTo>
                    <a:pt x="3653842" y="3059841"/>
                  </a:lnTo>
                  <a:lnTo>
                    <a:pt x="3655510" y="3060499"/>
                  </a:lnTo>
                  <a:lnTo>
                    <a:pt x="3656479" y="3066918"/>
                  </a:lnTo>
                  <a:lnTo>
                    <a:pt x="3659278" y="3069718"/>
                  </a:lnTo>
                  <a:lnTo>
                    <a:pt x="3663583" y="3069718"/>
                  </a:lnTo>
                  <a:lnTo>
                    <a:pt x="3667189" y="3068345"/>
                  </a:lnTo>
                  <a:lnTo>
                    <a:pt x="3676231" y="3073012"/>
                  </a:lnTo>
                  <a:lnTo>
                    <a:pt x="3675370" y="3069718"/>
                  </a:lnTo>
                  <a:lnTo>
                    <a:pt x="3679191" y="3062858"/>
                  </a:lnTo>
                  <a:lnTo>
                    <a:pt x="3673271" y="3062639"/>
                  </a:lnTo>
                  <a:lnTo>
                    <a:pt x="3675800" y="3059512"/>
                  </a:lnTo>
                  <a:lnTo>
                    <a:pt x="3676984" y="3055344"/>
                  </a:lnTo>
                  <a:lnTo>
                    <a:pt x="3683119" y="3051670"/>
                  </a:lnTo>
                  <a:lnTo>
                    <a:pt x="3686779" y="3053918"/>
                  </a:lnTo>
                  <a:lnTo>
                    <a:pt x="3692376" y="3054741"/>
                  </a:lnTo>
                  <a:lnTo>
                    <a:pt x="3694852" y="3057208"/>
                  </a:lnTo>
                  <a:lnTo>
                    <a:pt x="3695552" y="3064230"/>
                  </a:lnTo>
                  <a:lnTo>
                    <a:pt x="3698404" y="3064669"/>
                  </a:lnTo>
                  <a:lnTo>
                    <a:pt x="3703140" y="3059621"/>
                  </a:lnTo>
                  <a:lnTo>
                    <a:pt x="3707338" y="3057921"/>
                  </a:lnTo>
                  <a:lnTo>
                    <a:pt x="3710298" y="3058141"/>
                  </a:lnTo>
                  <a:lnTo>
                    <a:pt x="3713097" y="3055508"/>
                  </a:lnTo>
                  <a:lnTo>
                    <a:pt x="3718263" y="3053754"/>
                  </a:lnTo>
                  <a:lnTo>
                    <a:pt x="3722461" y="3056550"/>
                  </a:lnTo>
                  <a:lnTo>
                    <a:pt x="3725690" y="3054686"/>
                  </a:lnTo>
                  <a:lnTo>
                    <a:pt x="3734248" y="3046135"/>
                  </a:lnTo>
                  <a:lnTo>
                    <a:pt x="3735970" y="3045039"/>
                  </a:lnTo>
                  <a:lnTo>
                    <a:pt x="3739791" y="3043121"/>
                  </a:lnTo>
                  <a:lnTo>
                    <a:pt x="3746788" y="3046354"/>
                  </a:lnTo>
                  <a:lnTo>
                    <a:pt x="3752654" y="3044601"/>
                  </a:lnTo>
                  <a:lnTo>
                    <a:pt x="3757498" y="3045203"/>
                  </a:lnTo>
                  <a:lnTo>
                    <a:pt x="3760888" y="3038630"/>
                  </a:lnTo>
                  <a:lnTo>
                    <a:pt x="3763741" y="3036878"/>
                  </a:lnTo>
                  <a:lnTo>
                    <a:pt x="3762018" y="3032717"/>
                  </a:lnTo>
                  <a:lnTo>
                    <a:pt x="3762826" y="3029487"/>
                  </a:lnTo>
                  <a:lnTo>
                    <a:pt x="3761480" y="3027408"/>
                  </a:lnTo>
                  <a:lnTo>
                    <a:pt x="3762826" y="3024946"/>
                  </a:lnTo>
                  <a:lnTo>
                    <a:pt x="3771491" y="3022593"/>
                  </a:lnTo>
                  <a:lnTo>
                    <a:pt x="3774612" y="3018601"/>
                  </a:lnTo>
                  <a:lnTo>
                    <a:pt x="3778433" y="3016906"/>
                  </a:lnTo>
                  <a:lnTo>
                    <a:pt x="3783815" y="3018327"/>
                  </a:lnTo>
                  <a:lnTo>
                    <a:pt x="3785107" y="3014391"/>
                  </a:lnTo>
                  <a:lnTo>
                    <a:pt x="3783116" y="3013954"/>
                  </a:lnTo>
                  <a:lnTo>
                    <a:pt x="3781716" y="3007122"/>
                  </a:lnTo>
                  <a:lnTo>
                    <a:pt x="3789466" y="2996909"/>
                  </a:lnTo>
                  <a:lnTo>
                    <a:pt x="3789789" y="2993798"/>
                  </a:lnTo>
                  <a:lnTo>
                    <a:pt x="3791619" y="2990960"/>
                  </a:lnTo>
                  <a:lnTo>
                    <a:pt x="3790973" y="2988450"/>
                  </a:lnTo>
                  <a:lnTo>
                    <a:pt x="3794471" y="2985613"/>
                  </a:lnTo>
                  <a:lnTo>
                    <a:pt x="3797539" y="2987905"/>
                  </a:lnTo>
                  <a:lnTo>
                    <a:pt x="3801629" y="2988341"/>
                  </a:lnTo>
                  <a:lnTo>
                    <a:pt x="3804643" y="2984632"/>
                  </a:lnTo>
                  <a:lnTo>
                    <a:pt x="3808195" y="2984959"/>
                  </a:lnTo>
                  <a:lnTo>
                    <a:pt x="3817560" y="2982450"/>
                  </a:lnTo>
                  <a:lnTo>
                    <a:pt x="3826171" y="2981523"/>
                  </a:lnTo>
                  <a:lnTo>
                    <a:pt x="3827140" y="2983595"/>
                  </a:lnTo>
                  <a:lnTo>
                    <a:pt x="3834567" y="2983104"/>
                  </a:lnTo>
                  <a:lnTo>
                    <a:pt x="3841240" y="2980160"/>
                  </a:lnTo>
                  <a:lnTo>
                    <a:pt x="3840433" y="2975853"/>
                  </a:lnTo>
                  <a:lnTo>
                    <a:pt x="3843824" y="2974436"/>
                  </a:lnTo>
                  <a:lnTo>
                    <a:pt x="3844523" y="2968279"/>
                  </a:lnTo>
                  <a:lnTo>
                    <a:pt x="3848291" y="2967135"/>
                  </a:lnTo>
                  <a:lnTo>
                    <a:pt x="3853296" y="2968551"/>
                  </a:lnTo>
                  <a:lnTo>
                    <a:pt x="3858409" y="2959838"/>
                  </a:lnTo>
                  <a:lnTo>
                    <a:pt x="3857655" y="2957280"/>
                  </a:lnTo>
                  <a:lnTo>
                    <a:pt x="3859431" y="2951022"/>
                  </a:lnTo>
                  <a:lnTo>
                    <a:pt x="3861100" y="2949934"/>
                  </a:lnTo>
                  <a:lnTo>
                    <a:pt x="3867343" y="2950152"/>
                  </a:lnTo>
                  <a:lnTo>
                    <a:pt x="3869980" y="2948194"/>
                  </a:lnTo>
                  <a:lnTo>
                    <a:pt x="3871272" y="2944115"/>
                  </a:lnTo>
                  <a:lnTo>
                    <a:pt x="3876277" y="2938407"/>
                  </a:lnTo>
                  <a:lnTo>
                    <a:pt x="3880259" y="2937701"/>
                  </a:lnTo>
                  <a:lnTo>
                    <a:pt x="3881766" y="2934930"/>
                  </a:lnTo>
                  <a:lnTo>
                    <a:pt x="3882520" y="2928954"/>
                  </a:lnTo>
                  <a:lnTo>
                    <a:pt x="3888117" y="2923742"/>
                  </a:lnTo>
                  <a:lnTo>
                    <a:pt x="3889785" y="2919291"/>
                  </a:lnTo>
                  <a:lnTo>
                    <a:pt x="3894629" y="2916470"/>
                  </a:lnTo>
                  <a:lnTo>
                    <a:pt x="3898181" y="2916090"/>
                  </a:lnTo>
                  <a:lnTo>
                    <a:pt x="3901948" y="2912076"/>
                  </a:lnTo>
                  <a:lnTo>
                    <a:pt x="3897912" y="2903401"/>
                  </a:lnTo>
                  <a:lnTo>
                    <a:pt x="3895221" y="2903455"/>
                  </a:lnTo>
                  <a:lnTo>
                    <a:pt x="3895813" y="2898254"/>
                  </a:lnTo>
                  <a:lnTo>
                    <a:pt x="3892369" y="2897333"/>
                  </a:lnTo>
                  <a:lnTo>
                    <a:pt x="3895436" y="2886340"/>
                  </a:lnTo>
                  <a:lnTo>
                    <a:pt x="3898719" y="2882228"/>
                  </a:lnTo>
                  <a:lnTo>
                    <a:pt x="3901249" y="2880875"/>
                  </a:lnTo>
                  <a:lnTo>
                    <a:pt x="3902863" y="2883256"/>
                  </a:lnTo>
                  <a:lnTo>
                    <a:pt x="3909322" y="2887964"/>
                  </a:lnTo>
                  <a:lnTo>
                    <a:pt x="3920893" y="2885583"/>
                  </a:lnTo>
                  <a:lnTo>
                    <a:pt x="3919870" y="2882444"/>
                  </a:lnTo>
                  <a:lnTo>
                    <a:pt x="3926921" y="2877792"/>
                  </a:lnTo>
                  <a:lnTo>
                    <a:pt x="3932895" y="2878441"/>
                  </a:lnTo>
                  <a:lnTo>
                    <a:pt x="3936770" y="2881957"/>
                  </a:lnTo>
                  <a:lnTo>
                    <a:pt x="3936877" y="2887964"/>
                  </a:lnTo>
                  <a:lnTo>
                    <a:pt x="3941775" y="2887044"/>
                  </a:lnTo>
                  <a:lnTo>
                    <a:pt x="3947533" y="2881037"/>
                  </a:lnTo>
                  <a:lnTo>
                    <a:pt x="3948125" y="2875899"/>
                  </a:lnTo>
                  <a:lnTo>
                    <a:pt x="3945865" y="2877035"/>
                  </a:lnTo>
                  <a:lnTo>
                    <a:pt x="3945111" y="2873898"/>
                  </a:lnTo>
                  <a:lnTo>
                    <a:pt x="3946672" y="2871303"/>
                  </a:lnTo>
                  <a:lnTo>
                    <a:pt x="3949578" y="2872763"/>
                  </a:lnTo>
                  <a:lnTo>
                    <a:pt x="3956144" y="2864980"/>
                  </a:lnTo>
                  <a:lnTo>
                    <a:pt x="3956790" y="2861684"/>
                  </a:lnTo>
                  <a:lnTo>
                    <a:pt x="3944950" y="2858498"/>
                  </a:lnTo>
                  <a:lnTo>
                    <a:pt x="3944681" y="2855042"/>
                  </a:lnTo>
                  <a:lnTo>
                    <a:pt x="3949471" y="2852883"/>
                  </a:lnTo>
                  <a:lnTo>
                    <a:pt x="3949148" y="2854502"/>
                  </a:lnTo>
                  <a:lnTo>
                    <a:pt x="3953507" y="2855150"/>
                  </a:lnTo>
                  <a:lnTo>
                    <a:pt x="3958674" y="2852343"/>
                  </a:lnTo>
                  <a:lnTo>
                    <a:pt x="3960988" y="2853962"/>
                  </a:lnTo>
                  <a:lnTo>
                    <a:pt x="3963625" y="2850670"/>
                  </a:lnTo>
                  <a:lnTo>
                    <a:pt x="3969653" y="2852343"/>
                  </a:lnTo>
                  <a:lnTo>
                    <a:pt x="3974497" y="2851533"/>
                  </a:lnTo>
                  <a:lnTo>
                    <a:pt x="3974335" y="2849590"/>
                  </a:lnTo>
                  <a:lnTo>
                    <a:pt x="3969599" y="2848781"/>
                  </a:lnTo>
                  <a:lnTo>
                    <a:pt x="3968361" y="2846191"/>
                  </a:lnTo>
                  <a:lnTo>
                    <a:pt x="3970729" y="2844033"/>
                  </a:lnTo>
                  <a:lnTo>
                    <a:pt x="3976703" y="2845328"/>
                  </a:lnTo>
                  <a:lnTo>
                    <a:pt x="3978318" y="2843278"/>
                  </a:lnTo>
                  <a:lnTo>
                    <a:pt x="3976111" y="2843116"/>
                  </a:lnTo>
                  <a:lnTo>
                    <a:pt x="3975896" y="2842469"/>
                  </a:lnTo>
                  <a:lnTo>
                    <a:pt x="3974551" y="2842092"/>
                  </a:lnTo>
                  <a:lnTo>
                    <a:pt x="3977565" y="2835137"/>
                  </a:lnTo>
                  <a:lnTo>
                    <a:pt x="3976919" y="2833681"/>
                  </a:lnTo>
                  <a:lnTo>
                    <a:pt x="3973259" y="2837023"/>
                  </a:lnTo>
                  <a:lnTo>
                    <a:pt x="3970676" y="2836646"/>
                  </a:lnTo>
                  <a:lnTo>
                    <a:pt x="3966047" y="2830287"/>
                  </a:lnTo>
                  <a:lnTo>
                    <a:pt x="3973259" y="2828024"/>
                  </a:lnTo>
                  <a:lnTo>
                    <a:pt x="3971268" y="2824415"/>
                  </a:lnTo>
                  <a:lnTo>
                    <a:pt x="3974174" y="2822692"/>
                  </a:lnTo>
                  <a:lnTo>
                    <a:pt x="3974174" y="2820108"/>
                  </a:lnTo>
                  <a:lnTo>
                    <a:pt x="3970407" y="2818493"/>
                  </a:lnTo>
                  <a:lnTo>
                    <a:pt x="3970245" y="2817901"/>
                  </a:lnTo>
                  <a:lnTo>
                    <a:pt x="3970514" y="2817470"/>
                  </a:lnTo>
                  <a:lnTo>
                    <a:pt x="3967016" y="2815694"/>
                  </a:lnTo>
                  <a:lnTo>
                    <a:pt x="3966747" y="2815371"/>
                  </a:lnTo>
                  <a:lnTo>
                    <a:pt x="3968415" y="2814833"/>
                  </a:lnTo>
                  <a:lnTo>
                    <a:pt x="3968092" y="2813972"/>
                  </a:lnTo>
                  <a:lnTo>
                    <a:pt x="3968308" y="2813918"/>
                  </a:lnTo>
                  <a:lnTo>
                    <a:pt x="3971644" y="2812358"/>
                  </a:lnTo>
                  <a:lnTo>
                    <a:pt x="3975196" y="2813004"/>
                  </a:lnTo>
                  <a:lnTo>
                    <a:pt x="3973313" y="2815856"/>
                  </a:lnTo>
                  <a:lnTo>
                    <a:pt x="3974604" y="2819408"/>
                  </a:lnTo>
                  <a:lnTo>
                    <a:pt x="3980309" y="2817685"/>
                  </a:lnTo>
                  <a:lnTo>
                    <a:pt x="3981978" y="2818493"/>
                  </a:lnTo>
                  <a:lnTo>
                    <a:pt x="3980202" y="2822746"/>
                  </a:lnTo>
                  <a:lnTo>
                    <a:pt x="3978318" y="2822154"/>
                  </a:lnTo>
                  <a:lnTo>
                    <a:pt x="3977995" y="2825600"/>
                  </a:lnTo>
                  <a:lnTo>
                    <a:pt x="3981224" y="2829263"/>
                  </a:lnTo>
                  <a:lnTo>
                    <a:pt x="3982085" y="2829586"/>
                  </a:lnTo>
                  <a:lnTo>
                    <a:pt x="3987198" y="2828940"/>
                  </a:lnTo>
                  <a:lnTo>
                    <a:pt x="3984830" y="2832011"/>
                  </a:lnTo>
                  <a:lnTo>
                    <a:pt x="3985906" y="2838209"/>
                  </a:lnTo>
                  <a:lnTo>
                    <a:pt x="3988275" y="2833843"/>
                  </a:lnTo>
                  <a:lnTo>
                    <a:pt x="3989943" y="2825008"/>
                  </a:lnTo>
                  <a:lnTo>
                    <a:pt x="3987467" y="2824092"/>
                  </a:lnTo>
                  <a:lnTo>
                    <a:pt x="3984938" y="2820215"/>
                  </a:lnTo>
                  <a:lnTo>
                    <a:pt x="3986983" y="2817309"/>
                  </a:lnTo>
                  <a:lnTo>
                    <a:pt x="3992096" y="2821992"/>
                  </a:lnTo>
                  <a:lnTo>
                    <a:pt x="3995702" y="2820700"/>
                  </a:lnTo>
                  <a:lnTo>
                    <a:pt x="3998985" y="2823607"/>
                  </a:lnTo>
                  <a:lnTo>
                    <a:pt x="4002967" y="2820592"/>
                  </a:lnTo>
                  <a:lnTo>
                    <a:pt x="4001245" y="2815909"/>
                  </a:lnTo>
                  <a:lnTo>
                    <a:pt x="4004474" y="2816555"/>
                  </a:lnTo>
                  <a:lnTo>
                    <a:pt x="4008726" y="2814618"/>
                  </a:lnTo>
                  <a:lnTo>
                    <a:pt x="4004582" y="2810906"/>
                  </a:lnTo>
                  <a:lnTo>
                    <a:pt x="4001622" y="2806818"/>
                  </a:lnTo>
                  <a:lnTo>
                    <a:pt x="3997101" y="2806334"/>
                  </a:lnTo>
                  <a:lnTo>
                    <a:pt x="3996509" y="2808001"/>
                  </a:lnTo>
                  <a:lnTo>
                    <a:pt x="3994571" y="2802893"/>
                  </a:lnTo>
                  <a:lnTo>
                    <a:pt x="3988113" y="2800905"/>
                  </a:lnTo>
                  <a:lnTo>
                    <a:pt x="3988705" y="2797089"/>
                  </a:lnTo>
                  <a:lnTo>
                    <a:pt x="3992203" y="2797304"/>
                  </a:lnTo>
                  <a:lnTo>
                    <a:pt x="3994679" y="2792899"/>
                  </a:lnTo>
                  <a:lnTo>
                    <a:pt x="3997854" y="2790912"/>
                  </a:lnTo>
                  <a:lnTo>
                    <a:pt x="3999523" y="2792093"/>
                  </a:lnTo>
                  <a:lnTo>
                    <a:pt x="3998446" y="2796928"/>
                  </a:lnTo>
                  <a:lnTo>
                    <a:pt x="4000653" y="2798647"/>
                  </a:lnTo>
                  <a:lnTo>
                    <a:pt x="4006358" y="2798540"/>
                  </a:lnTo>
                  <a:lnTo>
                    <a:pt x="4005497" y="2792523"/>
                  </a:lnTo>
                  <a:lnTo>
                    <a:pt x="4006842" y="2787636"/>
                  </a:lnTo>
                  <a:lnTo>
                    <a:pt x="4010502" y="2790428"/>
                  </a:lnTo>
                  <a:lnTo>
                    <a:pt x="4015023" y="2790428"/>
                  </a:lnTo>
                  <a:lnTo>
                    <a:pt x="4013785" y="2798486"/>
                  </a:lnTo>
                  <a:lnTo>
                    <a:pt x="4015938" y="2794886"/>
                  </a:lnTo>
                  <a:lnTo>
                    <a:pt x="4018413" y="2795423"/>
                  </a:lnTo>
                  <a:lnTo>
                    <a:pt x="4017929" y="2797841"/>
                  </a:lnTo>
                  <a:lnTo>
                    <a:pt x="4019813" y="2800098"/>
                  </a:lnTo>
                  <a:lnTo>
                    <a:pt x="4017983" y="2802732"/>
                  </a:lnTo>
                  <a:lnTo>
                    <a:pt x="4023419" y="2803108"/>
                  </a:lnTo>
                  <a:lnTo>
                    <a:pt x="4026056" y="2799668"/>
                  </a:lnTo>
                  <a:lnTo>
                    <a:pt x="4024011" y="2796820"/>
                  </a:lnTo>
                  <a:lnTo>
                    <a:pt x="4025948" y="2795155"/>
                  </a:lnTo>
                  <a:lnTo>
                    <a:pt x="4027078" y="2799883"/>
                  </a:lnTo>
                  <a:lnTo>
                    <a:pt x="4026379" y="2802302"/>
                  </a:lnTo>
                  <a:lnTo>
                    <a:pt x="4027670" y="2806227"/>
                  </a:lnTo>
                  <a:lnTo>
                    <a:pt x="4032191" y="2805420"/>
                  </a:lnTo>
                  <a:lnTo>
                    <a:pt x="4033590" y="2802517"/>
                  </a:lnTo>
                  <a:lnTo>
                    <a:pt x="4032837" y="2800045"/>
                  </a:lnTo>
                  <a:lnTo>
                    <a:pt x="4034021" y="2796176"/>
                  </a:lnTo>
                  <a:lnTo>
                    <a:pt x="4029877" y="2796337"/>
                  </a:lnTo>
                  <a:lnTo>
                    <a:pt x="4034452" y="2792952"/>
                  </a:lnTo>
                  <a:lnTo>
                    <a:pt x="4035097" y="2795155"/>
                  </a:lnTo>
                  <a:lnTo>
                    <a:pt x="4035635" y="2795638"/>
                  </a:lnTo>
                  <a:lnTo>
                    <a:pt x="4043063" y="2800152"/>
                  </a:lnTo>
                  <a:lnTo>
                    <a:pt x="4042255" y="2796390"/>
                  </a:lnTo>
                  <a:lnTo>
                    <a:pt x="4045807" y="2793973"/>
                  </a:lnTo>
                  <a:lnTo>
                    <a:pt x="4051189" y="2794242"/>
                  </a:lnTo>
                  <a:lnTo>
                    <a:pt x="4050974" y="2792791"/>
                  </a:lnTo>
                  <a:lnTo>
                    <a:pt x="4050866" y="2792308"/>
                  </a:lnTo>
                  <a:lnTo>
                    <a:pt x="4046346" y="2789086"/>
                  </a:lnTo>
                  <a:lnTo>
                    <a:pt x="4046830" y="2786562"/>
                  </a:lnTo>
                  <a:lnTo>
                    <a:pt x="4050705" y="2786670"/>
                  </a:lnTo>
                  <a:lnTo>
                    <a:pt x="4052696" y="2785167"/>
                  </a:lnTo>
                  <a:lnTo>
                    <a:pt x="4048122" y="2781839"/>
                  </a:lnTo>
                  <a:lnTo>
                    <a:pt x="4049144" y="2780068"/>
                  </a:lnTo>
                  <a:lnTo>
                    <a:pt x="4044516" y="2778405"/>
                  </a:lnTo>
                  <a:lnTo>
                    <a:pt x="4044139" y="2773096"/>
                  </a:lnTo>
                  <a:lnTo>
                    <a:pt x="4036658" y="2778191"/>
                  </a:lnTo>
                  <a:lnTo>
                    <a:pt x="4035205" y="2780551"/>
                  </a:lnTo>
                  <a:lnTo>
                    <a:pt x="4038111" y="2784684"/>
                  </a:lnTo>
                  <a:lnTo>
                    <a:pt x="4038004" y="2788603"/>
                  </a:lnTo>
                  <a:lnTo>
                    <a:pt x="4034936" y="2789999"/>
                  </a:lnTo>
                  <a:lnTo>
                    <a:pt x="4034452" y="2792254"/>
                  </a:lnTo>
                  <a:lnTo>
                    <a:pt x="4030899" y="2792254"/>
                  </a:lnTo>
                  <a:lnTo>
                    <a:pt x="4028908" y="2787797"/>
                  </a:lnTo>
                  <a:lnTo>
                    <a:pt x="4029339" y="2784147"/>
                  </a:lnTo>
                  <a:lnTo>
                    <a:pt x="4026755" y="2780605"/>
                  </a:lnTo>
                  <a:lnTo>
                    <a:pt x="4022181" y="2781303"/>
                  </a:lnTo>
                  <a:lnTo>
                    <a:pt x="4022773" y="2777386"/>
                  </a:lnTo>
                  <a:lnTo>
                    <a:pt x="4017283" y="2776689"/>
                  </a:lnTo>
                  <a:lnTo>
                    <a:pt x="4016799" y="2773632"/>
                  </a:lnTo>
                  <a:lnTo>
                    <a:pt x="4022988" y="2771433"/>
                  </a:lnTo>
                  <a:lnTo>
                    <a:pt x="4028155" y="2771380"/>
                  </a:lnTo>
                  <a:lnTo>
                    <a:pt x="4028155" y="2768431"/>
                  </a:lnTo>
                  <a:lnTo>
                    <a:pt x="4030200" y="2767574"/>
                  </a:lnTo>
                  <a:lnTo>
                    <a:pt x="4030361" y="2752790"/>
                  </a:lnTo>
                  <a:lnTo>
                    <a:pt x="4031222" y="2751024"/>
                  </a:lnTo>
                  <a:lnTo>
                    <a:pt x="4036228" y="2749579"/>
                  </a:lnTo>
                  <a:lnTo>
                    <a:pt x="4038703" y="2738934"/>
                  </a:lnTo>
                  <a:lnTo>
                    <a:pt x="4036658" y="2736849"/>
                  </a:lnTo>
                  <a:lnTo>
                    <a:pt x="4033913" y="2737490"/>
                  </a:lnTo>
                  <a:lnTo>
                    <a:pt x="4032675" y="2731130"/>
                  </a:lnTo>
                  <a:lnTo>
                    <a:pt x="4029554" y="2728192"/>
                  </a:lnTo>
                  <a:lnTo>
                    <a:pt x="4028262" y="2723278"/>
                  </a:lnTo>
                  <a:lnTo>
                    <a:pt x="4033537" y="2719968"/>
                  </a:lnTo>
                  <a:lnTo>
                    <a:pt x="4034559" y="2713938"/>
                  </a:lnTo>
                  <a:lnTo>
                    <a:pt x="4042847" y="2711698"/>
                  </a:lnTo>
                  <a:lnTo>
                    <a:pt x="4045592" y="2713351"/>
                  </a:lnTo>
                  <a:lnTo>
                    <a:pt x="4045969" y="2709511"/>
                  </a:lnTo>
                  <a:lnTo>
                    <a:pt x="4049306" y="2707964"/>
                  </a:lnTo>
                  <a:lnTo>
                    <a:pt x="4050866" y="2709511"/>
                  </a:lnTo>
                  <a:lnTo>
                    <a:pt x="4054472" y="2709404"/>
                  </a:lnTo>
                  <a:lnTo>
                    <a:pt x="4058885" y="2705032"/>
                  </a:lnTo>
                  <a:lnTo>
                    <a:pt x="4058132" y="2702846"/>
                  </a:lnTo>
                  <a:lnTo>
                    <a:pt x="4053557" y="2704712"/>
                  </a:lnTo>
                  <a:lnTo>
                    <a:pt x="4048498" y="2696931"/>
                  </a:lnTo>
                  <a:lnTo>
                    <a:pt x="4048552" y="2694907"/>
                  </a:lnTo>
                  <a:lnTo>
                    <a:pt x="4044354" y="2682078"/>
                  </a:lnTo>
                  <a:lnTo>
                    <a:pt x="4040156" y="2679365"/>
                  </a:lnTo>
                  <a:lnTo>
                    <a:pt x="4034021" y="2678620"/>
                  </a:lnTo>
                  <a:lnTo>
                    <a:pt x="4028370" y="2680854"/>
                  </a:lnTo>
                  <a:lnTo>
                    <a:pt x="4025948" y="2678194"/>
                  </a:lnTo>
                  <a:lnTo>
                    <a:pt x="4029608" y="2675535"/>
                  </a:lnTo>
                  <a:lnTo>
                    <a:pt x="4031168" y="2670166"/>
                  </a:lnTo>
                  <a:lnTo>
                    <a:pt x="4033537" y="2667881"/>
                  </a:lnTo>
                  <a:lnTo>
                    <a:pt x="4037627" y="2671814"/>
                  </a:lnTo>
                  <a:lnTo>
                    <a:pt x="4048337" y="2671389"/>
                  </a:lnTo>
                  <a:lnTo>
                    <a:pt x="4050974" y="2673356"/>
                  </a:lnTo>
                  <a:lnTo>
                    <a:pt x="4051835" y="2676174"/>
                  </a:lnTo>
                  <a:lnTo>
                    <a:pt x="4054849" y="2674313"/>
                  </a:lnTo>
                  <a:lnTo>
                    <a:pt x="4054042" y="2671176"/>
                  </a:lnTo>
                  <a:lnTo>
                    <a:pt x="4057486" y="2665809"/>
                  </a:lnTo>
                  <a:lnTo>
                    <a:pt x="4057863" y="2662091"/>
                  </a:lnTo>
                  <a:lnTo>
                    <a:pt x="4067443" y="2661878"/>
                  </a:lnTo>
                  <a:lnTo>
                    <a:pt x="4068250" y="2663631"/>
                  </a:lnTo>
                  <a:lnTo>
                    <a:pt x="4062330" y="2668466"/>
                  </a:lnTo>
                  <a:lnTo>
                    <a:pt x="4060177" y="2671814"/>
                  </a:lnTo>
                  <a:lnTo>
                    <a:pt x="4060446" y="2675004"/>
                  </a:lnTo>
                  <a:lnTo>
                    <a:pt x="4058401" y="2677982"/>
                  </a:lnTo>
                  <a:lnTo>
                    <a:pt x="4054257" y="2677982"/>
                  </a:lnTo>
                  <a:lnTo>
                    <a:pt x="4049898" y="2680907"/>
                  </a:lnTo>
                  <a:lnTo>
                    <a:pt x="4047853" y="2687985"/>
                  </a:lnTo>
                  <a:lnTo>
                    <a:pt x="4051243" y="2689475"/>
                  </a:lnTo>
                  <a:lnTo>
                    <a:pt x="4058293" y="2684366"/>
                  </a:lnTo>
                  <a:lnTo>
                    <a:pt x="4057432" y="2682769"/>
                  </a:lnTo>
                  <a:lnTo>
                    <a:pt x="4060016" y="2680641"/>
                  </a:lnTo>
                  <a:lnTo>
                    <a:pt x="4063514" y="2680854"/>
                  </a:lnTo>
                  <a:lnTo>
                    <a:pt x="4068411" y="2677663"/>
                  </a:lnTo>
                  <a:lnTo>
                    <a:pt x="4071049" y="2679045"/>
                  </a:lnTo>
                  <a:lnTo>
                    <a:pt x="4074924" y="2676652"/>
                  </a:lnTo>
                  <a:lnTo>
                    <a:pt x="4072502" y="2671229"/>
                  </a:lnTo>
                  <a:lnTo>
                    <a:pt x="4077023" y="2668731"/>
                  </a:lnTo>
                  <a:lnTo>
                    <a:pt x="4076054" y="2665437"/>
                  </a:lnTo>
                  <a:lnTo>
                    <a:pt x="4072179" y="2665225"/>
                  </a:lnTo>
                  <a:lnTo>
                    <a:pt x="4074762" y="2660763"/>
                  </a:lnTo>
                  <a:lnTo>
                    <a:pt x="4071910" y="2661082"/>
                  </a:lnTo>
                  <a:lnTo>
                    <a:pt x="4071802" y="2657896"/>
                  </a:lnTo>
                  <a:lnTo>
                    <a:pt x="4069272" y="2658214"/>
                  </a:lnTo>
                  <a:lnTo>
                    <a:pt x="4066582" y="2657736"/>
                  </a:lnTo>
                  <a:lnTo>
                    <a:pt x="4067604" y="2654233"/>
                  </a:lnTo>
                  <a:lnTo>
                    <a:pt x="4073148" y="2652323"/>
                  </a:lnTo>
                  <a:lnTo>
                    <a:pt x="4073901" y="2648556"/>
                  </a:lnTo>
                  <a:lnTo>
                    <a:pt x="4074224" y="2648821"/>
                  </a:lnTo>
                  <a:lnTo>
                    <a:pt x="4078637" y="2648556"/>
                  </a:lnTo>
                  <a:lnTo>
                    <a:pt x="4083212" y="2649829"/>
                  </a:lnTo>
                  <a:lnTo>
                    <a:pt x="4085526" y="2642404"/>
                  </a:lnTo>
                  <a:lnTo>
                    <a:pt x="4087302" y="2641927"/>
                  </a:lnTo>
                  <a:lnTo>
                    <a:pt x="4086925" y="2637951"/>
                  </a:lnTo>
                  <a:lnTo>
                    <a:pt x="4088701" y="2637103"/>
                  </a:lnTo>
                  <a:lnTo>
                    <a:pt x="4087571" y="2631753"/>
                  </a:lnTo>
                  <a:lnTo>
                    <a:pt x="4097097" y="2632600"/>
                  </a:lnTo>
                  <a:lnTo>
                    <a:pt x="4098066" y="2630640"/>
                  </a:lnTo>
                  <a:lnTo>
                    <a:pt x="4103179" y="2626510"/>
                  </a:lnTo>
                  <a:lnTo>
                    <a:pt x="4105870" y="2627145"/>
                  </a:lnTo>
                  <a:lnTo>
                    <a:pt x="4110552" y="2625081"/>
                  </a:lnTo>
                  <a:lnTo>
                    <a:pt x="4113081" y="2617355"/>
                  </a:lnTo>
                  <a:lnTo>
                    <a:pt x="4111305" y="2615609"/>
                  </a:lnTo>
                  <a:lnTo>
                    <a:pt x="4113566" y="2608736"/>
                  </a:lnTo>
                  <a:lnTo>
                    <a:pt x="4120993" y="2605089"/>
                  </a:lnTo>
                  <a:lnTo>
                    <a:pt x="4121692" y="2598909"/>
                  </a:lnTo>
                  <a:lnTo>
                    <a:pt x="4124276" y="2593101"/>
                  </a:lnTo>
                  <a:lnTo>
                    <a:pt x="4118517" y="2584871"/>
                  </a:lnTo>
                  <a:lnTo>
                    <a:pt x="4118302" y="2583288"/>
                  </a:lnTo>
                  <a:lnTo>
                    <a:pt x="4122715" y="2578754"/>
                  </a:lnTo>
                  <a:lnTo>
                    <a:pt x="4124814" y="2572799"/>
                  </a:lnTo>
                  <a:lnTo>
                    <a:pt x="4130250" y="2567638"/>
                  </a:lnTo>
                  <a:lnTo>
                    <a:pt x="4132564" y="2563163"/>
                  </a:lnTo>
                  <a:lnTo>
                    <a:pt x="4133587" y="2563584"/>
                  </a:lnTo>
                  <a:lnTo>
                    <a:pt x="4136278" y="2565216"/>
                  </a:lnTo>
                  <a:lnTo>
                    <a:pt x="4142413" y="2554691"/>
                  </a:lnTo>
                  <a:lnTo>
                    <a:pt x="4145158" y="2551536"/>
                  </a:lnTo>
                  <a:lnTo>
                    <a:pt x="4147956" y="2552483"/>
                  </a:lnTo>
                  <a:lnTo>
                    <a:pt x="4152639" y="2557900"/>
                  </a:lnTo>
                  <a:lnTo>
                    <a:pt x="4156352" y="2557742"/>
                  </a:lnTo>
                  <a:lnTo>
                    <a:pt x="4159635" y="2559794"/>
                  </a:lnTo>
                  <a:lnTo>
                    <a:pt x="4163510" y="2559584"/>
                  </a:lnTo>
                  <a:lnTo>
                    <a:pt x="4162003" y="2562426"/>
                  </a:lnTo>
                  <a:lnTo>
                    <a:pt x="4163295" y="2560952"/>
                  </a:lnTo>
                  <a:lnTo>
                    <a:pt x="4163564" y="2560110"/>
                  </a:lnTo>
                  <a:lnTo>
                    <a:pt x="4167008" y="2558900"/>
                  </a:lnTo>
                  <a:lnTo>
                    <a:pt x="4167116" y="2553955"/>
                  </a:lnTo>
                  <a:lnTo>
                    <a:pt x="4164425" y="2553272"/>
                  </a:lnTo>
                  <a:lnTo>
                    <a:pt x="4164425" y="2550485"/>
                  </a:lnTo>
                  <a:lnTo>
                    <a:pt x="4158935" y="2551694"/>
                  </a:lnTo>
                  <a:lnTo>
                    <a:pt x="4155114" y="2551168"/>
                  </a:lnTo>
                  <a:lnTo>
                    <a:pt x="4149517" y="2546227"/>
                  </a:lnTo>
                  <a:lnTo>
                    <a:pt x="4151562" y="2543074"/>
                  </a:lnTo>
                  <a:lnTo>
                    <a:pt x="4155383" y="2531679"/>
                  </a:lnTo>
                  <a:lnTo>
                    <a:pt x="4159689" y="2527429"/>
                  </a:lnTo>
                  <a:lnTo>
                    <a:pt x="4160819" y="2528793"/>
                  </a:lnTo>
                  <a:lnTo>
                    <a:pt x="4162541" y="2538137"/>
                  </a:lnTo>
                  <a:lnTo>
                    <a:pt x="4165609" y="2539029"/>
                  </a:lnTo>
                  <a:lnTo>
                    <a:pt x="4173036" y="2537822"/>
                  </a:lnTo>
                  <a:lnTo>
                    <a:pt x="4176427" y="2534566"/>
                  </a:lnTo>
                  <a:lnTo>
                    <a:pt x="4178902" y="2527901"/>
                  </a:lnTo>
                  <a:lnTo>
                    <a:pt x="4182885" y="2528006"/>
                  </a:lnTo>
                  <a:lnTo>
                    <a:pt x="4185361" y="2521660"/>
                  </a:lnTo>
                  <a:lnTo>
                    <a:pt x="4190097" y="2516365"/>
                  </a:lnTo>
                  <a:lnTo>
                    <a:pt x="4192949" y="2511283"/>
                  </a:lnTo>
                  <a:lnTo>
                    <a:pt x="4197309" y="2511493"/>
                  </a:lnTo>
                  <a:lnTo>
                    <a:pt x="4200161" y="2513483"/>
                  </a:lnTo>
                  <a:lnTo>
                    <a:pt x="4200914" y="2517361"/>
                  </a:lnTo>
                  <a:lnTo>
                    <a:pt x="4205058" y="2516208"/>
                  </a:lnTo>
                  <a:lnTo>
                    <a:pt x="4208718" y="2508141"/>
                  </a:lnTo>
                  <a:lnTo>
                    <a:pt x="4207911" y="2505889"/>
                  </a:lnTo>
                  <a:lnTo>
                    <a:pt x="4205651" y="2506675"/>
                  </a:lnTo>
                  <a:lnTo>
                    <a:pt x="4207803" y="2502225"/>
                  </a:lnTo>
                  <a:lnTo>
                    <a:pt x="4210763" y="2500760"/>
                  </a:lnTo>
                  <a:lnTo>
                    <a:pt x="4208880" y="2494273"/>
                  </a:lnTo>
                  <a:lnTo>
                    <a:pt x="4206673" y="2490404"/>
                  </a:lnTo>
                  <a:lnTo>
                    <a:pt x="4205651" y="2485334"/>
                  </a:lnTo>
                  <a:lnTo>
                    <a:pt x="4202314" y="2484080"/>
                  </a:lnTo>
                  <a:lnTo>
                    <a:pt x="4198923" y="2477133"/>
                  </a:lnTo>
                  <a:lnTo>
                    <a:pt x="4197470" y="2476089"/>
                  </a:lnTo>
                  <a:lnTo>
                    <a:pt x="4206673" y="2473375"/>
                  </a:lnTo>
                  <a:lnTo>
                    <a:pt x="4210440" y="2469774"/>
                  </a:lnTo>
                  <a:lnTo>
                    <a:pt x="4211786" y="2461273"/>
                  </a:lnTo>
                  <a:lnTo>
                    <a:pt x="4210279" y="2455436"/>
                  </a:lnTo>
                  <a:lnTo>
                    <a:pt x="4217921" y="2455384"/>
                  </a:lnTo>
                  <a:lnTo>
                    <a:pt x="4217706" y="2451946"/>
                  </a:lnTo>
                  <a:lnTo>
                    <a:pt x="4215177" y="2446374"/>
                  </a:lnTo>
                  <a:lnTo>
                    <a:pt x="4212378" y="2443251"/>
                  </a:lnTo>
                  <a:lnTo>
                    <a:pt x="4212486" y="2438985"/>
                  </a:lnTo>
                  <a:lnTo>
                    <a:pt x="4207803" y="2436020"/>
                  </a:lnTo>
                  <a:lnTo>
                    <a:pt x="4207911" y="2430093"/>
                  </a:lnTo>
                  <a:lnTo>
                    <a:pt x="4204090" y="2427599"/>
                  </a:lnTo>
                  <a:lnTo>
                    <a:pt x="4203390" y="2425053"/>
                  </a:lnTo>
                  <a:lnTo>
                    <a:pt x="4212755" y="2429417"/>
                  </a:lnTo>
                  <a:lnTo>
                    <a:pt x="4215768" y="2428274"/>
                  </a:lnTo>
                  <a:lnTo>
                    <a:pt x="4217329" y="2425261"/>
                  </a:lnTo>
                  <a:lnTo>
                    <a:pt x="4218406" y="2430925"/>
                  </a:lnTo>
                  <a:lnTo>
                    <a:pt x="4221097" y="2430925"/>
                  </a:lnTo>
                  <a:lnTo>
                    <a:pt x="4225348" y="2433264"/>
                  </a:lnTo>
                  <a:lnTo>
                    <a:pt x="4227501" y="2431340"/>
                  </a:lnTo>
                  <a:lnTo>
                    <a:pt x="4234659" y="2436592"/>
                  </a:lnTo>
                  <a:lnTo>
                    <a:pt x="4234982" y="2432640"/>
                  </a:lnTo>
                  <a:lnTo>
                    <a:pt x="4236597" y="2430821"/>
                  </a:lnTo>
                  <a:lnTo>
                    <a:pt x="4236435" y="2426455"/>
                  </a:lnTo>
                  <a:lnTo>
                    <a:pt x="4233098" y="2422611"/>
                  </a:lnTo>
                  <a:lnTo>
                    <a:pt x="4235143" y="2422611"/>
                  </a:lnTo>
                  <a:lnTo>
                    <a:pt x="4234713" y="2417004"/>
                  </a:lnTo>
                  <a:lnTo>
                    <a:pt x="4237781" y="2415966"/>
                  </a:lnTo>
                  <a:lnTo>
                    <a:pt x="4237619" y="2414149"/>
                  </a:lnTo>
                  <a:lnTo>
                    <a:pt x="4232775" y="2413579"/>
                  </a:lnTo>
                  <a:lnTo>
                    <a:pt x="4233959" y="2408598"/>
                  </a:lnTo>
                  <a:lnTo>
                    <a:pt x="4232022" y="2407250"/>
                  </a:lnTo>
                  <a:lnTo>
                    <a:pt x="4232183" y="2403672"/>
                  </a:lnTo>
                  <a:lnTo>
                    <a:pt x="4235466" y="2400977"/>
                  </a:lnTo>
                  <a:lnTo>
                    <a:pt x="4237027" y="2396884"/>
                  </a:lnTo>
                  <a:lnTo>
                    <a:pt x="4235251" y="2394345"/>
                  </a:lnTo>
                  <a:lnTo>
                    <a:pt x="4234874" y="2390565"/>
                  </a:lnTo>
                  <a:lnTo>
                    <a:pt x="4237189" y="2387666"/>
                  </a:lnTo>
                  <a:lnTo>
                    <a:pt x="4237619" y="2383941"/>
                  </a:lnTo>
                  <a:lnTo>
                    <a:pt x="4234659" y="2378613"/>
                  </a:lnTo>
                  <a:lnTo>
                    <a:pt x="4229708" y="2377217"/>
                  </a:lnTo>
                  <a:lnTo>
                    <a:pt x="4226479" y="2378975"/>
                  </a:lnTo>
                  <a:lnTo>
                    <a:pt x="4223034" y="2376907"/>
                  </a:lnTo>
                  <a:lnTo>
                    <a:pt x="4232130" y="2367450"/>
                  </a:lnTo>
                  <a:lnTo>
                    <a:pt x="4237888" y="2366055"/>
                  </a:lnTo>
                  <a:lnTo>
                    <a:pt x="4241440" y="2360066"/>
                  </a:lnTo>
                  <a:lnTo>
                    <a:pt x="4246553" y="2356402"/>
                  </a:lnTo>
                  <a:lnTo>
                    <a:pt x="4250105" y="2354596"/>
                  </a:lnTo>
                  <a:lnTo>
                    <a:pt x="4249836" y="2352224"/>
                  </a:lnTo>
                  <a:lnTo>
                    <a:pt x="4238211" y="2353204"/>
                  </a:lnTo>
                  <a:lnTo>
                    <a:pt x="4237942" y="2350367"/>
                  </a:lnTo>
                  <a:lnTo>
                    <a:pt x="4235090" y="2346862"/>
                  </a:lnTo>
                  <a:lnTo>
                    <a:pt x="4230569" y="2350316"/>
                  </a:lnTo>
                  <a:lnTo>
                    <a:pt x="4223196" y="2346604"/>
                  </a:lnTo>
                  <a:lnTo>
                    <a:pt x="4218729" y="2343099"/>
                  </a:lnTo>
                  <a:lnTo>
                    <a:pt x="4213239" y="2343151"/>
                  </a:lnTo>
                  <a:lnTo>
                    <a:pt x="4211355" y="2341657"/>
                  </a:lnTo>
                  <a:lnTo>
                    <a:pt x="4207265" y="2335374"/>
                  </a:lnTo>
                  <a:lnTo>
                    <a:pt x="4205758" y="2335476"/>
                  </a:lnTo>
                  <a:lnTo>
                    <a:pt x="4199300" y="2324105"/>
                  </a:lnTo>
                  <a:lnTo>
                    <a:pt x="4193703" y="2316702"/>
                  </a:lnTo>
                  <a:lnTo>
                    <a:pt x="4184769" y="2308791"/>
                  </a:lnTo>
                  <a:lnTo>
                    <a:pt x="4182723" y="2305557"/>
                  </a:lnTo>
                  <a:lnTo>
                    <a:pt x="4178902" y="2302940"/>
                  </a:lnTo>
                  <a:lnTo>
                    <a:pt x="4169915" y="2302221"/>
                  </a:lnTo>
                  <a:lnTo>
                    <a:pt x="4166255" y="2299246"/>
                  </a:lnTo>
                  <a:lnTo>
                    <a:pt x="4158343" y="2291144"/>
                  </a:lnTo>
                  <a:lnTo>
                    <a:pt x="4155329" y="2286379"/>
                  </a:lnTo>
                  <a:lnTo>
                    <a:pt x="4163241" y="2282794"/>
                  </a:lnTo>
                  <a:lnTo>
                    <a:pt x="4166739" y="2279517"/>
                  </a:lnTo>
                  <a:lnTo>
                    <a:pt x="4171152" y="2277930"/>
                  </a:lnTo>
                  <a:lnTo>
                    <a:pt x="4174220" y="2275116"/>
                  </a:lnTo>
                  <a:lnTo>
                    <a:pt x="4181862" y="2274860"/>
                  </a:lnTo>
                  <a:lnTo>
                    <a:pt x="4187460" y="2269847"/>
                  </a:lnTo>
                  <a:lnTo>
                    <a:pt x="4195425" y="2265347"/>
                  </a:lnTo>
                  <a:lnTo>
                    <a:pt x="4202744" y="2262383"/>
                  </a:lnTo>
                  <a:lnTo>
                    <a:pt x="4209741" y="2261055"/>
                  </a:lnTo>
                  <a:lnTo>
                    <a:pt x="4229277" y="2261515"/>
                  </a:lnTo>
                  <a:lnTo>
                    <a:pt x="4232668" y="2265194"/>
                  </a:lnTo>
                  <a:lnTo>
                    <a:pt x="4234821" y="2273990"/>
                  </a:lnTo>
                  <a:lnTo>
                    <a:pt x="4237350" y="2276958"/>
                  </a:lnTo>
                  <a:lnTo>
                    <a:pt x="4245208" y="2282589"/>
                  </a:lnTo>
                  <a:lnTo>
                    <a:pt x="4249244" y="2283255"/>
                  </a:lnTo>
                  <a:lnTo>
                    <a:pt x="4244185" y="2278033"/>
                  </a:lnTo>
                  <a:lnTo>
                    <a:pt x="4238588" y="2275883"/>
                  </a:lnTo>
                  <a:lnTo>
                    <a:pt x="4236973" y="2273325"/>
                  </a:lnTo>
                  <a:lnTo>
                    <a:pt x="4236543" y="2267546"/>
                  </a:lnTo>
                  <a:lnTo>
                    <a:pt x="4234982" y="2263967"/>
                  </a:lnTo>
                  <a:lnTo>
                    <a:pt x="4233636" y="2260339"/>
                  </a:lnTo>
                  <a:lnTo>
                    <a:pt x="4237081" y="2256662"/>
                  </a:lnTo>
                  <a:lnTo>
                    <a:pt x="4236812" y="2246147"/>
                  </a:lnTo>
                  <a:lnTo>
                    <a:pt x="4235628" y="2241404"/>
                  </a:lnTo>
                  <a:lnTo>
                    <a:pt x="4232937" y="2236460"/>
                  </a:lnTo>
                  <a:lnTo>
                    <a:pt x="4220989" y="2223474"/>
                  </a:lnTo>
                  <a:lnTo>
                    <a:pt x="4213347" y="2212844"/>
                  </a:lnTo>
                  <a:lnTo>
                    <a:pt x="4202583" y="2205781"/>
                  </a:lnTo>
                  <a:lnTo>
                    <a:pt x="4195748" y="2203800"/>
                  </a:lnTo>
                  <a:lnTo>
                    <a:pt x="4185576" y="2195374"/>
                  </a:lnTo>
                  <a:lnTo>
                    <a:pt x="4180248" y="2192127"/>
                  </a:lnTo>
                  <a:lnTo>
                    <a:pt x="4182723" y="2188020"/>
                  </a:lnTo>
                  <a:lnTo>
                    <a:pt x="4184769" y="2184826"/>
                  </a:lnTo>
                  <a:lnTo>
                    <a:pt x="4188159" y="2184320"/>
                  </a:lnTo>
                  <a:lnTo>
                    <a:pt x="4198062" y="2190200"/>
                  </a:lnTo>
                  <a:lnTo>
                    <a:pt x="4204897" y="2193142"/>
                  </a:lnTo>
                  <a:lnTo>
                    <a:pt x="4209902" y="2194207"/>
                  </a:lnTo>
                  <a:lnTo>
                    <a:pt x="4221796" y="2199484"/>
                  </a:lnTo>
                  <a:lnTo>
                    <a:pt x="4228039" y="2200398"/>
                  </a:lnTo>
                  <a:lnTo>
                    <a:pt x="4236005" y="2196896"/>
                  </a:lnTo>
                  <a:lnTo>
                    <a:pt x="4237242" y="2194004"/>
                  </a:lnTo>
                  <a:lnTo>
                    <a:pt x="4235413" y="2181685"/>
                  </a:lnTo>
                  <a:lnTo>
                    <a:pt x="4234982" y="2171558"/>
                  </a:lnTo>
                  <a:lnTo>
                    <a:pt x="4227932" y="2156893"/>
                  </a:lnTo>
                  <a:lnTo>
                    <a:pt x="4225025" y="2148055"/>
                  </a:lnTo>
                  <a:lnTo>
                    <a:pt x="4217706" y="2140335"/>
                  </a:lnTo>
                  <a:lnTo>
                    <a:pt x="4216576" y="2137713"/>
                  </a:lnTo>
                  <a:lnTo>
                    <a:pt x="4196124" y="2130053"/>
                  </a:lnTo>
                  <a:lnTo>
                    <a:pt x="4197631" y="2128491"/>
                  </a:lnTo>
                  <a:lnTo>
                    <a:pt x="4190312" y="2125973"/>
                  </a:lnTo>
                  <a:lnTo>
                    <a:pt x="4193864" y="2122600"/>
                  </a:lnTo>
                  <a:lnTo>
                    <a:pt x="4193380" y="2117416"/>
                  </a:lnTo>
                  <a:lnTo>
                    <a:pt x="4189559" y="2115555"/>
                  </a:lnTo>
                  <a:lnTo>
                    <a:pt x="4187406" y="2100780"/>
                  </a:lnTo>
                  <a:lnTo>
                    <a:pt x="4184338" y="2097818"/>
                  </a:lnTo>
                  <a:lnTo>
                    <a:pt x="4181001" y="2096463"/>
                  </a:lnTo>
                  <a:lnTo>
                    <a:pt x="4173790" y="2095559"/>
                  </a:lnTo>
                  <a:lnTo>
                    <a:pt x="4163618" y="2090993"/>
                  </a:lnTo>
                  <a:lnTo>
                    <a:pt x="4156944" y="2086330"/>
                  </a:lnTo>
                  <a:lnTo>
                    <a:pt x="4151993" y="2083422"/>
                  </a:lnTo>
                  <a:lnTo>
                    <a:pt x="4146880" y="2082771"/>
                  </a:lnTo>
                  <a:lnTo>
                    <a:pt x="4148441" y="2080366"/>
                  </a:lnTo>
                  <a:lnTo>
                    <a:pt x="4147041" y="2075758"/>
                  </a:lnTo>
                  <a:lnTo>
                    <a:pt x="4142897" y="2073905"/>
                  </a:lnTo>
                  <a:lnTo>
                    <a:pt x="4146126" y="2072604"/>
                  </a:lnTo>
                  <a:lnTo>
                    <a:pt x="4147795" y="2067950"/>
                  </a:lnTo>
                  <a:lnTo>
                    <a:pt x="4148602" y="2058149"/>
                  </a:lnTo>
                  <a:lnTo>
                    <a:pt x="4146503" y="2054802"/>
                  </a:lnTo>
                  <a:lnTo>
                    <a:pt x="4144350" y="2043619"/>
                  </a:lnTo>
                  <a:lnTo>
                    <a:pt x="4143059" y="2041623"/>
                  </a:lnTo>
                  <a:lnTo>
                    <a:pt x="4139022" y="2039528"/>
                  </a:lnTo>
                  <a:lnTo>
                    <a:pt x="4139238" y="2034892"/>
                  </a:lnTo>
                  <a:lnTo>
                    <a:pt x="4136547" y="2023336"/>
                  </a:lnTo>
                  <a:lnTo>
                    <a:pt x="4134448" y="2020549"/>
                  </a:lnTo>
                  <a:lnTo>
                    <a:pt x="4135685" y="2016868"/>
                  </a:lnTo>
                  <a:lnTo>
                    <a:pt x="4133963" y="2014033"/>
                  </a:lnTo>
                  <a:lnTo>
                    <a:pt x="4130088" y="2013685"/>
                  </a:lnTo>
                  <a:lnTo>
                    <a:pt x="4127613" y="2010652"/>
                  </a:lnTo>
                  <a:lnTo>
                    <a:pt x="4125514" y="2000767"/>
                  </a:lnTo>
                  <a:lnTo>
                    <a:pt x="4122285" y="1992480"/>
                  </a:lnTo>
                  <a:lnTo>
                    <a:pt x="4117279" y="1983061"/>
                  </a:lnTo>
                  <a:lnTo>
                    <a:pt x="4116257" y="1981872"/>
                  </a:lnTo>
                  <a:lnTo>
                    <a:pt x="4113835" y="1977762"/>
                  </a:lnTo>
                  <a:lnTo>
                    <a:pt x="4109529" y="1966431"/>
                  </a:lnTo>
                  <a:lnTo>
                    <a:pt x="4106569" y="1962871"/>
                  </a:lnTo>
                  <a:lnTo>
                    <a:pt x="4105278" y="1958769"/>
                  </a:lnTo>
                  <a:lnTo>
                    <a:pt x="4094944" y="1935680"/>
                  </a:lnTo>
                  <a:lnTo>
                    <a:pt x="4093222" y="1926964"/>
                  </a:lnTo>
                  <a:lnTo>
                    <a:pt x="4090316" y="1919388"/>
                  </a:lnTo>
                  <a:lnTo>
                    <a:pt x="4090101" y="1914275"/>
                  </a:lnTo>
                  <a:lnTo>
                    <a:pt x="4071910" y="1905876"/>
                  </a:lnTo>
                  <a:lnTo>
                    <a:pt x="4059585" y="1899153"/>
                  </a:lnTo>
                  <a:lnTo>
                    <a:pt x="4046399" y="1896504"/>
                  </a:lnTo>
                  <a:lnTo>
                    <a:pt x="4043762" y="1893514"/>
                  </a:lnTo>
                  <a:lnTo>
                    <a:pt x="4031491" y="1888221"/>
                  </a:lnTo>
                  <a:lnTo>
                    <a:pt x="4028854" y="1885870"/>
                  </a:lnTo>
                  <a:lnTo>
                    <a:pt x="4025195" y="1883617"/>
                  </a:lnTo>
                  <a:lnTo>
                    <a:pt x="4016153" y="1877891"/>
                  </a:lnTo>
                  <a:lnTo>
                    <a:pt x="4021427" y="1871875"/>
                  </a:lnTo>
                  <a:lnTo>
                    <a:pt x="4015399" y="1870408"/>
                  </a:lnTo>
                  <a:lnTo>
                    <a:pt x="4008834" y="1870017"/>
                  </a:lnTo>
                  <a:lnTo>
                    <a:pt x="4018682" y="1869773"/>
                  </a:lnTo>
                  <a:lnTo>
                    <a:pt x="4018898" y="1869822"/>
                  </a:lnTo>
                  <a:lnTo>
                    <a:pt x="4013893" y="1866743"/>
                  </a:lnTo>
                  <a:lnTo>
                    <a:pt x="4014000" y="1868306"/>
                  </a:lnTo>
                  <a:lnTo>
                    <a:pt x="4008564" y="1868795"/>
                  </a:lnTo>
                  <a:lnTo>
                    <a:pt x="4002806" y="1867769"/>
                  </a:lnTo>
                  <a:lnTo>
                    <a:pt x="3999254" y="1865472"/>
                  </a:lnTo>
                  <a:lnTo>
                    <a:pt x="3996294" y="1865326"/>
                  </a:lnTo>
                  <a:lnTo>
                    <a:pt x="3994464" y="1862493"/>
                  </a:lnTo>
                  <a:lnTo>
                    <a:pt x="3993172" y="1856293"/>
                  </a:lnTo>
                  <a:lnTo>
                    <a:pt x="3994249" y="1852780"/>
                  </a:lnTo>
                  <a:lnTo>
                    <a:pt x="3993926" y="1847221"/>
                  </a:lnTo>
                  <a:lnTo>
                    <a:pt x="3996294" y="1840546"/>
                  </a:lnTo>
                  <a:lnTo>
                    <a:pt x="4000384" y="1838598"/>
                  </a:lnTo>
                  <a:lnTo>
                    <a:pt x="4000976" y="1842543"/>
                  </a:lnTo>
                  <a:lnTo>
                    <a:pt x="4002321" y="1842105"/>
                  </a:lnTo>
                  <a:lnTo>
                    <a:pt x="4001030" y="1838549"/>
                  </a:lnTo>
                  <a:lnTo>
                    <a:pt x="4002214" y="1837770"/>
                  </a:lnTo>
                  <a:lnTo>
                    <a:pt x="4006412" y="1837429"/>
                  </a:lnTo>
                  <a:lnTo>
                    <a:pt x="4008134" y="1837575"/>
                  </a:lnTo>
                  <a:lnTo>
                    <a:pt x="4012870" y="1833341"/>
                  </a:lnTo>
                  <a:lnTo>
                    <a:pt x="4010233" y="1831687"/>
                  </a:lnTo>
                  <a:lnTo>
                    <a:pt x="4011417" y="1822351"/>
                  </a:lnTo>
                  <a:lnTo>
                    <a:pt x="4014861" y="1817007"/>
                  </a:lnTo>
                  <a:lnTo>
                    <a:pt x="4018575" y="1813705"/>
                  </a:lnTo>
                  <a:lnTo>
                    <a:pt x="4022504" y="1815890"/>
                  </a:lnTo>
                  <a:lnTo>
                    <a:pt x="4022988" y="1810793"/>
                  </a:lnTo>
                  <a:lnTo>
                    <a:pt x="4027024" y="1808319"/>
                  </a:lnTo>
                  <a:lnTo>
                    <a:pt x="4026109" y="1804972"/>
                  </a:lnTo>
                  <a:lnTo>
                    <a:pt x="4029554" y="1799688"/>
                  </a:lnTo>
                  <a:lnTo>
                    <a:pt x="4033429" y="1789422"/>
                  </a:lnTo>
                  <a:lnTo>
                    <a:pt x="4033321" y="1786809"/>
                  </a:lnTo>
                  <a:lnTo>
                    <a:pt x="4038219" y="1784197"/>
                  </a:lnTo>
                  <a:lnTo>
                    <a:pt x="4041125" y="1783955"/>
                  </a:lnTo>
                  <a:lnTo>
                    <a:pt x="4042955" y="1787825"/>
                  </a:lnTo>
                  <a:lnTo>
                    <a:pt x="4043655" y="1787244"/>
                  </a:lnTo>
                  <a:lnTo>
                    <a:pt x="4044731" y="1784197"/>
                  </a:lnTo>
                  <a:lnTo>
                    <a:pt x="4047476" y="1781150"/>
                  </a:lnTo>
                  <a:lnTo>
                    <a:pt x="4048014" y="1783713"/>
                  </a:lnTo>
                  <a:lnTo>
                    <a:pt x="4051351" y="1784874"/>
                  </a:lnTo>
                  <a:lnTo>
                    <a:pt x="4056302" y="1782021"/>
                  </a:lnTo>
                  <a:lnTo>
                    <a:pt x="4055172" y="1779700"/>
                  </a:lnTo>
                  <a:lnTo>
                    <a:pt x="4058509" y="1772839"/>
                  </a:lnTo>
                  <a:lnTo>
                    <a:pt x="4055871" y="1771825"/>
                  </a:lnTo>
                  <a:lnTo>
                    <a:pt x="4056410" y="1769845"/>
                  </a:lnTo>
                  <a:lnTo>
                    <a:pt x="4059208" y="1769797"/>
                  </a:lnTo>
                  <a:lnTo>
                    <a:pt x="4064052" y="1774385"/>
                  </a:lnTo>
                  <a:lnTo>
                    <a:pt x="4067174" y="1767190"/>
                  </a:lnTo>
                  <a:lnTo>
                    <a:pt x="4065667" y="1764633"/>
                  </a:lnTo>
                  <a:lnTo>
                    <a:pt x="4068465" y="1758556"/>
                  </a:lnTo>
                  <a:lnTo>
                    <a:pt x="4072663" y="1757400"/>
                  </a:lnTo>
                  <a:lnTo>
                    <a:pt x="4073793" y="1755231"/>
                  </a:lnTo>
                  <a:lnTo>
                    <a:pt x="4076215" y="1755183"/>
                  </a:lnTo>
                  <a:lnTo>
                    <a:pt x="4081005" y="1751184"/>
                  </a:lnTo>
                  <a:lnTo>
                    <a:pt x="4077668" y="1757062"/>
                  </a:lnTo>
                  <a:lnTo>
                    <a:pt x="4080521" y="1756725"/>
                  </a:lnTo>
                  <a:lnTo>
                    <a:pt x="4081113" y="1754171"/>
                  </a:lnTo>
                  <a:lnTo>
                    <a:pt x="4086064" y="1749306"/>
                  </a:lnTo>
                  <a:lnTo>
                    <a:pt x="4089509" y="1748776"/>
                  </a:lnTo>
                  <a:lnTo>
                    <a:pt x="4090477" y="1745743"/>
                  </a:lnTo>
                  <a:lnTo>
                    <a:pt x="4088163" y="1744252"/>
                  </a:lnTo>
                  <a:lnTo>
                    <a:pt x="4087786" y="1744733"/>
                  </a:lnTo>
                  <a:lnTo>
                    <a:pt x="4084611" y="1746754"/>
                  </a:lnTo>
                  <a:lnTo>
                    <a:pt x="4085311" y="1743482"/>
                  </a:lnTo>
                  <a:lnTo>
                    <a:pt x="4080198" y="1746417"/>
                  </a:lnTo>
                  <a:lnTo>
                    <a:pt x="4083373" y="1742904"/>
                  </a:lnTo>
                  <a:lnTo>
                    <a:pt x="4083750" y="1739778"/>
                  </a:lnTo>
                  <a:lnTo>
                    <a:pt x="4078691" y="1739345"/>
                  </a:lnTo>
                  <a:lnTo>
                    <a:pt x="4076161" y="1736508"/>
                  </a:lnTo>
                  <a:lnTo>
                    <a:pt x="4073040" y="1735739"/>
                  </a:lnTo>
                  <a:lnTo>
                    <a:pt x="4072340" y="1733288"/>
                  </a:lnTo>
                  <a:lnTo>
                    <a:pt x="4075300" y="1731702"/>
                  </a:lnTo>
                  <a:lnTo>
                    <a:pt x="4075139" y="1728724"/>
                  </a:lnTo>
                  <a:lnTo>
                    <a:pt x="4078691" y="1725699"/>
                  </a:lnTo>
                  <a:lnTo>
                    <a:pt x="4082082" y="1725171"/>
                  </a:lnTo>
                  <a:lnTo>
                    <a:pt x="4082458" y="1726947"/>
                  </a:lnTo>
                  <a:lnTo>
                    <a:pt x="4085634" y="1726227"/>
                  </a:lnTo>
                  <a:lnTo>
                    <a:pt x="4085849" y="1727860"/>
                  </a:lnTo>
                  <a:lnTo>
                    <a:pt x="4089939" y="1727572"/>
                  </a:lnTo>
                  <a:lnTo>
                    <a:pt x="4088809" y="1723539"/>
                  </a:lnTo>
                  <a:lnTo>
                    <a:pt x="4090800" y="1722867"/>
                  </a:lnTo>
                  <a:lnTo>
                    <a:pt x="4094514" y="1726467"/>
                  </a:lnTo>
                  <a:lnTo>
                    <a:pt x="4094137" y="1728580"/>
                  </a:lnTo>
                  <a:lnTo>
                    <a:pt x="4087840" y="1741269"/>
                  </a:lnTo>
                  <a:lnTo>
                    <a:pt x="4092361" y="1740499"/>
                  </a:lnTo>
                  <a:lnTo>
                    <a:pt x="4100380" y="1740307"/>
                  </a:lnTo>
                  <a:lnTo>
                    <a:pt x="4103824" y="1737229"/>
                  </a:lnTo>
                  <a:lnTo>
                    <a:pt x="4110606" y="1736845"/>
                  </a:lnTo>
                  <a:lnTo>
                    <a:pt x="4110606" y="1735258"/>
                  </a:lnTo>
                  <a:lnTo>
                    <a:pt x="4114750" y="1735979"/>
                  </a:lnTo>
                  <a:lnTo>
                    <a:pt x="4116633" y="1734009"/>
                  </a:lnTo>
                  <a:lnTo>
                    <a:pt x="4119055" y="1734585"/>
                  </a:lnTo>
                  <a:lnTo>
                    <a:pt x="4121639" y="1733048"/>
                  </a:lnTo>
                  <a:lnTo>
                    <a:pt x="4125083" y="1733384"/>
                  </a:lnTo>
                  <a:lnTo>
                    <a:pt x="4123738" y="1730501"/>
                  </a:lnTo>
                  <a:lnTo>
                    <a:pt x="4123738" y="1725699"/>
                  </a:lnTo>
                  <a:lnTo>
                    <a:pt x="4122338" y="1722243"/>
                  </a:lnTo>
                  <a:lnTo>
                    <a:pt x="4122823" y="1718214"/>
                  </a:lnTo>
                  <a:lnTo>
                    <a:pt x="4120293" y="1718502"/>
                  </a:lnTo>
                  <a:lnTo>
                    <a:pt x="4120778" y="1712988"/>
                  </a:lnTo>
                  <a:lnTo>
                    <a:pt x="4127882" y="1713371"/>
                  </a:lnTo>
                  <a:lnTo>
                    <a:pt x="4123522" y="1707191"/>
                  </a:lnTo>
                  <a:lnTo>
                    <a:pt x="4129227" y="1699962"/>
                  </a:lnTo>
                  <a:lnTo>
                    <a:pt x="4135255" y="1699580"/>
                  </a:lnTo>
                  <a:lnTo>
                    <a:pt x="4136008" y="1700249"/>
                  </a:lnTo>
                  <a:lnTo>
                    <a:pt x="4137892" y="1703743"/>
                  </a:lnTo>
                  <a:lnTo>
                    <a:pt x="4137031" y="1705898"/>
                  </a:lnTo>
                  <a:lnTo>
                    <a:pt x="4139022" y="1709490"/>
                  </a:lnTo>
                  <a:lnTo>
                    <a:pt x="4142467" y="1704988"/>
                  </a:lnTo>
                  <a:lnTo>
                    <a:pt x="4143059" y="1704461"/>
                  </a:lnTo>
                  <a:lnTo>
                    <a:pt x="4142251" y="1701206"/>
                  </a:lnTo>
                  <a:lnTo>
                    <a:pt x="4144835" y="1701446"/>
                  </a:lnTo>
                  <a:lnTo>
                    <a:pt x="4147203" y="1699627"/>
                  </a:lnTo>
                  <a:lnTo>
                    <a:pt x="4146234" y="1695514"/>
                  </a:lnTo>
                  <a:lnTo>
                    <a:pt x="4148764" y="1691689"/>
                  </a:lnTo>
                  <a:lnTo>
                    <a:pt x="4146934" y="1690017"/>
                  </a:lnTo>
                  <a:lnTo>
                    <a:pt x="4142359" y="1689443"/>
                  </a:lnTo>
                  <a:lnTo>
                    <a:pt x="4140152" y="1686195"/>
                  </a:lnTo>
                  <a:lnTo>
                    <a:pt x="4136869" y="1684475"/>
                  </a:lnTo>
                  <a:lnTo>
                    <a:pt x="4139937" y="1683616"/>
                  </a:lnTo>
                  <a:lnTo>
                    <a:pt x="4143812" y="1685144"/>
                  </a:lnTo>
                  <a:lnTo>
                    <a:pt x="4146342" y="1688726"/>
                  </a:lnTo>
                  <a:lnTo>
                    <a:pt x="4152746" y="1689013"/>
                  </a:lnTo>
                  <a:lnTo>
                    <a:pt x="4157052" y="1685574"/>
                  </a:lnTo>
                  <a:lnTo>
                    <a:pt x="4164317" y="1681229"/>
                  </a:lnTo>
                  <a:lnTo>
                    <a:pt x="4172229" y="1679225"/>
                  </a:lnTo>
                  <a:lnTo>
                    <a:pt x="4176319" y="1676171"/>
                  </a:lnTo>
                  <a:lnTo>
                    <a:pt x="4177503" y="1676171"/>
                  </a:lnTo>
                  <a:lnTo>
                    <a:pt x="4181486" y="1675074"/>
                  </a:lnTo>
                  <a:lnTo>
                    <a:pt x="4185253" y="1676267"/>
                  </a:lnTo>
                  <a:lnTo>
                    <a:pt x="4184661" y="1672595"/>
                  </a:lnTo>
                  <a:lnTo>
                    <a:pt x="4189935" y="1671165"/>
                  </a:lnTo>
                  <a:lnTo>
                    <a:pt x="4193649" y="1666923"/>
                  </a:lnTo>
                  <a:lnTo>
                    <a:pt x="4194510" y="1666066"/>
                  </a:lnTo>
                  <a:lnTo>
                    <a:pt x="4199623" y="1663399"/>
                  </a:lnTo>
                  <a:lnTo>
                    <a:pt x="4198170" y="1665685"/>
                  </a:lnTo>
                  <a:lnTo>
                    <a:pt x="4192626" y="1667829"/>
                  </a:lnTo>
                  <a:lnTo>
                    <a:pt x="4196717" y="1672786"/>
                  </a:lnTo>
                  <a:lnTo>
                    <a:pt x="4200484" y="1672404"/>
                  </a:lnTo>
                  <a:lnTo>
                    <a:pt x="4198815" y="1669973"/>
                  </a:lnTo>
                  <a:lnTo>
                    <a:pt x="4207157" y="1674025"/>
                  </a:lnTo>
                  <a:lnTo>
                    <a:pt x="4205435" y="1666352"/>
                  </a:lnTo>
                  <a:lnTo>
                    <a:pt x="4209310" y="1664542"/>
                  </a:lnTo>
                  <a:lnTo>
                    <a:pt x="4213670" y="1663827"/>
                  </a:lnTo>
                  <a:lnTo>
                    <a:pt x="4216845" y="1661828"/>
                  </a:lnTo>
                  <a:lnTo>
                    <a:pt x="4217329" y="1659019"/>
                  </a:lnTo>
                  <a:lnTo>
                    <a:pt x="4231268" y="1653263"/>
                  </a:lnTo>
                  <a:lnTo>
                    <a:pt x="4234551" y="1652692"/>
                  </a:lnTo>
                  <a:lnTo>
                    <a:pt x="4238373" y="1650315"/>
                  </a:lnTo>
                  <a:lnTo>
                    <a:pt x="4241333" y="1659305"/>
                  </a:lnTo>
                  <a:lnTo>
                    <a:pt x="4242140" y="1656021"/>
                  </a:lnTo>
                  <a:lnTo>
                    <a:pt x="4245746" y="1655117"/>
                  </a:lnTo>
                  <a:lnTo>
                    <a:pt x="4247737" y="1652502"/>
                  </a:lnTo>
                  <a:lnTo>
                    <a:pt x="4248491" y="1652121"/>
                  </a:lnTo>
                  <a:lnTo>
                    <a:pt x="4249944" y="1652692"/>
                  </a:lnTo>
                  <a:lnTo>
                    <a:pt x="4248060" y="1657306"/>
                  </a:lnTo>
                  <a:lnTo>
                    <a:pt x="4252958" y="1657068"/>
                  </a:lnTo>
                  <a:lnTo>
                    <a:pt x="4254088" y="1659876"/>
                  </a:lnTo>
                  <a:lnTo>
                    <a:pt x="4252850" y="1662208"/>
                  </a:lnTo>
                  <a:lnTo>
                    <a:pt x="4256886" y="1661589"/>
                  </a:lnTo>
                  <a:lnTo>
                    <a:pt x="4261676" y="1662732"/>
                  </a:lnTo>
                  <a:lnTo>
                    <a:pt x="4262107" y="1662875"/>
                  </a:lnTo>
                  <a:lnTo>
                    <a:pt x="4267704" y="1663637"/>
                  </a:lnTo>
                  <a:lnTo>
                    <a:pt x="4270664" y="1662018"/>
                  </a:lnTo>
                  <a:lnTo>
                    <a:pt x="4271149" y="1659923"/>
                  </a:lnTo>
                  <a:lnTo>
                    <a:pt x="4273947" y="1660542"/>
                  </a:lnTo>
                  <a:lnTo>
                    <a:pt x="4277338" y="1658591"/>
                  </a:lnTo>
                  <a:lnTo>
                    <a:pt x="4277122" y="1657877"/>
                  </a:lnTo>
                  <a:lnTo>
                    <a:pt x="4275562" y="1655070"/>
                  </a:lnTo>
                  <a:lnTo>
                    <a:pt x="4279813" y="1655117"/>
                  </a:lnTo>
                  <a:lnTo>
                    <a:pt x="4280352" y="1657829"/>
                  </a:lnTo>
                  <a:lnTo>
                    <a:pt x="4284119" y="1656354"/>
                  </a:lnTo>
                  <a:lnTo>
                    <a:pt x="4286326" y="1649697"/>
                  </a:lnTo>
                  <a:lnTo>
                    <a:pt x="4285195" y="1646085"/>
                  </a:lnTo>
                  <a:lnTo>
                    <a:pt x="4288586" y="1642855"/>
                  </a:lnTo>
                  <a:lnTo>
                    <a:pt x="4287886" y="1641146"/>
                  </a:lnTo>
                  <a:lnTo>
                    <a:pt x="4280782" y="1643188"/>
                  </a:lnTo>
                  <a:lnTo>
                    <a:pt x="4278414" y="1642855"/>
                  </a:lnTo>
                  <a:lnTo>
                    <a:pt x="4279437" y="1640718"/>
                  </a:lnTo>
                  <a:lnTo>
                    <a:pt x="4279921" y="1633742"/>
                  </a:lnTo>
                  <a:lnTo>
                    <a:pt x="4284227" y="1631324"/>
                  </a:lnTo>
                  <a:lnTo>
                    <a:pt x="4288371" y="1631893"/>
                  </a:lnTo>
                  <a:lnTo>
                    <a:pt x="4287725" y="1629048"/>
                  </a:lnTo>
                  <a:lnTo>
                    <a:pt x="4292138" y="1627579"/>
                  </a:lnTo>
                  <a:lnTo>
                    <a:pt x="4289393" y="1620568"/>
                  </a:lnTo>
                  <a:lnTo>
                    <a:pt x="4287187" y="1620757"/>
                  </a:lnTo>
                  <a:lnTo>
                    <a:pt x="4287725" y="1617112"/>
                  </a:lnTo>
                  <a:lnTo>
                    <a:pt x="4291008" y="1612806"/>
                  </a:lnTo>
                  <a:lnTo>
                    <a:pt x="4290685" y="1610347"/>
                  </a:lnTo>
                  <a:lnTo>
                    <a:pt x="4294452" y="1607936"/>
                  </a:lnTo>
                  <a:lnTo>
                    <a:pt x="4298112" y="1609401"/>
                  </a:lnTo>
                  <a:lnTo>
                    <a:pt x="4299996" y="1607558"/>
                  </a:lnTo>
                  <a:lnTo>
                    <a:pt x="4298919" y="1604959"/>
                  </a:lnTo>
                  <a:lnTo>
                    <a:pt x="4296659" y="1605478"/>
                  </a:lnTo>
                  <a:lnTo>
                    <a:pt x="4293645" y="1603966"/>
                  </a:lnTo>
                  <a:lnTo>
                    <a:pt x="4286003" y="1606093"/>
                  </a:lnTo>
                  <a:lnTo>
                    <a:pt x="4280890" y="1605431"/>
                  </a:lnTo>
                  <a:lnTo>
                    <a:pt x="4280190" y="1603352"/>
                  </a:lnTo>
                  <a:lnTo>
                    <a:pt x="4274001" y="1605337"/>
                  </a:lnTo>
                  <a:lnTo>
                    <a:pt x="4267058" y="1605384"/>
                  </a:lnTo>
                  <a:lnTo>
                    <a:pt x="4262161" y="1603730"/>
                  </a:lnTo>
                  <a:lnTo>
                    <a:pt x="4262699" y="1602313"/>
                  </a:lnTo>
                  <a:lnTo>
                    <a:pt x="4259685" y="1600046"/>
                  </a:lnTo>
                  <a:lnTo>
                    <a:pt x="4254572" y="1601227"/>
                  </a:lnTo>
                  <a:lnTo>
                    <a:pt x="4252150" y="1602927"/>
                  </a:lnTo>
                  <a:lnTo>
                    <a:pt x="4249136" y="1596930"/>
                  </a:lnTo>
                  <a:lnTo>
                    <a:pt x="4251881" y="1594948"/>
                  </a:lnTo>
                  <a:lnTo>
                    <a:pt x="4250751" y="1591174"/>
                  </a:lnTo>
                  <a:lnTo>
                    <a:pt x="4245369" y="1591457"/>
                  </a:lnTo>
                  <a:lnTo>
                    <a:pt x="4244185" y="1592825"/>
                  </a:lnTo>
                  <a:lnTo>
                    <a:pt x="4239126" y="1593769"/>
                  </a:lnTo>
                  <a:lnTo>
                    <a:pt x="4237404" y="1597402"/>
                  </a:lnTo>
                  <a:lnTo>
                    <a:pt x="4230946" y="1599527"/>
                  </a:lnTo>
                  <a:lnTo>
                    <a:pt x="4217760" y="1600188"/>
                  </a:lnTo>
                  <a:lnTo>
                    <a:pt x="4208395" y="1599480"/>
                  </a:lnTo>
                  <a:lnTo>
                    <a:pt x="4205758" y="1597450"/>
                  </a:lnTo>
                  <a:lnTo>
                    <a:pt x="4200538" y="1600802"/>
                  </a:lnTo>
                  <a:lnTo>
                    <a:pt x="4200161" y="1602691"/>
                  </a:lnTo>
                  <a:lnTo>
                    <a:pt x="4191927" y="1599243"/>
                  </a:lnTo>
                  <a:lnTo>
                    <a:pt x="4190420" y="1594618"/>
                  </a:lnTo>
                  <a:lnTo>
                    <a:pt x="4185253" y="1591127"/>
                  </a:lnTo>
                  <a:lnTo>
                    <a:pt x="4184822" y="1587921"/>
                  </a:lnTo>
                  <a:lnTo>
                    <a:pt x="4188267" y="1587638"/>
                  </a:lnTo>
                  <a:lnTo>
                    <a:pt x="4184392" y="1584386"/>
                  </a:lnTo>
                  <a:lnTo>
                    <a:pt x="4180732" y="1583396"/>
                  </a:lnTo>
                  <a:lnTo>
                    <a:pt x="4181539" y="1587166"/>
                  </a:lnTo>
                  <a:lnTo>
                    <a:pt x="4176857" y="1588628"/>
                  </a:lnTo>
                  <a:lnTo>
                    <a:pt x="4169215" y="1588628"/>
                  </a:lnTo>
                  <a:lnTo>
                    <a:pt x="4165448" y="1587166"/>
                  </a:lnTo>
                  <a:lnTo>
                    <a:pt x="4163241" y="1584292"/>
                  </a:lnTo>
                  <a:lnTo>
                    <a:pt x="4164371" y="1582313"/>
                  </a:lnTo>
                  <a:lnTo>
                    <a:pt x="4162703" y="1580806"/>
                  </a:lnTo>
                  <a:lnTo>
                    <a:pt x="4164210" y="1577086"/>
                  </a:lnTo>
                  <a:lnTo>
                    <a:pt x="4162111" y="1574638"/>
                  </a:lnTo>
                  <a:lnTo>
                    <a:pt x="4153500" y="1575109"/>
                  </a:lnTo>
                  <a:lnTo>
                    <a:pt x="4149732" y="1571063"/>
                  </a:lnTo>
                  <a:lnTo>
                    <a:pt x="4145265" y="1568476"/>
                  </a:lnTo>
                  <a:lnTo>
                    <a:pt x="4145050" y="1565092"/>
                  </a:lnTo>
                  <a:lnTo>
                    <a:pt x="4139291" y="1563729"/>
                  </a:lnTo>
                  <a:lnTo>
                    <a:pt x="4136708" y="1564387"/>
                  </a:lnTo>
                  <a:lnTo>
                    <a:pt x="4136170" y="1564622"/>
                  </a:lnTo>
                  <a:lnTo>
                    <a:pt x="4126913" y="1563682"/>
                  </a:lnTo>
                  <a:lnTo>
                    <a:pt x="4120239" y="1567724"/>
                  </a:lnTo>
                  <a:lnTo>
                    <a:pt x="4118248" y="1567395"/>
                  </a:lnTo>
                  <a:lnTo>
                    <a:pt x="4114481" y="1570593"/>
                  </a:lnTo>
                  <a:lnTo>
                    <a:pt x="4108076" y="1572004"/>
                  </a:lnTo>
                  <a:lnTo>
                    <a:pt x="4102587" y="1571251"/>
                  </a:lnTo>
                  <a:lnTo>
                    <a:pt x="4094998" y="1577180"/>
                  </a:lnTo>
                  <a:lnTo>
                    <a:pt x="4082727" y="1577604"/>
                  </a:lnTo>
                  <a:lnTo>
                    <a:pt x="4082082" y="1579770"/>
                  </a:lnTo>
                  <a:lnTo>
                    <a:pt x="4086387" y="1581088"/>
                  </a:lnTo>
                  <a:lnTo>
                    <a:pt x="4086656" y="1583255"/>
                  </a:lnTo>
                  <a:lnTo>
                    <a:pt x="4081651" y="1584810"/>
                  </a:lnTo>
                  <a:lnTo>
                    <a:pt x="4081059" y="1588062"/>
                  </a:lnTo>
                  <a:lnTo>
                    <a:pt x="4084396" y="1591221"/>
                  </a:lnTo>
                  <a:lnTo>
                    <a:pt x="4082297" y="1593580"/>
                  </a:lnTo>
                  <a:lnTo>
                    <a:pt x="4075462" y="1598677"/>
                  </a:lnTo>
                  <a:lnTo>
                    <a:pt x="4070403" y="1600329"/>
                  </a:lnTo>
                  <a:lnTo>
                    <a:pt x="4068519" y="1601935"/>
                  </a:lnTo>
                  <a:lnTo>
                    <a:pt x="4063729" y="1602596"/>
                  </a:lnTo>
                  <a:lnTo>
                    <a:pt x="4058455" y="1604817"/>
                  </a:lnTo>
                  <a:lnTo>
                    <a:pt x="4056464" y="1608125"/>
                  </a:lnTo>
                  <a:lnTo>
                    <a:pt x="4049198" y="1609118"/>
                  </a:lnTo>
                  <a:lnTo>
                    <a:pt x="4048606" y="1612097"/>
                  </a:lnTo>
                  <a:lnTo>
                    <a:pt x="4052642" y="1615645"/>
                  </a:lnTo>
                  <a:lnTo>
                    <a:pt x="4053450" y="1620331"/>
                  </a:lnTo>
                  <a:lnTo>
                    <a:pt x="4051082" y="1623314"/>
                  </a:lnTo>
                  <a:lnTo>
                    <a:pt x="4048014" y="1624120"/>
                  </a:lnTo>
                  <a:lnTo>
                    <a:pt x="4046076" y="1627057"/>
                  </a:lnTo>
                  <a:lnTo>
                    <a:pt x="4040156" y="1633268"/>
                  </a:lnTo>
                  <a:lnTo>
                    <a:pt x="4036497" y="1633932"/>
                  </a:lnTo>
                  <a:lnTo>
                    <a:pt x="4035528" y="1632272"/>
                  </a:lnTo>
                  <a:lnTo>
                    <a:pt x="4034774" y="1630850"/>
                  </a:lnTo>
                  <a:lnTo>
                    <a:pt x="4025840" y="1633885"/>
                  </a:lnTo>
                  <a:lnTo>
                    <a:pt x="4018252" y="1633173"/>
                  </a:lnTo>
                  <a:lnTo>
                    <a:pt x="4012870" y="1634074"/>
                  </a:lnTo>
                  <a:lnTo>
                    <a:pt x="4007058" y="1634074"/>
                  </a:lnTo>
                  <a:lnTo>
                    <a:pt x="4004097" y="1635071"/>
                  </a:lnTo>
                  <a:lnTo>
                    <a:pt x="4001783" y="1632699"/>
                  </a:lnTo>
                  <a:lnTo>
                    <a:pt x="4001568" y="1626963"/>
                  </a:lnTo>
                  <a:lnTo>
                    <a:pt x="3993549" y="1624357"/>
                  </a:lnTo>
                  <a:lnTo>
                    <a:pt x="3992150" y="1620757"/>
                  </a:lnTo>
                  <a:lnTo>
                    <a:pt x="3993334" y="1618721"/>
                  </a:lnTo>
                  <a:lnTo>
                    <a:pt x="3987413" y="1623599"/>
                  </a:lnTo>
                  <a:lnTo>
                    <a:pt x="3986660" y="1621231"/>
                  </a:lnTo>
                  <a:lnTo>
                    <a:pt x="3983431" y="1620947"/>
                  </a:lnTo>
                  <a:lnTo>
                    <a:pt x="3982839" y="1622746"/>
                  </a:lnTo>
                  <a:lnTo>
                    <a:pt x="3980202" y="1621231"/>
                  </a:lnTo>
                  <a:lnTo>
                    <a:pt x="3978964" y="1616307"/>
                  </a:lnTo>
                  <a:lnTo>
                    <a:pt x="3975573" y="1614888"/>
                  </a:lnTo>
                  <a:lnTo>
                    <a:pt x="3970460" y="1597119"/>
                  </a:lnTo>
                  <a:lnTo>
                    <a:pt x="3970191" y="1594146"/>
                  </a:lnTo>
                  <a:lnTo>
                    <a:pt x="3974497" y="1584857"/>
                  </a:lnTo>
                  <a:lnTo>
                    <a:pt x="3977242" y="1581229"/>
                  </a:lnTo>
                  <a:lnTo>
                    <a:pt x="3982462" y="1577321"/>
                  </a:lnTo>
                  <a:lnTo>
                    <a:pt x="3987144" y="1576427"/>
                  </a:lnTo>
                  <a:lnTo>
                    <a:pt x="3997047" y="1577133"/>
                  </a:lnTo>
                  <a:lnTo>
                    <a:pt x="3999577" y="1575250"/>
                  </a:lnTo>
                  <a:lnTo>
                    <a:pt x="3999523" y="1573039"/>
                  </a:lnTo>
                  <a:lnTo>
                    <a:pt x="3995163" y="1571721"/>
                  </a:lnTo>
                  <a:lnTo>
                    <a:pt x="3994464" y="1566032"/>
                  </a:lnTo>
                  <a:lnTo>
                    <a:pt x="3988974" y="1566408"/>
                  </a:lnTo>
                  <a:lnTo>
                    <a:pt x="3986660" y="1565609"/>
                  </a:lnTo>
                  <a:lnTo>
                    <a:pt x="3986660" y="1562273"/>
                  </a:lnTo>
                  <a:lnTo>
                    <a:pt x="3985153" y="1554948"/>
                  </a:lnTo>
                  <a:lnTo>
                    <a:pt x="3975627" y="1547536"/>
                  </a:lnTo>
                  <a:lnTo>
                    <a:pt x="3973205" y="1537791"/>
                  </a:lnTo>
                  <a:lnTo>
                    <a:pt x="3967446" y="1533298"/>
                  </a:lnTo>
                  <a:lnTo>
                    <a:pt x="3958997" y="1531473"/>
                  </a:lnTo>
                  <a:lnTo>
                    <a:pt x="3949578" y="1532128"/>
                  </a:lnTo>
                  <a:lnTo>
                    <a:pt x="3942797" y="1533391"/>
                  </a:lnTo>
                  <a:lnTo>
                    <a:pt x="3941183" y="1534327"/>
                  </a:lnTo>
                  <a:lnTo>
                    <a:pt x="3940322" y="1539289"/>
                  </a:lnTo>
                  <a:lnTo>
                    <a:pt x="3936339" y="1541631"/>
                  </a:lnTo>
                  <a:lnTo>
                    <a:pt x="3934778" y="1540835"/>
                  </a:lnTo>
                  <a:lnTo>
                    <a:pt x="3933271" y="1538353"/>
                  </a:lnTo>
                  <a:lnTo>
                    <a:pt x="3932195" y="1535825"/>
                  </a:lnTo>
                  <a:lnTo>
                    <a:pt x="3927405" y="1534795"/>
                  </a:lnTo>
                  <a:lnTo>
                    <a:pt x="3925790" y="1536574"/>
                  </a:lnTo>
                  <a:lnTo>
                    <a:pt x="3923422" y="1535123"/>
                  </a:lnTo>
                  <a:lnTo>
                    <a:pt x="3917018" y="1534701"/>
                  </a:lnTo>
                  <a:lnTo>
                    <a:pt x="3907061" y="1532549"/>
                  </a:lnTo>
                  <a:lnTo>
                    <a:pt x="3903617" y="1528620"/>
                  </a:lnTo>
                  <a:lnTo>
                    <a:pt x="3897912" y="1526235"/>
                  </a:lnTo>
                  <a:lnTo>
                    <a:pt x="3892046" y="1525861"/>
                  </a:lnTo>
                  <a:lnTo>
                    <a:pt x="3889732" y="1527030"/>
                  </a:lnTo>
                  <a:lnTo>
                    <a:pt x="3879075" y="1519367"/>
                  </a:lnTo>
                  <a:lnTo>
                    <a:pt x="3878968" y="1517172"/>
                  </a:lnTo>
                  <a:lnTo>
                    <a:pt x="3883596" y="1512692"/>
                  </a:lnTo>
                  <a:lnTo>
                    <a:pt x="3884403" y="1509753"/>
                  </a:lnTo>
                  <a:lnTo>
                    <a:pt x="3882627" y="1508587"/>
                  </a:lnTo>
                  <a:lnTo>
                    <a:pt x="3874662" y="1510545"/>
                  </a:lnTo>
                  <a:lnTo>
                    <a:pt x="3868957" y="1509986"/>
                  </a:lnTo>
                  <a:lnTo>
                    <a:pt x="3864544" y="1504904"/>
                  </a:lnTo>
                  <a:lnTo>
                    <a:pt x="3864060" y="1501688"/>
                  </a:lnTo>
                  <a:lnTo>
                    <a:pt x="3860023" y="1499732"/>
                  </a:lnTo>
                  <a:lnTo>
                    <a:pt x="3857063" y="1494704"/>
                  </a:lnTo>
                  <a:lnTo>
                    <a:pt x="3860615" y="1493540"/>
                  </a:lnTo>
                  <a:lnTo>
                    <a:pt x="3856471" y="1492982"/>
                  </a:lnTo>
                  <a:lnTo>
                    <a:pt x="3856579" y="1484843"/>
                  </a:lnTo>
                  <a:lnTo>
                    <a:pt x="3858086" y="1481498"/>
                  </a:lnTo>
                  <a:lnTo>
                    <a:pt x="3864436" y="1479547"/>
                  </a:lnTo>
                  <a:lnTo>
                    <a:pt x="3865459" y="1477550"/>
                  </a:lnTo>
                  <a:lnTo>
                    <a:pt x="3865459" y="1472213"/>
                  </a:lnTo>
                  <a:lnTo>
                    <a:pt x="3859377" y="1470403"/>
                  </a:lnTo>
                  <a:lnTo>
                    <a:pt x="3857225" y="1468734"/>
                  </a:lnTo>
                  <a:lnTo>
                    <a:pt x="3857171" y="1464747"/>
                  </a:lnTo>
                  <a:lnTo>
                    <a:pt x="3866428" y="1462893"/>
                  </a:lnTo>
                  <a:lnTo>
                    <a:pt x="3868742" y="1460762"/>
                  </a:lnTo>
                  <a:lnTo>
                    <a:pt x="3874770" y="1462106"/>
                  </a:lnTo>
                  <a:lnTo>
                    <a:pt x="3877245" y="1455669"/>
                  </a:lnTo>
                  <a:lnTo>
                    <a:pt x="3879183" y="1452846"/>
                  </a:lnTo>
                  <a:lnTo>
                    <a:pt x="3875469" y="1451967"/>
                  </a:lnTo>
                  <a:lnTo>
                    <a:pt x="3873909" y="1442074"/>
                  </a:lnTo>
                  <a:lnTo>
                    <a:pt x="3876869" y="1435563"/>
                  </a:lnTo>
                  <a:lnTo>
                    <a:pt x="3884995" y="1430580"/>
                  </a:lnTo>
                  <a:lnTo>
                    <a:pt x="3886126" y="1427260"/>
                  </a:lnTo>
                  <a:lnTo>
                    <a:pt x="3890969" y="1425877"/>
                  </a:lnTo>
                  <a:lnTo>
                    <a:pt x="3894252" y="1426476"/>
                  </a:lnTo>
                  <a:lnTo>
                    <a:pt x="3894898" y="1427675"/>
                  </a:lnTo>
                  <a:lnTo>
                    <a:pt x="3899042" y="1429565"/>
                  </a:lnTo>
                  <a:lnTo>
                    <a:pt x="3902325" y="1434178"/>
                  </a:lnTo>
                  <a:lnTo>
                    <a:pt x="3904747" y="1439718"/>
                  </a:lnTo>
                  <a:lnTo>
                    <a:pt x="3907761" y="1444291"/>
                  </a:lnTo>
                  <a:lnTo>
                    <a:pt x="3915995" y="1446787"/>
                  </a:lnTo>
                  <a:lnTo>
                    <a:pt x="3920086" y="1446140"/>
                  </a:lnTo>
                  <a:lnTo>
                    <a:pt x="3921108" y="1450533"/>
                  </a:lnTo>
                  <a:lnTo>
                    <a:pt x="3931011" y="1456780"/>
                  </a:lnTo>
                  <a:lnTo>
                    <a:pt x="3935263" y="1456687"/>
                  </a:lnTo>
                  <a:lnTo>
                    <a:pt x="3940914" y="1450579"/>
                  </a:lnTo>
                  <a:lnTo>
                    <a:pt x="3937954" y="1447804"/>
                  </a:lnTo>
                  <a:lnTo>
                    <a:pt x="3934671" y="1438702"/>
                  </a:lnTo>
                  <a:lnTo>
                    <a:pt x="3939514" y="1437040"/>
                  </a:lnTo>
                  <a:lnTo>
                    <a:pt x="3938653" y="1434732"/>
                  </a:lnTo>
                  <a:lnTo>
                    <a:pt x="3943766" y="1432102"/>
                  </a:lnTo>
                  <a:lnTo>
                    <a:pt x="3954584" y="1434455"/>
                  </a:lnTo>
                  <a:lnTo>
                    <a:pt x="3959266" y="1433947"/>
                  </a:lnTo>
                  <a:lnTo>
                    <a:pt x="3963033" y="1431548"/>
                  </a:lnTo>
                  <a:lnTo>
                    <a:pt x="3966478" y="1432702"/>
                  </a:lnTo>
                  <a:lnTo>
                    <a:pt x="3968523" y="1430672"/>
                  </a:lnTo>
                  <a:lnTo>
                    <a:pt x="3971214" y="1429980"/>
                  </a:lnTo>
                  <a:lnTo>
                    <a:pt x="3966424" y="1433855"/>
                  </a:lnTo>
                  <a:lnTo>
                    <a:pt x="3965886" y="1435932"/>
                  </a:lnTo>
                  <a:lnTo>
                    <a:pt x="3969007" y="1435470"/>
                  </a:lnTo>
                  <a:lnTo>
                    <a:pt x="3973528" y="1431502"/>
                  </a:lnTo>
                  <a:lnTo>
                    <a:pt x="3977565" y="1429150"/>
                  </a:lnTo>
                  <a:lnTo>
                    <a:pt x="3978802" y="1426707"/>
                  </a:lnTo>
                  <a:lnTo>
                    <a:pt x="3983861" y="1423665"/>
                  </a:lnTo>
                  <a:lnTo>
                    <a:pt x="3986068" y="1419749"/>
                  </a:lnTo>
                  <a:lnTo>
                    <a:pt x="3991665" y="1413719"/>
                  </a:lnTo>
                  <a:lnTo>
                    <a:pt x="3999307" y="1411603"/>
                  </a:lnTo>
                  <a:lnTo>
                    <a:pt x="4003183" y="1406913"/>
                  </a:lnTo>
                  <a:lnTo>
                    <a:pt x="4003129" y="1404294"/>
                  </a:lnTo>
                  <a:lnTo>
                    <a:pt x="3999038" y="1398185"/>
                  </a:lnTo>
                  <a:lnTo>
                    <a:pt x="4007488" y="1374675"/>
                  </a:lnTo>
                  <a:lnTo>
                    <a:pt x="4016906" y="1366902"/>
                  </a:lnTo>
                  <a:lnTo>
                    <a:pt x="4022342" y="1367313"/>
                  </a:lnTo>
                  <a:lnTo>
                    <a:pt x="4020943" y="1364206"/>
                  </a:lnTo>
                  <a:lnTo>
                    <a:pt x="4022719" y="1359457"/>
                  </a:lnTo>
                  <a:lnTo>
                    <a:pt x="4026863" y="1357220"/>
                  </a:lnTo>
                  <a:lnTo>
                    <a:pt x="4029662" y="1357813"/>
                  </a:lnTo>
                  <a:lnTo>
                    <a:pt x="4031599" y="1355760"/>
                  </a:lnTo>
                  <a:lnTo>
                    <a:pt x="4035043" y="1356034"/>
                  </a:lnTo>
                  <a:lnTo>
                    <a:pt x="4038919" y="1354209"/>
                  </a:lnTo>
                  <a:lnTo>
                    <a:pt x="4044247" y="1353251"/>
                  </a:lnTo>
                  <a:lnTo>
                    <a:pt x="4047153" y="1350379"/>
                  </a:lnTo>
                  <a:lnTo>
                    <a:pt x="4049090" y="1352704"/>
                  </a:lnTo>
                  <a:lnTo>
                    <a:pt x="4051674" y="1352248"/>
                  </a:lnTo>
                  <a:lnTo>
                    <a:pt x="4050113" y="1349467"/>
                  </a:lnTo>
                  <a:lnTo>
                    <a:pt x="4055710" y="1349330"/>
                  </a:lnTo>
                  <a:lnTo>
                    <a:pt x="4057755" y="1347370"/>
                  </a:lnTo>
                  <a:lnTo>
                    <a:pt x="4058240" y="1344318"/>
                  </a:lnTo>
                  <a:lnTo>
                    <a:pt x="4070887" y="1340630"/>
                  </a:lnTo>
                  <a:lnTo>
                    <a:pt x="4074601" y="1340903"/>
                  </a:lnTo>
                  <a:lnTo>
                    <a:pt x="4076969" y="1338763"/>
                  </a:lnTo>
                  <a:lnTo>
                    <a:pt x="4086710" y="1335669"/>
                  </a:lnTo>
                  <a:lnTo>
                    <a:pt x="4095321" y="1330986"/>
                  </a:lnTo>
                  <a:lnTo>
                    <a:pt x="4102264" y="1330667"/>
                  </a:lnTo>
                  <a:lnTo>
                    <a:pt x="4105816" y="1328441"/>
                  </a:lnTo>
                  <a:lnTo>
                    <a:pt x="4108614" y="1322808"/>
                  </a:lnTo>
                  <a:lnTo>
                    <a:pt x="4108453" y="1318043"/>
                  </a:lnTo>
                  <a:lnTo>
                    <a:pt x="4109798" y="1316001"/>
                  </a:lnTo>
                  <a:lnTo>
                    <a:pt x="4115503" y="1312464"/>
                  </a:lnTo>
                  <a:lnTo>
                    <a:pt x="4114965" y="1308657"/>
                  </a:lnTo>
                  <a:lnTo>
                    <a:pt x="4116795" y="1306619"/>
                  </a:lnTo>
                  <a:lnTo>
                    <a:pt x="4116687" y="1304128"/>
                  </a:lnTo>
                  <a:lnTo>
                    <a:pt x="4116956" y="1302589"/>
                  </a:lnTo>
                  <a:lnTo>
                    <a:pt x="4121100" y="1301865"/>
                  </a:lnTo>
                  <a:lnTo>
                    <a:pt x="4123468" y="1298064"/>
                  </a:lnTo>
                  <a:lnTo>
                    <a:pt x="4125944" y="1297069"/>
                  </a:lnTo>
                  <a:lnTo>
                    <a:pt x="4126482" y="1294717"/>
                  </a:lnTo>
                  <a:lnTo>
                    <a:pt x="4134717" y="1289249"/>
                  </a:lnTo>
                  <a:lnTo>
                    <a:pt x="4136008" y="1284282"/>
                  </a:lnTo>
                  <a:lnTo>
                    <a:pt x="4135363" y="1281619"/>
                  </a:lnTo>
                  <a:lnTo>
                    <a:pt x="4138107" y="1280265"/>
                  </a:lnTo>
                  <a:lnTo>
                    <a:pt x="4144942" y="1280085"/>
                  </a:lnTo>
                  <a:lnTo>
                    <a:pt x="4148764" y="1277469"/>
                  </a:lnTo>
                  <a:lnTo>
                    <a:pt x="4153069" y="1277829"/>
                  </a:lnTo>
                  <a:lnTo>
                    <a:pt x="4152746" y="1274132"/>
                  </a:lnTo>
                  <a:lnTo>
                    <a:pt x="4149463" y="1274358"/>
                  </a:lnTo>
                  <a:lnTo>
                    <a:pt x="4148494" y="1272149"/>
                  </a:lnTo>
                  <a:lnTo>
                    <a:pt x="4149732" y="1269717"/>
                  </a:lnTo>
                  <a:lnTo>
                    <a:pt x="4147741" y="1268230"/>
                  </a:lnTo>
                  <a:lnTo>
                    <a:pt x="4150862" y="1268050"/>
                  </a:lnTo>
                  <a:lnTo>
                    <a:pt x="4151185" y="1270347"/>
                  </a:lnTo>
                  <a:lnTo>
                    <a:pt x="4157805" y="1268996"/>
                  </a:lnTo>
                  <a:lnTo>
                    <a:pt x="4156944" y="1267240"/>
                  </a:lnTo>
                  <a:lnTo>
                    <a:pt x="4158666" y="1264854"/>
                  </a:lnTo>
                  <a:lnTo>
                    <a:pt x="4161250" y="1261929"/>
                  </a:lnTo>
                  <a:lnTo>
                    <a:pt x="4165770" y="1261479"/>
                  </a:lnTo>
                  <a:lnTo>
                    <a:pt x="4170883" y="1263729"/>
                  </a:lnTo>
                  <a:lnTo>
                    <a:pt x="4172175" y="1260804"/>
                  </a:lnTo>
                  <a:lnTo>
                    <a:pt x="4181270" y="1259635"/>
                  </a:lnTo>
                  <a:lnTo>
                    <a:pt x="4188697" y="1260669"/>
                  </a:lnTo>
                  <a:lnTo>
                    <a:pt x="4193864" y="1260849"/>
                  </a:lnTo>
                  <a:lnTo>
                    <a:pt x="4196232" y="1263639"/>
                  </a:lnTo>
                  <a:lnTo>
                    <a:pt x="4198708" y="1263864"/>
                  </a:lnTo>
                  <a:lnTo>
                    <a:pt x="4198546" y="1267060"/>
                  </a:lnTo>
                  <a:lnTo>
                    <a:pt x="4200591" y="1265034"/>
                  </a:lnTo>
                  <a:lnTo>
                    <a:pt x="4204951" y="1264404"/>
                  </a:lnTo>
                  <a:lnTo>
                    <a:pt x="4209902" y="1265844"/>
                  </a:lnTo>
                  <a:lnTo>
                    <a:pt x="4214208" y="1264134"/>
                  </a:lnTo>
                  <a:lnTo>
                    <a:pt x="4214477" y="1262604"/>
                  </a:lnTo>
                  <a:lnTo>
                    <a:pt x="4218244" y="1260175"/>
                  </a:lnTo>
                  <a:lnTo>
                    <a:pt x="4221527" y="1259365"/>
                  </a:lnTo>
                  <a:lnTo>
                    <a:pt x="4223895" y="1265664"/>
                  </a:lnTo>
                  <a:lnTo>
                    <a:pt x="4227447" y="1268591"/>
                  </a:lnTo>
                  <a:lnTo>
                    <a:pt x="4231860" y="1268996"/>
                  </a:lnTo>
                  <a:lnTo>
                    <a:pt x="4232022" y="1277604"/>
                  </a:lnTo>
                  <a:lnTo>
                    <a:pt x="4233367" y="1280671"/>
                  </a:lnTo>
                  <a:lnTo>
                    <a:pt x="4239826" y="1281303"/>
                  </a:lnTo>
                  <a:lnTo>
                    <a:pt x="4243378" y="1283830"/>
                  </a:lnTo>
                  <a:lnTo>
                    <a:pt x="4248275" y="1282972"/>
                  </a:lnTo>
                  <a:lnTo>
                    <a:pt x="4250590" y="1281528"/>
                  </a:lnTo>
                  <a:lnTo>
                    <a:pt x="4249298" y="1287261"/>
                  </a:lnTo>
                  <a:lnTo>
                    <a:pt x="4250751" y="1289836"/>
                  </a:lnTo>
                  <a:lnTo>
                    <a:pt x="4259093" y="1296662"/>
                  </a:lnTo>
                  <a:lnTo>
                    <a:pt x="4257801" y="1298109"/>
                  </a:lnTo>
                  <a:lnTo>
                    <a:pt x="4260761" y="1300598"/>
                  </a:lnTo>
                  <a:lnTo>
                    <a:pt x="4258609" y="1302498"/>
                  </a:lnTo>
                  <a:lnTo>
                    <a:pt x="4259524" y="1304038"/>
                  </a:lnTo>
                  <a:lnTo>
                    <a:pt x="4257640" y="1306166"/>
                  </a:lnTo>
                  <a:lnTo>
                    <a:pt x="4253926" y="1306302"/>
                  </a:lnTo>
                  <a:lnTo>
                    <a:pt x="4254949" y="1310334"/>
                  </a:lnTo>
                  <a:lnTo>
                    <a:pt x="4250913" y="1312782"/>
                  </a:lnTo>
                  <a:lnTo>
                    <a:pt x="4249459" y="1311059"/>
                  </a:lnTo>
                  <a:lnTo>
                    <a:pt x="4247307" y="1313643"/>
                  </a:lnTo>
                  <a:lnTo>
                    <a:pt x="4249675" y="1314641"/>
                  </a:lnTo>
                  <a:lnTo>
                    <a:pt x="4247253" y="1316954"/>
                  </a:lnTo>
                  <a:lnTo>
                    <a:pt x="4244562" y="1315230"/>
                  </a:lnTo>
                  <a:lnTo>
                    <a:pt x="4241117" y="1316319"/>
                  </a:lnTo>
                  <a:lnTo>
                    <a:pt x="4241064" y="1322445"/>
                  </a:lnTo>
                  <a:lnTo>
                    <a:pt x="4239933" y="1323989"/>
                  </a:lnTo>
                  <a:lnTo>
                    <a:pt x="4232399" y="1324261"/>
                  </a:lnTo>
                  <a:lnTo>
                    <a:pt x="4233260" y="1328032"/>
                  </a:lnTo>
                  <a:lnTo>
                    <a:pt x="4235951" y="1331122"/>
                  </a:lnTo>
                  <a:lnTo>
                    <a:pt x="4237888" y="1331213"/>
                  </a:lnTo>
                  <a:lnTo>
                    <a:pt x="4237189" y="1335579"/>
                  </a:lnTo>
                  <a:lnTo>
                    <a:pt x="4233798" y="1335078"/>
                  </a:lnTo>
                  <a:lnTo>
                    <a:pt x="4229761" y="1341085"/>
                  </a:lnTo>
                  <a:lnTo>
                    <a:pt x="4222281" y="1345776"/>
                  </a:lnTo>
                  <a:lnTo>
                    <a:pt x="4219805" y="1348418"/>
                  </a:lnTo>
                  <a:lnTo>
                    <a:pt x="4218298" y="1354027"/>
                  </a:lnTo>
                  <a:lnTo>
                    <a:pt x="4217006" y="1354939"/>
                  </a:lnTo>
                  <a:lnTo>
                    <a:pt x="4211355" y="1354574"/>
                  </a:lnTo>
                  <a:lnTo>
                    <a:pt x="4205005" y="1360004"/>
                  </a:lnTo>
                  <a:lnTo>
                    <a:pt x="4200215" y="1361739"/>
                  </a:lnTo>
                  <a:lnTo>
                    <a:pt x="4197578" y="1360826"/>
                  </a:lnTo>
                  <a:lnTo>
                    <a:pt x="4196555" y="1363110"/>
                  </a:lnTo>
                  <a:lnTo>
                    <a:pt x="4191496" y="1367998"/>
                  </a:lnTo>
                  <a:lnTo>
                    <a:pt x="4192788" y="1372159"/>
                  </a:lnTo>
                  <a:lnTo>
                    <a:pt x="4190366" y="1373394"/>
                  </a:lnTo>
                  <a:lnTo>
                    <a:pt x="4194133" y="1377832"/>
                  </a:lnTo>
                  <a:lnTo>
                    <a:pt x="4192411" y="1382182"/>
                  </a:lnTo>
                  <a:lnTo>
                    <a:pt x="4189720" y="1382320"/>
                  </a:lnTo>
                  <a:lnTo>
                    <a:pt x="4189559" y="1385618"/>
                  </a:lnTo>
                  <a:lnTo>
                    <a:pt x="4178687" y="1387955"/>
                  </a:lnTo>
                  <a:lnTo>
                    <a:pt x="4176373" y="1387497"/>
                  </a:lnTo>
                  <a:lnTo>
                    <a:pt x="4173251" y="1389102"/>
                  </a:lnTo>
                  <a:lnTo>
                    <a:pt x="4170022" y="1392587"/>
                  </a:lnTo>
                  <a:lnTo>
                    <a:pt x="4169861" y="1396120"/>
                  </a:lnTo>
                  <a:lnTo>
                    <a:pt x="4173682" y="1399746"/>
                  </a:lnTo>
                  <a:lnTo>
                    <a:pt x="4175296" y="1397313"/>
                  </a:lnTo>
                  <a:lnTo>
                    <a:pt x="4176588" y="1400389"/>
                  </a:lnTo>
                  <a:lnTo>
                    <a:pt x="4173843" y="1404569"/>
                  </a:lnTo>
                  <a:lnTo>
                    <a:pt x="4171798" y="1405856"/>
                  </a:lnTo>
                  <a:lnTo>
                    <a:pt x="4171691" y="1409028"/>
                  </a:lnTo>
                  <a:lnTo>
                    <a:pt x="4173843" y="1410545"/>
                  </a:lnTo>
                  <a:lnTo>
                    <a:pt x="4177126" y="1408844"/>
                  </a:lnTo>
                  <a:lnTo>
                    <a:pt x="4178579" y="1410821"/>
                  </a:lnTo>
                  <a:lnTo>
                    <a:pt x="4181217" y="1410178"/>
                  </a:lnTo>
                  <a:lnTo>
                    <a:pt x="4188052" y="1412201"/>
                  </a:lnTo>
                  <a:lnTo>
                    <a:pt x="4188321" y="1414962"/>
                  </a:lnTo>
                  <a:lnTo>
                    <a:pt x="4191012" y="1415928"/>
                  </a:lnTo>
                  <a:lnTo>
                    <a:pt x="4191711" y="1418276"/>
                  </a:lnTo>
                  <a:lnTo>
                    <a:pt x="4194671" y="1418690"/>
                  </a:lnTo>
                  <a:lnTo>
                    <a:pt x="4195263" y="1419243"/>
                  </a:lnTo>
                  <a:lnTo>
                    <a:pt x="4199354" y="1415652"/>
                  </a:lnTo>
                  <a:lnTo>
                    <a:pt x="4204520" y="1415330"/>
                  </a:lnTo>
                  <a:lnTo>
                    <a:pt x="4213562" y="1411511"/>
                  </a:lnTo>
                  <a:lnTo>
                    <a:pt x="4212432" y="1413949"/>
                  </a:lnTo>
                  <a:lnTo>
                    <a:pt x="4213024" y="1415882"/>
                  </a:lnTo>
                  <a:lnTo>
                    <a:pt x="4208557" y="1416849"/>
                  </a:lnTo>
                  <a:lnTo>
                    <a:pt x="4208987" y="1420348"/>
                  </a:lnTo>
                  <a:lnTo>
                    <a:pt x="4204736" y="1419335"/>
                  </a:lnTo>
                  <a:lnTo>
                    <a:pt x="4201722" y="1421592"/>
                  </a:lnTo>
                  <a:lnTo>
                    <a:pt x="4205381" y="1425232"/>
                  </a:lnTo>
                  <a:lnTo>
                    <a:pt x="4201883" y="1425001"/>
                  </a:lnTo>
                  <a:lnTo>
                    <a:pt x="4201506" y="1428505"/>
                  </a:lnTo>
                  <a:lnTo>
                    <a:pt x="4203013" y="1431225"/>
                  </a:lnTo>
                  <a:lnTo>
                    <a:pt x="4206081" y="1431225"/>
                  </a:lnTo>
                  <a:lnTo>
                    <a:pt x="4209848" y="1436024"/>
                  </a:lnTo>
                  <a:lnTo>
                    <a:pt x="4205435" y="1439995"/>
                  </a:lnTo>
                  <a:lnTo>
                    <a:pt x="4203175" y="1439718"/>
                  </a:lnTo>
                  <a:lnTo>
                    <a:pt x="4206350" y="1435840"/>
                  </a:lnTo>
                  <a:lnTo>
                    <a:pt x="4201829" y="1432333"/>
                  </a:lnTo>
                  <a:lnTo>
                    <a:pt x="4199354" y="1435101"/>
                  </a:lnTo>
                  <a:lnTo>
                    <a:pt x="4202583" y="1437917"/>
                  </a:lnTo>
                  <a:lnTo>
                    <a:pt x="4201076" y="1440226"/>
                  </a:lnTo>
                  <a:lnTo>
                    <a:pt x="4194618" y="1444338"/>
                  </a:lnTo>
                  <a:lnTo>
                    <a:pt x="4187890" y="1445031"/>
                  </a:lnTo>
                  <a:lnTo>
                    <a:pt x="4182616" y="1441750"/>
                  </a:lnTo>
                  <a:lnTo>
                    <a:pt x="4177934" y="1446510"/>
                  </a:lnTo>
                  <a:lnTo>
                    <a:pt x="4180032" y="1449654"/>
                  </a:lnTo>
                  <a:lnTo>
                    <a:pt x="4174274" y="1450533"/>
                  </a:lnTo>
                  <a:lnTo>
                    <a:pt x="4168085" y="1453586"/>
                  </a:lnTo>
                  <a:lnTo>
                    <a:pt x="4165986" y="1451735"/>
                  </a:lnTo>
                  <a:lnTo>
                    <a:pt x="4161411" y="1451828"/>
                  </a:lnTo>
                  <a:lnTo>
                    <a:pt x="4158020" y="1455484"/>
                  </a:lnTo>
                  <a:lnTo>
                    <a:pt x="4158451" y="1458261"/>
                  </a:lnTo>
                  <a:lnTo>
                    <a:pt x="4161573" y="1459743"/>
                  </a:lnTo>
                  <a:lnTo>
                    <a:pt x="4159904" y="1461457"/>
                  </a:lnTo>
                  <a:lnTo>
                    <a:pt x="4161465" y="1467714"/>
                  </a:lnTo>
                  <a:lnTo>
                    <a:pt x="4160012" y="1469986"/>
                  </a:lnTo>
                  <a:lnTo>
                    <a:pt x="4162272" y="1475275"/>
                  </a:lnTo>
                  <a:lnTo>
                    <a:pt x="4167600" y="1475415"/>
                  </a:lnTo>
                  <a:lnTo>
                    <a:pt x="4172928" y="1468966"/>
                  </a:lnTo>
                  <a:lnTo>
                    <a:pt x="4174758" y="1468919"/>
                  </a:lnTo>
                  <a:lnTo>
                    <a:pt x="4175458" y="1468641"/>
                  </a:lnTo>
                  <a:lnTo>
                    <a:pt x="4177826" y="1468224"/>
                  </a:lnTo>
                  <a:lnTo>
                    <a:pt x="4181647" y="1465396"/>
                  </a:lnTo>
                  <a:lnTo>
                    <a:pt x="4185092" y="1466369"/>
                  </a:lnTo>
                  <a:lnTo>
                    <a:pt x="4194779" y="1465859"/>
                  </a:lnTo>
                  <a:lnTo>
                    <a:pt x="4199569" y="1460206"/>
                  </a:lnTo>
                  <a:lnTo>
                    <a:pt x="4204251" y="1461411"/>
                  </a:lnTo>
                  <a:lnTo>
                    <a:pt x="4209256" y="1461503"/>
                  </a:lnTo>
                  <a:lnTo>
                    <a:pt x="4212163" y="1460392"/>
                  </a:lnTo>
                  <a:lnTo>
                    <a:pt x="4213078" y="1455669"/>
                  </a:lnTo>
                  <a:lnTo>
                    <a:pt x="4207534" y="1453031"/>
                  </a:lnTo>
                  <a:lnTo>
                    <a:pt x="4204305" y="1452707"/>
                  </a:lnTo>
                  <a:lnTo>
                    <a:pt x="4208126" y="1451088"/>
                  </a:lnTo>
                  <a:lnTo>
                    <a:pt x="4208880" y="1446741"/>
                  </a:lnTo>
                  <a:lnTo>
                    <a:pt x="4214746" y="1447851"/>
                  </a:lnTo>
                  <a:lnTo>
                    <a:pt x="4216361" y="1445169"/>
                  </a:lnTo>
                  <a:lnTo>
                    <a:pt x="4219267" y="1445493"/>
                  </a:lnTo>
                  <a:lnTo>
                    <a:pt x="4220558" y="1450625"/>
                  </a:lnTo>
                  <a:lnTo>
                    <a:pt x="4225671" y="1453447"/>
                  </a:lnTo>
                  <a:lnTo>
                    <a:pt x="4230676" y="1450764"/>
                  </a:lnTo>
                  <a:lnTo>
                    <a:pt x="4229385" y="1447989"/>
                  </a:lnTo>
                  <a:lnTo>
                    <a:pt x="4224756" y="1444199"/>
                  </a:lnTo>
                  <a:lnTo>
                    <a:pt x="4227878" y="1445031"/>
                  </a:lnTo>
                  <a:lnTo>
                    <a:pt x="4231430" y="1445262"/>
                  </a:lnTo>
                  <a:lnTo>
                    <a:pt x="4229492" y="1442212"/>
                  </a:lnTo>
                  <a:lnTo>
                    <a:pt x="4230892" y="1442397"/>
                  </a:lnTo>
                  <a:lnTo>
                    <a:pt x="4234390" y="1444753"/>
                  </a:lnTo>
                  <a:lnTo>
                    <a:pt x="4238803" y="1440457"/>
                  </a:lnTo>
                  <a:lnTo>
                    <a:pt x="4243001" y="1441750"/>
                  </a:lnTo>
                  <a:lnTo>
                    <a:pt x="4243862" y="1440364"/>
                  </a:lnTo>
                  <a:lnTo>
                    <a:pt x="4241817" y="1437686"/>
                  </a:lnTo>
                  <a:lnTo>
                    <a:pt x="4245315" y="1436578"/>
                  </a:lnTo>
                  <a:lnTo>
                    <a:pt x="4248760" y="1433348"/>
                  </a:lnTo>
                  <a:lnTo>
                    <a:pt x="4252204" y="1431964"/>
                  </a:lnTo>
                  <a:lnTo>
                    <a:pt x="4248437" y="1430580"/>
                  </a:lnTo>
                  <a:lnTo>
                    <a:pt x="4247845" y="1426476"/>
                  </a:lnTo>
                  <a:lnTo>
                    <a:pt x="4251612" y="1424079"/>
                  </a:lnTo>
                  <a:lnTo>
                    <a:pt x="4258824" y="1421131"/>
                  </a:lnTo>
                  <a:lnTo>
                    <a:pt x="4261622" y="1415698"/>
                  </a:lnTo>
                  <a:lnTo>
                    <a:pt x="4264583" y="1413305"/>
                  </a:lnTo>
                  <a:lnTo>
                    <a:pt x="4269588" y="1410913"/>
                  </a:lnTo>
                  <a:lnTo>
                    <a:pt x="4269642" y="1408890"/>
                  </a:lnTo>
                  <a:lnTo>
                    <a:pt x="4273678" y="1406821"/>
                  </a:lnTo>
                  <a:lnTo>
                    <a:pt x="4277392" y="1407143"/>
                  </a:lnTo>
                  <a:lnTo>
                    <a:pt x="4278468" y="1407649"/>
                  </a:lnTo>
                  <a:lnTo>
                    <a:pt x="4282343" y="1406637"/>
                  </a:lnTo>
                  <a:lnTo>
                    <a:pt x="4284173" y="1405994"/>
                  </a:lnTo>
                  <a:lnTo>
                    <a:pt x="4288424" y="1401583"/>
                  </a:lnTo>
                  <a:lnTo>
                    <a:pt x="4293268" y="1399149"/>
                  </a:lnTo>
                  <a:lnTo>
                    <a:pt x="4294345" y="1396395"/>
                  </a:lnTo>
                  <a:lnTo>
                    <a:pt x="4297251" y="1396579"/>
                  </a:lnTo>
                  <a:lnTo>
                    <a:pt x="4308284" y="1392082"/>
                  </a:lnTo>
                  <a:lnTo>
                    <a:pt x="4311621" y="1389927"/>
                  </a:lnTo>
                  <a:lnTo>
                    <a:pt x="4312805" y="1387635"/>
                  </a:lnTo>
                  <a:lnTo>
                    <a:pt x="4319909" y="1387635"/>
                  </a:lnTo>
                  <a:lnTo>
                    <a:pt x="4322600" y="1388597"/>
                  </a:lnTo>
                  <a:lnTo>
                    <a:pt x="4323138" y="1386489"/>
                  </a:lnTo>
                  <a:lnTo>
                    <a:pt x="4326851" y="1383785"/>
                  </a:lnTo>
                  <a:lnTo>
                    <a:pt x="4325937" y="1382594"/>
                  </a:lnTo>
                  <a:lnTo>
                    <a:pt x="4334009" y="1380442"/>
                  </a:lnTo>
                  <a:lnTo>
                    <a:pt x="4337777" y="1383419"/>
                  </a:lnTo>
                  <a:lnTo>
                    <a:pt x="4339553" y="1380717"/>
                  </a:lnTo>
                  <a:lnTo>
                    <a:pt x="4343589" y="1381541"/>
                  </a:lnTo>
                  <a:lnTo>
                    <a:pt x="4343805" y="1378473"/>
                  </a:lnTo>
                  <a:lnTo>
                    <a:pt x="4347087" y="1379160"/>
                  </a:lnTo>
                  <a:lnTo>
                    <a:pt x="4350048" y="1377741"/>
                  </a:lnTo>
                  <a:lnTo>
                    <a:pt x="4348594" y="1376688"/>
                  </a:lnTo>
                  <a:lnTo>
                    <a:pt x="4348971" y="1372799"/>
                  </a:lnTo>
                  <a:lnTo>
                    <a:pt x="4355645" y="1373119"/>
                  </a:lnTo>
                  <a:lnTo>
                    <a:pt x="4359035" y="1371793"/>
                  </a:lnTo>
                  <a:lnTo>
                    <a:pt x="4358928" y="1373440"/>
                  </a:lnTo>
                  <a:lnTo>
                    <a:pt x="4359304" y="1375773"/>
                  </a:lnTo>
                  <a:lnTo>
                    <a:pt x="4366731" y="1373485"/>
                  </a:lnTo>
                  <a:lnTo>
                    <a:pt x="4370553" y="1370924"/>
                  </a:lnTo>
                  <a:lnTo>
                    <a:pt x="4371683" y="1369370"/>
                  </a:lnTo>
                  <a:lnTo>
                    <a:pt x="4372759" y="1372571"/>
                  </a:lnTo>
                  <a:lnTo>
                    <a:pt x="4375612" y="1370101"/>
                  </a:lnTo>
                  <a:lnTo>
                    <a:pt x="4378518" y="1370696"/>
                  </a:lnTo>
                  <a:lnTo>
                    <a:pt x="4381101" y="1368593"/>
                  </a:lnTo>
                  <a:lnTo>
                    <a:pt x="4381370" y="1365851"/>
                  </a:lnTo>
                  <a:lnTo>
                    <a:pt x="4383954" y="1365531"/>
                  </a:lnTo>
                  <a:lnTo>
                    <a:pt x="4385084" y="1367404"/>
                  </a:lnTo>
                  <a:lnTo>
                    <a:pt x="4394448" y="1365942"/>
                  </a:lnTo>
                  <a:lnTo>
                    <a:pt x="4395955" y="1365120"/>
                  </a:lnTo>
                  <a:lnTo>
                    <a:pt x="4408118" y="1366445"/>
                  </a:lnTo>
                  <a:lnTo>
                    <a:pt x="4412585" y="1368181"/>
                  </a:lnTo>
                  <a:lnTo>
                    <a:pt x="4421358" y="1365896"/>
                  </a:lnTo>
                  <a:lnTo>
                    <a:pt x="4421035" y="1370467"/>
                  </a:lnTo>
                  <a:lnTo>
                    <a:pt x="4425556" y="1373623"/>
                  </a:lnTo>
                  <a:lnTo>
                    <a:pt x="4427493" y="1364114"/>
                  </a:lnTo>
                  <a:lnTo>
                    <a:pt x="4431099" y="1361739"/>
                  </a:lnTo>
                  <a:lnTo>
                    <a:pt x="4431153" y="1359913"/>
                  </a:lnTo>
                  <a:lnTo>
                    <a:pt x="4431315" y="1358863"/>
                  </a:lnTo>
                  <a:lnTo>
                    <a:pt x="4431422" y="1358681"/>
                  </a:lnTo>
                  <a:lnTo>
                    <a:pt x="4431530" y="1358361"/>
                  </a:lnTo>
                  <a:lnTo>
                    <a:pt x="4433467" y="1355441"/>
                  </a:lnTo>
                  <a:lnTo>
                    <a:pt x="4437396" y="1355121"/>
                  </a:lnTo>
                  <a:lnTo>
                    <a:pt x="4437558" y="1352020"/>
                  </a:lnTo>
                  <a:lnTo>
                    <a:pt x="4442886" y="1349421"/>
                  </a:lnTo>
                  <a:lnTo>
                    <a:pt x="4444877" y="1346186"/>
                  </a:lnTo>
                  <a:lnTo>
                    <a:pt x="4441755" y="1343362"/>
                  </a:lnTo>
                  <a:lnTo>
                    <a:pt x="4442670" y="1340402"/>
                  </a:lnTo>
                  <a:lnTo>
                    <a:pt x="4449775" y="1333987"/>
                  </a:lnTo>
                  <a:lnTo>
                    <a:pt x="4452358" y="1330667"/>
                  </a:lnTo>
                  <a:lnTo>
                    <a:pt x="4455210" y="1330031"/>
                  </a:lnTo>
                  <a:lnTo>
                    <a:pt x="4457255" y="132662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4509150" y="3337605"/>
              <a:ext cx="1724203" cy="1069314"/>
            </a:xfrm>
            <a:custGeom>
              <a:avLst/>
              <a:pathLst>
                <a:path w="1724203" h="1069314">
                  <a:moveTo>
                    <a:pt x="1691481" y="1038225"/>
                  </a:moveTo>
                  <a:lnTo>
                    <a:pt x="1688790" y="1039489"/>
                  </a:lnTo>
                  <a:lnTo>
                    <a:pt x="1686745" y="1042897"/>
                  </a:lnTo>
                  <a:lnTo>
                    <a:pt x="1681578" y="1046746"/>
                  </a:lnTo>
                  <a:lnTo>
                    <a:pt x="1681740" y="1051752"/>
                  </a:lnTo>
                  <a:lnTo>
                    <a:pt x="1684485" y="1053017"/>
                  </a:lnTo>
                  <a:lnTo>
                    <a:pt x="1684915" y="1052577"/>
                  </a:lnTo>
                  <a:lnTo>
                    <a:pt x="1686960" y="1051917"/>
                  </a:lnTo>
                  <a:lnTo>
                    <a:pt x="1690997" y="1053733"/>
                  </a:lnTo>
                  <a:lnTo>
                    <a:pt x="1684807" y="1058631"/>
                  </a:lnTo>
                  <a:lnTo>
                    <a:pt x="1686045" y="1056374"/>
                  </a:lnTo>
                  <a:lnTo>
                    <a:pt x="1679802" y="1057640"/>
                  </a:lnTo>
                  <a:lnTo>
                    <a:pt x="1679049" y="1061328"/>
                  </a:lnTo>
                  <a:lnTo>
                    <a:pt x="1675012" y="1065513"/>
                  </a:lnTo>
                  <a:lnTo>
                    <a:pt x="1675551" y="1069314"/>
                  </a:lnTo>
                  <a:lnTo>
                    <a:pt x="1679910" y="1066890"/>
                  </a:lnTo>
                  <a:lnTo>
                    <a:pt x="1683085" y="1067937"/>
                  </a:lnTo>
                  <a:lnTo>
                    <a:pt x="1687068" y="1065458"/>
                  </a:lnTo>
                  <a:lnTo>
                    <a:pt x="1688413" y="1067826"/>
                  </a:lnTo>
                  <a:lnTo>
                    <a:pt x="1690997" y="1065513"/>
                  </a:lnTo>
                  <a:lnTo>
                    <a:pt x="1689113" y="1064522"/>
                  </a:lnTo>
                  <a:lnTo>
                    <a:pt x="1691320" y="1062154"/>
                  </a:lnTo>
                  <a:lnTo>
                    <a:pt x="1691750" y="1058411"/>
                  </a:lnTo>
                  <a:lnTo>
                    <a:pt x="1694818" y="1055824"/>
                  </a:lnTo>
                  <a:lnTo>
                    <a:pt x="1699285" y="1056429"/>
                  </a:lnTo>
                  <a:lnTo>
                    <a:pt x="1701437" y="1058411"/>
                  </a:lnTo>
                  <a:lnTo>
                    <a:pt x="1699231" y="1061273"/>
                  </a:lnTo>
                  <a:lnTo>
                    <a:pt x="1703106" y="1065789"/>
                  </a:lnTo>
                  <a:lnTo>
                    <a:pt x="1706227" y="1065238"/>
                  </a:lnTo>
                  <a:lnTo>
                    <a:pt x="1706443" y="1067771"/>
                  </a:lnTo>
                  <a:lnTo>
                    <a:pt x="1711932" y="1068377"/>
                  </a:lnTo>
                  <a:lnTo>
                    <a:pt x="1710425" y="1060998"/>
                  </a:lnTo>
                  <a:lnTo>
                    <a:pt x="1711609" y="1059016"/>
                  </a:lnTo>
                  <a:lnTo>
                    <a:pt x="1713601" y="1062099"/>
                  </a:lnTo>
                  <a:lnTo>
                    <a:pt x="1716076" y="1062044"/>
                  </a:lnTo>
                  <a:lnTo>
                    <a:pt x="1716292" y="1058521"/>
                  </a:lnTo>
                  <a:lnTo>
                    <a:pt x="1713009" y="1055659"/>
                  </a:lnTo>
                  <a:lnTo>
                    <a:pt x="1713439" y="1049882"/>
                  </a:lnTo>
                  <a:lnTo>
                    <a:pt x="1716991" y="1050102"/>
                  </a:lnTo>
                  <a:lnTo>
                    <a:pt x="1719898" y="1054503"/>
                  </a:lnTo>
                  <a:lnTo>
                    <a:pt x="1723181" y="1052357"/>
                  </a:lnTo>
                  <a:lnTo>
                    <a:pt x="1722373" y="1047406"/>
                  </a:lnTo>
                  <a:lnTo>
                    <a:pt x="1724203" y="1045207"/>
                  </a:lnTo>
                  <a:lnTo>
                    <a:pt x="1721566" y="1044932"/>
                  </a:lnTo>
                  <a:lnTo>
                    <a:pt x="1717153" y="1040698"/>
                  </a:lnTo>
                  <a:lnTo>
                    <a:pt x="1713062" y="1044987"/>
                  </a:lnTo>
                  <a:lnTo>
                    <a:pt x="1707950" y="1045812"/>
                  </a:lnTo>
                  <a:lnTo>
                    <a:pt x="1706658" y="1043612"/>
                  </a:lnTo>
                  <a:lnTo>
                    <a:pt x="1709080" y="1041907"/>
                  </a:lnTo>
                  <a:lnTo>
                    <a:pt x="1710802" y="1044052"/>
                  </a:lnTo>
                  <a:lnTo>
                    <a:pt x="1718498" y="1038279"/>
                  </a:lnTo>
                  <a:lnTo>
                    <a:pt x="1715753" y="1038884"/>
                  </a:lnTo>
                  <a:lnTo>
                    <a:pt x="1713977" y="1036356"/>
                  </a:lnTo>
                  <a:lnTo>
                    <a:pt x="1711717" y="1034487"/>
                  </a:lnTo>
                  <a:lnTo>
                    <a:pt x="1711448" y="1033883"/>
                  </a:lnTo>
                  <a:lnTo>
                    <a:pt x="1709026" y="1035751"/>
                  </a:lnTo>
                  <a:lnTo>
                    <a:pt x="1709026" y="1034652"/>
                  </a:lnTo>
                  <a:lnTo>
                    <a:pt x="1708165" y="1033334"/>
                  </a:lnTo>
                  <a:lnTo>
                    <a:pt x="1703214" y="1032729"/>
                  </a:lnTo>
                  <a:lnTo>
                    <a:pt x="1702406" y="1034268"/>
                  </a:lnTo>
                  <a:lnTo>
                    <a:pt x="1697024" y="1035202"/>
                  </a:lnTo>
                  <a:lnTo>
                    <a:pt x="1695894" y="10374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5261273" y="1669270"/>
              <a:ext cx="1694925" cy="1039975"/>
            </a:xfrm>
            <a:custGeom>
              <a:avLst/>
              <a:pathLst>
                <a:path w="1694925" h="1039975">
                  <a:moveTo>
                    <a:pt x="1691481" y="1038225"/>
                  </a:moveTo>
                  <a:lnTo>
                    <a:pt x="1687445" y="1039007"/>
                  </a:lnTo>
                  <a:lnTo>
                    <a:pt x="1682708" y="1036015"/>
                  </a:lnTo>
                  <a:lnTo>
                    <a:pt x="1680071" y="1037810"/>
                  </a:lnTo>
                  <a:lnTo>
                    <a:pt x="1686045" y="1039836"/>
                  </a:lnTo>
                  <a:lnTo>
                    <a:pt x="1694925" y="1039975"/>
                  </a:lnTo>
                  <a:lnTo>
                    <a:pt x="1694441" y="1039882"/>
                  </a:lnTo>
                  <a:lnTo>
                    <a:pt x="1693526" y="1039468"/>
                  </a:lnTo>
                  <a:lnTo>
                    <a:pt x="1692880" y="1039100"/>
                  </a:lnTo>
                  <a:lnTo>
                    <a:pt x="1691589" y="10380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5233234" y="1680746"/>
              <a:ext cx="1698477" cy="1040808"/>
            </a:xfrm>
            <a:custGeom>
              <a:avLst/>
              <a:pathLst>
                <a:path w="1698477" h="1040808">
                  <a:moveTo>
                    <a:pt x="1691481" y="1038225"/>
                  </a:moveTo>
                  <a:lnTo>
                    <a:pt x="1693795" y="1040808"/>
                  </a:lnTo>
                  <a:lnTo>
                    <a:pt x="1695625" y="1037809"/>
                  </a:lnTo>
                  <a:lnTo>
                    <a:pt x="1698477" y="1039101"/>
                  </a:lnTo>
                  <a:lnTo>
                    <a:pt x="1697132" y="1036241"/>
                  </a:lnTo>
                  <a:lnTo>
                    <a:pt x="1697993" y="1033982"/>
                  </a:lnTo>
                  <a:lnTo>
                    <a:pt x="1693634" y="1034997"/>
                  </a:lnTo>
                  <a:lnTo>
                    <a:pt x="1691804" y="1037579"/>
                  </a:lnTo>
                  <a:lnTo>
                    <a:pt x="1691858" y="1037855"/>
                  </a:lnTo>
                  <a:lnTo>
                    <a:pt x="1691535" y="10380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5265848" y="1674568"/>
              <a:ext cx="1696702" cy="1040852"/>
            </a:xfrm>
            <a:custGeom>
              <a:avLst/>
              <a:pathLst>
                <a:path w="1696702" h="1040852">
                  <a:moveTo>
                    <a:pt x="1691481" y="1038225"/>
                  </a:moveTo>
                  <a:lnTo>
                    <a:pt x="1691912" y="1040852"/>
                  </a:lnTo>
                  <a:lnTo>
                    <a:pt x="1696702" y="1038547"/>
                  </a:lnTo>
                  <a:lnTo>
                    <a:pt x="1695733" y="1036658"/>
                  </a:lnTo>
                  <a:lnTo>
                    <a:pt x="1686583" y="1037349"/>
                  </a:lnTo>
                  <a:lnTo>
                    <a:pt x="1685938" y="1038317"/>
                  </a:lnTo>
                  <a:lnTo>
                    <a:pt x="1691427" y="10380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5269938" y="1694273"/>
              <a:ext cx="1693149" cy="1040720"/>
            </a:xfrm>
            <a:custGeom>
              <a:avLst/>
              <a:pathLst>
                <a:path w="1693149" h="1040720">
                  <a:moveTo>
                    <a:pt x="1691481" y="1038225"/>
                  </a:moveTo>
                  <a:lnTo>
                    <a:pt x="1688521" y="1037254"/>
                  </a:lnTo>
                  <a:lnTo>
                    <a:pt x="1690997" y="1040258"/>
                  </a:lnTo>
                  <a:lnTo>
                    <a:pt x="1693149" y="1040720"/>
                  </a:lnTo>
                  <a:lnTo>
                    <a:pt x="1691535" y="10380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4166159" y="3583856"/>
              <a:ext cx="1775816" cy="1225438"/>
            </a:xfrm>
            <a:custGeom>
              <a:avLst/>
              <a:pathLst>
                <a:path w="1775816" h="1225438">
                  <a:moveTo>
                    <a:pt x="1691481" y="1038225"/>
                  </a:moveTo>
                  <a:lnTo>
                    <a:pt x="1685884" y="1041746"/>
                  </a:lnTo>
                  <a:lnTo>
                    <a:pt x="1681955" y="1042865"/>
                  </a:lnTo>
                  <a:lnTo>
                    <a:pt x="1679156" y="1041523"/>
                  </a:lnTo>
                  <a:lnTo>
                    <a:pt x="1673344" y="1041467"/>
                  </a:lnTo>
                  <a:lnTo>
                    <a:pt x="1669523" y="1042473"/>
                  </a:lnTo>
                  <a:lnTo>
                    <a:pt x="1665971" y="1041579"/>
                  </a:lnTo>
                  <a:lnTo>
                    <a:pt x="1661342" y="1042753"/>
                  </a:lnTo>
                  <a:lnTo>
                    <a:pt x="1657037" y="1039175"/>
                  </a:lnTo>
                  <a:lnTo>
                    <a:pt x="1652301" y="1039734"/>
                  </a:lnTo>
                  <a:lnTo>
                    <a:pt x="1645950" y="1042082"/>
                  </a:lnTo>
                  <a:lnTo>
                    <a:pt x="1640837" y="1046499"/>
                  </a:lnTo>
                  <a:lnTo>
                    <a:pt x="1638361" y="1053492"/>
                  </a:lnTo>
                  <a:lnTo>
                    <a:pt x="1630719" y="1051310"/>
                  </a:lnTo>
                  <a:lnTo>
                    <a:pt x="1625337" y="1050974"/>
                  </a:lnTo>
                  <a:lnTo>
                    <a:pt x="1621085" y="1049072"/>
                  </a:lnTo>
                  <a:lnTo>
                    <a:pt x="1617480" y="1050974"/>
                  </a:lnTo>
                  <a:lnTo>
                    <a:pt x="1617157" y="1054107"/>
                  </a:lnTo>
                  <a:lnTo>
                    <a:pt x="1615004" y="1054499"/>
                  </a:lnTo>
                  <a:lnTo>
                    <a:pt x="1608707" y="1061718"/>
                  </a:lnTo>
                  <a:lnTo>
                    <a:pt x="1609622" y="1067093"/>
                  </a:lnTo>
                  <a:lnTo>
                    <a:pt x="1607684" y="1070230"/>
                  </a:lnTo>
                  <a:lnTo>
                    <a:pt x="1603002" y="1071742"/>
                  </a:lnTo>
                  <a:lnTo>
                    <a:pt x="1599073" y="1078689"/>
                  </a:lnTo>
                  <a:lnTo>
                    <a:pt x="1594230" y="1081940"/>
                  </a:lnTo>
                  <a:lnTo>
                    <a:pt x="1588579" y="1088163"/>
                  </a:lnTo>
                  <a:lnTo>
                    <a:pt x="1582174" y="1093659"/>
                  </a:lnTo>
                  <a:lnTo>
                    <a:pt x="1577869" y="1095510"/>
                  </a:lnTo>
                  <a:lnTo>
                    <a:pt x="1574316" y="1100447"/>
                  </a:lnTo>
                  <a:lnTo>
                    <a:pt x="1568073" y="1101794"/>
                  </a:lnTo>
                  <a:lnTo>
                    <a:pt x="1563768" y="1105555"/>
                  </a:lnTo>
                  <a:lnTo>
                    <a:pt x="1560646" y="1112797"/>
                  </a:lnTo>
                  <a:lnTo>
                    <a:pt x="1559086" y="1126225"/>
                  </a:lnTo>
                  <a:lnTo>
                    <a:pt x="1559732" y="1134770"/>
                  </a:lnTo>
                  <a:lnTo>
                    <a:pt x="1562530" y="1140000"/>
                  </a:lnTo>
                  <a:lnTo>
                    <a:pt x="1563176" y="1147821"/>
                  </a:lnTo>
                  <a:lnTo>
                    <a:pt x="1559462" y="1152999"/>
                  </a:lnTo>
                  <a:lnTo>
                    <a:pt x="1559247" y="1159249"/>
                  </a:lnTo>
                  <a:lnTo>
                    <a:pt x="1564468" y="1166121"/>
                  </a:lnTo>
                  <a:lnTo>
                    <a:pt x="1565436" y="1172771"/>
                  </a:lnTo>
                  <a:lnTo>
                    <a:pt x="1563445" y="1183483"/>
                  </a:lnTo>
                  <a:lnTo>
                    <a:pt x="1563768" y="1191324"/>
                  </a:lnTo>
                  <a:lnTo>
                    <a:pt x="1567643" y="1195218"/>
                  </a:lnTo>
                  <a:lnTo>
                    <a:pt x="1575285" y="1195782"/>
                  </a:lnTo>
                  <a:lnTo>
                    <a:pt x="1584435" y="1198322"/>
                  </a:lnTo>
                  <a:lnTo>
                    <a:pt x="1586534" y="1201032"/>
                  </a:lnTo>
                  <a:lnTo>
                    <a:pt x="1589978" y="1208485"/>
                  </a:lnTo>
                  <a:lnTo>
                    <a:pt x="1595360" y="1207582"/>
                  </a:lnTo>
                  <a:lnTo>
                    <a:pt x="1604294" y="1207525"/>
                  </a:lnTo>
                  <a:lnTo>
                    <a:pt x="1606931" y="1213061"/>
                  </a:lnTo>
                  <a:lnTo>
                    <a:pt x="1610052" y="1213852"/>
                  </a:lnTo>
                  <a:lnTo>
                    <a:pt x="1619955" y="1213400"/>
                  </a:lnTo>
                  <a:lnTo>
                    <a:pt x="1625875" y="1218316"/>
                  </a:lnTo>
                  <a:lnTo>
                    <a:pt x="1633356" y="1219898"/>
                  </a:lnTo>
                  <a:lnTo>
                    <a:pt x="1635617" y="1222441"/>
                  </a:lnTo>
                  <a:lnTo>
                    <a:pt x="1640891" y="1222894"/>
                  </a:lnTo>
                  <a:lnTo>
                    <a:pt x="1645896" y="1225438"/>
                  </a:lnTo>
                  <a:lnTo>
                    <a:pt x="1652624" y="1222272"/>
                  </a:lnTo>
                  <a:lnTo>
                    <a:pt x="1658275" y="1222046"/>
                  </a:lnTo>
                  <a:lnTo>
                    <a:pt x="1660320" y="1220463"/>
                  </a:lnTo>
                  <a:lnTo>
                    <a:pt x="1663441" y="1205944"/>
                  </a:lnTo>
                  <a:lnTo>
                    <a:pt x="1675174" y="1202386"/>
                  </a:lnTo>
                  <a:lnTo>
                    <a:pt x="1684162" y="1203911"/>
                  </a:lnTo>
                  <a:lnTo>
                    <a:pt x="1688360" y="1202330"/>
                  </a:lnTo>
                  <a:lnTo>
                    <a:pt x="1690082" y="1200015"/>
                  </a:lnTo>
                  <a:lnTo>
                    <a:pt x="1692396" y="1189349"/>
                  </a:lnTo>
                  <a:lnTo>
                    <a:pt x="1700899" y="1182186"/>
                  </a:lnTo>
                  <a:lnTo>
                    <a:pt x="1703698" y="1179084"/>
                  </a:lnTo>
                  <a:lnTo>
                    <a:pt x="1710964" y="1175871"/>
                  </a:lnTo>
                  <a:lnTo>
                    <a:pt x="1714300" y="1176886"/>
                  </a:lnTo>
                  <a:lnTo>
                    <a:pt x="1725818" y="1174913"/>
                  </a:lnTo>
                  <a:lnTo>
                    <a:pt x="1725818" y="1164995"/>
                  </a:lnTo>
                  <a:lnTo>
                    <a:pt x="1732707" y="1161728"/>
                  </a:lnTo>
                  <a:lnTo>
                    <a:pt x="1733783" y="1156321"/>
                  </a:lnTo>
                  <a:lnTo>
                    <a:pt x="1733352" y="1152155"/>
                  </a:lnTo>
                  <a:lnTo>
                    <a:pt x="1736312" y="1125157"/>
                  </a:lnTo>
                  <a:lnTo>
                    <a:pt x="1741318" y="1111843"/>
                  </a:lnTo>
                  <a:lnTo>
                    <a:pt x="1743901" y="1108474"/>
                  </a:lnTo>
                  <a:lnTo>
                    <a:pt x="1745946" y="1102636"/>
                  </a:lnTo>
                  <a:lnTo>
                    <a:pt x="1750951" y="1100560"/>
                  </a:lnTo>
                  <a:lnTo>
                    <a:pt x="1755957" y="1095566"/>
                  </a:lnTo>
                  <a:lnTo>
                    <a:pt x="1759778" y="1088724"/>
                  </a:lnTo>
                  <a:lnTo>
                    <a:pt x="1762630" y="1085359"/>
                  </a:lnTo>
                  <a:lnTo>
                    <a:pt x="1770326" y="1080258"/>
                  </a:lnTo>
                  <a:lnTo>
                    <a:pt x="1774955" y="1079418"/>
                  </a:lnTo>
                  <a:lnTo>
                    <a:pt x="1775816" y="1077793"/>
                  </a:lnTo>
                  <a:lnTo>
                    <a:pt x="1773394" y="1064406"/>
                  </a:lnTo>
                  <a:lnTo>
                    <a:pt x="1770757" y="1055786"/>
                  </a:lnTo>
                  <a:lnTo>
                    <a:pt x="1766613" y="1039063"/>
                  </a:lnTo>
                  <a:lnTo>
                    <a:pt x="1764406" y="1038057"/>
                  </a:lnTo>
                  <a:lnTo>
                    <a:pt x="1758325" y="1039734"/>
                  </a:lnTo>
                  <a:lnTo>
                    <a:pt x="1752835" y="1037330"/>
                  </a:lnTo>
                  <a:lnTo>
                    <a:pt x="1750198" y="1034089"/>
                  </a:lnTo>
                  <a:lnTo>
                    <a:pt x="1747238" y="1033530"/>
                  </a:lnTo>
                  <a:lnTo>
                    <a:pt x="1744870" y="1026100"/>
                  </a:lnTo>
                  <a:lnTo>
                    <a:pt x="1742286" y="1024592"/>
                  </a:lnTo>
                  <a:lnTo>
                    <a:pt x="1739488" y="1027552"/>
                  </a:lnTo>
                  <a:lnTo>
                    <a:pt x="1731307" y="1029954"/>
                  </a:lnTo>
                  <a:lnTo>
                    <a:pt x="1728186" y="1033418"/>
                  </a:lnTo>
                  <a:lnTo>
                    <a:pt x="1725441" y="1033195"/>
                  </a:lnTo>
                  <a:lnTo>
                    <a:pt x="1716023" y="1029619"/>
                  </a:lnTo>
                  <a:lnTo>
                    <a:pt x="1709995" y="1030066"/>
                  </a:lnTo>
                  <a:lnTo>
                    <a:pt x="1707465" y="1035318"/>
                  </a:lnTo>
                  <a:lnTo>
                    <a:pt x="1703429" y="1033195"/>
                  </a:lnTo>
                  <a:lnTo>
                    <a:pt x="1694818" y="103347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5069408" y="3343818"/>
              <a:ext cx="1828559" cy="1093708"/>
            </a:xfrm>
            <a:custGeom>
              <a:avLst/>
              <a:pathLst>
                <a:path w="1828559" h="1093708">
                  <a:moveTo>
                    <a:pt x="1691481" y="1038225"/>
                  </a:moveTo>
                  <a:lnTo>
                    <a:pt x="1697939" y="1041469"/>
                  </a:lnTo>
                  <a:lnTo>
                    <a:pt x="1702514" y="1046145"/>
                  </a:lnTo>
                  <a:lnTo>
                    <a:pt x="1708703" y="1058089"/>
                  </a:lnTo>
                  <a:lnTo>
                    <a:pt x="1710318" y="1066793"/>
                  </a:lnTo>
                  <a:lnTo>
                    <a:pt x="1710533" y="1075446"/>
                  </a:lnTo>
                  <a:lnTo>
                    <a:pt x="1709618" y="1078810"/>
                  </a:lnTo>
                  <a:lnTo>
                    <a:pt x="1711071" y="1083774"/>
                  </a:lnTo>
                  <a:lnTo>
                    <a:pt x="1714031" y="1089347"/>
                  </a:lnTo>
                  <a:lnTo>
                    <a:pt x="1717637" y="1090506"/>
                  </a:lnTo>
                  <a:lnTo>
                    <a:pt x="1721028" y="1089678"/>
                  </a:lnTo>
                  <a:lnTo>
                    <a:pt x="1727378" y="1093708"/>
                  </a:lnTo>
                  <a:lnTo>
                    <a:pt x="1728993" y="1092328"/>
                  </a:lnTo>
                  <a:lnTo>
                    <a:pt x="1728401" y="1083664"/>
                  </a:lnTo>
                  <a:lnTo>
                    <a:pt x="1732007" y="1078810"/>
                  </a:lnTo>
                  <a:lnTo>
                    <a:pt x="1732437" y="1073517"/>
                  </a:lnTo>
                  <a:lnTo>
                    <a:pt x="1731630" y="1069548"/>
                  </a:lnTo>
                  <a:lnTo>
                    <a:pt x="1732653" y="1052033"/>
                  </a:lnTo>
                  <a:lnTo>
                    <a:pt x="1738465" y="1029594"/>
                  </a:lnTo>
                  <a:lnTo>
                    <a:pt x="1741371" y="1024045"/>
                  </a:lnTo>
                  <a:lnTo>
                    <a:pt x="1742986" y="1017400"/>
                  </a:lnTo>
                  <a:lnTo>
                    <a:pt x="1746969" y="1015533"/>
                  </a:lnTo>
                  <a:lnTo>
                    <a:pt x="1754988" y="1010209"/>
                  </a:lnTo>
                  <a:lnTo>
                    <a:pt x="1758486" y="1005491"/>
                  </a:lnTo>
                  <a:lnTo>
                    <a:pt x="1760854" y="998964"/>
                  </a:lnTo>
                  <a:lnTo>
                    <a:pt x="1764245" y="994907"/>
                  </a:lnTo>
                  <a:lnTo>
                    <a:pt x="1768442" y="988112"/>
                  </a:lnTo>
                  <a:lnTo>
                    <a:pt x="1771080" y="981704"/>
                  </a:lnTo>
                  <a:lnTo>
                    <a:pt x="1772479" y="974313"/>
                  </a:lnTo>
                  <a:lnTo>
                    <a:pt x="1775870" y="972507"/>
                  </a:lnTo>
                  <a:lnTo>
                    <a:pt x="1777699" y="969060"/>
                  </a:lnTo>
                  <a:lnTo>
                    <a:pt x="1776354" y="963208"/>
                  </a:lnTo>
                  <a:lnTo>
                    <a:pt x="1778561" y="955664"/>
                  </a:lnTo>
                  <a:lnTo>
                    <a:pt x="1782005" y="950636"/>
                  </a:lnTo>
                  <a:lnTo>
                    <a:pt x="1783566" y="940970"/>
                  </a:lnTo>
                  <a:lnTo>
                    <a:pt x="1785665" y="934639"/>
                  </a:lnTo>
                  <a:lnTo>
                    <a:pt x="1785772" y="929129"/>
                  </a:lnTo>
                  <a:lnTo>
                    <a:pt x="1791423" y="907058"/>
                  </a:lnTo>
                  <a:lnTo>
                    <a:pt x="1794383" y="891168"/>
                  </a:lnTo>
                  <a:lnTo>
                    <a:pt x="1797720" y="882578"/>
                  </a:lnTo>
                  <a:lnTo>
                    <a:pt x="1795998" y="876873"/>
                  </a:lnTo>
                  <a:lnTo>
                    <a:pt x="1796321" y="873560"/>
                  </a:lnTo>
                  <a:lnTo>
                    <a:pt x="1799335" y="869976"/>
                  </a:lnTo>
                  <a:lnTo>
                    <a:pt x="1800303" y="865959"/>
                  </a:lnTo>
                  <a:lnTo>
                    <a:pt x="1810798" y="849578"/>
                  </a:lnTo>
                  <a:lnTo>
                    <a:pt x="1812305" y="841179"/>
                  </a:lnTo>
                  <a:lnTo>
                    <a:pt x="1815911" y="835655"/>
                  </a:lnTo>
                  <a:lnTo>
                    <a:pt x="1817472" y="830620"/>
                  </a:lnTo>
                  <a:lnTo>
                    <a:pt x="1818064" y="821856"/>
                  </a:lnTo>
                  <a:lnTo>
                    <a:pt x="1815481" y="816556"/>
                  </a:lnTo>
                  <a:lnTo>
                    <a:pt x="1813597" y="810287"/>
                  </a:lnTo>
                  <a:lnTo>
                    <a:pt x="1813920" y="800132"/>
                  </a:lnTo>
                  <a:lnTo>
                    <a:pt x="1821616" y="789986"/>
                  </a:lnTo>
                  <a:lnTo>
                    <a:pt x="1828559" y="783730"/>
                  </a:lnTo>
                  <a:lnTo>
                    <a:pt x="1825814" y="780818"/>
                  </a:lnTo>
                  <a:lnTo>
                    <a:pt x="1822854" y="780711"/>
                  </a:lnTo>
                  <a:lnTo>
                    <a:pt x="1820217" y="770150"/>
                  </a:lnTo>
                  <a:lnTo>
                    <a:pt x="1813651" y="770419"/>
                  </a:lnTo>
                  <a:lnTo>
                    <a:pt x="1808430" y="767942"/>
                  </a:lnTo>
                  <a:lnTo>
                    <a:pt x="1805201" y="767780"/>
                  </a:lnTo>
                  <a:lnTo>
                    <a:pt x="1801918" y="764819"/>
                  </a:lnTo>
                  <a:lnTo>
                    <a:pt x="1801272" y="761320"/>
                  </a:lnTo>
                  <a:lnTo>
                    <a:pt x="1797343" y="759813"/>
                  </a:lnTo>
                  <a:lnTo>
                    <a:pt x="1794545" y="754595"/>
                  </a:lnTo>
                  <a:lnTo>
                    <a:pt x="1791208" y="753142"/>
                  </a:lnTo>
                  <a:lnTo>
                    <a:pt x="1786849" y="753304"/>
                  </a:lnTo>
                  <a:lnTo>
                    <a:pt x="1778937" y="756962"/>
                  </a:lnTo>
                  <a:lnTo>
                    <a:pt x="1776192" y="760136"/>
                  </a:lnTo>
                  <a:lnTo>
                    <a:pt x="1772587" y="767996"/>
                  </a:lnTo>
                  <a:lnTo>
                    <a:pt x="1768012" y="769881"/>
                  </a:lnTo>
                  <a:lnTo>
                    <a:pt x="1758378" y="771227"/>
                  </a:lnTo>
                  <a:lnTo>
                    <a:pt x="1751705" y="776076"/>
                  </a:lnTo>
                  <a:lnTo>
                    <a:pt x="1749014" y="776399"/>
                  </a:lnTo>
                  <a:lnTo>
                    <a:pt x="1742233" y="779848"/>
                  </a:lnTo>
                  <a:lnTo>
                    <a:pt x="1740941" y="784485"/>
                  </a:lnTo>
                  <a:lnTo>
                    <a:pt x="1736689" y="789824"/>
                  </a:lnTo>
                  <a:lnTo>
                    <a:pt x="1732653" y="797325"/>
                  </a:lnTo>
                  <a:lnTo>
                    <a:pt x="1730661" y="806991"/>
                  </a:lnTo>
                  <a:lnTo>
                    <a:pt x="1724687" y="814880"/>
                  </a:lnTo>
                  <a:lnTo>
                    <a:pt x="1719306" y="817854"/>
                  </a:lnTo>
                  <a:lnTo>
                    <a:pt x="1712901" y="823586"/>
                  </a:lnTo>
                  <a:lnTo>
                    <a:pt x="1708865" y="834572"/>
                  </a:lnTo>
                  <a:lnTo>
                    <a:pt x="1704182" y="840312"/>
                  </a:lnTo>
                  <a:lnTo>
                    <a:pt x="1700469" y="846489"/>
                  </a:lnTo>
                  <a:lnTo>
                    <a:pt x="1698208" y="852289"/>
                  </a:lnTo>
                  <a:lnTo>
                    <a:pt x="1693849" y="859176"/>
                  </a:lnTo>
                  <a:lnTo>
                    <a:pt x="1692181" y="865145"/>
                  </a:lnTo>
                  <a:lnTo>
                    <a:pt x="1686960" y="871551"/>
                  </a:lnTo>
                  <a:lnTo>
                    <a:pt x="1680340" y="884807"/>
                  </a:lnTo>
                  <a:lnTo>
                    <a:pt x="1677004" y="890461"/>
                  </a:lnTo>
                  <a:lnTo>
                    <a:pt x="1674205" y="899165"/>
                  </a:lnTo>
                  <a:lnTo>
                    <a:pt x="1668016" y="902430"/>
                  </a:lnTo>
                  <a:lnTo>
                    <a:pt x="1661665" y="912994"/>
                  </a:lnTo>
                  <a:lnTo>
                    <a:pt x="1661019" y="924275"/>
                  </a:lnTo>
                  <a:lnTo>
                    <a:pt x="1663334" y="932511"/>
                  </a:lnTo>
                  <a:lnTo>
                    <a:pt x="1662150" y="948779"/>
                  </a:lnTo>
                  <a:lnTo>
                    <a:pt x="1659835" y="953696"/>
                  </a:lnTo>
                  <a:lnTo>
                    <a:pt x="1654346" y="975408"/>
                  </a:lnTo>
                  <a:lnTo>
                    <a:pt x="1655314" y="977871"/>
                  </a:lnTo>
                  <a:lnTo>
                    <a:pt x="1664356" y="982635"/>
                  </a:lnTo>
                  <a:lnTo>
                    <a:pt x="1665755" y="992989"/>
                  </a:lnTo>
                  <a:lnTo>
                    <a:pt x="1670222" y="1010429"/>
                  </a:lnTo>
                  <a:lnTo>
                    <a:pt x="1676681" y="1026407"/>
                  </a:lnTo>
                  <a:lnTo>
                    <a:pt x="1678672" y="10292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4770657" y="3244762"/>
              <a:ext cx="1701814" cy="1043029"/>
            </a:xfrm>
            <a:custGeom>
              <a:avLst/>
              <a:pathLst>
                <a:path w="1701814" h="1043029">
                  <a:moveTo>
                    <a:pt x="1691481" y="1038225"/>
                  </a:moveTo>
                  <a:lnTo>
                    <a:pt x="1687821" y="1035932"/>
                  </a:lnTo>
                  <a:lnTo>
                    <a:pt x="1684485" y="1038006"/>
                  </a:lnTo>
                  <a:lnTo>
                    <a:pt x="1685130" y="1040026"/>
                  </a:lnTo>
                  <a:lnTo>
                    <a:pt x="1691696" y="1040463"/>
                  </a:lnTo>
                  <a:lnTo>
                    <a:pt x="1693741" y="1041937"/>
                  </a:lnTo>
                  <a:lnTo>
                    <a:pt x="1696486" y="1041063"/>
                  </a:lnTo>
                  <a:lnTo>
                    <a:pt x="1700200" y="1043029"/>
                  </a:lnTo>
                  <a:lnTo>
                    <a:pt x="1701814" y="1041937"/>
                  </a:lnTo>
                  <a:lnTo>
                    <a:pt x="1701814" y="1036041"/>
                  </a:lnTo>
                  <a:lnTo>
                    <a:pt x="1700630" y="1033695"/>
                  </a:lnTo>
                  <a:lnTo>
                    <a:pt x="1697509" y="1036096"/>
                  </a:lnTo>
                  <a:lnTo>
                    <a:pt x="1694441" y="1034677"/>
                  </a:lnTo>
                  <a:lnTo>
                    <a:pt x="1691912" y="10376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5219671" y="2593596"/>
              <a:ext cx="1707250" cy="1043276"/>
            </a:xfrm>
            <a:custGeom>
              <a:avLst/>
              <a:pathLst>
                <a:path w="1707250" h="1043276">
                  <a:moveTo>
                    <a:pt x="1691481" y="1038225"/>
                  </a:moveTo>
                  <a:lnTo>
                    <a:pt x="1698155" y="1040750"/>
                  </a:lnTo>
                  <a:lnTo>
                    <a:pt x="1701599" y="1043276"/>
                  </a:lnTo>
                  <a:lnTo>
                    <a:pt x="1705366" y="1042966"/>
                  </a:lnTo>
                  <a:lnTo>
                    <a:pt x="1707035" y="1039358"/>
                  </a:lnTo>
                  <a:lnTo>
                    <a:pt x="1707250" y="1035030"/>
                  </a:lnTo>
                  <a:lnTo>
                    <a:pt x="1704290" y="1033073"/>
                  </a:lnTo>
                  <a:lnTo>
                    <a:pt x="1702622" y="1029623"/>
                  </a:lnTo>
                  <a:lnTo>
                    <a:pt x="1703537" y="1028439"/>
                  </a:lnTo>
                  <a:lnTo>
                    <a:pt x="1702891" y="1027049"/>
                  </a:lnTo>
                  <a:lnTo>
                    <a:pt x="1690566" y="1025762"/>
                  </a:lnTo>
                  <a:lnTo>
                    <a:pt x="1685561" y="1021338"/>
                  </a:lnTo>
                  <a:lnTo>
                    <a:pt x="1681471" y="1022418"/>
                  </a:lnTo>
                  <a:lnTo>
                    <a:pt x="1673290" y="1018766"/>
                  </a:lnTo>
                  <a:lnTo>
                    <a:pt x="1671514" y="1020977"/>
                  </a:lnTo>
                  <a:lnTo>
                    <a:pt x="1675766" y="1027049"/>
                  </a:lnTo>
                  <a:lnTo>
                    <a:pt x="1676304" y="1029366"/>
                  </a:lnTo>
                  <a:lnTo>
                    <a:pt x="1675281" y="1031168"/>
                  </a:lnTo>
                  <a:lnTo>
                    <a:pt x="1679641" y="1037915"/>
                  </a:lnTo>
                  <a:lnTo>
                    <a:pt x="1686530" y="1036473"/>
                  </a:lnTo>
                  <a:lnTo>
                    <a:pt x="1687552" y="10383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4891912" y="3137729"/>
              <a:ext cx="1697132" cy="1051385"/>
            </a:xfrm>
            <a:custGeom>
              <a:avLst/>
              <a:pathLst>
                <a:path w="1697132" h="1051385">
                  <a:moveTo>
                    <a:pt x="1691481" y="1038225"/>
                  </a:moveTo>
                  <a:lnTo>
                    <a:pt x="1688198" y="1043747"/>
                  </a:lnTo>
                  <a:lnTo>
                    <a:pt x="1683300" y="1040985"/>
                  </a:lnTo>
                  <a:lnTo>
                    <a:pt x="1681524" y="1041906"/>
                  </a:lnTo>
                  <a:lnTo>
                    <a:pt x="1682708" y="1047159"/>
                  </a:lnTo>
                  <a:lnTo>
                    <a:pt x="1680125" y="1048297"/>
                  </a:lnTo>
                  <a:lnTo>
                    <a:pt x="1684269" y="1051385"/>
                  </a:lnTo>
                  <a:lnTo>
                    <a:pt x="1686314" y="1048080"/>
                  </a:lnTo>
                  <a:lnTo>
                    <a:pt x="1690889" y="1046834"/>
                  </a:lnTo>
                  <a:lnTo>
                    <a:pt x="1695464" y="1048405"/>
                  </a:lnTo>
                  <a:lnTo>
                    <a:pt x="1697132" y="1045859"/>
                  </a:lnTo>
                  <a:lnTo>
                    <a:pt x="1694925" y="103898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5224084" y="2573880"/>
              <a:ext cx="1691481" cy="1043008"/>
            </a:xfrm>
            <a:custGeom>
              <a:avLst/>
              <a:pathLst>
                <a:path w="1691481" h="1043008">
                  <a:moveTo>
                    <a:pt x="1691481" y="1038225"/>
                  </a:moveTo>
                  <a:lnTo>
                    <a:pt x="1688413" y="1036939"/>
                  </a:lnTo>
                  <a:lnTo>
                    <a:pt x="1686153" y="1037762"/>
                  </a:lnTo>
                  <a:lnTo>
                    <a:pt x="1685346" y="1040539"/>
                  </a:lnTo>
                  <a:lnTo>
                    <a:pt x="1687498" y="10430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5225430" y="2621047"/>
              <a:ext cx="1695033" cy="1040860"/>
            </a:xfrm>
            <a:custGeom>
              <a:avLst/>
              <a:pathLst>
                <a:path w="1695033" h="1040860">
                  <a:moveTo>
                    <a:pt x="1691481" y="1038225"/>
                  </a:moveTo>
                  <a:lnTo>
                    <a:pt x="1689866" y="1039361"/>
                  </a:lnTo>
                  <a:lnTo>
                    <a:pt x="1695033" y="1040860"/>
                  </a:lnTo>
                  <a:lnTo>
                    <a:pt x="1691642" y="10383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5242760" y="2519010"/>
              <a:ext cx="1700684" cy="1042367"/>
            </a:xfrm>
            <a:custGeom>
              <a:avLst/>
              <a:pathLst>
                <a:path w="1700684" h="1042367">
                  <a:moveTo>
                    <a:pt x="1691481" y="1038225"/>
                  </a:moveTo>
                  <a:lnTo>
                    <a:pt x="1691427" y="1042265"/>
                  </a:lnTo>
                  <a:lnTo>
                    <a:pt x="1700684" y="1042367"/>
                  </a:lnTo>
                  <a:lnTo>
                    <a:pt x="1700254" y="1039554"/>
                  </a:lnTo>
                  <a:lnTo>
                    <a:pt x="1695625" y="1040628"/>
                  </a:lnTo>
                  <a:lnTo>
                    <a:pt x="1693042" y="10375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5427575" y="2999613"/>
              <a:ext cx="1695141" cy="1038225"/>
            </a:xfrm>
            <a:custGeom>
              <a:avLst/>
              <a:pathLst>
                <a:path w="1695141" h="1038225">
                  <a:moveTo>
                    <a:pt x="1691481" y="1038225"/>
                  </a:moveTo>
                  <a:lnTo>
                    <a:pt x="1695141" y="1037743"/>
                  </a:lnTo>
                  <a:lnTo>
                    <a:pt x="1693580" y="10344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5219617" y="2559646"/>
              <a:ext cx="1698854" cy="1047678"/>
            </a:xfrm>
            <a:custGeom>
              <a:avLst/>
              <a:pathLst>
                <a:path w="1698854" h="1047678">
                  <a:moveTo>
                    <a:pt x="1691481" y="1038225"/>
                  </a:moveTo>
                  <a:lnTo>
                    <a:pt x="1682332" y="1041974"/>
                  </a:lnTo>
                  <a:lnTo>
                    <a:pt x="1690727" y="1046650"/>
                  </a:lnTo>
                  <a:lnTo>
                    <a:pt x="1697509" y="1047678"/>
                  </a:lnTo>
                  <a:lnTo>
                    <a:pt x="1698854" y="1041049"/>
                  </a:lnTo>
                  <a:lnTo>
                    <a:pt x="1697186" y="1038225"/>
                  </a:lnTo>
                  <a:lnTo>
                    <a:pt x="1693957" y="1038225"/>
                  </a:lnTo>
                  <a:lnTo>
                    <a:pt x="1692665" y="10360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4406193" y="3413496"/>
              <a:ext cx="1693472" cy="1055753"/>
            </a:xfrm>
            <a:custGeom>
              <a:avLst/>
              <a:pathLst>
                <a:path w="1693472" h="1055753">
                  <a:moveTo>
                    <a:pt x="1691481" y="1038225"/>
                  </a:moveTo>
                  <a:lnTo>
                    <a:pt x="1693472" y="1035020"/>
                  </a:lnTo>
                  <a:lnTo>
                    <a:pt x="1690351" y="1034633"/>
                  </a:lnTo>
                  <a:lnTo>
                    <a:pt x="1685292" y="1038280"/>
                  </a:lnTo>
                  <a:lnTo>
                    <a:pt x="1680179" y="1040269"/>
                  </a:lnTo>
                  <a:lnTo>
                    <a:pt x="1678564" y="1044305"/>
                  </a:lnTo>
                  <a:lnTo>
                    <a:pt x="1681094" y="1045576"/>
                  </a:lnTo>
                  <a:lnTo>
                    <a:pt x="1685076" y="1045079"/>
                  </a:lnTo>
                  <a:lnTo>
                    <a:pt x="1680771" y="1050830"/>
                  </a:lnTo>
                  <a:lnTo>
                    <a:pt x="1684646" y="1055753"/>
                  </a:lnTo>
                  <a:lnTo>
                    <a:pt x="1688306" y="1053153"/>
                  </a:lnTo>
                  <a:lnTo>
                    <a:pt x="1686691" y="1051106"/>
                  </a:lnTo>
                  <a:lnTo>
                    <a:pt x="1688682" y="1046627"/>
                  </a:lnTo>
                  <a:lnTo>
                    <a:pt x="1687229" y="1043586"/>
                  </a:lnTo>
                  <a:lnTo>
                    <a:pt x="1689705" y="103861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5233126" y="2567608"/>
              <a:ext cx="1700200" cy="1039561"/>
            </a:xfrm>
            <a:custGeom>
              <a:avLst/>
              <a:pathLst>
                <a:path w="1700200" h="1039561">
                  <a:moveTo>
                    <a:pt x="1691481" y="1038225"/>
                  </a:moveTo>
                  <a:lnTo>
                    <a:pt x="1688037" y="1038893"/>
                  </a:lnTo>
                  <a:lnTo>
                    <a:pt x="1695087" y="1039561"/>
                  </a:lnTo>
                  <a:lnTo>
                    <a:pt x="1695679" y="1037659"/>
                  </a:lnTo>
                  <a:lnTo>
                    <a:pt x="1700200" y="1039304"/>
                  </a:lnTo>
                  <a:lnTo>
                    <a:pt x="1699339" y="1035912"/>
                  </a:lnTo>
                  <a:lnTo>
                    <a:pt x="1692880" y="103591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4377992" y="3429088"/>
              <a:ext cx="1703321" cy="1038225"/>
            </a:xfrm>
            <a:custGeom>
              <a:avLst/>
              <a:pathLst>
                <a:path w="1703321" h="1038225">
                  <a:moveTo>
                    <a:pt x="1691481" y="1038225"/>
                  </a:moveTo>
                  <a:lnTo>
                    <a:pt x="1694333" y="1037450"/>
                  </a:lnTo>
                  <a:lnTo>
                    <a:pt x="1695033" y="1034629"/>
                  </a:lnTo>
                  <a:lnTo>
                    <a:pt x="1699393" y="1035956"/>
                  </a:lnTo>
                  <a:lnTo>
                    <a:pt x="1703267" y="1032362"/>
                  </a:lnTo>
                  <a:lnTo>
                    <a:pt x="1700953" y="1029376"/>
                  </a:lnTo>
                  <a:lnTo>
                    <a:pt x="1703321" y="1028270"/>
                  </a:lnTo>
                  <a:lnTo>
                    <a:pt x="1703106" y="1025230"/>
                  </a:lnTo>
                  <a:lnTo>
                    <a:pt x="1696863" y="1027330"/>
                  </a:lnTo>
                  <a:lnTo>
                    <a:pt x="1694064" y="1029984"/>
                  </a:lnTo>
                  <a:lnTo>
                    <a:pt x="1694979" y="1032030"/>
                  </a:lnTo>
                  <a:lnTo>
                    <a:pt x="1691858" y="103374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5207669" y="2674099"/>
              <a:ext cx="1695840" cy="1040874"/>
            </a:xfrm>
            <a:custGeom>
              <a:avLst/>
              <a:pathLst>
                <a:path w="1695840" h="1040874">
                  <a:moveTo>
                    <a:pt x="1691481" y="1038225"/>
                  </a:moveTo>
                  <a:lnTo>
                    <a:pt x="1690351" y="1040874"/>
                  </a:lnTo>
                  <a:lnTo>
                    <a:pt x="1694172" y="1040198"/>
                  </a:lnTo>
                  <a:lnTo>
                    <a:pt x="1695840" y="1038432"/>
                  </a:lnTo>
                  <a:lnTo>
                    <a:pt x="1692396" y="10353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4349845" y="5189403"/>
              <a:ext cx="1697724" cy="1041252"/>
            </a:xfrm>
            <a:custGeom>
              <a:avLst/>
              <a:pathLst>
                <a:path w="1697724" h="1041252">
                  <a:moveTo>
                    <a:pt x="1691481" y="1038225"/>
                  </a:moveTo>
                  <a:lnTo>
                    <a:pt x="1694387" y="1041252"/>
                  </a:lnTo>
                  <a:lnTo>
                    <a:pt x="1697724" y="1039055"/>
                  </a:lnTo>
                  <a:lnTo>
                    <a:pt x="1696002" y="1034070"/>
                  </a:lnTo>
                  <a:lnTo>
                    <a:pt x="1692396" y="10349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5331669" y="3017287"/>
              <a:ext cx="1697347" cy="1039564"/>
            </a:xfrm>
            <a:custGeom>
              <a:avLst/>
              <a:pathLst>
                <a:path w="1697347" h="1039564">
                  <a:moveTo>
                    <a:pt x="1691481" y="1038225"/>
                  </a:moveTo>
                  <a:lnTo>
                    <a:pt x="1693634" y="1039564"/>
                  </a:lnTo>
                  <a:lnTo>
                    <a:pt x="1697024" y="1038546"/>
                  </a:lnTo>
                  <a:lnTo>
                    <a:pt x="1697347" y="1035331"/>
                  </a:lnTo>
                  <a:lnTo>
                    <a:pt x="1694441" y="1033991"/>
                  </a:lnTo>
                  <a:lnTo>
                    <a:pt x="1691535" y="10358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5237916" y="2603030"/>
              <a:ext cx="1696863" cy="1044622"/>
            </a:xfrm>
            <a:custGeom>
              <a:avLst/>
              <a:pathLst>
                <a:path w="1696863" h="1044622">
                  <a:moveTo>
                    <a:pt x="1691481" y="1038225"/>
                  </a:moveTo>
                  <a:lnTo>
                    <a:pt x="1692719" y="1044106"/>
                  </a:lnTo>
                  <a:lnTo>
                    <a:pt x="1695302" y="1044622"/>
                  </a:lnTo>
                  <a:lnTo>
                    <a:pt x="1694064" y="1040546"/>
                  </a:lnTo>
                  <a:lnTo>
                    <a:pt x="1696863" y="1039204"/>
                  </a:lnTo>
                  <a:lnTo>
                    <a:pt x="1696809" y="1035646"/>
                  </a:lnTo>
                  <a:lnTo>
                    <a:pt x="1694925" y="1032398"/>
                  </a:lnTo>
                  <a:lnTo>
                    <a:pt x="1693741" y="1033635"/>
                  </a:lnTo>
                  <a:lnTo>
                    <a:pt x="1689705" y="1031676"/>
                  </a:lnTo>
                  <a:lnTo>
                    <a:pt x="1687875" y="1033790"/>
                  </a:lnTo>
                  <a:lnTo>
                    <a:pt x="1688575" y="1036368"/>
                  </a:lnTo>
                  <a:lnTo>
                    <a:pt x="1689866" y="1037606"/>
                  </a:lnTo>
                  <a:lnTo>
                    <a:pt x="1690674" y="103812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4999712" y="3233522"/>
              <a:ext cx="1695410" cy="1043025"/>
            </a:xfrm>
            <a:custGeom>
              <a:avLst/>
              <a:pathLst>
                <a:path w="1695410" h="1043025">
                  <a:moveTo>
                    <a:pt x="1691481" y="1038225"/>
                  </a:moveTo>
                  <a:lnTo>
                    <a:pt x="1695410" y="1038606"/>
                  </a:lnTo>
                  <a:lnTo>
                    <a:pt x="1694280" y="1033317"/>
                  </a:lnTo>
                  <a:lnTo>
                    <a:pt x="1688360" y="1032935"/>
                  </a:lnTo>
                  <a:lnTo>
                    <a:pt x="1687606" y="1035771"/>
                  </a:lnTo>
                  <a:lnTo>
                    <a:pt x="1684538" y="1034844"/>
                  </a:lnTo>
                  <a:lnTo>
                    <a:pt x="1684162" y="1040243"/>
                  </a:lnTo>
                  <a:lnTo>
                    <a:pt x="1685615" y="1043025"/>
                  </a:lnTo>
                  <a:lnTo>
                    <a:pt x="1688252" y="10429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5351044" y="2998597"/>
              <a:ext cx="1694979" cy="1038225"/>
            </a:xfrm>
            <a:custGeom>
              <a:avLst/>
              <a:pathLst>
                <a:path w="1694979" h="1038225">
                  <a:moveTo>
                    <a:pt x="1691481" y="1038225"/>
                  </a:moveTo>
                  <a:lnTo>
                    <a:pt x="1694979" y="1038118"/>
                  </a:lnTo>
                  <a:lnTo>
                    <a:pt x="1693472" y="10356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4984427" y="3069874"/>
              <a:ext cx="1699823" cy="1042155"/>
            </a:xfrm>
            <a:custGeom>
              <a:avLst/>
              <a:pathLst>
                <a:path w="1699823" h="1042155">
                  <a:moveTo>
                    <a:pt x="1691481" y="1038225"/>
                  </a:moveTo>
                  <a:lnTo>
                    <a:pt x="1694656" y="1039624"/>
                  </a:lnTo>
                  <a:lnTo>
                    <a:pt x="1696217" y="1042155"/>
                  </a:lnTo>
                  <a:lnTo>
                    <a:pt x="1698316" y="1041724"/>
                  </a:lnTo>
                  <a:lnTo>
                    <a:pt x="1699823" y="1036933"/>
                  </a:lnTo>
                  <a:lnTo>
                    <a:pt x="1697563" y="1037740"/>
                  </a:lnTo>
                  <a:lnTo>
                    <a:pt x="1694118" y="1036233"/>
                  </a:lnTo>
                  <a:lnTo>
                    <a:pt x="1691696" y="1031982"/>
                  </a:lnTo>
                  <a:lnTo>
                    <a:pt x="1689059" y="1034080"/>
                  </a:lnTo>
                  <a:lnTo>
                    <a:pt x="1689113" y="10377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5242975" y="2551792"/>
              <a:ext cx="1691696" cy="1038378"/>
            </a:xfrm>
            <a:custGeom>
              <a:avLst/>
              <a:pathLst>
                <a:path w="1691696" h="1038378">
                  <a:moveTo>
                    <a:pt x="1691481" y="1038225"/>
                  </a:moveTo>
                  <a:lnTo>
                    <a:pt x="1691696" y="1034582"/>
                  </a:lnTo>
                  <a:lnTo>
                    <a:pt x="1686583" y="1032941"/>
                  </a:lnTo>
                  <a:lnTo>
                    <a:pt x="1678188" y="1031967"/>
                  </a:lnTo>
                  <a:lnTo>
                    <a:pt x="1678511" y="1037250"/>
                  </a:lnTo>
                  <a:lnTo>
                    <a:pt x="1681740" y="1038378"/>
                  </a:lnTo>
                  <a:lnTo>
                    <a:pt x="1684700" y="10368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4518837" y="3366436"/>
              <a:ext cx="1693580" cy="1041805"/>
            </a:xfrm>
            <a:custGeom>
              <a:avLst/>
              <a:pathLst>
                <a:path w="1693580" h="1041805">
                  <a:moveTo>
                    <a:pt x="1691481" y="1038225"/>
                  </a:moveTo>
                  <a:lnTo>
                    <a:pt x="1689813" y="1035746"/>
                  </a:lnTo>
                  <a:lnTo>
                    <a:pt x="1689543" y="1041805"/>
                  </a:lnTo>
                  <a:lnTo>
                    <a:pt x="1692557" y="1041805"/>
                  </a:lnTo>
                  <a:lnTo>
                    <a:pt x="1693580" y="103910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5294749" y="1643394"/>
              <a:ext cx="1692665" cy="1043319"/>
            </a:xfrm>
            <a:custGeom>
              <a:avLst/>
              <a:pathLst>
                <a:path w="1692665" h="1043319">
                  <a:moveTo>
                    <a:pt x="1691481" y="1038225"/>
                  </a:moveTo>
                  <a:lnTo>
                    <a:pt x="1686099" y="1037766"/>
                  </a:lnTo>
                  <a:lnTo>
                    <a:pt x="1684700" y="1040840"/>
                  </a:lnTo>
                  <a:lnTo>
                    <a:pt x="1689113" y="1043319"/>
                  </a:lnTo>
                  <a:lnTo>
                    <a:pt x="1692665" y="10395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5191201" y="2714644"/>
              <a:ext cx="1693688" cy="1038225"/>
            </a:xfrm>
            <a:custGeom>
              <a:avLst/>
              <a:pathLst>
                <a:path w="1693688" h="1038225">
                  <a:moveTo>
                    <a:pt x="1691481" y="1038225"/>
                  </a:moveTo>
                  <a:lnTo>
                    <a:pt x="1693688" y="1037077"/>
                  </a:lnTo>
                  <a:lnTo>
                    <a:pt x="1693580" y="10338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4533099" y="3350693"/>
              <a:ext cx="1693849" cy="1041361"/>
            </a:xfrm>
            <a:custGeom>
              <a:avLst/>
              <a:pathLst>
                <a:path w="1693849" h="1041361">
                  <a:moveTo>
                    <a:pt x="1691481" y="1038225"/>
                  </a:moveTo>
                  <a:lnTo>
                    <a:pt x="1692181" y="1041361"/>
                  </a:lnTo>
                  <a:lnTo>
                    <a:pt x="1693849" y="104009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4993953" y="3027099"/>
              <a:ext cx="1694226" cy="1038225"/>
            </a:xfrm>
            <a:custGeom>
              <a:avLst/>
              <a:pathLst>
                <a:path w="1694226" h="1038225">
                  <a:moveTo>
                    <a:pt x="1691481" y="1038225"/>
                  </a:moveTo>
                  <a:lnTo>
                    <a:pt x="1694226" y="1034041"/>
                  </a:lnTo>
                  <a:lnTo>
                    <a:pt x="1691535" y="10359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5094380" y="1802395"/>
              <a:ext cx="1694549" cy="1043387"/>
            </a:xfrm>
            <a:custGeom>
              <a:avLst/>
              <a:pathLst>
                <a:path w="1694549" h="1043387">
                  <a:moveTo>
                    <a:pt x="1691481" y="1038225"/>
                  </a:moveTo>
                  <a:lnTo>
                    <a:pt x="1690781" y="1041181"/>
                  </a:lnTo>
                  <a:lnTo>
                    <a:pt x="1694549" y="1043387"/>
                  </a:lnTo>
                  <a:lnTo>
                    <a:pt x="1694549" y="10405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5228551" y="2607777"/>
              <a:ext cx="1696755" cy="1046071"/>
            </a:xfrm>
            <a:custGeom>
              <a:avLst/>
              <a:pathLst>
                <a:path w="1696755" h="1046071">
                  <a:moveTo>
                    <a:pt x="1691481" y="1038225"/>
                  </a:moveTo>
                  <a:lnTo>
                    <a:pt x="1687660" y="1039515"/>
                  </a:lnTo>
                  <a:lnTo>
                    <a:pt x="1690028" y="1042302"/>
                  </a:lnTo>
                  <a:lnTo>
                    <a:pt x="1695410" y="1046071"/>
                  </a:lnTo>
                  <a:lnTo>
                    <a:pt x="1696755" y="1044574"/>
                  </a:lnTo>
                  <a:lnTo>
                    <a:pt x="1694495" y="1040805"/>
                  </a:lnTo>
                  <a:lnTo>
                    <a:pt x="1696217" y="10398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4987495" y="3226107"/>
              <a:ext cx="1693149" cy="1045040"/>
            </a:xfrm>
            <a:custGeom>
              <a:avLst/>
              <a:pathLst>
                <a:path w="1693149" h="1045040">
                  <a:moveTo>
                    <a:pt x="1691481" y="1038225"/>
                  </a:moveTo>
                  <a:lnTo>
                    <a:pt x="1691481" y="1043022"/>
                  </a:lnTo>
                  <a:lnTo>
                    <a:pt x="1688521" y="1045040"/>
                  </a:lnTo>
                  <a:lnTo>
                    <a:pt x="1692611" y="1044767"/>
                  </a:lnTo>
                  <a:lnTo>
                    <a:pt x="1693149" y="10382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5028613" y="2971071"/>
              <a:ext cx="1694925" cy="1038225"/>
            </a:xfrm>
            <a:custGeom>
              <a:avLst/>
              <a:pathLst>
                <a:path w="1694925" h="1038225">
                  <a:moveTo>
                    <a:pt x="1691481" y="1038225"/>
                  </a:moveTo>
                  <a:lnTo>
                    <a:pt x="1694925" y="1035609"/>
                  </a:lnTo>
                  <a:lnTo>
                    <a:pt x="1693419" y="1033794"/>
                  </a:lnTo>
                  <a:lnTo>
                    <a:pt x="1690943" y="10355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4526587" y="3386058"/>
              <a:ext cx="1698477" cy="1038225"/>
            </a:xfrm>
            <a:custGeom>
              <a:avLst/>
              <a:pathLst>
                <a:path w="1698477" h="1038225">
                  <a:moveTo>
                    <a:pt x="1691481" y="1038225"/>
                  </a:moveTo>
                  <a:lnTo>
                    <a:pt x="1698477" y="1035743"/>
                  </a:lnTo>
                  <a:lnTo>
                    <a:pt x="1697724" y="1034860"/>
                  </a:lnTo>
                  <a:lnTo>
                    <a:pt x="1692234" y="10363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5135605" y="2828683"/>
              <a:ext cx="1691696" cy="1038857"/>
            </a:xfrm>
            <a:custGeom>
              <a:avLst/>
              <a:pathLst>
                <a:path w="1691696" h="1038857">
                  <a:moveTo>
                    <a:pt x="1691481" y="1038225"/>
                  </a:moveTo>
                  <a:lnTo>
                    <a:pt x="1691266" y="1038857"/>
                  </a:lnTo>
                  <a:lnTo>
                    <a:pt x="1691696" y="103796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5187110" y="2683661"/>
              <a:ext cx="1696056" cy="1041396"/>
            </a:xfrm>
            <a:custGeom>
              <a:avLst/>
              <a:pathLst>
                <a:path w="1696056" h="1041396">
                  <a:moveTo>
                    <a:pt x="1691481" y="1038225"/>
                  </a:moveTo>
                  <a:lnTo>
                    <a:pt x="1695141" y="1041396"/>
                  </a:lnTo>
                  <a:lnTo>
                    <a:pt x="1696056" y="1038225"/>
                  </a:lnTo>
                  <a:lnTo>
                    <a:pt x="1694064" y="10365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4194737" y="3470084"/>
              <a:ext cx="1708865" cy="1046937"/>
            </a:xfrm>
            <a:custGeom>
              <a:avLst/>
              <a:pathLst>
                <a:path w="1708865" h="1046937">
                  <a:moveTo>
                    <a:pt x="1691481" y="1038225"/>
                  </a:moveTo>
                  <a:lnTo>
                    <a:pt x="1696379" y="1041443"/>
                  </a:lnTo>
                  <a:lnTo>
                    <a:pt x="1698047" y="1041276"/>
                  </a:lnTo>
                  <a:lnTo>
                    <a:pt x="1701222" y="1046937"/>
                  </a:lnTo>
                  <a:lnTo>
                    <a:pt x="1704505" y="1045827"/>
                  </a:lnTo>
                  <a:lnTo>
                    <a:pt x="1708865" y="1034286"/>
                  </a:lnTo>
                  <a:lnTo>
                    <a:pt x="1705097" y="1035895"/>
                  </a:lnTo>
                  <a:lnTo>
                    <a:pt x="1699500" y="1036338"/>
                  </a:lnTo>
                  <a:lnTo>
                    <a:pt x="1697240" y="1034064"/>
                  </a:lnTo>
                  <a:lnTo>
                    <a:pt x="1692504" y="1036893"/>
                  </a:lnTo>
                  <a:lnTo>
                    <a:pt x="1691320" y="10372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4369650" y="3421124"/>
              <a:ext cx="1693526" cy="1039717"/>
            </a:xfrm>
            <a:custGeom>
              <a:avLst/>
              <a:pathLst>
                <a:path w="1693526" h="1039717">
                  <a:moveTo>
                    <a:pt x="1691481" y="1038225"/>
                  </a:moveTo>
                  <a:lnTo>
                    <a:pt x="1693311" y="1039717"/>
                  </a:lnTo>
                  <a:lnTo>
                    <a:pt x="1693526" y="103562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5091151" y="1798737"/>
              <a:ext cx="1694979" cy="1040429"/>
            </a:xfrm>
            <a:custGeom>
              <a:avLst/>
              <a:pathLst>
                <a:path w="1694979" h="1040429">
                  <a:moveTo>
                    <a:pt x="1691481" y="1038225"/>
                  </a:moveTo>
                  <a:lnTo>
                    <a:pt x="1694979" y="1040429"/>
                  </a:lnTo>
                  <a:lnTo>
                    <a:pt x="1694280" y="10378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4202111" y="3479241"/>
              <a:ext cx="1695195" cy="1054387"/>
            </a:xfrm>
            <a:custGeom>
              <a:avLst/>
              <a:pathLst>
                <a:path w="1695195" h="1054387">
                  <a:moveTo>
                    <a:pt x="1691481" y="1038225"/>
                  </a:moveTo>
                  <a:lnTo>
                    <a:pt x="1686422" y="1039834"/>
                  </a:lnTo>
                  <a:lnTo>
                    <a:pt x="1681040" y="1036504"/>
                  </a:lnTo>
                  <a:lnTo>
                    <a:pt x="1677057" y="1038169"/>
                  </a:lnTo>
                  <a:lnTo>
                    <a:pt x="1672967" y="1037336"/>
                  </a:lnTo>
                  <a:lnTo>
                    <a:pt x="1670330" y="1042777"/>
                  </a:lnTo>
                  <a:lnTo>
                    <a:pt x="1664679" y="1047387"/>
                  </a:lnTo>
                  <a:lnTo>
                    <a:pt x="1663818" y="1052220"/>
                  </a:lnTo>
                  <a:lnTo>
                    <a:pt x="1673290" y="1049720"/>
                  </a:lnTo>
                  <a:lnTo>
                    <a:pt x="1676627" y="1047609"/>
                  </a:lnTo>
                  <a:lnTo>
                    <a:pt x="1681847" y="1047054"/>
                  </a:lnTo>
                  <a:lnTo>
                    <a:pt x="1687552" y="1047776"/>
                  </a:lnTo>
                  <a:lnTo>
                    <a:pt x="1690943" y="1054387"/>
                  </a:lnTo>
                  <a:lnTo>
                    <a:pt x="1693042" y="1053776"/>
                  </a:lnTo>
                  <a:lnTo>
                    <a:pt x="1693365" y="1047331"/>
                  </a:lnTo>
                  <a:lnTo>
                    <a:pt x="1695195" y="104000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5249379" y="1673738"/>
              <a:ext cx="1695356" cy="1039929"/>
            </a:xfrm>
            <a:custGeom>
              <a:avLst/>
              <a:pathLst>
                <a:path w="1695356" h="1039929">
                  <a:moveTo>
                    <a:pt x="1691481" y="1038225"/>
                  </a:moveTo>
                  <a:lnTo>
                    <a:pt x="1691373" y="1039929"/>
                  </a:lnTo>
                  <a:lnTo>
                    <a:pt x="1695356" y="103942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4876035" y="3148993"/>
              <a:ext cx="1695248" cy="1038225"/>
            </a:xfrm>
            <a:custGeom>
              <a:avLst/>
              <a:pathLst>
                <a:path w="1695248" h="1038225">
                  <a:moveTo>
                    <a:pt x="1691481" y="1038225"/>
                  </a:moveTo>
                  <a:lnTo>
                    <a:pt x="1695248" y="1034270"/>
                  </a:lnTo>
                  <a:lnTo>
                    <a:pt x="1691750" y="103378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5195722" y="2744359"/>
              <a:ext cx="1694064" cy="1038225"/>
            </a:xfrm>
            <a:custGeom>
              <a:avLst/>
              <a:pathLst>
                <a:path w="1694064" h="1038225">
                  <a:moveTo>
                    <a:pt x="1691481" y="1038225"/>
                  </a:moveTo>
                  <a:lnTo>
                    <a:pt x="1694064" y="1035662"/>
                  </a:lnTo>
                  <a:lnTo>
                    <a:pt x="1690835" y="103513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5221340" y="2627147"/>
              <a:ext cx="1694010" cy="1038225"/>
            </a:xfrm>
            <a:custGeom>
              <a:avLst/>
              <a:pathLst>
                <a:path w="1694010" h="1038225">
                  <a:moveTo>
                    <a:pt x="1691481" y="1038225"/>
                  </a:moveTo>
                  <a:lnTo>
                    <a:pt x="1694010" y="1034089"/>
                  </a:lnTo>
                  <a:lnTo>
                    <a:pt x="1693042" y="1032074"/>
                  </a:lnTo>
                  <a:lnTo>
                    <a:pt x="1688359" y="1028406"/>
                  </a:lnTo>
                  <a:lnTo>
                    <a:pt x="1687014" y="1024481"/>
                  </a:lnTo>
                  <a:lnTo>
                    <a:pt x="1682870" y="1025049"/>
                  </a:lnTo>
                  <a:lnTo>
                    <a:pt x="1679695" y="1031350"/>
                  </a:lnTo>
                  <a:lnTo>
                    <a:pt x="1682009" y="1033159"/>
                  </a:lnTo>
                  <a:lnTo>
                    <a:pt x="1683892" y="1031660"/>
                  </a:lnTo>
                  <a:lnTo>
                    <a:pt x="1687606" y="103708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4467440" y="3377015"/>
              <a:ext cx="1695787" cy="1038225"/>
            </a:xfrm>
            <a:custGeom>
              <a:avLst/>
              <a:pathLst>
                <a:path w="1695787" h="1038225">
                  <a:moveTo>
                    <a:pt x="1691481" y="1038225"/>
                  </a:moveTo>
                  <a:lnTo>
                    <a:pt x="1695787" y="1035744"/>
                  </a:lnTo>
                  <a:lnTo>
                    <a:pt x="1693365" y="1029573"/>
                  </a:lnTo>
                  <a:lnTo>
                    <a:pt x="1691858" y="1027811"/>
                  </a:lnTo>
                  <a:lnTo>
                    <a:pt x="1690082" y="1028086"/>
                  </a:lnTo>
                  <a:lnTo>
                    <a:pt x="1689759" y="1031612"/>
                  </a:lnTo>
                  <a:lnTo>
                    <a:pt x="1691481" y="10347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5022477" y="2921476"/>
              <a:ext cx="1695356" cy="1040723"/>
            </a:xfrm>
            <a:custGeom>
              <a:avLst/>
              <a:pathLst>
                <a:path w="1695356" h="1040723">
                  <a:moveTo>
                    <a:pt x="1691481" y="1038225"/>
                  </a:moveTo>
                  <a:lnTo>
                    <a:pt x="1693257" y="1040723"/>
                  </a:lnTo>
                  <a:lnTo>
                    <a:pt x="1695356" y="103795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5187541" y="2460182"/>
              <a:ext cx="1691481" cy="1040105"/>
            </a:xfrm>
            <a:custGeom>
              <a:avLst/>
              <a:pathLst>
                <a:path w="1691481" h="1040105">
                  <a:moveTo>
                    <a:pt x="1691481" y="1038225"/>
                  </a:moveTo>
                  <a:lnTo>
                    <a:pt x="1691212" y="1034922"/>
                  </a:lnTo>
                  <a:lnTo>
                    <a:pt x="1686799" y="1030554"/>
                  </a:lnTo>
                  <a:lnTo>
                    <a:pt x="1673129" y="1025833"/>
                  </a:lnTo>
                  <a:lnTo>
                    <a:pt x="1671514" y="1022991"/>
                  </a:lnTo>
                  <a:lnTo>
                    <a:pt x="1667478" y="1021926"/>
                  </a:lnTo>
                  <a:lnTo>
                    <a:pt x="1666509" y="1023093"/>
                  </a:lnTo>
                  <a:lnTo>
                    <a:pt x="1671945" y="1027711"/>
                  </a:lnTo>
                  <a:lnTo>
                    <a:pt x="1685561" y="1035786"/>
                  </a:lnTo>
                  <a:lnTo>
                    <a:pt x="1688736" y="1039698"/>
                  </a:lnTo>
                  <a:lnTo>
                    <a:pt x="1690566" y="10401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5245720" y="2597977"/>
              <a:ext cx="1691965" cy="1039977"/>
            </a:xfrm>
            <a:custGeom>
              <a:avLst/>
              <a:pathLst>
                <a:path w="1691965" h="1039977">
                  <a:moveTo>
                    <a:pt x="1691481" y="1038225"/>
                  </a:moveTo>
                  <a:lnTo>
                    <a:pt x="1691320" y="1038173"/>
                  </a:lnTo>
                  <a:lnTo>
                    <a:pt x="1691373" y="1037915"/>
                  </a:lnTo>
                  <a:lnTo>
                    <a:pt x="1690620" y="1038328"/>
                  </a:lnTo>
                  <a:lnTo>
                    <a:pt x="1690512" y="1038534"/>
                  </a:lnTo>
                  <a:lnTo>
                    <a:pt x="1690405" y="1038689"/>
                  </a:lnTo>
                  <a:lnTo>
                    <a:pt x="1690728" y="1038946"/>
                  </a:lnTo>
                  <a:lnTo>
                    <a:pt x="1690674" y="1039101"/>
                  </a:lnTo>
                  <a:lnTo>
                    <a:pt x="1690997" y="1039977"/>
                  </a:lnTo>
                  <a:lnTo>
                    <a:pt x="1691158" y="1039874"/>
                  </a:lnTo>
                  <a:lnTo>
                    <a:pt x="1691589" y="1039823"/>
                  </a:lnTo>
                  <a:lnTo>
                    <a:pt x="1691965" y="1039771"/>
                  </a:lnTo>
                  <a:lnTo>
                    <a:pt x="1691266" y="10387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4873721" y="3138703"/>
              <a:ext cx="1691481" cy="1046564"/>
            </a:xfrm>
            <a:custGeom>
              <a:avLst/>
              <a:pathLst>
                <a:path w="1691481" h="1046564">
                  <a:moveTo>
                    <a:pt x="1691481" y="1038225"/>
                  </a:moveTo>
                  <a:lnTo>
                    <a:pt x="1690405" y="1035031"/>
                  </a:lnTo>
                  <a:lnTo>
                    <a:pt x="1686314" y="1032650"/>
                  </a:lnTo>
                  <a:lnTo>
                    <a:pt x="1681793" y="1034652"/>
                  </a:lnTo>
                  <a:lnTo>
                    <a:pt x="1679641" y="1042339"/>
                  </a:lnTo>
                  <a:lnTo>
                    <a:pt x="1680986" y="1045102"/>
                  </a:lnTo>
                  <a:lnTo>
                    <a:pt x="1686153" y="1046564"/>
                  </a:lnTo>
                  <a:lnTo>
                    <a:pt x="1690566" y="104233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5255246" y="2528372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0512" y="1034693"/>
                  </a:lnTo>
                  <a:lnTo>
                    <a:pt x="1689382" y="103745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5099385" y="1551213"/>
              <a:ext cx="1695517" cy="1038225"/>
            </a:xfrm>
            <a:custGeom>
              <a:avLst/>
              <a:pathLst>
                <a:path w="1695517" h="1038225">
                  <a:moveTo>
                    <a:pt x="1691481" y="1038225"/>
                  </a:moveTo>
                  <a:lnTo>
                    <a:pt x="1695517" y="1036414"/>
                  </a:lnTo>
                  <a:lnTo>
                    <a:pt x="1695248" y="1034017"/>
                  </a:lnTo>
                  <a:lnTo>
                    <a:pt x="1693096" y="1033067"/>
                  </a:lnTo>
                  <a:lnTo>
                    <a:pt x="1690405" y="10375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4999443" y="2977212"/>
              <a:ext cx="1693419" cy="1038225"/>
            </a:xfrm>
            <a:custGeom>
              <a:avLst/>
              <a:pathLst>
                <a:path w="1693419" h="1038225">
                  <a:moveTo>
                    <a:pt x="1691481" y="1038225"/>
                  </a:moveTo>
                  <a:lnTo>
                    <a:pt x="1693419" y="1035608"/>
                  </a:lnTo>
                  <a:lnTo>
                    <a:pt x="1690082" y="1033845"/>
                  </a:lnTo>
                  <a:lnTo>
                    <a:pt x="1688252" y="103587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5024469" y="2976731"/>
              <a:ext cx="1694172" cy="1038225"/>
            </a:xfrm>
            <a:custGeom>
              <a:avLst/>
              <a:pathLst>
                <a:path w="1694172" h="1038225">
                  <a:moveTo>
                    <a:pt x="1691481" y="1038225"/>
                  </a:moveTo>
                  <a:lnTo>
                    <a:pt x="1694172" y="1036943"/>
                  </a:lnTo>
                  <a:lnTo>
                    <a:pt x="1690620" y="103443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5193999" y="2749119"/>
              <a:ext cx="1695087" cy="1038225"/>
            </a:xfrm>
            <a:custGeom>
              <a:avLst/>
              <a:pathLst>
                <a:path w="1695087" h="1038225">
                  <a:moveTo>
                    <a:pt x="1691481" y="1038225"/>
                  </a:moveTo>
                  <a:lnTo>
                    <a:pt x="1695087" y="1036603"/>
                  </a:lnTo>
                  <a:lnTo>
                    <a:pt x="1693257" y="103550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4986741" y="3249839"/>
              <a:ext cx="1693149" cy="1041884"/>
            </a:xfrm>
            <a:custGeom>
              <a:avLst/>
              <a:pathLst>
                <a:path w="1693149" h="1041884">
                  <a:moveTo>
                    <a:pt x="1691481" y="1038225"/>
                  </a:moveTo>
                  <a:lnTo>
                    <a:pt x="1691266" y="1041884"/>
                  </a:lnTo>
                  <a:lnTo>
                    <a:pt x="1693149" y="104188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5300346" y="1655286"/>
              <a:ext cx="1691804" cy="1038225"/>
            </a:xfrm>
            <a:custGeom>
              <a:avLst/>
              <a:pathLst>
                <a:path w="1691804" h="1038225">
                  <a:moveTo>
                    <a:pt x="1691481" y="1038225"/>
                  </a:moveTo>
                  <a:lnTo>
                    <a:pt x="1691804" y="1035835"/>
                  </a:lnTo>
                  <a:lnTo>
                    <a:pt x="1688629" y="10351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4485846" y="3391464"/>
              <a:ext cx="1692288" cy="1038225"/>
            </a:xfrm>
            <a:custGeom>
              <a:avLst/>
              <a:pathLst>
                <a:path w="1692288" h="1038225">
                  <a:moveTo>
                    <a:pt x="1691481" y="1038225"/>
                  </a:moveTo>
                  <a:lnTo>
                    <a:pt x="1692288" y="1034638"/>
                  </a:lnTo>
                  <a:lnTo>
                    <a:pt x="1689436" y="10353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5192331" y="2594678"/>
              <a:ext cx="1698693" cy="1039461"/>
            </a:xfrm>
            <a:custGeom>
              <a:avLst/>
              <a:pathLst>
                <a:path w="1698693" h="1039461">
                  <a:moveTo>
                    <a:pt x="1691481" y="1038225"/>
                  </a:moveTo>
                  <a:lnTo>
                    <a:pt x="1693580" y="1039461"/>
                  </a:lnTo>
                  <a:lnTo>
                    <a:pt x="1698693" y="1036472"/>
                  </a:lnTo>
                  <a:lnTo>
                    <a:pt x="1697939" y="1030755"/>
                  </a:lnTo>
                  <a:lnTo>
                    <a:pt x="1694549" y="1026533"/>
                  </a:lnTo>
                  <a:lnTo>
                    <a:pt x="1691320" y="1025915"/>
                  </a:lnTo>
                  <a:lnTo>
                    <a:pt x="1690566" y="1031270"/>
                  </a:lnTo>
                  <a:lnTo>
                    <a:pt x="1690997" y="10376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4442252" y="4766929"/>
              <a:ext cx="1701976" cy="1038872"/>
            </a:xfrm>
            <a:custGeom>
              <a:avLst/>
              <a:pathLst>
                <a:path w="1701976" h="1038872">
                  <a:moveTo>
                    <a:pt x="1691481" y="1038225"/>
                  </a:moveTo>
                  <a:lnTo>
                    <a:pt x="1695410" y="1033101"/>
                  </a:lnTo>
                  <a:lnTo>
                    <a:pt x="1698208" y="1031511"/>
                  </a:lnTo>
                  <a:lnTo>
                    <a:pt x="1693472" y="1038872"/>
                  </a:lnTo>
                  <a:lnTo>
                    <a:pt x="1698800" y="1033631"/>
                  </a:lnTo>
                  <a:lnTo>
                    <a:pt x="1701976" y="1027036"/>
                  </a:lnTo>
                  <a:lnTo>
                    <a:pt x="1701976" y="1021973"/>
                  </a:lnTo>
                  <a:lnTo>
                    <a:pt x="1699177" y="1020501"/>
                  </a:lnTo>
                  <a:lnTo>
                    <a:pt x="1699123" y="1027095"/>
                  </a:lnTo>
                  <a:lnTo>
                    <a:pt x="1693903" y="103321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5211114" y="2574549"/>
              <a:ext cx="1691481" cy="1040025"/>
            </a:xfrm>
            <a:custGeom>
              <a:avLst/>
              <a:pathLst>
                <a:path w="1691481" h="1040025">
                  <a:moveTo>
                    <a:pt x="1691481" y="1038225"/>
                  </a:moveTo>
                  <a:lnTo>
                    <a:pt x="1690620" y="1036167"/>
                  </a:lnTo>
                  <a:lnTo>
                    <a:pt x="1687283" y="1037556"/>
                  </a:lnTo>
                  <a:lnTo>
                    <a:pt x="1687983" y="10400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5239584" y="2595348"/>
              <a:ext cx="1693257" cy="1038225"/>
            </a:xfrm>
            <a:custGeom>
              <a:avLst/>
              <a:pathLst>
                <a:path w="1693257" h="1038225">
                  <a:moveTo>
                    <a:pt x="1691481" y="1038225"/>
                  </a:moveTo>
                  <a:lnTo>
                    <a:pt x="1693257" y="1032711"/>
                  </a:lnTo>
                  <a:lnTo>
                    <a:pt x="1690351" y="1032918"/>
                  </a:lnTo>
                  <a:lnTo>
                    <a:pt x="1689436" y="103724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4"/>
            <p:cNvSpPr/>
            <p:nvPr/>
          </p:nvSpPr>
          <p:spPr>
            <a:xfrm>
              <a:off x="4991962" y="3222020"/>
              <a:ext cx="1696540" cy="1042857"/>
            </a:xfrm>
            <a:custGeom>
              <a:avLst/>
              <a:pathLst>
                <a:path w="1696540" h="1042857">
                  <a:moveTo>
                    <a:pt x="1691481" y="1038225"/>
                  </a:moveTo>
                  <a:lnTo>
                    <a:pt x="1695948" y="1042857"/>
                  </a:lnTo>
                  <a:lnTo>
                    <a:pt x="1696540" y="1038769"/>
                  </a:lnTo>
                  <a:lnTo>
                    <a:pt x="1694010" y="103729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4482186" y="3395437"/>
              <a:ext cx="1693203" cy="1038225"/>
            </a:xfrm>
            <a:custGeom>
              <a:avLst/>
              <a:pathLst>
                <a:path w="1693203" h="1038225">
                  <a:moveTo>
                    <a:pt x="1691481" y="1038225"/>
                  </a:moveTo>
                  <a:lnTo>
                    <a:pt x="1693203" y="1035410"/>
                  </a:lnTo>
                  <a:lnTo>
                    <a:pt x="1691104" y="10353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6"/>
            <p:cNvSpPr/>
            <p:nvPr/>
          </p:nvSpPr>
          <p:spPr>
            <a:xfrm>
              <a:off x="5123819" y="2843083"/>
              <a:ext cx="1695033" cy="1041656"/>
            </a:xfrm>
            <a:custGeom>
              <a:avLst/>
              <a:pathLst>
                <a:path w="1695033" h="1041656">
                  <a:moveTo>
                    <a:pt x="1691481" y="1038225"/>
                  </a:moveTo>
                  <a:lnTo>
                    <a:pt x="1691481" y="1039914"/>
                  </a:lnTo>
                  <a:lnTo>
                    <a:pt x="1695033" y="10416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5201211" y="2673164"/>
              <a:ext cx="1693849" cy="1040978"/>
            </a:xfrm>
            <a:custGeom>
              <a:avLst/>
              <a:pathLst>
                <a:path w="1693849" h="1040978">
                  <a:moveTo>
                    <a:pt x="1691481" y="1038225"/>
                  </a:moveTo>
                  <a:lnTo>
                    <a:pt x="1693849" y="1040978"/>
                  </a:lnTo>
                  <a:lnTo>
                    <a:pt x="1693634" y="10378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8"/>
            <p:cNvSpPr/>
            <p:nvPr/>
          </p:nvSpPr>
          <p:spPr>
            <a:xfrm>
              <a:off x="4431488" y="3404436"/>
              <a:ext cx="1696809" cy="1038225"/>
            </a:xfrm>
            <a:custGeom>
              <a:avLst/>
              <a:pathLst>
                <a:path w="1696809" h="1038225">
                  <a:moveTo>
                    <a:pt x="1691481" y="1038225"/>
                  </a:moveTo>
                  <a:lnTo>
                    <a:pt x="1693149" y="1036016"/>
                  </a:lnTo>
                  <a:lnTo>
                    <a:pt x="1696809" y="1035298"/>
                  </a:lnTo>
                  <a:lnTo>
                    <a:pt x="1693634" y="1033752"/>
                  </a:lnTo>
                  <a:lnTo>
                    <a:pt x="1690943" y="10345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5033618" y="2941480"/>
              <a:ext cx="1694764" cy="1038225"/>
            </a:xfrm>
            <a:custGeom>
              <a:avLst/>
              <a:pathLst>
                <a:path w="1694764" h="1038225">
                  <a:moveTo>
                    <a:pt x="1691481" y="1038225"/>
                  </a:moveTo>
                  <a:lnTo>
                    <a:pt x="1694333" y="1037266"/>
                  </a:lnTo>
                  <a:lnTo>
                    <a:pt x="1694764" y="1034977"/>
                  </a:lnTo>
                  <a:lnTo>
                    <a:pt x="1691642" y="10355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10"/>
            <p:cNvSpPr/>
            <p:nvPr/>
          </p:nvSpPr>
          <p:spPr>
            <a:xfrm>
              <a:off x="5208746" y="2616346"/>
              <a:ext cx="1691481" cy="1042460"/>
            </a:xfrm>
            <a:custGeom>
              <a:avLst/>
              <a:pathLst>
                <a:path w="1691481" h="1042460">
                  <a:moveTo>
                    <a:pt x="1691481" y="1038225"/>
                  </a:moveTo>
                  <a:lnTo>
                    <a:pt x="1689113" y="1039516"/>
                  </a:lnTo>
                  <a:lnTo>
                    <a:pt x="1690728" y="10424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5001111" y="3025168"/>
              <a:ext cx="1696432" cy="1039619"/>
            </a:xfrm>
            <a:custGeom>
              <a:avLst/>
              <a:pathLst>
                <a:path w="1696432" h="1039619">
                  <a:moveTo>
                    <a:pt x="1691481" y="1038225"/>
                  </a:moveTo>
                  <a:lnTo>
                    <a:pt x="1692504" y="1039619"/>
                  </a:lnTo>
                  <a:lnTo>
                    <a:pt x="1696432" y="1039405"/>
                  </a:lnTo>
                  <a:lnTo>
                    <a:pt x="1696271" y="10364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2"/>
            <p:cNvSpPr/>
            <p:nvPr/>
          </p:nvSpPr>
          <p:spPr>
            <a:xfrm>
              <a:off x="5201696" y="2563806"/>
              <a:ext cx="1695248" cy="1038225"/>
            </a:xfrm>
            <a:custGeom>
              <a:avLst/>
              <a:pathLst>
                <a:path w="1695248" h="1038225">
                  <a:moveTo>
                    <a:pt x="1691481" y="1038225"/>
                  </a:moveTo>
                  <a:lnTo>
                    <a:pt x="1695248" y="1036170"/>
                  </a:lnTo>
                  <a:lnTo>
                    <a:pt x="1694226" y="1033037"/>
                  </a:lnTo>
                  <a:lnTo>
                    <a:pt x="1690082" y="1033705"/>
                  </a:lnTo>
                  <a:lnTo>
                    <a:pt x="1688306" y="10362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5200189" y="2581031"/>
              <a:ext cx="1693419" cy="1043218"/>
            </a:xfrm>
            <a:custGeom>
              <a:avLst/>
              <a:pathLst>
                <a:path w="1693419" h="1043218">
                  <a:moveTo>
                    <a:pt x="1691481" y="1038225"/>
                  </a:moveTo>
                  <a:lnTo>
                    <a:pt x="1688844" y="1040747"/>
                  </a:lnTo>
                  <a:lnTo>
                    <a:pt x="1691965" y="1043218"/>
                  </a:lnTo>
                  <a:lnTo>
                    <a:pt x="1693419" y="103904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4"/>
            <p:cNvSpPr/>
            <p:nvPr/>
          </p:nvSpPr>
          <p:spPr>
            <a:xfrm>
              <a:off x="4331385" y="5192193"/>
              <a:ext cx="1698155" cy="1040658"/>
            </a:xfrm>
            <a:custGeom>
              <a:avLst/>
              <a:pathLst>
                <a:path w="1698155" h="1040658">
                  <a:moveTo>
                    <a:pt x="1691481" y="1038225"/>
                  </a:moveTo>
                  <a:lnTo>
                    <a:pt x="1693042" y="1040658"/>
                  </a:lnTo>
                  <a:lnTo>
                    <a:pt x="1697347" y="1040005"/>
                  </a:lnTo>
                  <a:lnTo>
                    <a:pt x="1698155" y="1036444"/>
                  </a:lnTo>
                  <a:lnTo>
                    <a:pt x="1694656" y="103383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5"/>
            <p:cNvSpPr/>
            <p:nvPr/>
          </p:nvSpPr>
          <p:spPr>
            <a:xfrm>
              <a:off x="5188079" y="2457540"/>
              <a:ext cx="1719521" cy="1048289"/>
            </a:xfrm>
            <a:custGeom>
              <a:avLst/>
              <a:pathLst>
                <a:path w="1719521" h="1048289">
                  <a:moveTo>
                    <a:pt x="1691481" y="1038225"/>
                  </a:moveTo>
                  <a:lnTo>
                    <a:pt x="1691642" y="1041019"/>
                  </a:lnTo>
                  <a:lnTo>
                    <a:pt x="1694872" y="1044323"/>
                  </a:lnTo>
                  <a:lnTo>
                    <a:pt x="1702891" y="1045543"/>
                  </a:lnTo>
                  <a:lnTo>
                    <a:pt x="1710210" y="1045645"/>
                  </a:lnTo>
                  <a:lnTo>
                    <a:pt x="1717314" y="1048289"/>
                  </a:lnTo>
                  <a:lnTo>
                    <a:pt x="1719521" y="1043154"/>
                  </a:lnTo>
                  <a:lnTo>
                    <a:pt x="1718983" y="1041782"/>
                  </a:lnTo>
                  <a:lnTo>
                    <a:pt x="1712363" y="1041477"/>
                  </a:lnTo>
                  <a:lnTo>
                    <a:pt x="1704559" y="1040155"/>
                  </a:lnTo>
                  <a:lnTo>
                    <a:pt x="1695302" y="1036447"/>
                  </a:lnTo>
                  <a:lnTo>
                    <a:pt x="1690674" y="103614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6"/>
            <p:cNvSpPr/>
            <p:nvPr/>
          </p:nvSpPr>
          <p:spPr>
            <a:xfrm>
              <a:off x="4284723" y="3877050"/>
              <a:ext cx="1699877" cy="1040158"/>
            </a:xfrm>
            <a:custGeom>
              <a:avLst/>
              <a:pathLst>
                <a:path w="1699877" h="1040158">
                  <a:moveTo>
                    <a:pt x="1691481" y="1038225"/>
                  </a:moveTo>
                  <a:lnTo>
                    <a:pt x="1697885" y="1035495"/>
                  </a:lnTo>
                  <a:lnTo>
                    <a:pt x="1693472" y="1040158"/>
                  </a:lnTo>
                  <a:lnTo>
                    <a:pt x="1699877" y="1037201"/>
                  </a:lnTo>
                  <a:lnTo>
                    <a:pt x="1698370" y="1034017"/>
                  </a:lnTo>
                  <a:lnTo>
                    <a:pt x="1690512" y="103668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7"/>
            <p:cNvSpPr/>
            <p:nvPr/>
          </p:nvSpPr>
          <p:spPr>
            <a:xfrm>
              <a:off x="4490636" y="3348327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0943" y="1035860"/>
                  </a:lnTo>
                  <a:lnTo>
                    <a:pt x="1688575" y="10364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8"/>
            <p:cNvSpPr/>
            <p:nvPr/>
          </p:nvSpPr>
          <p:spPr>
            <a:xfrm>
              <a:off x="5222255" y="2595864"/>
              <a:ext cx="1691481" cy="1039204"/>
            </a:xfrm>
            <a:custGeom>
              <a:avLst/>
              <a:pathLst>
                <a:path w="1691481" h="1039204">
                  <a:moveTo>
                    <a:pt x="1691481" y="1038225"/>
                  </a:moveTo>
                  <a:lnTo>
                    <a:pt x="1688898" y="1035957"/>
                  </a:lnTo>
                  <a:lnTo>
                    <a:pt x="1687929" y="1037658"/>
                  </a:lnTo>
                  <a:lnTo>
                    <a:pt x="1688198" y="1037709"/>
                  </a:lnTo>
                  <a:lnTo>
                    <a:pt x="1690727" y="103920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9"/>
            <p:cNvSpPr/>
            <p:nvPr/>
          </p:nvSpPr>
          <p:spPr>
            <a:xfrm>
              <a:off x="4522981" y="3389036"/>
              <a:ext cx="1694925" cy="1038225"/>
            </a:xfrm>
            <a:custGeom>
              <a:avLst/>
              <a:pathLst>
                <a:path w="1694925" h="1038225">
                  <a:moveTo>
                    <a:pt x="1691481" y="1038225"/>
                  </a:moveTo>
                  <a:lnTo>
                    <a:pt x="1694925" y="1037342"/>
                  </a:lnTo>
                  <a:lnTo>
                    <a:pt x="1690674" y="10359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20"/>
            <p:cNvSpPr/>
            <p:nvPr/>
          </p:nvSpPr>
          <p:spPr>
            <a:xfrm>
              <a:off x="4830397" y="4065410"/>
              <a:ext cx="1702891" cy="1045920"/>
            </a:xfrm>
            <a:custGeom>
              <a:avLst/>
              <a:pathLst>
                <a:path w="1702891" h="1045920">
                  <a:moveTo>
                    <a:pt x="1691481" y="1038225"/>
                  </a:moveTo>
                  <a:lnTo>
                    <a:pt x="1691858" y="1044599"/>
                  </a:lnTo>
                  <a:lnTo>
                    <a:pt x="1693096" y="1045920"/>
                  </a:lnTo>
                  <a:lnTo>
                    <a:pt x="1701922" y="1045288"/>
                  </a:lnTo>
                  <a:lnTo>
                    <a:pt x="1692934" y="1043335"/>
                  </a:lnTo>
                  <a:lnTo>
                    <a:pt x="1692557" y="1036961"/>
                  </a:lnTo>
                  <a:lnTo>
                    <a:pt x="1694656" y="1034722"/>
                  </a:lnTo>
                  <a:lnTo>
                    <a:pt x="1698155" y="1039603"/>
                  </a:lnTo>
                  <a:lnTo>
                    <a:pt x="1702891" y="1040579"/>
                  </a:lnTo>
                  <a:lnTo>
                    <a:pt x="1697993" y="1037765"/>
                  </a:lnTo>
                  <a:lnTo>
                    <a:pt x="1694979" y="1033517"/>
                  </a:lnTo>
                  <a:lnTo>
                    <a:pt x="1692073" y="103426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1"/>
            <p:cNvSpPr/>
            <p:nvPr/>
          </p:nvSpPr>
          <p:spPr>
            <a:xfrm>
              <a:off x="5211222" y="3027367"/>
              <a:ext cx="1693741" cy="1039619"/>
            </a:xfrm>
            <a:custGeom>
              <a:avLst/>
              <a:pathLst>
                <a:path w="1693741" h="1039619">
                  <a:moveTo>
                    <a:pt x="1691481" y="1038225"/>
                  </a:moveTo>
                  <a:lnTo>
                    <a:pt x="1693257" y="1039619"/>
                  </a:lnTo>
                  <a:lnTo>
                    <a:pt x="1693741" y="103677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2"/>
            <p:cNvSpPr/>
            <p:nvPr/>
          </p:nvSpPr>
          <p:spPr>
            <a:xfrm>
              <a:off x="5043790" y="2910638"/>
              <a:ext cx="1692611" cy="1038596"/>
            </a:xfrm>
            <a:custGeom>
              <a:avLst/>
              <a:pathLst>
                <a:path w="1692611" h="1038596">
                  <a:moveTo>
                    <a:pt x="1691481" y="1038225"/>
                  </a:moveTo>
                  <a:lnTo>
                    <a:pt x="1690566" y="1038596"/>
                  </a:lnTo>
                  <a:lnTo>
                    <a:pt x="1692611" y="1038278"/>
                  </a:lnTo>
                  <a:lnTo>
                    <a:pt x="1692450" y="10378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3"/>
            <p:cNvSpPr/>
            <p:nvPr/>
          </p:nvSpPr>
          <p:spPr>
            <a:xfrm>
              <a:off x="5117145" y="1954874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0458" y="1036693"/>
                  </a:lnTo>
                  <a:lnTo>
                    <a:pt x="1688037" y="10380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4"/>
            <p:cNvSpPr/>
            <p:nvPr/>
          </p:nvSpPr>
          <p:spPr>
            <a:xfrm>
              <a:off x="4519806" y="3390195"/>
              <a:ext cx="1693042" cy="1038225"/>
            </a:xfrm>
            <a:custGeom>
              <a:avLst/>
              <a:pathLst>
                <a:path w="1693042" h="1038225">
                  <a:moveTo>
                    <a:pt x="1691481" y="1038225"/>
                  </a:moveTo>
                  <a:lnTo>
                    <a:pt x="1693042" y="1035687"/>
                  </a:lnTo>
                  <a:lnTo>
                    <a:pt x="1688898" y="103717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5"/>
            <p:cNvSpPr/>
            <p:nvPr/>
          </p:nvSpPr>
          <p:spPr>
            <a:xfrm>
              <a:off x="5009722" y="2929080"/>
              <a:ext cx="1696540" cy="1039554"/>
            </a:xfrm>
            <a:custGeom>
              <a:avLst/>
              <a:pathLst>
                <a:path w="1696540" h="1039554">
                  <a:moveTo>
                    <a:pt x="1691481" y="1038225"/>
                  </a:moveTo>
                  <a:lnTo>
                    <a:pt x="1692880" y="1039554"/>
                  </a:lnTo>
                  <a:lnTo>
                    <a:pt x="1696540" y="1037905"/>
                  </a:lnTo>
                  <a:lnTo>
                    <a:pt x="1694603" y="10365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6"/>
            <p:cNvSpPr/>
            <p:nvPr/>
          </p:nvSpPr>
          <p:spPr>
            <a:xfrm>
              <a:off x="5271822" y="2578304"/>
              <a:ext cx="1693580" cy="1039408"/>
            </a:xfrm>
            <a:custGeom>
              <a:avLst/>
              <a:pathLst>
                <a:path w="1693580" h="1039408">
                  <a:moveTo>
                    <a:pt x="1691481" y="1038225"/>
                  </a:moveTo>
                  <a:lnTo>
                    <a:pt x="1693580" y="1039408"/>
                  </a:lnTo>
                  <a:lnTo>
                    <a:pt x="1693311" y="1039151"/>
                  </a:lnTo>
                  <a:lnTo>
                    <a:pt x="1693042" y="1038739"/>
                  </a:lnTo>
                  <a:lnTo>
                    <a:pt x="1692396" y="1038533"/>
                  </a:lnTo>
                  <a:lnTo>
                    <a:pt x="1691642" y="103817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7"/>
            <p:cNvSpPr/>
            <p:nvPr/>
          </p:nvSpPr>
          <p:spPr>
            <a:xfrm>
              <a:off x="5158909" y="3320413"/>
              <a:ext cx="1695571" cy="1042727"/>
            </a:xfrm>
            <a:custGeom>
              <a:avLst/>
              <a:pathLst>
                <a:path w="1695571" h="1042727">
                  <a:moveTo>
                    <a:pt x="1691481" y="1038225"/>
                  </a:moveTo>
                  <a:lnTo>
                    <a:pt x="1692073" y="1041519"/>
                  </a:lnTo>
                  <a:lnTo>
                    <a:pt x="1695464" y="1042727"/>
                  </a:lnTo>
                  <a:lnTo>
                    <a:pt x="1695571" y="10382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8"/>
            <p:cNvSpPr/>
            <p:nvPr/>
          </p:nvSpPr>
          <p:spPr>
            <a:xfrm>
              <a:off x="5230543" y="2619859"/>
              <a:ext cx="1692665" cy="1038225"/>
            </a:xfrm>
            <a:custGeom>
              <a:avLst/>
              <a:pathLst>
                <a:path w="1692665" h="1038225">
                  <a:moveTo>
                    <a:pt x="1691481" y="1038225"/>
                  </a:moveTo>
                  <a:lnTo>
                    <a:pt x="1692665" y="1035796"/>
                  </a:lnTo>
                  <a:lnTo>
                    <a:pt x="1688898" y="1035280"/>
                  </a:lnTo>
                  <a:lnTo>
                    <a:pt x="1687445" y="1032181"/>
                  </a:lnTo>
                  <a:lnTo>
                    <a:pt x="1684969" y="1033472"/>
                  </a:lnTo>
                  <a:lnTo>
                    <a:pt x="1688306" y="103750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9"/>
            <p:cNvSpPr/>
            <p:nvPr/>
          </p:nvSpPr>
          <p:spPr>
            <a:xfrm>
              <a:off x="5162623" y="3379055"/>
              <a:ext cx="1699715" cy="1047323"/>
            </a:xfrm>
            <a:custGeom>
              <a:avLst/>
              <a:pathLst>
                <a:path w="1699715" h="1047323">
                  <a:moveTo>
                    <a:pt x="1691481" y="1038225"/>
                  </a:moveTo>
                  <a:lnTo>
                    <a:pt x="1691212" y="1042029"/>
                  </a:lnTo>
                  <a:lnTo>
                    <a:pt x="1693526" y="1044676"/>
                  </a:lnTo>
                  <a:lnTo>
                    <a:pt x="1698800" y="1047323"/>
                  </a:lnTo>
                  <a:lnTo>
                    <a:pt x="1699715" y="1044621"/>
                  </a:lnTo>
                  <a:lnTo>
                    <a:pt x="1697132" y="1043187"/>
                  </a:lnTo>
                  <a:lnTo>
                    <a:pt x="1697186" y="10385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30"/>
            <p:cNvSpPr/>
            <p:nvPr/>
          </p:nvSpPr>
          <p:spPr>
            <a:xfrm>
              <a:off x="5306804" y="1695197"/>
              <a:ext cx="1695410" cy="1038225"/>
            </a:xfrm>
            <a:custGeom>
              <a:avLst/>
              <a:pathLst>
                <a:path w="1695410" h="1038225">
                  <a:moveTo>
                    <a:pt x="1691481" y="1038225"/>
                  </a:moveTo>
                  <a:lnTo>
                    <a:pt x="1695410" y="1035082"/>
                  </a:lnTo>
                  <a:lnTo>
                    <a:pt x="1694979" y="1033004"/>
                  </a:lnTo>
                  <a:lnTo>
                    <a:pt x="1690189" y="1031618"/>
                  </a:lnTo>
                  <a:lnTo>
                    <a:pt x="1690028" y="103688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1"/>
            <p:cNvSpPr/>
            <p:nvPr/>
          </p:nvSpPr>
          <p:spPr>
            <a:xfrm>
              <a:off x="4352751" y="5182815"/>
              <a:ext cx="1695894" cy="1038225"/>
            </a:xfrm>
            <a:custGeom>
              <a:avLst/>
              <a:pathLst>
                <a:path w="1695894" h="1038225">
                  <a:moveTo>
                    <a:pt x="1691481" y="1038225"/>
                  </a:moveTo>
                  <a:lnTo>
                    <a:pt x="1695894" y="1037809"/>
                  </a:lnTo>
                  <a:lnTo>
                    <a:pt x="1695517" y="1035138"/>
                  </a:lnTo>
                  <a:lnTo>
                    <a:pt x="1692557" y="103454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2"/>
            <p:cNvSpPr/>
            <p:nvPr/>
          </p:nvSpPr>
          <p:spPr>
            <a:xfrm>
              <a:off x="4748376" y="3509804"/>
              <a:ext cx="1705851" cy="1057038"/>
            </a:xfrm>
            <a:custGeom>
              <a:avLst/>
              <a:pathLst>
                <a:path w="1705851" h="1057038">
                  <a:moveTo>
                    <a:pt x="1691481" y="1038225"/>
                  </a:moveTo>
                  <a:lnTo>
                    <a:pt x="1690728" y="1040338"/>
                  </a:lnTo>
                  <a:lnTo>
                    <a:pt x="1700469" y="1041563"/>
                  </a:lnTo>
                  <a:lnTo>
                    <a:pt x="1701976" y="1047016"/>
                  </a:lnTo>
                  <a:lnTo>
                    <a:pt x="1698424" y="1052472"/>
                  </a:lnTo>
                  <a:lnTo>
                    <a:pt x="1689705" y="1055200"/>
                  </a:lnTo>
                  <a:lnTo>
                    <a:pt x="1693795" y="1057038"/>
                  </a:lnTo>
                  <a:lnTo>
                    <a:pt x="1699608" y="1056425"/>
                  </a:lnTo>
                  <a:lnTo>
                    <a:pt x="1703321" y="1053363"/>
                  </a:lnTo>
                  <a:lnTo>
                    <a:pt x="1705851" y="1047684"/>
                  </a:lnTo>
                  <a:lnTo>
                    <a:pt x="1705097" y="1042675"/>
                  </a:lnTo>
                  <a:lnTo>
                    <a:pt x="1701653" y="1037835"/>
                  </a:lnTo>
                  <a:lnTo>
                    <a:pt x="1695894" y="103733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3"/>
            <p:cNvSpPr/>
            <p:nvPr/>
          </p:nvSpPr>
          <p:spPr>
            <a:xfrm>
              <a:off x="4308404" y="3964548"/>
              <a:ext cx="1698693" cy="1038225"/>
            </a:xfrm>
            <a:custGeom>
              <a:avLst/>
              <a:pathLst>
                <a:path w="1698693" h="1038225">
                  <a:moveTo>
                    <a:pt x="1691481" y="1038225"/>
                  </a:moveTo>
                  <a:lnTo>
                    <a:pt x="1695464" y="1038225"/>
                  </a:lnTo>
                  <a:lnTo>
                    <a:pt x="1698693" y="1035540"/>
                  </a:lnTo>
                  <a:lnTo>
                    <a:pt x="1698370" y="1031827"/>
                  </a:lnTo>
                  <a:lnTo>
                    <a:pt x="1695679" y="1030627"/>
                  </a:lnTo>
                  <a:lnTo>
                    <a:pt x="1689920" y="1033083"/>
                  </a:lnTo>
                  <a:lnTo>
                    <a:pt x="1696325" y="1032969"/>
                  </a:lnTo>
                  <a:lnTo>
                    <a:pt x="1696379" y="103593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h134"/>
            <p:cNvSpPr/>
            <p:nvPr/>
          </p:nvSpPr>
          <p:spPr>
            <a:xfrm>
              <a:off x="4421209" y="3402835"/>
              <a:ext cx="1693257" cy="1038225"/>
            </a:xfrm>
            <a:custGeom>
              <a:avLst/>
              <a:pathLst>
                <a:path w="1693257" h="1038225">
                  <a:moveTo>
                    <a:pt x="1691481" y="1038225"/>
                  </a:moveTo>
                  <a:lnTo>
                    <a:pt x="1693257" y="1034746"/>
                  </a:lnTo>
                  <a:lnTo>
                    <a:pt x="1689920" y="103607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h135"/>
            <p:cNvSpPr/>
            <p:nvPr/>
          </p:nvSpPr>
          <p:spPr>
            <a:xfrm>
              <a:off x="5213912" y="3039765"/>
              <a:ext cx="1693634" cy="1041608"/>
            </a:xfrm>
            <a:custGeom>
              <a:avLst/>
              <a:pathLst>
                <a:path w="1693634" h="1041608">
                  <a:moveTo>
                    <a:pt x="1691481" y="1038225"/>
                  </a:moveTo>
                  <a:lnTo>
                    <a:pt x="1692611" y="1041608"/>
                  </a:lnTo>
                  <a:lnTo>
                    <a:pt x="1693634" y="103865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h136"/>
            <p:cNvSpPr/>
            <p:nvPr/>
          </p:nvSpPr>
          <p:spPr>
            <a:xfrm>
              <a:off x="5245074" y="2596740"/>
              <a:ext cx="1691858" cy="1039101"/>
            </a:xfrm>
            <a:custGeom>
              <a:avLst/>
              <a:pathLst>
                <a:path w="1691858" h="1039101">
                  <a:moveTo>
                    <a:pt x="1691481" y="1038225"/>
                  </a:moveTo>
                  <a:lnTo>
                    <a:pt x="1690943" y="1038276"/>
                  </a:lnTo>
                  <a:lnTo>
                    <a:pt x="1690835" y="1038740"/>
                  </a:lnTo>
                  <a:lnTo>
                    <a:pt x="1690943" y="1039101"/>
                  </a:lnTo>
                  <a:lnTo>
                    <a:pt x="1691858" y="10386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h137"/>
            <p:cNvSpPr/>
            <p:nvPr/>
          </p:nvSpPr>
          <p:spPr>
            <a:xfrm>
              <a:off x="4300977" y="3958721"/>
              <a:ext cx="1695087" cy="1048108"/>
            </a:xfrm>
            <a:custGeom>
              <a:avLst/>
              <a:pathLst>
                <a:path w="1695087" h="1048108">
                  <a:moveTo>
                    <a:pt x="1691481" y="1038225"/>
                  </a:moveTo>
                  <a:lnTo>
                    <a:pt x="1685238" y="1042966"/>
                  </a:lnTo>
                  <a:lnTo>
                    <a:pt x="1684377" y="1047479"/>
                  </a:lnTo>
                  <a:lnTo>
                    <a:pt x="1688144" y="1048108"/>
                  </a:lnTo>
                  <a:lnTo>
                    <a:pt x="1695087" y="1042680"/>
                  </a:lnTo>
                  <a:lnTo>
                    <a:pt x="1687768" y="1045994"/>
                  </a:lnTo>
                  <a:lnTo>
                    <a:pt x="1687068" y="1043937"/>
                  </a:lnTo>
                  <a:lnTo>
                    <a:pt x="1694280" y="103759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h138"/>
            <p:cNvSpPr/>
            <p:nvPr/>
          </p:nvSpPr>
          <p:spPr>
            <a:xfrm>
              <a:off x="4497363" y="4818495"/>
              <a:ext cx="1749014" cy="1045302"/>
            </a:xfrm>
            <a:custGeom>
              <a:avLst/>
              <a:pathLst>
                <a:path w="1749014" h="1045302">
                  <a:moveTo>
                    <a:pt x="1691481" y="1038225"/>
                  </a:moveTo>
                  <a:lnTo>
                    <a:pt x="1693472" y="1042235"/>
                  </a:lnTo>
                  <a:lnTo>
                    <a:pt x="1699392" y="1045302"/>
                  </a:lnTo>
                  <a:lnTo>
                    <a:pt x="1705635" y="1045125"/>
                  </a:lnTo>
                  <a:lnTo>
                    <a:pt x="1714247" y="1042765"/>
                  </a:lnTo>
                  <a:lnTo>
                    <a:pt x="1725818" y="1037222"/>
                  </a:lnTo>
                  <a:lnTo>
                    <a:pt x="1732706" y="1035099"/>
                  </a:lnTo>
                  <a:lnTo>
                    <a:pt x="1736097" y="1030677"/>
                  </a:lnTo>
                  <a:lnTo>
                    <a:pt x="1737173" y="1022483"/>
                  </a:lnTo>
                  <a:lnTo>
                    <a:pt x="1741049" y="1017590"/>
                  </a:lnTo>
                  <a:lnTo>
                    <a:pt x="1747722" y="1012875"/>
                  </a:lnTo>
                  <a:lnTo>
                    <a:pt x="1749014" y="1009987"/>
                  </a:lnTo>
                  <a:lnTo>
                    <a:pt x="1747722" y="1004566"/>
                  </a:lnTo>
                  <a:lnTo>
                    <a:pt x="1745193" y="1002504"/>
                  </a:lnTo>
                  <a:lnTo>
                    <a:pt x="1741802" y="1002268"/>
                  </a:lnTo>
                  <a:lnTo>
                    <a:pt x="1736743" y="1003859"/>
                  </a:lnTo>
                  <a:lnTo>
                    <a:pt x="1723934" y="1012050"/>
                  </a:lnTo>
                  <a:lnTo>
                    <a:pt x="1718983" y="1020360"/>
                  </a:lnTo>
                  <a:lnTo>
                    <a:pt x="1708811" y="1026904"/>
                  </a:lnTo>
                  <a:lnTo>
                    <a:pt x="1703052" y="1031974"/>
                  </a:lnTo>
                  <a:lnTo>
                    <a:pt x="1693634" y="10350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h139"/>
            <p:cNvSpPr/>
            <p:nvPr/>
          </p:nvSpPr>
          <p:spPr>
            <a:xfrm>
              <a:off x="5230112" y="2606280"/>
              <a:ext cx="1696755" cy="1039308"/>
            </a:xfrm>
            <a:custGeom>
              <a:avLst/>
              <a:pathLst>
                <a:path w="1696755" h="1039308">
                  <a:moveTo>
                    <a:pt x="1691481" y="1038225"/>
                  </a:moveTo>
                  <a:lnTo>
                    <a:pt x="1693741" y="1039308"/>
                  </a:lnTo>
                  <a:lnTo>
                    <a:pt x="1696755" y="1038225"/>
                  </a:lnTo>
                  <a:lnTo>
                    <a:pt x="1696755" y="1036006"/>
                  </a:lnTo>
                  <a:lnTo>
                    <a:pt x="1693096" y="10359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h140"/>
            <p:cNvSpPr/>
            <p:nvPr/>
          </p:nvSpPr>
          <p:spPr>
            <a:xfrm>
              <a:off x="5228498" y="2565604"/>
              <a:ext cx="1695948" cy="1041462"/>
            </a:xfrm>
            <a:custGeom>
              <a:avLst/>
              <a:pathLst>
                <a:path w="1695948" h="1041462">
                  <a:moveTo>
                    <a:pt x="1691481" y="1038225"/>
                  </a:moveTo>
                  <a:lnTo>
                    <a:pt x="1690566" y="1041462"/>
                  </a:lnTo>
                  <a:lnTo>
                    <a:pt x="1695948" y="1040177"/>
                  </a:lnTo>
                  <a:lnTo>
                    <a:pt x="1694602" y="103807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h141"/>
            <p:cNvSpPr/>
            <p:nvPr/>
          </p:nvSpPr>
          <p:spPr>
            <a:xfrm>
              <a:off x="4504360" y="4692673"/>
              <a:ext cx="1698747" cy="1047102"/>
            </a:xfrm>
            <a:custGeom>
              <a:avLst/>
              <a:pathLst>
                <a:path w="1698747" h="1047102">
                  <a:moveTo>
                    <a:pt x="1691481" y="1038225"/>
                  </a:moveTo>
                  <a:lnTo>
                    <a:pt x="1694656" y="1041810"/>
                  </a:lnTo>
                  <a:lnTo>
                    <a:pt x="1696594" y="1047102"/>
                  </a:lnTo>
                  <a:lnTo>
                    <a:pt x="1698747" y="1043868"/>
                  </a:lnTo>
                  <a:lnTo>
                    <a:pt x="1697078" y="1041105"/>
                  </a:lnTo>
                  <a:lnTo>
                    <a:pt x="1692611" y="103763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h142"/>
            <p:cNvSpPr/>
            <p:nvPr/>
          </p:nvSpPr>
          <p:spPr>
            <a:xfrm>
              <a:off x="5042498" y="2935305"/>
              <a:ext cx="1694226" cy="1038225"/>
            </a:xfrm>
            <a:custGeom>
              <a:avLst/>
              <a:pathLst>
                <a:path w="1694226" h="1038225">
                  <a:moveTo>
                    <a:pt x="1691481" y="1038225"/>
                  </a:moveTo>
                  <a:lnTo>
                    <a:pt x="1694226" y="1036149"/>
                  </a:lnTo>
                  <a:lnTo>
                    <a:pt x="1693042" y="1032851"/>
                  </a:lnTo>
                  <a:lnTo>
                    <a:pt x="1689920" y="103641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h143"/>
            <p:cNvSpPr/>
            <p:nvPr/>
          </p:nvSpPr>
          <p:spPr>
            <a:xfrm>
              <a:off x="5273652" y="2523408"/>
              <a:ext cx="1693096" cy="1038225"/>
            </a:xfrm>
            <a:custGeom>
              <a:avLst/>
              <a:pathLst>
                <a:path w="1693096" h="1038225">
                  <a:moveTo>
                    <a:pt x="1691481" y="1038225"/>
                  </a:moveTo>
                  <a:lnTo>
                    <a:pt x="1693096" y="1036025"/>
                  </a:lnTo>
                  <a:lnTo>
                    <a:pt x="1691266" y="1034695"/>
                  </a:lnTo>
                  <a:lnTo>
                    <a:pt x="1689382" y="10362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h144"/>
            <p:cNvSpPr/>
            <p:nvPr/>
          </p:nvSpPr>
          <p:spPr>
            <a:xfrm>
              <a:off x="4502530" y="4695906"/>
              <a:ext cx="1696379" cy="1042928"/>
            </a:xfrm>
            <a:custGeom>
              <a:avLst/>
              <a:pathLst>
                <a:path w="1696379" h="1042928">
                  <a:moveTo>
                    <a:pt x="1691481" y="1038225"/>
                  </a:moveTo>
                  <a:lnTo>
                    <a:pt x="1693149" y="1042928"/>
                  </a:lnTo>
                  <a:lnTo>
                    <a:pt x="1696379" y="1042399"/>
                  </a:lnTo>
                  <a:lnTo>
                    <a:pt x="1693365" y="10381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h145"/>
            <p:cNvSpPr/>
            <p:nvPr/>
          </p:nvSpPr>
          <p:spPr>
            <a:xfrm>
              <a:off x="5126618" y="2797470"/>
              <a:ext cx="1696217" cy="1038225"/>
            </a:xfrm>
            <a:custGeom>
              <a:avLst/>
              <a:pathLst>
                <a:path w="1696217" h="1038225">
                  <a:moveTo>
                    <a:pt x="1691481" y="1038225"/>
                  </a:moveTo>
                  <a:lnTo>
                    <a:pt x="1696217" y="1035807"/>
                  </a:lnTo>
                  <a:lnTo>
                    <a:pt x="1693419" y="1033337"/>
                  </a:lnTo>
                  <a:lnTo>
                    <a:pt x="1688952" y="1033548"/>
                  </a:lnTo>
                  <a:lnTo>
                    <a:pt x="1686207" y="10370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h146"/>
            <p:cNvSpPr/>
            <p:nvPr/>
          </p:nvSpPr>
          <p:spPr>
            <a:xfrm>
              <a:off x="4077196" y="3485626"/>
              <a:ext cx="1696379" cy="1038225"/>
            </a:xfrm>
            <a:custGeom>
              <a:avLst/>
              <a:pathLst>
                <a:path w="1696379" h="1038225">
                  <a:moveTo>
                    <a:pt x="1691481" y="1038225"/>
                  </a:moveTo>
                  <a:lnTo>
                    <a:pt x="1693580" y="1037225"/>
                  </a:lnTo>
                  <a:lnTo>
                    <a:pt x="1694064" y="1037947"/>
                  </a:lnTo>
                  <a:lnTo>
                    <a:pt x="1696379" y="1035614"/>
                  </a:lnTo>
                  <a:lnTo>
                    <a:pt x="1695894" y="1033005"/>
                  </a:lnTo>
                  <a:lnTo>
                    <a:pt x="1691858" y="1034004"/>
                  </a:lnTo>
                  <a:lnTo>
                    <a:pt x="1691535" y="103661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h147"/>
            <p:cNvSpPr/>
            <p:nvPr/>
          </p:nvSpPr>
          <p:spPr>
            <a:xfrm>
              <a:off x="4192262" y="3519097"/>
              <a:ext cx="1694333" cy="1038280"/>
            </a:xfrm>
            <a:custGeom>
              <a:avLst/>
              <a:pathLst>
                <a:path w="1694333" h="1038280">
                  <a:moveTo>
                    <a:pt x="1691481" y="1038225"/>
                  </a:moveTo>
                  <a:lnTo>
                    <a:pt x="1694333" y="1038280"/>
                  </a:lnTo>
                  <a:lnTo>
                    <a:pt x="1692288" y="10350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h148"/>
            <p:cNvSpPr/>
            <p:nvPr/>
          </p:nvSpPr>
          <p:spPr>
            <a:xfrm>
              <a:off x="4329393" y="3951983"/>
              <a:ext cx="1700361" cy="1039937"/>
            </a:xfrm>
            <a:custGeom>
              <a:avLst/>
              <a:pathLst>
                <a:path w="1700361" h="1039937">
                  <a:moveTo>
                    <a:pt x="1691481" y="1038225"/>
                  </a:moveTo>
                  <a:lnTo>
                    <a:pt x="1693903" y="1039937"/>
                  </a:lnTo>
                  <a:lnTo>
                    <a:pt x="1700361" y="1038225"/>
                  </a:lnTo>
                  <a:lnTo>
                    <a:pt x="1700254" y="1035655"/>
                  </a:lnTo>
                  <a:lnTo>
                    <a:pt x="1697832" y="1034571"/>
                  </a:lnTo>
                  <a:lnTo>
                    <a:pt x="1693957" y="10355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h149"/>
            <p:cNvSpPr/>
            <p:nvPr/>
          </p:nvSpPr>
          <p:spPr>
            <a:xfrm>
              <a:off x="4308834" y="3939141"/>
              <a:ext cx="1695625" cy="1038225"/>
            </a:xfrm>
            <a:custGeom>
              <a:avLst/>
              <a:pathLst>
                <a:path w="1695625" h="1038225">
                  <a:moveTo>
                    <a:pt x="1691481" y="1038225"/>
                  </a:moveTo>
                  <a:lnTo>
                    <a:pt x="1693903" y="1036513"/>
                  </a:lnTo>
                  <a:lnTo>
                    <a:pt x="1695625" y="1031550"/>
                  </a:lnTo>
                  <a:lnTo>
                    <a:pt x="1693257" y="1028983"/>
                  </a:lnTo>
                  <a:lnTo>
                    <a:pt x="1693795" y="103400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h150"/>
            <p:cNvSpPr/>
            <p:nvPr/>
          </p:nvSpPr>
          <p:spPr>
            <a:xfrm>
              <a:off x="5096210" y="1782203"/>
              <a:ext cx="1694710" cy="1038225"/>
            </a:xfrm>
            <a:custGeom>
              <a:avLst/>
              <a:pathLst>
                <a:path w="1694710" h="1038225">
                  <a:moveTo>
                    <a:pt x="1691481" y="1038225"/>
                  </a:moveTo>
                  <a:lnTo>
                    <a:pt x="1694710" y="1037382"/>
                  </a:lnTo>
                  <a:lnTo>
                    <a:pt x="1690781" y="103336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h151"/>
            <p:cNvSpPr/>
            <p:nvPr/>
          </p:nvSpPr>
          <p:spPr>
            <a:xfrm>
              <a:off x="4350544" y="4693320"/>
              <a:ext cx="1691481" cy="1038636"/>
            </a:xfrm>
            <a:custGeom>
              <a:avLst/>
              <a:pathLst>
                <a:path w="1691481" h="1038636">
                  <a:moveTo>
                    <a:pt x="1691481" y="1038225"/>
                  </a:moveTo>
                  <a:lnTo>
                    <a:pt x="1690566" y="1036108"/>
                  </a:lnTo>
                  <a:lnTo>
                    <a:pt x="1688306" y="103863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h152"/>
            <p:cNvSpPr/>
            <p:nvPr/>
          </p:nvSpPr>
          <p:spPr>
            <a:xfrm>
              <a:off x="4488214" y="4841736"/>
              <a:ext cx="1694710" cy="1039346"/>
            </a:xfrm>
            <a:custGeom>
              <a:avLst/>
              <a:pathLst>
                <a:path w="1694710" h="1039346">
                  <a:moveTo>
                    <a:pt x="1691481" y="1038225"/>
                  </a:moveTo>
                  <a:lnTo>
                    <a:pt x="1694656" y="1039346"/>
                  </a:lnTo>
                  <a:lnTo>
                    <a:pt x="1694710" y="103722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h153"/>
            <p:cNvSpPr/>
            <p:nvPr/>
          </p:nvSpPr>
          <p:spPr>
            <a:xfrm>
              <a:off x="5044543" y="2019296"/>
              <a:ext cx="1694441" cy="1040687"/>
            </a:xfrm>
            <a:custGeom>
              <a:avLst/>
              <a:pathLst>
                <a:path w="1694441" h="1040687">
                  <a:moveTo>
                    <a:pt x="1691481" y="1038225"/>
                  </a:moveTo>
                  <a:lnTo>
                    <a:pt x="1692396" y="1040687"/>
                  </a:lnTo>
                  <a:lnTo>
                    <a:pt x="1694441" y="1039045"/>
                  </a:lnTo>
                  <a:lnTo>
                    <a:pt x="1692611" y="10361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h154"/>
            <p:cNvSpPr/>
            <p:nvPr/>
          </p:nvSpPr>
          <p:spPr>
            <a:xfrm>
              <a:off x="5110902" y="1762813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1158" y="1035425"/>
                  </a:lnTo>
                  <a:lnTo>
                    <a:pt x="1689436" y="10364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h155"/>
            <p:cNvSpPr/>
            <p:nvPr/>
          </p:nvSpPr>
          <p:spPr>
            <a:xfrm>
              <a:off x="4523358" y="4703432"/>
              <a:ext cx="1696217" cy="1042223"/>
            </a:xfrm>
            <a:custGeom>
              <a:avLst/>
              <a:pathLst>
                <a:path w="1696217" h="1042223">
                  <a:moveTo>
                    <a:pt x="1691481" y="1038225"/>
                  </a:moveTo>
                  <a:lnTo>
                    <a:pt x="1692073" y="1041870"/>
                  </a:lnTo>
                  <a:lnTo>
                    <a:pt x="1696217" y="1042223"/>
                  </a:lnTo>
                  <a:lnTo>
                    <a:pt x="1693903" y="10362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h156"/>
            <p:cNvSpPr/>
            <p:nvPr/>
          </p:nvSpPr>
          <p:spPr>
            <a:xfrm>
              <a:off x="4351943" y="3885127"/>
              <a:ext cx="1696755" cy="1041752"/>
            </a:xfrm>
            <a:custGeom>
              <a:avLst/>
              <a:pathLst>
                <a:path w="1696755" h="1041752">
                  <a:moveTo>
                    <a:pt x="1691481" y="1038225"/>
                  </a:moveTo>
                  <a:lnTo>
                    <a:pt x="1689328" y="1039135"/>
                  </a:lnTo>
                  <a:lnTo>
                    <a:pt x="1690620" y="1041752"/>
                  </a:lnTo>
                  <a:lnTo>
                    <a:pt x="1696755" y="1041070"/>
                  </a:lnTo>
                  <a:lnTo>
                    <a:pt x="1694441" y="10384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h157"/>
            <p:cNvSpPr/>
            <p:nvPr/>
          </p:nvSpPr>
          <p:spPr>
            <a:xfrm>
              <a:off x="5134260" y="2794895"/>
              <a:ext cx="1696002" cy="1038225"/>
            </a:xfrm>
            <a:custGeom>
              <a:avLst/>
              <a:pathLst>
                <a:path w="1696002" h="1038225">
                  <a:moveTo>
                    <a:pt x="1691481" y="1038225"/>
                  </a:moveTo>
                  <a:lnTo>
                    <a:pt x="1696002" y="1035755"/>
                  </a:lnTo>
                  <a:lnTo>
                    <a:pt x="1692504" y="1034494"/>
                  </a:lnTo>
                  <a:lnTo>
                    <a:pt x="1690189" y="103670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h158"/>
            <p:cNvSpPr/>
            <p:nvPr/>
          </p:nvSpPr>
          <p:spPr>
            <a:xfrm>
              <a:off x="5355403" y="1623650"/>
              <a:ext cx="1694979" cy="1038225"/>
            </a:xfrm>
            <a:custGeom>
              <a:avLst/>
              <a:pathLst>
                <a:path w="1694979" h="1038225">
                  <a:moveTo>
                    <a:pt x="1691481" y="1038225"/>
                  </a:moveTo>
                  <a:lnTo>
                    <a:pt x="1694979" y="1037310"/>
                  </a:lnTo>
                  <a:lnTo>
                    <a:pt x="1691750" y="10364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h159"/>
            <p:cNvSpPr/>
            <p:nvPr/>
          </p:nvSpPr>
          <p:spPr>
            <a:xfrm>
              <a:off x="4980068" y="3266723"/>
              <a:ext cx="1694280" cy="1041287"/>
            </a:xfrm>
            <a:custGeom>
              <a:avLst/>
              <a:pathLst>
                <a:path w="1694280" h="1041287">
                  <a:moveTo>
                    <a:pt x="1691481" y="1038225"/>
                  </a:moveTo>
                  <a:lnTo>
                    <a:pt x="1692773" y="1041287"/>
                  </a:lnTo>
                  <a:lnTo>
                    <a:pt x="1694280" y="10382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h160"/>
            <p:cNvSpPr/>
            <p:nvPr/>
          </p:nvSpPr>
          <p:spPr>
            <a:xfrm>
              <a:off x="4566628" y="4546265"/>
              <a:ext cx="1696540" cy="1041502"/>
            </a:xfrm>
            <a:custGeom>
              <a:avLst/>
              <a:pathLst>
                <a:path w="1696540" h="1041502">
                  <a:moveTo>
                    <a:pt x="1691481" y="1038225"/>
                  </a:moveTo>
                  <a:lnTo>
                    <a:pt x="1692611" y="1041502"/>
                  </a:lnTo>
                  <a:lnTo>
                    <a:pt x="1694656" y="1040858"/>
                  </a:lnTo>
                  <a:lnTo>
                    <a:pt x="1696540" y="1035591"/>
                  </a:lnTo>
                  <a:lnTo>
                    <a:pt x="1693903" y="10347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h161"/>
            <p:cNvSpPr/>
            <p:nvPr/>
          </p:nvSpPr>
          <p:spPr>
            <a:xfrm>
              <a:off x="4666948" y="4609478"/>
              <a:ext cx="1699177" cy="1044148"/>
            </a:xfrm>
            <a:custGeom>
              <a:avLst/>
              <a:pathLst>
                <a:path w="1699177" h="1044148">
                  <a:moveTo>
                    <a:pt x="1691481" y="1038225"/>
                  </a:moveTo>
                  <a:lnTo>
                    <a:pt x="1693526" y="1039749"/>
                  </a:lnTo>
                  <a:lnTo>
                    <a:pt x="1694064" y="1044148"/>
                  </a:lnTo>
                  <a:lnTo>
                    <a:pt x="1697024" y="1042095"/>
                  </a:lnTo>
                  <a:lnTo>
                    <a:pt x="1699177" y="1031071"/>
                  </a:lnTo>
                  <a:lnTo>
                    <a:pt x="1697024" y="1029664"/>
                  </a:lnTo>
                  <a:lnTo>
                    <a:pt x="1694387" y="103136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h162"/>
            <p:cNvSpPr/>
            <p:nvPr/>
          </p:nvSpPr>
          <p:spPr>
            <a:xfrm>
              <a:off x="4560332" y="4584037"/>
              <a:ext cx="1697455" cy="1043030"/>
            </a:xfrm>
            <a:custGeom>
              <a:avLst/>
              <a:pathLst>
                <a:path w="1697455" h="1043030">
                  <a:moveTo>
                    <a:pt x="1691481" y="1038225"/>
                  </a:moveTo>
                  <a:lnTo>
                    <a:pt x="1693634" y="1043030"/>
                  </a:lnTo>
                  <a:lnTo>
                    <a:pt x="1696271" y="1041975"/>
                  </a:lnTo>
                  <a:lnTo>
                    <a:pt x="1697455" y="10368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h163"/>
            <p:cNvSpPr/>
            <p:nvPr/>
          </p:nvSpPr>
          <p:spPr>
            <a:xfrm>
              <a:off x="4486222" y="4815547"/>
              <a:ext cx="1696917" cy="1041704"/>
            </a:xfrm>
            <a:custGeom>
              <a:avLst/>
              <a:pathLst>
                <a:path w="1696917" h="1041704">
                  <a:moveTo>
                    <a:pt x="1691481" y="1038225"/>
                  </a:moveTo>
                  <a:lnTo>
                    <a:pt x="1691858" y="1041704"/>
                  </a:lnTo>
                  <a:lnTo>
                    <a:pt x="1695464" y="1041586"/>
                  </a:lnTo>
                  <a:lnTo>
                    <a:pt x="1696917" y="10374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h164"/>
            <p:cNvSpPr/>
            <p:nvPr/>
          </p:nvSpPr>
          <p:spPr>
            <a:xfrm>
              <a:off x="4110026" y="4844627"/>
              <a:ext cx="1733837" cy="1041116"/>
            </a:xfrm>
            <a:custGeom>
              <a:avLst/>
              <a:pathLst>
                <a:path w="1733837" h="1041116">
                  <a:moveTo>
                    <a:pt x="1691481" y="1038225"/>
                  </a:moveTo>
                  <a:lnTo>
                    <a:pt x="1691481" y="1041116"/>
                  </a:lnTo>
                  <a:lnTo>
                    <a:pt x="1695787" y="1040644"/>
                  </a:lnTo>
                  <a:lnTo>
                    <a:pt x="1700899" y="1035333"/>
                  </a:lnTo>
                  <a:lnTo>
                    <a:pt x="1708111" y="1024773"/>
                  </a:lnTo>
                  <a:lnTo>
                    <a:pt x="1712901" y="1021647"/>
                  </a:lnTo>
                  <a:lnTo>
                    <a:pt x="1720113" y="1020291"/>
                  </a:lnTo>
                  <a:lnTo>
                    <a:pt x="1732976" y="1022296"/>
                  </a:lnTo>
                  <a:lnTo>
                    <a:pt x="1733837" y="1020468"/>
                  </a:lnTo>
                  <a:lnTo>
                    <a:pt x="1730016" y="1017636"/>
                  </a:lnTo>
                  <a:lnTo>
                    <a:pt x="1722266" y="1015513"/>
                  </a:lnTo>
                  <a:lnTo>
                    <a:pt x="1714031" y="1015219"/>
                  </a:lnTo>
                  <a:lnTo>
                    <a:pt x="1708003" y="1016811"/>
                  </a:lnTo>
                  <a:lnTo>
                    <a:pt x="1697778" y="10278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h165"/>
            <p:cNvSpPr/>
            <p:nvPr/>
          </p:nvSpPr>
          <p:spPr>
            <a:xfrm>
              <a:off x="5085392" y="1802536"/>
              <a:ext cx="1691912" cy="1038225"/>
            </a:xfrm>
            <a:custGeom>
              <a:avLst/>
              <a:pathLst>
                <a:path w="1691912" h="1038225">
                  <a:moveTo>
                    <a:pt x="1691481" y="1038225"/>
                  </a:moveTo>
                  <a:lnTo>
                    <a:pt x="1691912" y="1034707"/>
                  </a:lnTo>
                  <a:lnTo>
                    <a:pt x="1689328" y="10349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h166"/>
            <p:cNvSpPr/>
            <p:nvPr/>
          </p:nvSpPr>
          <p:spPr>
            <a:xfrm>
              <a:off x="5062142" y="2898908"/>
              <a:ext cx="1694441" cy="1038225"/>
            </a:xfrm>
            <a:custGeom>
              <a:avLst/>
              <a:pathLst>
                <a:path w="1694441" h="1038225">
                  <a:moveTo>
                    <a:pt x="1691481" y="1038225"/>
                  </a:moveTo>
                  <a:lnTo>
                    <a:pt x="1694441" y="1036527"/>
                  </a:lnTo>
                  <a:lnTo>
                    <a:pt x="1691696" y="1033186"/>
                  </a:lnTo>
                  <a:lnTo>
                    <a:pt x="1688629" y="1033557"/>
                  </a:lnTo>
                  <a:lnTo>
                    <a:pt x="1687875" y="10354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h167"/>
            <p:cNvSpPr/>
            <p:nvPr/>
          </p:nvSpPr>
          <p:spPr>
            <a:xfrm>
              <a:off x="5278442" y="2522948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1050" y="1035258"/>
                  </a:lnTo>
                  <a:lnTo>
                    <a:pt x="1689005" y="10366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h168"/>
            <p:cNvSpPr/>
            <p:nvPr/>
          </p:nvSpPr>
          <p:spPr>
            <a:xfrm>
              <a:off x="4704998" y="4692027"/>
              <a:ext cx="1696648" cy="1040341"/>
            </a:xfrm>
            <a:custGeom>
              <a:avLst/>
              <a:pathLst>
                <a:path w="1696648" h="1040341">
                  <a:moveTo>
                    <a:pt x="1691481" y="1038225"/>
                  </a:moveTo>
                  <a:lnTo>
                    <a:pt x="1693311" y="1040341"/>
                  </a:lnTo>
                  <a:lnTo>
                    <a:pt x="1696648" y="1036050"/>
                  </a:lnTo>
                  <a:lnTo>
                    <a:pt x="1694333" y="103446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4373256" y="3984040"/>
              <a:ext cx="1703321" cy="1038225"/>
            </a:xfrm>
            <a:custGeom>
              <a:avLst/>
              <a:pathLst>
                <a:path w="1703321" h="1038225">
                  <a:moveTo>
                    <a:pt x="1691481" y="1038225"/>
                  </a:moveTo>
                  <a:lnTo>
                    <a:pt x="1699662" y="1037252"/>
                  </a:lnTo>
                  <a:lnTo>
                    <a:pt x="1703321" y="1034450"/>
                  </a:lnTo>
                  <a:lnTo>
                    <a:pt x="1701222" y="1031306"/>
                  </a:lnTo>
                  <a:lnTo>
                    <a:pt x="1690243" y="1033993"/>
                  </a:lnTo>
                  <a:lnTo>
                    <a:pt x="1689059" y="10378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4213197" y="3493515"/>
              <a:ext cx="1691642" cy="1045728"/>
            </a:xfrm>
            <a:custGeom>
              <a:avLst/>
              <a:pathLst>
                <a:path w="1691642" h="1045728">
                  <a:moveTo>
                    <a:pt x="1691481" y="1038225"/>
                  </a:moveTo>
                  <a:lnTo>
                    <a:pt x="1686207" y="1036891"/>
                  </a:lnTo>
                  <a:lnTo>
                    <a:pt x="1683085" y="1040892"/>
                  </a:lnTo>
                  <a:lnTo>
                    <a:pt x="1684323" y="1045617"/>
                  </a:lnTo>
                  <a:lnTo>
                    <a:pt x="1688575" y="1045728"/>
                  </a:lnTo>
                  <a:lnTo>
                    <a:pt x="1691642" y="10400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4378584" y="4695318"/>
              <a:ext cx="1700415" cy="1041281"/>
            </a:xfrm>
            <a:custGeom>
              <a:avLst/>
              <a:pathLst>
                <a:path w="1700415" h="1041281">
                  <a:moveTo>
                    <a:pt x="1691481" y="1038225"/>
                  </a:moveTo>
                  <a:lnTo>
                    <a:pt x="1694387" y="1041281"/>
                  </a:lnTo>
                  <a:lnTo>
                    <a:pt x="1700415" y="1040988"/>
                  </a:lnTo>
                  <a:lnTo>
                    <a:pt x="1696809" y="103693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5100731" y="1768881"/>
              <a:ext cx="1695517" cy="1038225"/>
            </a:xfrm>
            <a:custGeom>
              <a:avLst/>
              <a:pathLst>
                <a:path w="1695517" h="1038225">
                  <a:moveTo>
                    <a:pt x="1691481" y="1038225"/>
                  </a:moveTo>
                  <a:lnTo>
                    <a:pt x="1695517" y="1036077"/>
                  </a:lnTo>
                  <a:lnTo>
                    <a:pt x="1692719" y="103486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4547361" y="4497493"/>
              <a:ext cx="1702352" cy="1040387"/>
            </a:xfrm>
            <a:custGeom>
              <a:avLst/>
              <a:pathLst>
                <a:path w="1702352" h="1040387">
                  <a:moveTo>
                    <a:pt x="1691481" y="1038225"/>
                  </a:moveTo>
                  <a:lnTo>
                    <a:pt x="1692019" y="1040387"/>
                  </a:lnTo>
                  <a:lnTo>
                    <a:pt x="1695356" y="1036997"/>
                  </a:lnTo>
                  <a:lnTo>
                    <a:pt x="1699877" y="1038225"/>
                  </a:lnTo>
                  <a:lnTo>
                    <a:pt x="1702352" y="1036238"/>
                  </a:lnTo>
                  <a:lnTo>
                    <a:pt x="1701814" y="1030980"/>
                  </a:lnTo>
                  <a:lnTo>
                    <a:pt x="1698962" y="103179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5001649" y="2927591"/>
              <a:ext cx="1699392" cy="1038225"/>
            </a:xfrm>
            <a:custGeom>
              <a:avLst/>
              <a:pathLst>
                <a:path w="1699392" h="1038225">
                  <a:moveTo>
                    <a:pt x="1691481" y="1038225"/>
                  </a:moveTo>
                  <a:lnTo>
                    <a:pt x="1696056" y="1037480"/>
                  </a:lnTo>
                  <a:lnTo>
                    <a:pt x="1699392" y="1035140"/>
                  </a:lnTo>
                  <a:lnTo>
                    <a:pt x="1698531" y="1032961"/>
                  </a:lnTo>
                  <a:lnTo>
                    <a:pt x="1695356" y="1034236"/>
                  </a:lnTo>
                  <a:lnTo>
                    <a:pt x="1691965" y="1033014"/>
                  </a:lnTo>
                  <a:lnTo>
                    <a:pt x="1690028" y="103535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5222900" y="2595451"/>
              <a:ext cx="1697886" cy="1041936"/>
            </a:xfrm>
            <a:custGeom>
              <a:avLst/>
              <a:pathLst>
                <a:path w="1697886" h="1041936">
                  <a:moveTo>
                    <a:pt x="1691481" y="1038225"/>
                  </a:moveTo>
                  <a:lnTo>
                    <a:pt x="1694387" y="1040492"/>
                  </a:lnTo>
                  <a:lnTo>
                    <a:pt x="1697886" y="1041936"/>
                  </a:lnTo>
                  <a:lnTo>
                    <a:pt x="1694925" y="10391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4367390" y="3954838"/>
              <a:ext cx="1702622" cy="1041365"/>
            </a:xfrm>
            <a:custGeom>
              <a:avLst/>
              <a:pathLst>
                <a:path w="1702622" h="1041365">
                  <a:moveTo>
                    <a:pt x="1691481" y="1038225"/>
                  </a:moveTo>
                  <a:lnTo>
                    <a:pt x="1689221" y="1041137"/>
                  </a:lnTo>
                  <a:lnTo>
                    <a:pt x="1691642" y="1041365"/>
                  </a:lnTo>
                  <a:lnTo>
                    <a:pt x="1697294" y="1038853"/>
                  </a:lnTo>
                  <a:lnTo>
                    <a:pt x="1702137" y="1039138"/>
                  </a:lnTo>
                  <a:lnTo>
                    <a:pt x="1702622" y="1036511"/>
                  </a:lnTo>
                  <a:lnTo>
                    <a:pt x="1700200" y="103599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5160470" y="1839034"/>
              <a:ext cx="1691642" cy="1038225"/>
            </a:xfrm>
            <a:custGeom>
              <a:avLst/>
              <a:pathLst>
                <a:path w="1691642" h="1038225">
                  <a:moveTo>
                    <a:pt x="1691481" y="1038225"/>
                  </a:moveTo>
                  <a:lnTo>
                    <a:pt x="1691642" y="10382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5246581" y="2599627"/>
              <a:ext cx="1691642" cy="1038431"/>
            </a:xfrm>
            <a:custGeom>
              <a:avLst/>
              <a:pathLst>
                <a:path w="1691642" h="1038431">
                  <a:moveTo>
                    <a:pt x="1691481" y="1038225"/>
                  </a:moveTo>
                  <a:lnTo>
                    <a:pt x="1691427" y="1038379"/>
                  </a:lnTo>
                  <a:lnTo>
                    <a:pt x="1691642" y="103843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5172795" y="2448755"/>
              <a:ext cx="1691912" cy="1038225"/>
            </a:xfrm>
            <a:custGeom>
              <a:avLst/>
              <a:pathLst>
                <a:path w="1691912" h="1038225">
                  <a:moveTo>
                    <a:pt x="1691481" y="1038225"/>
                  </a:moveTo>
                  <a:lnTo>
                    <a:pt x="1691912" y="1037057"/>
                  </a:lnTo>
                  <a:lnTo>
                    <a:pt x="1687337" y="103477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4534337" y="3349813"/>
              <a:ext cx="1691696" cy="1038225"/>
            </a:xfrm>
            <a:custGeom>
              <a:avLst/>
              <a:pathLst>
                <a:path w="1691696" h="1038225">
                  <a:moveTo>
                    <a:pt x="1691481" y="1038225"/>
                  </a:moveTo>
                  <a:lnTo>
                    <a:pt x="1691696" y="103778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4205501" y="3553981"/>
              <a:ext cx="1694710" cy="1038225"/>
            </a:xfrm>
            <a:custGeom>
              <a:avLst/>
              <a:pathLst>
                <a:path w="1694710" h="1038225">
                  <a:moveTo>
                    <a:pt x="1691481" y="1038225"/>
                  </a:moveTo>
                  <a:lnTo>
                    <a:pt x="1694710" y="1034933"/>
                  </a:lnTo>
                  <a:lnTo>
                    <a:pt x="1694064" y="103287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4723834" y="4541291"/>
              <a:ext cx="1705097" cy="1047940"/>
            </a:xfrm>
            <a:custGeom>
              <a:avLst/>
              <a:pathLst>
                <a:path w="1705097" h="1047940">
                  <a:moveTo>
                    <a:pt x="1691481" y="1038225"/>
                  </a:moveTo>
                  <a:lnTo>
                    <a:pt x="1689113" y="1042848"/>
                  </a:lnTo>
                  <a:lnTo>
                    <a:pt x="1689597" y="1046828"/>
                  </a:lnTo>
                  <a:lnTo>
                    <a:pt x="1693472" y="1047940"/>
                  </a:lnTo>
                  <a:lnTo>
                    <a:pt x="1698262" y="1047296"/>
                  </a:lnTo>
                  <a:lnTo>
                    <a:pt x="1705097" y="1044252"/>
                  </a:lnTo>
                  <a:lnTo>
                    <a:pt x="1704505" y="1041267"/>
                  </a:lnTo>
                  <a:lnTo>
                    <a:pt x="1693741" y="1042848"/>
                  </a:lnTo>
                  <a:lnTo>
                    <a:pt x="1696163" y="1035825"/>
                  </a:lnTo>
                  <a:lnTo>
                    <a:pt x="1694764" y="103512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4287952" y="3939255"/>
              <a:ext cx="1695464" cy="1039936"/>
            </a:xfrm>
            <a:custGeom>
              <a:avLst/>
              <a:pathLst>
                <a:path w="1695464" h="1039936">
                  <a:moveTo>
                    <a:pt x="1691481" y="1038225"/>
                  </a:moveTo>
                  <a:lnTo>
                    <a:pt x="1691050" y="1039651"/>
                  </a:lnTo>
                  <a:lnTo>
                    <a:pt x="1695464" y="1039936"/>
                  </a:lnTo>
                  <a:lnTo>
                    <a:pt x="1694818" y="10372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5200458" y="2471573"/>
              <a:ext cx="1697186" cy="1043823"/>
            </a:xfrm>
            <a:custGeom>
              <a:avLst/>
              <a:pathLst>
                <a:path w="1697186" h="1043823">
                  <a:moveTo>
                    <a:pt x="1691481" y="1038225"/>
                  </a:moveTo>
                  <a:lnTo>
                    <a:pt x="1692880" y="1043823"/>
                  </a:lnTo>
                  <a:lnTo>
                    <a:pt x="1696056" y="1043670"/>
                  </a:lnTo>
                  <a:lnTo>
                    <a:pt x="1697186" y="1037665"/>
                  </a:lnTo>
                  <a:lnTo>
                    <a:pt x="1692127" y="10369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4362115" y="3893492"/>
              <a:ext cx="1692504" cy="1038225"/>
            </a:xfrm>
            <a:custGeom>
              <a:avLst/>
              <a:pathLst>
                <a:path w="1692504" h="1038225">
                  <a:moveTo>
                    <a:pt x="1691481" y="1038225"/>
                  </a:moveTo>
                  <a:lnTo>
                    <a:pt x="1692504" y="1036915"/>
                  </a:lnTo>
                  <a:lnTo>
                    <a:pt x="1690189" y="1033216"/>
                  </a:lnTo>
                  <a:lnTo>
                    <a:pt x="1687391" y="103315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5207939" y="2596895"/>
              <a:ext cx="1694064" cy="1040647"/>
            </a:xfrm>
            <a:custGeom>
              <a:avLst/>
              <a:pathLst>
                <a:path w="1694064" h="1040647">
                  <a:moveTo>
                    <a:pt x="1691481" y="1038225"/>
                  </a:moveTo>
                  <a:lnTo>
                    <a:pt x="1692773" y="1040647"/>
                  </a:lnTo>
                  <a:lnTo>
                    <a:pt x="1694064" y="103812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4637455" y="4590776"/>
              <a:ext cx="1698908" cy="1041096"/>
            </a:xfrm>
            <a:custGeom>
              <a:avLst/>
              <a:pathLst>
                <a:path w="1698908" h="1041096">
                  <a:moveTo>
                    <a:pt x="1691481" y="1038225"/>
                  </a:moveTo>
                  <a:lnTo>
                    <a:pt x="1695679" y="1041096"/>
                  </a:lnTo>
                  <a:lnTo>
                    <a:pt x="1698908" y="1038400"/>
                  </a:lnTo>
                  <a:lnTo>
                    <a:pt x="1698585" y="1036291"/>
                  </a:lnTo>
                  <a:lnTo>
                    <a:pt x="1693042" y="103465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5121882" y="2793318"/>
              <a:ext cx="1695464" cy="1038225"/>
            </a:xfrm>
            <a:custGeom>
              <a:avLst/>
              <a:pathLst>
                <a:path w="1695464" h="1038225">
                  <a:moveTo>
                    <a:pt x="1691481" y="1038225"/>
                  </a:moveTo>
                  <a:lnTo>
                    <a:pt x="1695464" y="1036281"/>
                  </a:lnTo>
                  <a:lnTo>
                    <a:pt x="1694064" y="10353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4931846" y="1683513"/>
              <a:ext cx="1691481" cy="1042609"/>
            </a:xfrm>
            <a:custGeom>
              <a:avLst/>
              <a:pathLst>
                <a:path w="1691481" h="1042609">
                  <a:moveTo>
                    <a:pt x="1691481" y="1038225"/>
                  </a:moveTo>
                  <a:lnTo>
                    <a:pt x="1687175" y="1041640"/>
                  </a:lnTo>
                  <a:lnTo>
                    <a:pt x="1690458" y="104260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4564906" y="4758566"/>
              <a:ext cx="1697724" cy="1040698"/>
            </a:xfrm>
            <a:custGeom>
              <a:avLst/>
              <a:pathLst>
                <a:path w="1697724" h="1040698">
                  <a:moveTo>
                    <a:pt x="1691481" y="1038225"/>
                  </a:moveTo>
                  <a:lnTo>
                    <a:pt x="1693365" y="1040698"/>
                  </a:lnTo>
                  <a:lnTo>
                    <a:pt x="1697724" y="1040285"/>
                  </a:lnTo>
                  <a:lnTo>
                    <a:pt x="1696432" y="10381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4550752" y="4767518"/>
              <a:ext cx="1701653" cy="1039874"/>
            </a:xfrm>
            <a:custGeom>
              <a:avLst/>
              <a:pathLst>
                <a:path w="1701653" h="1039874">
                  <a:moveTo>
                    <a:pt x="1691481" y="1038225"/>
                  </a:moveTo>
                  <a:lnTo>
                    <a:pt x="1693419" y="1039874"/>
                  </a:lnTo>
                  <a:lnTo>
                    <a:pt x="1699177" y="1038166"/>
                  </a:lnTo>
                  <a:lnTo>
                    <a:pt x="1701653" y="1035280"/>
                  </a:lnTo>
                  <a:lnTo>
                    <a:pt x="1699177" y="10344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4497202" y="4778945"/>
              <a:ext cx="1698101" cy="1044234"/>
            </a:xfrm>
            <a:custGeom>
              <a:avLst/>
              <a:pathLst>
                <a:path w="1698101" h="1044234">
                  <a:moveTo>
                    <a:pt x="1691481" y="1038225"/>
                  </a:moveTo>
                  <a:lnTo>
                    <a:pt x="1692342" y="1042349"/>
                  </a:lnTo>
                  <a:lnTo>
                    <a:pt x="1698101" y="1044234"/>
                  </a:lnTo>
                  <a:lnTo>
                    <a:pt x="1697993" y="1041229"/>
                  </a:lnTo>
                  <a:lnTo>
                    <a:pt x="1695410" y="103692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4608392" y="4741023"/>
              <a:ext cx="1704398" cy="1045347"/>
            </a:xfrm>
            <a:custGeom>
              <a:avLst/>
              <a:pathLst>
                <a:path w="1704398" h="1045347">
                  <a:moveTo>
                    <a:pt x="1691481" y="1038225"/>
                  </a:moveTo>
                  <a:lnTo>
                    <a:pt x="1692665" y="1042286"/>
                  </a:lnTo>
                  <a:lnTo>
                    <a:pt x="1697455" y="1044641"/>
                  </a:lnTo>
                  <a:lnTo>
                    <a:pt x="1701760" y="1045347"/>
                  </a:lnTo>
                  <a:lnTo>
                    <a:pt x="1704398" y="1041226"/>
                  </a:lnTo>
                  <a:lnTo>
                    <a:pt x="1702998" y="1039814"/>
                  </a:lnTo>
                  <a:lnTo>
                    <a:pt x="1694549" y="103734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4631857" y="4640924"/>
              <a:ext cx="1694441" cy="1043038"/>
            </a:xfrm>
            <a:custGeom>
              <a:avLst/>
              <a:pathLst>
                <a:path w="1694441" h="1043038">
                  <a:moveTo>
                    <a:pt x="1691481" y="1038225"/>
                  </a:moveTo>
                  <a:lnTo>
                    <a:pt x="1692719" y="1043038"/>
                  </a:lnTo>
                  <a:lnTo>
                    <a:pt x="1694441" y="1041629"/>
                  </a:lnTo>
                  <a:lnTo>
                    <a:pt x="1693257" y="103587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5061658" y="3355150"/>
              <a:ext cx="1695033" cy="1038225"/>
            </a:xfrm>
            <a:custGeom>
              <a:avLst/>
              <a:pathLst>
                <a:path w="1695033" h="1038225">
                  <a:moveTo>
                    <a:pt x="1691481" y="1038225"/>
                  </a:moveTo>
                  <a:lnTo>
                    <a:pt x="1695033" y="1036739"/>
                  </a:lnTo>
                  <a:lnTo>
                    <a:pt x="1693957" y="103541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4721090" y="4662707"/>
              <a:ext cx="1695248" cy="1041925"/>
            </a:xfrm>
            <a:custGeom>
              <a:avLst/>
              <a:pathLst>
                <a:path w="1695248" h="1041925">
                  <a:moveTo>
                    <a:pt x="1691481" y="1038225"/>
                  </a:moveTo>
                  <a:lnTo>
                    <a:pt x="1693203" y="1041925"/>
                  </a:lnTo>
                  <a:lnTo>
                    <a:pt x="1695248" y="103922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4474759" y="4682329"/>
              <a:ext cx="1699554" cy="1039694"/>
            </a:xfrm>
            <a:custGeom>
              <a:avLst/>
              <a:pathLst>
                <a:path w="1699554" h="1039694">
                  <a:moveTo>
                    <a:pt x="1691481" y="1038225"/>
                  </a:moveTo>
                  <a:lnTo>
                    <a:pt x="1692934" y="1039694"/>
                  </a:lnTo>
                  <a:lnTo>
                    <a:pt x="1699554" y="1035521"/>
                  </a:lnTo>
                  <a:lnTo>
                    <a:pt x="1698585" y="1033935"/>
                  </a:lnTo>
                  <a:lnTo>
                    <a:pt x="1692073" y="10369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4567274" y="4480786"/>
              <a:ext cx="1700469" cy="1038458"/>
            </a:xfrm>
            <a:custGeom>
              <a:avLst/>
              <a:pathLst>
                <a:path w="1700469" h="1038458">
                  <a:moveTo>
                    <a:pt x="1691481" y="1038225"/>
                  </a:moveTo>
                  <a:lnTo>
                    <a:pt x="1692665" y="1038458"/>
                  </a:lnTo>
                  <a:lnTo>
                    <a:pt x="1699877" y="1031042"/>
                  </a:lnTo>
                  <a:lnTo>
                    <a:pt x="1700469" y="1028240"/>
                  </a:lnTo>
                  <a:lnTo>
                    <a:pt x="1697563" y="1027715"/>
                  </a:lnTo>
                  <a:lnTo>
                    <a:pt x="1692665" y="103472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5218702" y="2595297"/>
              <a:ext cx="1691642" cy="1038225"/>
            </a:xfrm>
            <a:custGeom>
              <a:avLst/>
              <a:pathLst>
                <a:path w="1691642" h="1038225">
                  <a:moveTo>
                    <a:pt x="1691481" y="1038225"/>
                  </a:moveTo>
                  <a:lnTo>
                    <a:pt x="1691642" y="103822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h200"/>
            <p:cNvSpPr/>
            <p:nvPr/>
          </p:nvSpPr>
          <p:spPr>
            <a:xfrm>
              <a:off x="4560547" y="4438244"/>
              <a:ext cx="1695141" cy="1038225"/>
            </a:xfrm>
            <a:custGeom>
              <a:avLst/>
              <a:pathLst>
                <a:path w="1695141" h="1038225">
                  <a:moveTo>
                    <a:pt x="1691481" y="1038225"/>
                  </a:moveTo>
                  <a:lnTo>
                    <a:pt x="1694333" y="1037758"/>
                  </a:lnTo>
                  <a:lnTo>
                    <a:pt x="1695141" y="1029246"/>
                  </a:lnTo>
                  <a:lnTo>
                    <a:pt x="1691589" y="102965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h201"/>
            <p:cNvSpPr/>
            <p:nvPr/>
          </p:nvSpPr>
          <p:spPr>
            <a:xfrm>
              <a:off x="4585950" y="4494806"/>
              <a:ext cx="1695787" cy="1040386"/>
            </a:xfrm>
            <a:custGeom>
              <a:avLst/>
              <a:pathLst>
                <a:path w="1695787" h="1040386">
                  <a:moveTo>
                    <a:pt x="1691481" y="1038225"/>
                  </a:moveTo>
                  <a:lnTo>
                    <a:pt x="1693257" y="1040386"/>
                  </a:lnTo>
                  <a:lnTo>
                    <a:pt x="1695787" y="1034368"/>
                  </a:lnTo>
                  <a:lnTo>
                    <a:pt x="1693526" y="10343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h202"/>
            <p:cNvSpPr/>
            <p:nvPr/>
          </p:nvSpPr>
          <p:spPr>
            <a:xfrm>
              <a:off x="4294303" y="3937429"/>
              <a:ext cx="1695087" cy="1041192"/>
            </a:xfrm>
            <a:custGeom>
              <a:avLst/>
              <a:pathLst>
                <a:path w="1695087" h="1041192">
                  <a:moveTo>
                    <a:pt x="1691481" y="1038225"/>
                  </a:moveTo>
                  <a:lnTo>
                    <a:pt x="1691965" y="1040507"/>
                  </a:lnTo>
                  <a:lnTo>
                    <a:pt x="1695087" y="1041192"/>
                  </a:lnTo>
                  <a:lnTo>
                    <a:pt x="1693203" y="103617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h203"/>
            <p:cNvSpPr/>
            <p:nvPr/>
          </p:nvSpPr>
          <p:spPr>
            <a:xfrm>
              <a:off x="4501077" y="4692438"/>
              <a:ext cx="1691481" cy="1041928"/>
            </a:xfrm>
            <a:custGeom>
              <a:avLst/>
              <a:pathLst>
                <a:path w="1691481" h="1041928">
                  <a:moveTo>
                    <a:pt x="1691481" y="1038225"/>
                  </a:moveTo>
                  <a:lnTo>
                    <a:pt x="1689113" y="1036873"/>
                  </a:lnTo>
                  <a:lnTo>
                    <a:pt x="1687498" y="1039459"/>
                  </a:lnTo>
                  <a:lnTo>
                    <a:pt x="1689490" y="104192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h204"/>
            <p:cNvSpPr/>
            <p:nvPr/>
          </p:nvSpPr>
          <p:spPr>
            <a:xfrm>
              <a:off x="4151305" y="4794501"/>
              <a:ext cx="1704290" cy="1041820"/>
            </a:xfrm>
            <a:custGeom>
              <a:avLst/>
              <a:pathLst>
                <a:path w="1704290" h="1041820">
                  <a:moveTo>
                    <a:pt x="1691481" y="1038225"/>
                  </a:moveTo>
                  <a:lnTo>
                    <a:pt x="1691481" y="1040700"/>
                  </a:lnTo>
                  <a:lnTo>
                    <a:pt x="1696002" y="1041820"/>
                  </a:lnTo>
                  <a:lnTo>
                    <a:pt x="1701438" y="1038460"/>
                  </a:lnTo>
                  <a:lnTo>
                    <a:pt x="1704290" y="1033451"/>
                  </a:lnTo>
                  <a:lnTo>
                    <a:pt x="1703859" y="1028207"/>
                  </a:lnTo>
                  <a:lnTo>
                    <a:pt x="1699931" y="1028678"/>
                  </a:lnTo>
                  <a:lnTo>
                    <a:pt x="1692934" y="103421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h205"/>
            <p:cNvSpPr/>
            <p:nvPr/>
          </p:nvSpPr>
          <p:spPr>
            <a:xfrm>
              <a:off x="4744662" y="4431364"/>
              <a:ext cx="1695410" cy="1045280"/>
            </a:xfrm>
            <a:custGeom>
              <a:avLst/>
              <a:pathLst>
                <a:path w="1695410" h="1045280">
                  <a:moveTo>
                    <a:pt x="1691481" y="1038225"/>
                  </a:moveTo>
                  <a:lnTo>
                    <a:pt x="1694818" y="1045280"/>
                  </a:lnTo>
                  <a:lnTo>
                    <a:pt x="1695410" y="1043763"/>
                  </a:lnTo>
                  <a:lnTo>
                    <a:pt x="1692450" y="103688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h206"/>
            <p:cNvSpPr/>
            <p:nvPr/>
          </p:nvSpPr>
          <p:spPr>
            <a:xfrm>
              <a:off x="4304583" y="3925737"/>
              <a:ext cx="1694441" cy="1040962"/>
            </a:xfrm>
            <a:custGeom>
              <a:avLst/>
              <a:pathLst>
                <a:path w="1694441" h="1040962">
                  <a:moveTo>
                    <a:pt x="1691481" y="1038225"/>
                  </a:moveTo>
                  <a:lnTo>
                    <a:pt x="1694441" y="1040962"/>
                  </a:lnTo>
                  <a:lnTo>
                    <a:pt x="1693795" y="103759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h207"/>
            <p:cNvSpPr/>
            <p:nvPr/>
          </p:nvSpPr>
          <p:spPr>
            <a:xfrm>
              <a:off x="5195130" y="2469080"/>
              <a:ext cx="1695087" cy="1042753"/>
            </a:xfrm>
            <a:custGeom>
              <a:avLst/>
              <a:pathLst>
                <a:path w="1695087" h="1042753">
                  <a:moveTo>
                    <a:pt x="1691481" y="1038225"/>
                  </a:moveTo>
                  <a:lnTo>
                    <a:pt x="1693795" y="1042753"/>
                  </a:lnTo>
                  <a:lnTo>
                    <a:pt x="1695087" y="10388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h208"/>
            <p:cNvSpPr/>
            <p:nvPr/>
          </p:nvSpPr>
          <p:spPr>
            <a:xfrm>
              <a:off x="4375947" y="3937828"/>
              <a:ext cx="1698424" cy="1038225"/>
            </a:xfrm>
            <a:custGeom>
              <a:avLst/>
              <a:pathLst>
                <a:path w="1698424" h="1038225">
                  <a:moveTo>
                    <a:pt x="1691481" y="1038225"/>
                  </a:moveTo>
                  <a:lnTo>
                    <a:pt x="1698424" y="1032292"/>
                  </a:lnTo>
                  <a:lnTo>
                    <a:pt x="1697401" y="1031151"/>
                  </a:lnTo>
                  <a:lnTo>
                    <a:pt x="1690781" y="10354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h209"/>
            <p:cNvSpPr/>
            <p:nvPr/>
          </p:nvSpPr>
          <p:spPr>
            <a:xfrm>
              <a:off x="4310772" y="3978036"/>
              <a:ext cx="1697455" cy="1041483"/>
            </a:xfrm>
            <a:custGeom>
              <a:avLst/>
              <a:pathLst>
                <a:path w="1697455" h="1041483">
                  <a:moveTo>
                    <a:pt x="1691481" y="1038225"/>
                  </a:moveTo>
                  <a:lnTo>
                    <a:pt x="1694118" y="1041483"/>
                  </a:lnTo>
                  <a:lnTo>
                    <a:pt x="1697347" y="1039425"/>
                  </a:lnTo>
                  <a:lnTo>
                    <a:pt x="1697455" y="103731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h210"/>
            <p:cNvSpPr/>
            <p:nvPr/>
          </p:nvSpPr>
          <p:spPr>
            <a:xfrm>
              <a:off x="4492896" y="4578764"/>
              <a:ext cx="1693795" cy="1039748"/>
            </a:xfrm>
            <a:custGeom>
              <a:avLst/>
              <a:pathLst>
                <a:path w="1693795" h="1039748">
                  <a:moveTo>
                    <a:pt x="1691481" y="1038225"/>
                  </a:moveTo>
                  <a:lnTo>
                    <a:pt x="1693203" y="1039748"/>
                  </a:lnTo>
                  <a:lnTo>
                    <a:pt x="1693795" y="1027856"/>
                  </a:lnTo>
                  <a:lnTo>
                    <a:pt x="1692450" y="102797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h211"/>
            <p:cNvSpPr/>
            <p:nvPr/>
          </p:nvSpPr>
          <p:spPr>
            <a:xfrm>
              <a:off x="4575562" y="4763454"/>
              <a:ext cx="1693795" cy="1043231"/>
            </a:xfrm>
            <a:custGeom>
              <a:avLst/>
              <a:pathLst>
                <a:path w="1693795" h="1043231">
                  <a:moveTo>
                    <a:pt x="1691481" y="1038225"/>
                  </a:moveTo>
                  <a:lnTo>
                    <a:pt x="1690189" y="1042877"/>
                  </a:lnTo>
                  <a:lnTo>
                    <a:pt x="1693257" y="1043231"/>
                  </a:lnTo>
                  <a:lnTo>
                    <a:pt x="1693795" y="10401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h212"/>
            <p:cNvSpPr/>
            <p:nvPr/>
          </p:nvSpPr>
          <p:spPr>
            <a:xfrm>
              <a:off x="4729808" y="4605959"/>
              <a:ext cx="1694656" cy="1040863"/>
            </a:xfrm>
            <a:custGeom>
              <a:avLst/>
              <a:pathLst>
                <a:path w="1694656" h="1040863">
                  <a:moveTo>
                    <a:pt x="1691481" y="1038225"/>
                  </a:moveTo>
                  <a:lnTo>
                    <a:pt x="1692288" y="1040863"/>
                  </a:lnTo>
                  <a:lnTo>
                    <a:pt x="1694656" y="104033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h213"/>
            <p:cNvSpPr/>
            <p:nvPr/>
          </p:nvSpPr>
          <p:spPr>
            <a:xfrm>
              <a:off x="4618456" y="4561544"/>
              <a:ext cx="1695894" cy="1040157"/>
            </a:xfrm>
            <a:custGeom>
              <a:avLst/>
              <a:pathLst>
                <a:path w="1695894" h="1040157">
                  <a:moveTo>
                    <a:pt x="1691481" y="1038225"/>
                  </a:moveTo>
                  <a:lnTo>
                    <a:pt x="1691965" y="1040157"/>
                  </a:lnTo>
                  <a:lnTo>
                    <a:pt x="1695894" y="1037405"/>
                  </a:lnTo>
                  <a:lnTo>
                    <a:pt x="1692019" y="103629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h214"/>
            <p:cNvSpPr/>
            <p:nvPr/>
          </p:nvSpPr>
          <p:spPr>
            <a:xfrm>
              <a:off x="4753866" y="4533217"/>
              <a:ext cx="1694656" cy="1039044"/>
            </a:xfrm>
            <a:custGeom>
              <a:avLst/>
              <a:pathLst>
                <a:path w="1694656" h="1039044">
                  <a:moveTo>
                    <a:pt x="1691481" y="1038225"/>
                  </a:moveTo>
                  <a:lnTo>
                    <a:pt x="1693472" y="1039044"/>
                  </a:lnTo>
                  <a:lnTo>
                    <a:pt x="1694656" y="103635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h215"/>
            <p:cNvSpPr/>
            <p:nvPr/>
          </p:nvSpPr>
          <p:spPr>
            <a:xfrm>
              <a:off x="4567812" y="3967233"/>
              <a:ext cx="1701384" cy="1038225"/>
            </a:xfrm>
            <a:custGeom>
              <a:avLst/>
              <a:pathLst>
                <a:path w="1701384" h="1038225">
                  <a:moveTo>
                    <a:pt x="1691481" y="1038225"/>
                  </a:moveTo>
                  <a:lnTo>
                    <a:pt x="1701384" y="1035425"/>
                  </a:lnTo>
                  <a:lnTo>
                    <a:pt x="1700200" y="1033768"/>
                  </a:lnTo>
                  <a:lnTo>
                    <a:pt x="1691589" y="103536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h216"/>
            <p:cNvSpPr/>
            <p:nvPr/>
          </p:nvSpPr>
          <p:spPr>
            <a:xfrm>
              <a:off x="4679164" y="4648027"/>
              <a:ext cx="1693365" cy="1043567"/>
            </a:xfrm>
            <a:custGeom>
              <a:avLst/>
              <a:pathLst>
                <a:path w="1693365" h="1043567">
                  <a:moveTo>
                    <a:pt x="1691481" y="1038225"/>
                  </a:moveTo>
                  <a:lnTo>
                    <a:pt x="1687014" y="1039281"/>
                  </a:lnTo>
                  <a:lnTo>
                    <a:pt x="1688467" y="1043450"/>
                  </a:lnTo>
                  <a:lnTo>
                    <a:pt x="1691373" y="1043567"/>
                  </a:lnTo>
                  <a:lnTo>
                    <a:pt x="1693365" y="104104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h217"/>
            <p:cNvSpPr/>
            <p:nvPr/>
          </p:nvSpPr>
          <p:spPr>
            <a:xfrm>
              <a:off x="4476696" y="4657069"/>
              <a:ext cx="1694710" cy="1041043"/>
            </a:xfrm>
            <a:custGeom>
              <a:avLst/>
              <a:pathLst>
                <a:path w="1694710" h="1041043">
                  <a:moveTo>
                    <a:pt x="1691481" y="1038225"/>
                  </a:moveTo>
                  <a:lnTo>
                    <a:pt x="1692934" y="1041043"/>
                  </a:lnTo>
                  <a:lnTo>
                    <a:pt x="1694710" y="103875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h218"/>
            <p:cNvSpPr/>
            <p:nvPr/>
          </p:nvSpPr>
          <p:spPr>
            <a:xfrm>
              <a:off x="4564529" y="4820206"/>
              <a:ext cx="1696379" cy="1040819"/>
            </a:xfrm>
            <a:custGeom>
              <a:avLst/>
              <a:pathLst>
                <a:path w="1696379" h="1040819">
                  <a:moveTo>
                    <a:pt x="1691481" y="1038225"/>
                  </a:moveTo>
                  <a:lnTo>
                    <a:pt x="1692019" y="1040819"/>
                  </a:lnTo>
                  <a:lnTo>
                    <a:pt x="1696379" y="1038048"/>
                  </a:lnTo>
                  <a:lnTo>
                    <a:pt x="1694818" y="103574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h219"/>
            <p:cNvSpPr/>
            <p:nvPr/>
          </p:nvSpPr>
          <p:spPr>
            <a:xfrm>
              <a:off x="4835832" y="4503746"/>
              <a:ext cx="1697186" cy="1040212"/>
            </a:xfrm>
            <a:custGeom>
              <a:avLst/>
              <a:pathLst>
                <a:path w="1697186" h="1040212">
                  <a:moveTo>
                    <a:pt x="1691481" y="1038225"/>
                  </a:moveTo>
                  <a:lnTo>
                    <a:pt x="1693957" y="1040212"/>
                  </a:lnTo>
                  <a:lnTo>
                    <a:pt x="1697186" y="1035186"/>
                  </a:lnTo>
                  <a:lnTo>
                    <a:pt x="1696809" y="1031738"/>
                  </a:lnTo>
                  <a:lnTo>
                    <a:pt x="1694226" y="1031621"/>
                  </a:lnTo>
                  <a:lnTo>
                    <a:pt x="1691912" y="10346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h220"/>
            <p:cNvSpPr/>
            <p:nvPr/>
          </p:nvSpPr>
          <p:spPr>
            <a:xfrm>
              <a:off x="4549460" y="4509299"/>
              <a:ext cx="1697563" cy="1038225"/>
            </a:xfrm>
            <a:custGeom>
              <a:avLst/>
              <a:pathLst>
                <a:path w="1697563" h="1038225">
                  <a:moveTo>
                    <a:pt x="1691481" y="1038225"/>
                  </a:moveTo>
                  <a:lnTo>
                    <a:pt x="1693257" y="1037757"/>
                  </a:lnTo>
                  <a:lnTo>
                    <a:pt x="1697563" y="1032204"/>
                  </a:lnTo>
                  <a:lnTo>
                    <a:pt x="1695517" y="10306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h221"/>
            <p:cNvSpPr/>
            <p:nvPr/>
          </p:nvSpPr>
          <p:spPr>
            <a:xfrm>
              <a:off x="4566575" y="4434571"/>
              <a:ext cx="1695733" cy="1042190"/>
            </a:xfrm>
            <a:custGeom>
              <a:avLst/>
              <a:pathLst>
                <a:path w="1695733" h="1042190">
                  <a:moveTo>
                    <a:pt x="1691481" y="1038225"/>
                  </a:moveTo>
                  <a:lnTo>
                    <a:pt x="1694387" y="1042190"/>
                  </a:lnTo>
                  <a:lnTo>
                    <a:pt x="1695733" y="1038749"/>
                  </a:lnTo>
                  <a:lnTo>
                    <a:pt x="1694226" y="103595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h222"/>
            <p:cNvSpPr/>
            <p:nvPr/>
          </p:nvSpPr>
          <p:spPr>
            <a:xfrm>
              <a:off x="4527556" y="4556568"/>
              <a:ext cx="1698800" cy="1038459"/>
            </a:xfrm>
            <a:custGeom>
              <a:avLst/>
              <a:pathLst>
                <a:path w="1698800" h="1038459">
                  <a:moveTo>
                    <a:pt x="1691481" y="1038225"/>
                  </a:moveTo>
                  <a:lnTo>
                    <a:pt x="1693311" y="1038459"/>
                  </a:lnTo>
                  <a:lnTo>
                    <a:pt x="1698800" y="1034009"/>
                  </a:lnTo>
                  <a:lnTo>
                    <a:pt x="1697616" y="1032371"/>
                  </a:lnTo>
                  <a:lnTo>
                    <a:pt x="1693472" y="10348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h223"/>
            <p:cNvSpPr/>
            <p:nvPr/>
          </p:nvSpPr>
          <p:spPr>
            <a:xfrm>
              <a:off x="4736913" y="4530526"/>
              <a:ext cx="1697616" cy="1039511"/>
            </a:xfrm>
            <a:custGeom>
              <a:avLst/>
              <a:pathLst>
                <a:path w="1697616" h="1039511">
                  <a:moveTo>
                    <a:pt x="1691481" y="1038225"/>
                  </a:moveTo>
                  <a:lnTo>
                    <a:pt x="1692773" y="1039511"/>
                  </a:lnTo>
                  <a:lnTo>
                    <a:pt x="1697616" y="1039336"/>
                  </a:lnTo>
                  <a:lnTo>
                    <a:pt x="1696809" y="10368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h224"/>
            <p:cNvSpPr/>
            <p:nvPr/>
          </p:nvSpPr>
          <p:spPr>
            <a:xfrm>
              <a:off x="4197052" y="4767871"/>
              <a:ext cx="1703698" cy="1042642"/>
            </a:xfrm>
            <a:custGeom>
              <a:avLst/>
              <a:pathLst>
                <a:path w="1703698" h="1042642">
                  <a:moveTo>
                    <a:pt x="1691481" y="1038225"/>
                  </a:moveTo>
                  <a:lnTo>
                    <a:pt x="1692450" y="1042642"/>
                  </a:lnTo>
                  <a:lnTo>
                    <a:pt x="1699715" y="1040463"/>
                  </a:lnTo>
                  <a:lnTo>
                    <a:pt x="1703698" y="1034220"/>
                  </a:lnTo>
                  <a:lnTo>
                    <a:pt x="1700953" y="1032630"/>
                  </a:lnTo>
                  <a:lnTo>
                    <a:pt x="1691642" y="103704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h225"/>
            <p:cNvSpPr/>
            <p:nvPr/>
          </p:nvSpPr>
          <p:spPr>
            <a:xfrm>
              <a:off x="4284723" y="4727253"/>
              <a:ext cx="1695517" cy="1038342"/>
            </a:xfrm>
            <a:custGeom>
              <a:avLst/>
              <a:pathLst>
                <a:path w="1695517" h="1038342">
                  <a:moveTo>
                    <a:pt x="1691481" y="1038225"/>
                  </a:moveTo>
                  <a:lnTo>
                    <a:pt x="1694441" y="1038342"/>
                  </a:lnTo>
                  <a:lnTo>
                    <a:pt x="1695517" y="103569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h226"/>
            <p:cNvSpPr/>
            <p:nvPr/>
          </p:nvSpPr>
          <p:spPr>
            <a:xfrm>
              <a:off x="4616304" y="4728783"/>
              <a:ext cx="1694818" cy="1041461"/>
            </a:xfrm>
            <a:custGeom>
              <a:avLst/>
              <a:pathLst>
                <a:path w="1694818" h="1041461">
                  <a:moveTo>
                    <a:pt x="1691481" y="1038225"/>
                  </a:moveTo>
                  <a:lnTo>
                    <a:pt x="1692611" y="1041461"/>
                  </a:lnTo>
                  <a:lnTo>
                    <a:pt x="1694818" y="103810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h227"/>
            <p:cNvSpPr/>
            <p:nvPr/>
          </p:nvSpPr>
          <p:spPr>
            <a:xfrm>
              <a:off x="4438377" y="4772112"/>
              <a:ext cx="1696863" cy="1038755"/>
            </a:xfrm>
            <a:custGeom>
              <a:avLst/>
              <a:pathLst>
                <a:path w="1696863" h="1038755">
                  <a:moveTo>
                    <a:pt x="1691481" y="1038225"/>
                  </a:moveTo>
                  <a:lnTo>
                    <a:pt x="1692719" y="1038755"/>
                  </a:lnTo>
                  <a:lnTo>
                    <a:pt x="1696863" y="1034514"/>
                  </a:lnTo>
                  <a:lnTo>
                    <a:pt x="1695679" y="103363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h228"/>
            <p:cNvSpPr/>
            <p:nvPr/>
          </p:nvSpPr>
          <p:spPr>
            <a:xfrm>
              <a:off x="4533099" y="3350968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lnTo>
                    <a:pt x="1691427" y="103789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h229"/>
            <p:cNvSpPr/>
            <p:nvPr/>
          </p:nvSpPr>
          <p:spPr>
            <a:xfrm>
              <a:off x="4512917" y="4488262"/>
              <a:ext cx="1694549" cy="1040678"/>
            </a:xfrm>
            <a:custGeom>
              <a:avLst/>
              <a:pathLst>
                <a:path w="1694549" h="1040678">
                  <a:moveTo>
                    <a:pt x="1691481" y="1038225"/>
                  </a:moveTo>
                  <a:lnTo>
                    <a:pt x="1690566" y="1040678"/>
                  </a:lnTo>
                  <a:lnTo>
                    <a:pt x="1694549" y="1039276"/>
                  </a:lnTo>
                  <a:lnTo>
                    <a:pt x="1693365" y="103635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h230"/>
            <p:cNvSpPr/>
            <p:nvPr/>
          </p:nvSpPr>
          <p:spPr>
            <a:xfrm>
              <a:off x="4791055" y="4548782"/>
              <a:ext cx="1695141" cy="1038868"/>
            </a:xfrm>
            <a:custGeom>
              <a:avLst/>
              <a:pathLst>
                <a:path w="1695141" h="1038868">
                  <a:moveTo>
                    <a:pt x="1691481" y="1038225"/>
                  </a:moveTo>
                  <a:lnTo>
                    <a:pt x="1695087" y="1038868"/>
                  </a:lnTo>
                  <a:lnTo>
                    <a:pt x="1695141" y="1035942"/>
                  </a:lnTo>
                  <a:lnTo>
                    <a:pt x="1692934" y="10344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h231"/>
            <p:cNvSpPr/>
            <p:nvPr/>
          </p:nvSpPr>
          <p:spPr>
            <a:xfrm>
              <a:off x="4676151" y="3477409"/>
              <a:ext cx="1702353" cy="1045886"/>
            </a:xfrm>
            <a:custGeom>
              <a:avLst/>
              <a:pathLst>
                <a:path w="1702353" h="1045886">
                  <a:moveTo>
                    <a:pt x="1691481" y="1038225"/>
                  </a:moveTo>
                  <a:lnTo>
                    <a:pt x="1692396" y="1041555"/>
                  </a:lnTo>
                  <a:lnTo>
                    <a:pt x="1695517" y="1044387"/>
                  </a:lnTo>
                  <a:lnTo>
                    <a:pt x="1699984" y="1045886"/>
                  </a:lnTo>
                  <a:lnTo>
                    <a:pt x="1702353" y="1043887"/>
                  </a:lnTo>
                  <a:lnTo>
                    <a:pt x="1700307" y="1036948"/>
                  </a:lnTo>
                  <a:lnTo>
                    <a:pt x="1698585" y="1035560"/>
                  </a:lnTo>
                  <a:lnTo>
                    <a:pt x="1693419" y="103561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h232"/>
            <p:cNvSpPr/>
            <p:nvPr/>
          </p:nvSpPr>
          <p:spPr>
            <a:xfrm>
              <a:off x="4524972" y="3980094"/>
              <a:ext cx="1700146" cy="1038853"/>
            </a:xfrm>
            <a:custGeom>
              <a:avLst/>
              <a:pathLst>
                <a:path w="1700146" h="1038853">
                  <a:moveTo>
                    <a:pt x="1691481" y="1038225"/>
                  </a:moveTo>
                  <a:lnTo>
                    <a:pt x="1700146" y="1038853"/>
                  </a:lnTo>
                  <a:lnTo>
                    <a:pt x="1699662" y="1036566"/>
                  </a:lnTo>
                  <a:lnTo>
                    <a:pt x="1696379" y="103639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h233"/>
            <p:cNvSpPr/>
            <p:nvPr/>
          </p:nvSpPr>
          <p:spPr>
            <a:xfrm>
              <a:off x="4210076" y="4778356"/>
              <a:ext cx="1694441" cy="1040404"/>
            </a:xfrm>
            <a:custGeom>
              <a:avLst/>
              <a:pathLst>
                <a:path w="1694441" h="1040404">
                  <a:moveTo>
                    <a:pt x="1691481" y="1038225"/>
                  </a:moveTo>
                  <a:lnTo>
                    <a:pt x="1694441" y="1040404"/>
                  </a:lnTo>
                  <a:lnTo>
                    <a:pt x="1694333" y="1036221"/>
                  </a:lnTo>
                  <a:lnTo>
                    <a:pt x="1692665" y="10352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h234"/>
            <p:cNvSpPr/>
            <p:nvPr/>
          </p:nvSpPr>
          <p:spPr>
            <a:xfrm>
              <a:off x="4638262" y="4730665"/>
              <a:ext cx="1696701" cy="1041226"/>
            </a:xfrm>
            <a:custGeom>
              <a:avLst/>
              <a:pathLst>
                <a:path w="1696701" h="1041226">
                  <a:moveTo>
                    <a:pt x="1691481" y="1038225"/>
                  </a:moveTo>
                  <a:lnTo>
                    <a:pt x="1692557" y="1041226"/>
                  </a:lnTo>
                  <a:lnTo>
                    <a:pt x="1695410" y="1041167"/>
                  </a:lnTo>
                  <a:lnTo>
                    <a:pt x="1696701" y="1038283"/>
                  </a:lnTo>
                  <a:lnTo>
                    <a:pt x="1695787" y="1034988"/>
                  </a:lnTo>
                  <a:lnTo>
                    <a:pt x="1691912" y="103540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h235"/>
            <p:cNvSpPr/>
            <p:nvPr/>
          </p:nvSpPr>
          <p:spPr>
            <a:xfrm>
              <a:off x="4291343" y="4824747"/>
              <a:ext cx="1697886" cy="1040171"/>
            </a:xfrm>
            <a:custGeom>
              <a:avLst/>
              <a:pathLst>
                <a:path w="1697886" h="1040171">
                  <a:moveTo>
                    <a:pt x="1691481" y="1038225"/>
                  </a:moveTo>
                  <a:lnTo>
                    <a:pt x="1691804" y="1040171"/>
                  </a:lnTo>
                  <a:lnTo>
                    <a:pt x="1695356" y="1038342"/>
                  </a:lnTo>
                  <a:lnTo>
                    <a:pt x="1697886" y="1033447"/>
                  </a:lnTo>
                  <a:lnTo>
                    <a:pt x="1693903" y="10320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h236"/>
            <p:cNvSpPr/>
            <p:nvPr/>
          </p:nvSpPr>
          <p:spPr>
            <a:xfrm>
              <a:off x="4301730" y="4712547"/>
              <a:ext cx="1696702" cy="1043224"/>
            </a:xfrm>
            <a:custGeom>
              <a:avLst/>
              <a:pathLst>
                <a:path w="1696702" h="1043224">
                  <a:moveTo>
                    <a:pt x="1691481" y="1038225"/>
                  </a:moveTo>
                  <a:lnTo>
                    <a:pt x="1692181" y="1043224"/>
                  </a:lnTo>
                  <a:lnTo>
                    <a:pt x="1696702" y="1040518"/>
                  </a:lnTo>
                  <a:lnTo>
                    <a:pt x="1694926" y="103763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h237"/>
            <p:cNvSpPr/>
            <p:nvPr/>
          </p:nvSpPr>
          <p:spPr>
            <a:xfrm>
              <a:off x="4197105" y="4799335"/>
              <a:ext cx="1695948" cy="1039875"/>
            </a:xfrm>
            <a:custGeom>
              <a:avLst/>
              <a:pathLst>
                <a:path w="1695948" h="1039875">
                  <a:moveTo>
                    <a:pt x="1691481" y="1038225"/>
                  </a:moveTo>
                  <a:lnTo>
                    <a:pt x="1693849" y="1039875"/>
                  </a:lnTo>
                  <a:lnTo>
                    <a:pt x="1695948" y="1037635"/>
                  </a:lnTo>
                  <a:lnTo>
                    <a:pt x="1693634" y="103545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h238"/>
            <p:cNvSpPr/>
            <p:nvPr/>
          </p:nvSpPr>
          <p:spPr>
            <a:xfrm>
              <a:off x="4361846" y="4687383"/>
              <a:ext cx="1695571" cy="1038871"/>
            </a:xfrm>
            <a:custGeom>
              <a:avLst/>
              <a:pathLst>
                <a:path w="1695571" h="1038871">
                  <a:moveTo>
                    <a:pt x="1691481" y="1038225"/>
                  </a:moveTo>
                  <a:lnTo>
                    <a:pt x="1695571" y="1038871"/>
                  </a:lnTo>
                  <a:lnTo>
                    <a:pt x="1694872" y="103616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h239"/>
            <p:cNvSpPr/>
            <p:nvPr/>
          </p:nvSpPr>
          <p:spPr>
            <a:xfrm>
              <a:off x="4325088" y="4772406"/>
              <a:ext cx="1699662" cy="1040581"/>
            </a:xfrm>
            <a:custGeom>
              <a:avLst/>
              <a:pathLst>
                <a:path w="1699662" h="1040581">
                  <a:moveTo>
                    <a:pt x="1691481" y="1038225"/>
                  </a:moveTo>
                  <a:lnTo>
                    <a:pt x="1693580" y="1040227"/>
                  </a:lnTo>
                  <a:lnTo>
                    <a:pt x="1697563" y="1040581"/>
                  </a:lnTo>
                  <a:lnTo>
                    <a:pt x="1699662" y="1038755"/>
                  </a:lnTo>
                  <a:lnTo>
                    <a:pt x="1699177" y="1035986"/>
                  </a:lnTo>
                  <a:lnTo>
                    <a:pt x="1694064" y="10346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h240"/>
            <p:cNvSpPr/>
            <p:nvPr/>
          </p:nvSpPr>
          <p:spPr>
            <a:xfrm>
              <a:off x="4722166" y="4599510"/>
              <a:ext cx="1694872" cy="1040687"/>
            </a:xfrm>
            <a:custGeom>
              <a:avLst/>
              <a:pathLst>
                <a:path w="1694872" h="1040687">
                  <a:moveTo>
                    <a:pt x="1691481" y="1038225"/>
                  </a:moveTo>
                  <a:lnTo>
                    <a:pt x="1692342" y="1040687"/>
                  </a:lnTo>
                  <a:lnTo>
                    <a:pt x="1694872" y="1040100"/>
                  </a:lnTo>
                  <a:lnTo>
                    <a:pt x="1693311" y="103711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h241"/>
            <p:cNvSpPr/>
            <p:nvPr/>
          </p:nvSpPr>
          <p:spPr>
            <a:xfrm>
              <a:off x="4674697" y="3488959"/>
              <a:ext cx="1697993" cy="1044392"/>
            </a:xfrm>
            <a:custGeom>
              <a:avLst/>
              <a:pathLst>
                <a:path w="1697993" h="1044392">
                  <a:moveTo>
                    <a:pt x="1691481" y="1038225"/>
                  </a:moveTo>
                  <a:lnTo>
                    <a:pt x="1692611" y="1041780"/>
                  </a:lnTo>
                  <a:lnTo>
                    <a:pt x="1695302" y="1044392"/>
                  </a:lnTo>
                  <a:lnTo>
                    <a:pt x="1697832" y="1044058"/>
                  </a:lnTo>
                  <a:lnTo>
                    <a:pt x="1697993" y="1041502"/>
                  </a:lnTo>
                  <a:lnTo>
                    <a:pt x="1693903" y="10363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h242"/>
            <p:cNvSpPr/>
            <p:nvPr/>
          </p:nvSpPr>
          <p:spPr>
            <a:xfrm>
              <a:off x="4592462" y="4473429"/>
              <a:ext cx="1694656" cy="1039742"/>
            </a:xfrm>
            <a:custGeom>
              <a:avLst/>
              <a:pathLst>
                <a:path w="1694656" h="1039742">
                  <a:moveTo>
                    <a:pt x="1691481" y="1038225"/>
                  </a:moveTo>
                  <a:lnTo>
                    <a:pt x="1693957" y="1039742"/>
                  </a:lnTo>
                  <a:lnTo>
                    <a:pt x="1694656" y="103746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h243"/>
            <p:cNvSpPr/>
            <p:nvPr/>
          </p:nvSpPr>
          <p:spPr>
            <a:xfrm>
              <a:off x="4546339" y="4023997"/>
              <a:ext cx="1694495" cy="1040459"/>
            </a:xfrm>
            <a:custGeom>
              <a:avLst/>
              <a:pathLst>
                <a:path w="1694495" h="1040459">
                  <a:moveTo>
                    <a:pt x="1691481" y="1038225"/>
                  </a:moveTo>
                  <a:lnTo>
                    <a:pt x="1692288" y="1040459"/>
                  </a:lnTo>
                  <a:lnTo>
                    <a:pt x="1694495" y="103879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h244"/>
            <p:cNvSpPr/>
            <p:nvPr/>
          </p:nvSpPr>
          <p:spPr>
            <a:xfrm>
              <a:off x="4685085" y="4571149"/>
              <a:ext cx="1695894" cy="1041153"/>
            </a:xfrm>
            <a:custGeom>
              <a:avLst/>
              <a:pathLst>
                <a:path w="1695894" h="1041153">
                  <a:moveTo>
                    <a:pt x="1691481" y="1038225"/>
                  </a:moveTo>
                  <a:lnTo>
                    <a:pt x="1693419" y="1041153"/>
                  </a:lnTo>
                  <a:lnTo>
                    <a:pt x="1695894" y="1038400"/>
                  </a:lnTo>
                  <a:lnTo>
                    <a:pt x="1693688" y="10348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h245"/>
            <p:cNvSpPr/>
            <p:nvPr/>
          </p:nvSpPr>
          <p:spPr>
            <a:xfrm>
              <a:off x="4515608" y="3983754"/>
              <a:ext cx="1693795" cy="1040798"/>
            </a:xfrm>
            <a:custGeom>
              <a:avLst/>
              <a:pathLst>
                <a:path w="1693795" h="1040798">
                  <a:moveTo>
                    <a:pt x="1691481" y="1038225"/>
                  </a:moveTo>
                  <a:lnTo>
                    <a:pt x="1691912" y="1040798"/>
                  </a:lnTo>
                  <a:lnTo>
                    <a:pt x="1693795" y="103788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h246"/>
            <p:cNvSpPr/>
            <p:nvPr/>
          </p:nvSpPr>
          <p:spPr>
            <a:xfrm>
              <a:off x="4791808" y="4511871"/>
              <a:ext cx="1704721" cy="1040271"/>
            </a:xfrm>
            <a:custGeom>
              <a:avLst/>
              <a:pathLst>
                <a:path w="1704721" h="1040271">
                  <a:moveTo>
                    <a:pt x="1691481" y="1038225"/>
                  </a:moveTo>
                  <a:lnTo>
                    <a:pt x="1698639" y="1040095"/>
                  </a:lnTo>
                  <a:lnTo>
                    <a:pt x="1703536" y="1040271"/>
                  </a:lnTo>
                  <a:lnTo>
                    <a:pt x="1704721" y="1037114"/>
                  </a:lnTo>
                  <a:lnTo>
                    <a:pt x="1700469" y="1033197"/>
                  </a:lnTo>
                  <a:lnTo>
                    <a:pt x="1693795" y="103389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h247"/>
            <p:cNvSpPr/>
            <p:nvPr/>
          </p:nvSpPr>
          <p:spPr>
            <a:xfrm>
              <a:off x="4580998" y="4854541"/>
              <a:ext cx="1692826" cy="1043359"/>
            </a:xfrm>
            <a:custGeom>
              <a:avLst/>
              <a:pathLst>
                <a:path w="1692826" h="1043359">
                  <a:moveTo>
                    <a:pt x="1691481" y="1038225"/>
                  </a:moveTo>
                  <a:lnTo>
                    <a:pt x="1688467" y="1043359"/>
                  </a:lnTo>
                  <a:lnTo>
                    <a:pt x="1692826" y="104276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h248"/>
            <p:cNvSpPr/>
            <p:nvPr/>
          </p:nvSpPr>
          <p:spPr>
            <a:xfrm>
              <a:off x="4349791" y="4696377"/>
              <a:ext cx="1694387" cy="1039048"/>
            </a:xfrm>
            <a:custGeom>
              <a:avLst/>
              <a:pathLst>
                <a:path w="1694387" h="1039048">
                  <a:moveTo>
                    <a:pt x="1691481" y="1038225"/>
                  </a:moveTo>
                  <a:lnTo>
                    <a:pt x="1693903" y="1039048"/>
                  </a:lnTo>
                  <a:lnTo>
                    <a:pt x="1694387" y="10365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h249"/>
            <p:cNvSpPr/>
            <p:nvPr/>
          </p:nvSpPr>
          <p:spPr>
            <a:xfrm>
              <a:off x="4302806" y="4814132"/>
              <a:ext cx="1698424" cy="1038460"/>
            </a:xfrm>
            <a:custGeom>
              <a:avLst/>
              <a:pathLst>
                <a:path w="1698424" h="1038460">
                  <a:moveTo>
                    <a:pt x="1691481" y="1038225"/>
                  </a:moveTo>
                  <a:lnTo>
                    <a:pt x="1694710" y="1038460"/>
                  </a:lnTo>
                  <a:lnTo>
                    <a:pt x="1698424" y="1032977"/>
                  </a:lnTo>
                  <a:lnTo>
                    <a:pt x="1696379" y="1030383"/>
                  </a:lnTo>
                  <a:lnTo>
                    <a:pt x="1693311" y="103221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h250"/>
            <p:cNvSpPr/>
            <p:nvPr/>
          </p:nvSpPr>
          <p:spPr>
            <a:xfrm>
              <a:off x="4403556" y="4688911"/>
              <a:ext cx="1695840" cy="1040340"/>
            </a:xfrm>
            <a:custGeom>
              <a:avLst/>
              <a:pathLst>
                <a:path w="1695840" h="1040340">
                  <a:moveTo>
                    <a:pt x="1691481" y="1038225"/>
                  </a:moveTo>
                  <a:lnTo>
                    <a:pt x="1694656" y="1040340"/>
                  </a:lnTo>
                  <a:lnTo>
                    <a:pt x="1695840" y="10384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h251"/>
            <p:cNvSpPr/>
            <p:nvPr/>
          </p:nvSpPr>
          <p:spPr>
            <a:xfrm>
              <a:off x="4377723" y="4998703"/>
              <a:ext cx="1694549" cy="1041717"/>
            </a:xfrm>
            <a:custGeom>
              <a:avLst/>
              <a:pathLst>
                <a:path w="1694549" h="1041717">
                  <a:moveTo>
                    <a:pt x="1691481" y="1038225"/>
                  </a:moveTo>
                  <a:lnTo>
                    <a:pt x="1691858" y="1041007"/>
                  </a:lnTo>
                  <a:lnTo>
                    <a:pt x="1694549" y="1041717"/>
                  </a:lnTo>
                  <a:lnTo>
                    <a:pt x="1694495" y="10356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h252"/>
            <p:cNvSpPr/>
            <p:nvPr/>
          </p:nvSpPr>
          <p:spPr>
            <a:xfrm>
              <a:off x="4558717" y="4695318"/>
              <a:ext cx="1698747" cy="1038401"/>
            </a:xfrm>
            <a:custGeom>
              <a:avLst/>
              <a:pathLst>
                <a:path w="1698747" h="1038401">
                  <a:moveTo>
                    <a:pt x="1691481" y="1038225"/>
                  </a:moveTo>
                  <a:lnTo>
                    <a:pt x="1695571" y="1038401"/>
                  </a:lnTo>
                  <a:lnTo>
                    <a:pt x="1698747" y="1034756"/>
                  </a:lnTo>
                  <a:lnTo>
                    <a:pt x="1697293" y="1032875"/>
                  </a:lnTo>
                  <a:lnTo>
                    <a:pt x="1693042" y="10347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h253"/>
            <p:cNvSpPr/>
            <p:nvPr/>
          </p:nvSpPr>
          <p:spPr>
            <a:xfrm>
              <a:off x="4582236" y="4781066"/>
              <a:ext cx="1695517" cy="1041465"/>
            </a:xfrm>
            <a:custGeom>
              <a:avLst/>
              <a:pathLst>
                <a:path w="1695517" h="1041465">
                  <a:moveTo>
                    <a:pt x="1691481" y="1038225"/>
                  </a:moveTo>
                  <a:lnTo>
                    <a:pt x="1694925" y="1041465"/>
                  </a:lnTo>
                  <a:lnTo>
                    <a:pt x="1695517" y="1035868"/>
                  </a:lnTo>
                  <a:lnTo>
                    <a:pt x="1692773" y="103545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h254"/>
            <p:cNvSpPr/>
            <p:nvPr/>
          </p:nvSpPr>
          <p:spPr>
            <a:xfrm>
              <a:off x="4414212" y="4738669"/>
              <a:ext cx="1694979" cy="1038225"/>
            </a:xfrm>
            <a:custGeom>
              <a:avLst/>
              <a:pathLst>
                <a:path w="1694979" h="1038225">
                  <a:moveTo>
                    <a:pt x="1691481" y="1038225"/>
                  </a:moveTo>
                  <a:lnTo>
                    <a:pt x="1694979" y="1036341"/>
                  </a:lnTo>
                  <a:lnTo>
                    <a:pt x="1691858" y="103598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h255"/>
            <p:cNvSpPr/>
            <p:nvPr/>
          </p:nvSpPr>
          <p:spPr>
            <a:xfrm>
              <a:off x="4471422" y="4882642"/>
              <a:ext cx="1693526" cy="1042358"/>
            </a:xfrm>
            <a:custGeom>
              <a:avLst/>
              <a:pathLst>
                <a:path w="1693526" h="1042358">
                  <a:moveTo>
                    <a:pt x="1691481" y="1038225"/>
                  </a:moveTo>
                  <a:lnTo>
                    <a:pt x="1689759" y="1042358"/>
                  </a:lnTo>
                  <a:lnTo>
                    <a:pt x="1693526" y="104017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h256"/>
            <p:cNvSpPr/>
            <p:nvPr/>
          </p:nvSpPr>
          <p:spPr>
            <a:xfrm>
              <a:off x="4798912" y="4571617"/>
              <a:ext cx="1694764" cy="1040978"/>
            </a:xfrm>
            <a:custGeom>
              <a:avLst/>
              <a:pathLst>
                <a:path w="1694764" h="1040978">
                  <a:moveTo>
                    <a:pt x="1691481" y="1038225"/>
                  </a:moveTo>
                  <a:lnTo>
                    <a:pt x="1692019" y="1040978"/>
                  </a:lnTo>
                  <a:lnTo>
                    <a:pt x="1694764" y="1040919"/>
                  </a:lnTo>
                  <a:lnTo>
                    <a:pt x="1693741" y="103664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h257"/>
            <p:cNvSpPr/>
            <p:nvPr/>
          </p:nvSpPr>
          <p:spPr>
            <a:xfrm>
              <a:off x="4741864" y="3949813"/>
              <a:ext cx="1696056" cy="1042792"/>
            </a:xfrm>
            <a:custGeom>
              <a:avLst/>
              <a:pathLst>
                <a:path w="1696056" h="1042792">
                  <a:moveTo>
                    <a:pt x="1691481" y="1038225"/>
                  </a:moveTo>
                  <a:lnTo>
                    <a:pt x="1692611" y="1042792"/>
                  </a:lnTo>
                  <a:lnTo>
                    <a:pt x="1695302" y="1042392"/>
                  </a:lnTo>
                  <a:lnTo>
                    <a:pt x="1696056" y="1036740"/>
                  </a:lnTo>
                  <a:lnTo>
                    <a:pt x="1693472" y="103542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h258"/>
            <p:cNvSpPr/>
            <p:nvPr/>
          </p:nvSpPr>
          <p:spPr>
            <a:xfrm>
              <a:off x="4534068" y="3358012"/>
              <a:ext cx="1691481" cy="1038225"/>
            </a:xfrm>
            <a:custGeom>
              <a:avLst/>
              <a:pathLst>
                <a:path w="1691481" h="1038225">
                  <a:moveTo>
                    <a:pt x="1691481" y="1038225"/>
                  </a:move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h259"/>
            <p:cNvSpPr/>
            <p:nvPr/>
          </p:nvSpPr>
          <p:spPr>
            <a:xfrm>
              <a:off x="4418410" y="3639010"/>
              <a:ext cx="1696271" cy="1038225"/>
            </a:xfrm>
            <a:custGeom>
              <a:avLst/>
              <a:pathLst>
                <a:path w="1696271" h="1038225">
                  <a:moveTo>
                    <a:pt x="1691481" y="1038225"/>
                  </a:moveTo>
                  <a:lnTo>
                    <a:pt x="1695464" y="1037383"/>
                  </a:lnTo>
                  <a:lnTo>
                    <a:pt x="1696271" y="1034803"/>
                  </a:lnTo>
                  <a:lnTo>
                    <a:pt x="1694602" y="1032560"/>
                  </a:lnTo>
                  <a:lnTo>
                    <a:pt x="1691481" y="1032841"/>
                  </a:lnTo>
                  <a:lnTo>
                    <a:pt x="1690351" y="10358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h260"/>
            <p:cNvSpPr/>
            <p:nvPr/>
          </p:nvSpPr>
          <p:spPr>
            <a:xfrm>
              <a:off x="4545531" y="3980780"/>
              <a:ext cx="1697885" cy="1038225"/>
            </a:xfrm>
            <a:custGeom>
              <a:avLst/>
              <a:pathLst>
                <a:path w="1697885" h="1038225">
                  <a:moveTo>
                    <a:pt x="1691481" y="1038225"/>
                  </a:moveTo>
                  <a:lnTo>
                    <a:pt x="1694710" y="1038167"/>
                  </a:lnTo>
                  <a:lnTo>
                    <a:pt x="1697885" y="1035995"/>
                  </a:lnTo>
                  <a:lnTo>
                    <a:pt x="1692988" y="10349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h261"/>
            <p:cNvSpPr/>
            <p:nvPr/>
          </p:nvSpPr>
          <p:spPr>
            <a:xfrm>
              <a:off x="4491712" y="3670170"/>
              <a:ext cx="1699177" cy="1038955"/>
            </a:xfrm>
            <a:custGeom>
              <a:avLst/>
              <a:pathLst>
                <a:path w="1699177" h="1038955">
                  <a:moveTo>
                    <a:pt x="1691481" y="1038225"/>
                  </a:moveTo>
                  <a:lnTo>
                    <a:pt x="1695141" y="1038955"/>
                  </a:lnTo>
                  <a:lnTo>
                    <a:pt x="1698693" y="1036876"/>
                  </a:lnTo>
                  <a:lnTo>
                    <a:pt x="1699177" y="1031763"/>
                  </a:lnTo>
                  <a:lnTo>
                    <a:pt x="1695302" y="1030415"/>
                  </a:lnTo>
                  <a:lnTo>
                    <a:pt x="1689274" y="1031819"/>
                  </a:lnTo>
                  <a:lnTo>
                    <a:pt x="1688629" y="10341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h262"/>
            <p:cNvSpPr/>
            <p:nvPr/>
          </p:nvSpPr>
          <p:spPr>
            <a:xfrm>
              <a:off x="4388487" y="5067048"/>
              <a:ext cx="1697455" cy="1044032"/>
            </a:xfrm>
            <a:custGeom>
              <a:avLst/>
              <a:pathLst>
                <a:path w="1697455" h="1044032">
                  <a:moveTo>
                    <a:pt x="1691481" y="1038225"/>
                  </a:moveTo>
                  <a:lnTo>
                    <a:pt x="1691912" y="1043321"/>
                  </a:lnTo>
                  <a:lnTo>
                    <a:pt x="1694280" y="1044032"/>
                  </a:lnTo>
                  <a:lnTo>
                    <a:pt x="1697455" y="1041306"/>
                  </a:lnTo>
                  <a:lnTo>
                    <a:pt x="1693903" y="103680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h263"/>
            <p:cNvSpPr/>
            <p:nvPr/>
          </p:nvSpPr>
          <p:spPr>
            <a:xfrm>
              <a:off x="4300062" y="4788667"/>
              <a:ext cx="1697993" cy="1040228"/>
            </a:xfrm>
            <a:custGeom>
              <a:avLst/>
              <a:pathLst>
                <a:path w="1697993" h="1040228">
                  <a:moveTo>
                    <a:pt x="1691481" y="1038225"/>
                  </a:moveTo>
                  <a:lnTo>
                    <a:pt x="1693795" y="1040228"/>
                  </a:lnTo>
                  <a:lnTo>
                    <a:pt x="1697939" y="1040228"/>
                  </a:lnTo>
                  <a:lnTo>
                    <a:pt x="1697993" y="1036221"/>
                  </a:lnTo>
                  <a:lnTo>
                    <a:pt x="1692611" y="103569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h264"/>
            <p:cNvSpPr/>
            <p:nvPr/>
          </p:nvSpPr>
          <p:spPr>
            <a:xfrm>
              <a:off x="4352966" y="4692497"/>
              <a:ext cx="1695356" cy="1040164"/>
            </a:xfrm>
            <a:custGeom>
              <a:avLst/>
              <a:pathLst>
                <a:path w="1695356" h="1040164">
                  <a:moveTo>
                    <a:pt x="1691481" y="1038225"/>
                  </a:moveTo>
                  <a:lnTo>
                    <a:pt x="1694710" y="1040164"/>
                  </a:lnTo>
                  <a:lnTo>
                    <a:pt x="1695356" y="103710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h265"/>
            <p:cNvSpPr/>
            <p:nvPr/>
          </p:nvSpPr>
          <p:spPr>
            <a:xfrm>
              <a:off x="4409584" y="4794914"/>
              <a:ext cx="1694925" cy="1039875"/>
            </a:xfrm>
            <a:custGeom>
              <a:avLst/>
              <a:pathLst>
                <a:path w="1694925" h="1039875">
                  <a:moveTo>
                    <a:pt x="1691481" y="1038225"/>
                  </a:moveTo>
                  <a:lnTo>
                    <a:pt x="1694764" y="1039875"/>
                  </a:lnTo>
                  <a:lnTo>
                    <a:pt x="1694925" y="103592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h266"/>
            <p:cNvSpPr/>
            <p:nvPr/>
          </p:nvSpPr>
          <p:spPr>
            <a:xfrm>
              <a:off x="4382567" y="5021851"/>
              <a:ext cx="1696701" cy="1047759"/>
            </a:xfrm>
            <a:custGeom>
              <a:avLst/>
              <a:pathLst>
                <a:path w="1696701" h="1047759">
                  <a:moveTo>
                    <a:pt x="1691481" y="1038225"/>
                  </a:moveTo>
                  <a:lnTo>
                    <a:pt x="1693526" y="1042607"/>
                  </a:lnTo>
                  <a:lnTo>
                    <a:pt x="1694226" y="1047759"/>
                  </a:lnTo>
                  <a:lnTo>
                    <a:pt x="1696701" y="1045390"/>
                  </a:lnTo>
                  <a:lnTo>
                    <a:pt x="1694387" y="103751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h267"/>
            <p:cNvSpPr/>
            <p:nvPr/>
          </p:nvSpPr>
          <p:spPr>
            <a:xfrm>
              <a:off x="4377346" y="5012437"/>
              <a:ext cx="1695195" cy="1042191"/>
            </a:xfrm>
            <a:custGeom>
              <a:avLst/>
              <a:pathLst>
                <a:path w="1695195" h="1042191">
                  <a:moveTo>
                    <a:pt x="1691481" y="1038225"/>
                  </a:moveTo>
                  <a:lnTo>
                    <a:pt x="1693365" y="1042191"/>
                  </a:lnTo>
                  <a:lnTo>
                    <a:pt x="1695195" y="1040770"/>
                  </a:lnTo>
                  <a:lnTo>
                    <a:pt x="1694818" y="1036152"/>
                  </a:lnTo>
                  <a:lnTo>
                    <a:pt x="1691965" y="10351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h268"/>
            <p:cNvSpPr/>
            <p:nvPr/>
          </p:nvSpPr>
          <p:spPr>
            <a:xfrm>
              <a:off x="4471153" y="4556685"/>
              <a:ext cx="1695087" cy="1040098"/>
            </a:xfrm>
            <a:custGeom>
              <a:avLst/>
              <a:pathLst>
                <a:path w="1695087" h="1040098">
                  <a:moveTo>
                    <a:pt x="1691481" y="1038225"/>
                  </a:moveTo>
                  <a:lnTo>
                    <a:pt x="1693311" y="1040098"/>
                  </a:lnTo>
                  <a:lnTo>
                    <a:pt x="1695087" y="10379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h269"/>
            <p:cNvSpPr/>
            <p:nvPr/>
          </p:nvSpPr>
          <p:spPr>
            <a:xfrm>
              <a:off x="4625345" y="4188056"/>
              <a:ext cx="1698208" cy="1040592"/>
            </a:xfrm>
            <a:custGeom>
              <a:avLst/>
              <a:pathLst>
                <a:path w="1698208" h="1040592">
                  <a:moveTo>
                    <a:pt x="1691481" y="1038225"/>
                  </a:moveTo>
                  <a:lnTo>
                    <a:pt x="1694602" y="1040592"/>
                  </a:lnTo>
                  <a:lnTo>
                    <a:pt x="1698208" y="1038744"/>
                  </a:lnTo>
                  <a:lnTo>
                    <a:pt x="1696863" y="1035395"/>
                  </a:lnTo>
                  <a:lnTo>
                    <a:pt x="1692880" y="103626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h270"/>
            <p:cNvSpPr/>
            <p:nvPr/>
          </p:nvSpPr>
          <p:spPr>
            <a:xfrm>
              <a:off x="4494188" y="4036148"/>
              <a:ext cx="1694387" cy="1039543"/>
            </a:xfrm>
            <a:custGeom>
              <a:avLst/>
              <a:pathLst>
                <a:path w="1694387" h="1039543">
                  <a:moveTo>
                    <a:pt x="1691481" y="1038225"/>
                  </a:moveTo>
                  <a:lnTo>
                    <a:pt x="1694387" y="1039543"/>
                  </a:lnTo>
                  <a:lnTo>
                    <a:pt x="1694064" y="10368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h271"/>
            <p:cNvSpPr/>
            <p:nvPr/>
          </p:nvSpPr>
          <p:spPr>
            <a:xfrm>
              <a:off x="4410876" y="5078367"/>
              <a:ext cx="1695464" cy="1038343"/>
            </a:xfrm>
            <a:custGeom>
              <a:avLst/>
              <a:pathLst>
                <a:path w="1695464" h="1038343">
                  <a:moveTo>
                    <a:pt x="1691481" y="1038225"/>
                  </a:moveTo>
                  <a:lnTo>
                    <a:pt x="1694656" y="1038343"/>
                  </a:lnTo>
                  <a:lnTo>
                    <a:pt x="1695464" y="1032772"/>
                  </a:lnTo>
                  <a:lnTo>
                    <a:pt x="1691804" y="10337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h272"/>
            <p:cNvSpPr/>
            <p:nvPr/>
          </p:nvSpPr>
          <p:spPr>
            <a:xfrm>
              <a:off x="4380306" y="5066811"/>
              <a:ext cx="1696163" cy="1041958"/>
            </a:xfrm>
            <a:custGeom>
              <a:avLst/>
              <a:pathLst>
                <a:path w="1696163" h="1041958">
                  <a:moveTo>
                    <a:pt x="1691481" y="1038225"/>
                  </a:moveTo>
                  <a:lnTo>
                    <a:pt x="1692504" y="1041958"/>
                  </a:lnTo>
                  <a:lnTo>
                    <a:pt x="1696163" y="1040002"/>
                  </a:lnTo>
                  <a:lnTo>
                    <a:pt x="1695356" y="103715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h273"/>
            <p:cNvSpPr/>
            <p:nvPr/>
          </p:nvSpPr>
          <p:spPr>
            <a:xfrm>
              <a:off x="4362223" y="5015871"/>
              <a:ext cx="1694603" cy="1038817"/>
            </a:xfrm>
            <a:custGeom>
              <a:avLst/>
              <a:pathLst>
                <a:path w="1694603" h="1038817">
                  <a:moveTo>
                    <a:pt x="1691481" y="1038225"/>
                  </a:moveTo>
                  <a:lnTo>
                    <a:pt x="1694603" y="1038817"/>
                  </a:lnTo>
                  <a:lnTo>
                    <a:pt x="1694549" y="103609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h274"/>
            <p:cNvSpPr/>
            <p:nvPr/>
          </p:nvSpPr>
          <p:spPr>
            <a:xfrm>
              <a:off x="4351405" y="3908696"/>
              <a:ext cx="1694603" cy="1038965"/>
            </a:xfrm>
            <a:custGeom>
              <a:avLst/>
              <a:pathLst>
                <a:path w="1694603" h="1038965">
                  <a:moveTo>
                    <a:pt x="1691481" y="1038225"/>
                  </a:moveTo>
                  <a:lnTo>
                    <a:pt x="1693903" y="1038965"/>
                  </a:lnTo>
                  <a:lnTo>
                    <a:pt x="1694603" y="1036345"/>
                  </a:lnTo>
                  <a:lnTo>
                    <a:pt x="1690136" y="103457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h275"/>
            <p:cNvSpPr/>
            <p:nvPr/>
          </p:nvSpPr>
          <p:spPr>
            <a:xfrm>
              <a:off x="4352051" y="4014372"/>
              <a:ext cx="1693741" cy="1038225"/>
            </a:xfrm>
            <a:custGeom>
              <a:avLst/>
              <a:pathLst>
                <a:path w="1693741" h="1038225">
                  <a:moveTo>
                    <a:pt x="1691481" y="1038225"/>
                  </a:moveTo>
                  <a:lnTo>
                    <a:pt x="1693741" y="1034387"/>
                  </a:lnTo>
                  <a:lnTo>
                    <a:pt x="1692073" y="1033757"/>
                  </a:lnTo>
                  <a:lnTo>
                    <a:pt x="1688844" y="103644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h276"/>
            <p:cNvSpPr/>
            <p:nvPr/>
          </p:nvSpPr>
          <p:spPr>
            <a:xfrm>
              <a:off x="4372879" y="5004149"/>
              <a:ext cx="1693741" cy="1038520"/>
            </a:xfrm>
            <a:custGeom>
              <a:avLst/>
              <a:pathLst>
                <a:path w="1693741" h="1038520">
                  <a:moveTo>
                    <a:pt x="1691481" y="1038225"/>
                  </a:moveTo>
                  <a:lnTo>
                    <a:pt x="1693634" y="1038520"/>
                  </a:lnTo>
                  <a:lnTo>
                    <a:pt x="1693741" y="103467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h277"/>
            <p:cNvSpPr/>
            <p:nvPr/>
          </p:nvSpPr>
          <p:spPr>
            <a:xfrm>
              <a:off x="4385096" y="5041098"/>
              <a:ext cx="1698370" cy="1040238"/>
            </a:xfrm>
            <a:custGeom>
              <a:avLst/>
              <a:pathLst>
                <a:path w="1698370" h="1040238">
                  <a:moveTo>
                    <a:pt x="1691481" y="1038225"/>
                  </a:moveTo>
                  <a:lnTo>
                    <a:pt x="1693957" y="1040238"/>
                  </a:lnTo>
                  <a:lnTo>
                    <a:pt x="1697886" y="1037869"/>
                  </a:lnTo>
                  <a:lnTo>
                    <a:pt x="1698370" y="1034374"/>
                  </a:lnTo>
                  <a:lnTo>
                    <a:pt x="1692504" y="1034848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h278"/>
            <p:cNvSpPr/>
            <p:nvPr/>
          </p:nvSpPr>
          <p:spPr>
            <a:xfrm>
              <a:off x="4438000" y="4947824"/>
              <a:ext cx="1693795" cy="1040294"/>
            </a:xfrm>
            <a:custGeom>
              <a:avLst/>
              <a:pathLst>
                <a:path w="1693795" h="1040294">
                  <a:moveTo>
                    <a:pt x="1691481" y="1038225"/>
                  </a:moveTo>
                  <a:lnTo>
                    <a:pt x="1692611" y="1040294"/>
                  </a:lnTo>
                  <a:lnTo>
                    <a:pt x="1693795" y="103627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h279"/>
            <p:cNvSpPr/>
            <p:nvPr/>
          </p:nvSpPr>
          <p:spPr>
            <a:xfrm>
              <a:off x="4694449" y="4622440"/>
              <a:ext cx="1694710" cy="1039632"/>
            </a:xfrm>
            <a:custGeom>
              <a:avLst/>
              <a:pathLst>
                <a:path w="1694710" h="1039632">
                  <a:moveTo>
                    <a:pt x="1691481" y="1038225"/>
                  </a:moveTo>
                  <a:lnTo>
                    <a:pt x="1694710" y="1039632"/>
                  </a:lnTo>
                  <a:lnTo>
                    <a:pt x="1694549" y="103664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h280"/>
            <p:cNvSpPr/>
            <p:nvPr/>
          </p:nvSpPr>
          <p:spPr>
            <a:xfrm>
              <a:off x="4589286" y="4828286"/>
              <a:ext cx="1697132" cy="1040584"/>
            </a:xfrm>
            <a:custGeom>
              <a:avLst/>
              <a:pathLst>
                <a:path w="1697132" h="1040584">
                  <a:moveTo>
                    <a:pt x="1691481" y="1038225"/>
                  </a:moveTo>
                  <a:lnTo>
                    <a:pt x="1692504" y="1040584"/>
                  </a:lnTo>
                  <a:lnTo>
                    <a:pt x="1697024" y="1040584"/>
                  </a:lnTo>
                  <a:lnTo>
                    <a:pt x="1697132" y="103651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h281"/>
            <p:cNvSpPr/>
            <p:nvPr/>
          </p:nvSpPr>
          <p:spPr>
            <a:xfrm>
              <a:off x="4292635" y="4798568"/>
              <a:ext cx="1697240" cy="1041820"/>
            </a:xfrm>
            <a:custGeom>
              <a:avLst/>
              <a:pathLst>
                <a:path w="1697240" h="1041820">
                  <a:moveTo>
                    <a:pt x="1691481" y="1038225"/>
                  </a:moveTo>
                  <a:lnTo>
                    <a:pt x="1694226" y="1041820"/>
                  </a:lnTo>
                  <a:lnTo>
                    <a:pt x="1697240" y="1034983"/>
                  </a:lnTo>
                  <a:lnTo>
                    <a:pt x="1695840" y="103286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h282"/>
            <p:cNvSpPr/>
            <p:nvPr/>
          </p:nvSpPr>
          <p:spPr>
            <a:xfrm>
              <a:off x="4501023" y="4000517"/>
              <a:ext cx="1694495" cy="1041201"/>
            </a:xfrm>
            <a:custGeom>
              <a:avLst/>
              <a:pathLst>
                <a:path w="1694495" h="1041201">
                  <a:moveTo>
                    <a:pt x="1691481" y="1038225"/>
                  </a:moveTo>
                  <a:lnTo>
                    <a:pt x="1694495" y="1041201"/>
                  </a:lnTo>
                  <a:lnTo>
                    <a:pt x="1694280" y="103782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h283"/>
            <p:cNvSpPr/>
            <p:nvPr/>
          </p:nvSpPr>
          <p:spPr>
            <a:xfrm>
              <a:off x="4587295" y="3980494"/>
              <a:ext cx="1691481" cy="1041713"/>
            </a:xfrm>
            <a:custGeom>
              <a:avLst/>
              <a:pathLst>
                <a:path w="1691481" h="1041713">
                  <a:moveTo>
                    <a:pt x="1691481" y="1038225"/>
                  </a:moveTo>
                  <a:lnTo>
                    <a:pt x="1688790" y="1038282"/>
                  </a:lnTo>
                  <a:lnTo>
                    <a:pt x="1690135" y="1041713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h284"/>
            <p:cNvSpPr/>
            <p:nvPr/>
          </p:nvSpPr>
          <p:spPr>
            <a:xfrm>
              <a:off x="4746600" y="4674397"/>
              <a:ext cx="1691481" cy="1041456"/>
            </a:xfrm>
            <a:custGeom>
              <a:avLst/>
              <a:pathLst>
                <a:path w="1691481" h="1041456">
                  <a:moveTo>
                    <a:pt x="1691481" y="1038225"/>
                  </a:moveTo>
                  <a:lnTo>
                    <a:pt x="1687122" y="1038988"/>
                  </a:lnTo>
                  <a:lnTo>
                    <a:pt x="1687929" y="1041456"/>
                  </a:lnTo>
                  <a:lnTo>
                    <a:pt x="1690728" y="104104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h285"/>
            <p:cNvSpPr/>
            <p:nvPr/>
          </p:nvSpPr>
          <p:spPr>
            <a:xfrm>
              <a:off x="4388110" y="3945818"/>
              <a:ext cx="1694549" cy="1038225"/>
            </a:xfrm>
            <a:custGeom>
              <a:avLst/>
              <a:pathLst>
                <a:path w="1694549" h="1038225">
                  <a:moveTo>
                    <a:pt x="1691481" y="1038225"/>
                  </a:moveTo>
                  <a:lnTo>
                    <a:pt x="1694549" y="1036741"/>
                  </a:lnTo>
                  <a:lnTo>
                    <a:pt x="1692665" y="10341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h286"/>
            <p:cNvSpPr/>
            <p:nvPr/>
          </p:nvSpPr>
          <p:spPr>
            <a:xfrm>
              <a:off x="4660005" y="4534796"/>
              <a:ext cx="1695302" cy="1040857"/>
            </a:xfrm>
            <a:custGeom>
              <a:avLst/>
              <a:pathLst>
                <a:path w="1695302" h="1040857">
                  <a:moveTo>
                    <a:pt x="1691481" y="1038225"/>
                  </a:moveTo>
                  <a:lnTo>
                    <a:pt x="1693042" y="1040857"/>
                  </a:lnTo>
                  <a:lnTo>
                    <a:pt x="1695302" y="103799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h287"/>
            <p:cNvSpPr/>
            <p:nvPr/>
          </p:nvSpPr>
          <p:spPr>
            <a:xfrm>
              <a:off x="4787180" y="4507545"/>
              <a:ext cx="1691481" cy="1040972"/>
            </a:xfrm>
            <a:custGeom>
              <a:avLst/>
              <a:pathLst>
                <a:path w="1691481" h="1040972">
                  <a:moveTo>
                    <a:pt x="1691481" y="1038225"/>
                  </a:moveTo>
                  <a:lnTo>
                    <a:pt x="1689167" y="1037582"/>
                  </a:lnTo>
                  <a:lnTo>
                    <a:pt x="1690889" y="104097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h288"/>
            <p:cNvSpPr/>
            <p:nvPr/>
          </p:nvSpPr>
          <p:spPr>
            <a:xfrm>
              <a:off x="4662104" y="4526841"/>
              <a:ext cx="1693472" cy="1042319"/>
            </a:xfrm>
            <a:custGeom>
              <a:avLst/>
              <a:pathLst>
                <a:path w="1693472" h="1042319">
                  <a:moveTo>
                    <a:pt x="1691481" y="1038225"/>
                  </a:moveTo>
                  <a:lnTo>
                    <a:pt x="1692611" y="1042319"/>
                  </a:lnTo>
                  <a:lnTo>
                    <a:pt x="1693472" y="103986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h289"/>
            <p:cNvSpPr/>
            <p:nvPr/>
          </p:nvSpPr>
          <p:spPr>
            <a:xfrm>
              <a:off x="4390317" y="3951184"/>
              <a:ext cx="1694064" cy="1038225"/>
            </a:xfrm>
            <a:custGeom>
              <a:avLst/>
              <a:pathLst>
                <a:path w="1694064" h="1038225">
                  <a:moveTo>
                    <a:pt x="1691481" y="1038225"/>
                  </a:moveTo>
                  <a:lnTo>
                    <a:pt x="1694064" y="1038225"/>
                  </a:lnTo>
                  <a:lnTo>
                    <a:pt x="1692019" y="103548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h290"/>
            <p:cNvSpPr/>
            <p:nvPr/>
          </p:nvSpPr>
          <p:spPr>
            <a:xfrm>
              <a:off x="4470238" y="3367703"/>
              <a:ext cx="1691481" cy="1038885"/>
            </a:xfrm>
            <a:custGeom>
              <a:avLst/>
              <a:pathLst>
                <a:path w="1691481" h="1038885">
                  <a:moveTo>
                    <a:pt x="1691481" y="1038225"/>
                  </a:moveTo>
                  <a:lnTo>
                    <a:pt x="1690566" y="1038225"/>
                  </a:lnTo>
                  <a:lnTo>
                    <a:pt x="1690566" y="103888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h291"/>
            <p:cNvSpPr/>
            <p:nvPr/>
          </p:nvSpPr>
          <p:spPr>
            <a:xfrm>
              <a:off x="4376377" y="4625901"/>
              <a:ext cx="1696432" cy="1040982"/>
            </a:xfrm>
            <a:custGeom>
              <a:avLst/>
              <a:pathLst>
                <a:path w="1696432" h="1040982">
                  <a:moveTo>
                    <a:pt x="1691481" y="1038225"/>
                  </a:moveTo>
                  <a:lnTo>
                    <a:pt x="1691158" y="1040102"/>
                  </a:lnTo>
                  <a:lnTo>
                    <a:pt x="1696432" y="1040982"/>
                  </a:lnTo>
                  <a:lnTo>
                    <a:pt x="1696271" y="103728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h292"/>
            <p:cNvSpPr/>
            <p:nvPr/>
          </p:nvSpPr>
          <p:spPr>
            <a:xfrm>
              <a:off x="4559686" y="4019012"/>
              <a:ext cx="1691535" cy="1041605"/>
            </a:xfrm>
            <a:custGeom>
              <a:avLst/>
              <a:pathLst>
                <a:path w="1691535" h="1041605">
                  <a:moveTo>
                    <a:pt x="1691481" y="1038225"/>
                  </a:moveTo>
                  <a:lnTo>
                    <a:pt x="1688951" y="1040631"/>
                  </a:lnTo>
                  <a:lnTo>
                    <a:pt x="1691535" y="104160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h293"/>
            <p:cNvSpPr/>
            <p:nvPr/>
          </p:nvSpPr>
          <p:spPr>
            <a:xfrm>
              <a:off x="4794661" y="4473487"/>
              <a:ext cx="1691912" cy="1043421"/>
            </a:xfrm>
            <a:custGeom>
              <a:avLst/>
              <a:pathLst>
                <a:path w="1691912" h="1043421">
                  <a:moveTo>
                    <a:pt x="1691481" y="1038225"/>
                  </a:moveTo>
                  <a:lnTo>
                    <a:pt x="1688413" y="1039684"/>
                  </a:lnTo>
                  <a:lnTo>
                    <a:pt x="1690189" y="1043421"/>
                  </a:lnTo>
                  <a:lnTo>
                    <a:pt x="1691912" y="104324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h294"/>
            <p:cNvSpPr/>
            <p:nvPr/>
          </p:nvSpPr>
          <p:spPr>
            <a:xfrm>
              <a:off x="4828890" y="4476348"/>
              <a:ext cx="1691481" cy="1041436"/>
            </a:xfrm>
            <a:custGeom>
              <a:avLst/>
              <a:pathLst>
                <a:path w="1691481" h="1041436">
                  <a:moveTo>
                    <a:pt x="1691481" y="1038225"/>
                  </a:moveTo>
                  <a:lnTo>
                    <a:pt x="1688198" y="1038516"/>
                  </a:lnTo>
                  <a:lnTo>
                    <a:pt x="1688413" y="1040619"/>
                  </a:lnTo>
                  <a:lnTo>
                    <a:pt x="1691427" y="1041436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h295"/>
            <p:cNvSpPr/>
            <p:nvPr/>
          </p:nvSpPr>
          <p:spPr>
            <a:xfrm>
              <a:off x="4520936" y="4641805"/>
              <a:ext cx="1694010" cy="1042451"/>
            </a:xfrm>
            <a:custGeom>
              <a:avLst/>
              <a:pathLst>
                <a:path w="1694010" h="1042451">
                  <a:moveTo>
                    <a:pt x="1691481" y="1038225"/>
                  </a:moveTo>
                  <a:lnTo>
                    <a:pt x="1692234" y="1042451"/>
                  </a:lnTo>
                  <a:lnTo>
                    <a:pt x="1694010" y="1041570"/>
                  </a:lnTo>
                  <a:lnTo>
                    <a:pt x="1693903" y="103752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h296"/>
            <p:cNvSpPr/>
            <p:nvPr/>
          </p:nvSpPr>
          <p:spPr>
            <a:xfrm>
              <a:off x="4568835" y="4606780"/>
              <a:ext cx="1691481" cy="1041860"/>
            </a:xfrm>
            <a:custGeom>
              <a:avLst/>
              <a:pathLst>
                <a:path w="1691481" h="1041860">
                  <a:moveTo>
                    <a:pt x="1691481" y="1038225"/>
                  </a:moveTo>
                  <a:lnTo>
                    <a:pt x="1689597" y="1037814"/>
                  </a:lnTo>
                  <a:lnTo>
                    <a:pt x="1688521" y="1041156"/>
                  </a:lnTo>
                  <a:lnTo>
                    <a:pt x="1690620" y="104186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h297"/>
            <p:cNvSpPr/>
            <p:nvPr/>
          </p:nvSpPr>
          <p:spPr>
            <a:xfrm>
              <a:off x="4380037" y="4980417"/>
              <a:ext cx="1693365" cy="1041775"/>
            </a:xfrm>
            <a:custGeom>
              <a:avLst/>
              <a:pathLst>
                <a:path w="1693365" h="1041775">
                  <a:moveTo>
                    <a:pt x="1691481" y="1038225"/>
                  </a:moveTo>
                  <a:lnTo>
                    <a:pt x="1691427" y="1041775"/>
                  </a:lnTo>
                  <a:lnTo>
                    <a:pt x="1693365" y="103893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h298"/>
            <p:cNvSpPr/>
            <p:nvPr/>
          </p:nvSpPr>
          <p:spPr>
            <a:xfrm>
              <a:off x="5250712" y="3242483"/>
              <a:ext cx="1715968" cy="1038974"/>
            </a:xfrm>
            <a:custGeom>
              <a:avLst/>
              <a:pathLst>
                <a:path w="1715968" h="1038974">
                  <a:moveTo>
                    <a:pt x="1691481" y="1038225"/>
                  </a:moveTo>
                  <a:lnTo>
                    <a:pt x="1715943" y="927592"/>
                  </a:lnTo>
                  <a:lnTo>
                    <a:pt x="1715968" y="927282"/>
                  </a:lnTo>
                  <a:lnTo>
                    <a:pt x="1715907" y="926979"/>
                  </a:lnTo>
                  <a:lnTo>
                    <a:pt x="1715766" y="926712"/>
                  </a:lnTo>
                  <a:lnTo>
                    <a:pt x="1715561" y="926507"/>
                  </a:lnTo>
                  <a:lnTo>
                    <a:pt x="1715309" y="926385"/>
                  </a:lnTo>
                  <a:lnTo>
                    <a:pt x="1715037" y="926357"/>
                  </a:lnTo>
                  <a:lnTo>
                    <a:pt x="1714770" y="926427"/>
                  </a:lnTo>
                  <a:lnTo>
                    <a:pt x="1714536" y="926586"/>
                  </a:lnTo>
                  <a:lnTo>
                    <a:pt x="1714356" y="926821"/>
                  </a:lnTo>
                  <a:lnTo>
                    <a:pt x="1714249" y="927107"/>
                  </a:lnTo>
                  <a:lnTo>
                    <a:pt x="1689786" y="1037739"/>
                  </a:lnTo>
                  <a:lnTo>
                    <a:pt x="1689762" y="1038049"/>
                  </a:lnTo>
                  <a:lnTo>
                    <a:pt x="1689823" y="1038352"/>
                  </a:lnTo>
                  <a:lnTo>
                    <a:pt x="1689963" y="1038619"/>
                  </a:lnTo>
                  <a:lnTo>
                    <a:pt x="1690169" y="1038824"/>
                  </a:lnTo>
                  <a:lnTo>
                    <a:pt x="1690420" y="1038946"/>
                  </a:lnTo>
                  <a:lnTo>
                    <a:pt x="1690693" y="1038974"/>
                  </a:lnTo>
                  <a:lnTo>
                    <a:pt x="1690959" y="1038904"/>
                  </a:lnTo>
                  <a:lnTo>
                    <a:pt x="1691194" y="1038745"/>
                  </a:lnTo>
                  <a:lnTo>
                    <a:pt x="1691374" y="103851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h299"/>
            <p:cNvSpPr/>
            <p:nvPr/>
          </p:nvSpPr>
          <p:spPr>
            <a:xfrm>
              <a:off x="5133047" y="3506450"/>
              <a:ext cx="1756111" cy="1038579"/>
            </a:xfrm>
            <a:custGeom>
              <a:avLst/>
              <a:pathLst>
                <a:path w="1756111" h="1038579">
                  <a:moveTo>
                    <a:pt x="1691481" y="1038225"/>
                  </a:moveTo>
                  <a:lnTo>
                    <a:pt x="1755910" y="950547"/>
                  </a:lnTo>
                  <a:lnTo>
                    <a:pt x="1756050" y="950280"/>
                  </a:lnTo>
                  <a:lnTo>
                    <a:pt x="1756111" y="949977"/>
                  </a:lnTo>
                  <a:lnTo>
                    <a:pt x="1756087" y="949667"/>
                  </a:lnTo>
                  <a:lnTo>
                    <a:pt x="1755980" y="949381"/>
                  </a:lnTo>
                  <a:lnTo>
                    <a:pt x="1755800" y="949147"/>
                  </a:lnTo>
                  <a:lnTo>
                    <a:pt x="1755565" y="948987"/>
                  </a:lnTo>
                  <a:lnTo>
                    <a:pt x="1755299" y="948918"/>
                  </a:lnTo>
                  <a:lnTo>
                    <a:pt x="1755027" y="948945"/>
                  </a:lnTo>
                  <a:lnTo>
                    <a:pt x="1754775" y="949067"/>
                  </a:lnTo>
                  <a:lnTo>
                    <a:pt x="1754569" y="949272"/>
                  </a:lnTo>
                  <a:lnTo>
                    <a:pt x="1690140" y="1036949"/>
                  </a:lnTo>
                  <a:lnTo>
                    <a:pt x="1690000" y="1037216"/>
                  </a:lnTo>
                  <a:lnTo>
                    <a:pt x="1689939" y="1037519"/>
                  </a:lnTo>
                  <a:lnTo>
                    <a:pt x="1689963" y="1037829"/>
                  </a:lnTo>
                  <a:lnTo>
                    <a:pt x="1690070" y="1038115"/>
                  </a:lnTo>
                  <a:lnTo>
                    <a:pt x="1690250" y="1038350"/>
                  </a:lnTo>
                  <a:lnTo>
                    <a:pt x="1690485" y="1038509"/>
                  </a:lnTo>
                  <a:lnTo>
                    <a:pt x="1690751" y="1038579"/>
                  </a:lnTo>
                  <a:lnTo>
                    <a:pt x="1691024" y="1038551"/>
                  </a:lnTo>
                  <a:lnTo>
                    <a:pt x="1691275" y="1038429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h300"/>
            <p:cNvSpPr/>
            <p:nvPr/>
          </p:nvSpPr>
          <p:spPr>
            <a:xfrm>
              <a:off x="4984648" y="3784639"/>
              <a:ext cx="1739815" cy="1038736"/>
            </a:xfrm>
            <a:custGeom>
              <a:avLst/>
              <a:pathLst>
                <a:path w="1739815" h="1038736">
                  <a:moveTo>
                    <a:pt x="1691481" y="1038225"/>
                  </a:moveTo>
                  <a:lnTo>
                    <a:pt x="1739716" y="937128"/>
                  </a:lnTo>
                  <a:lnTo>
                    <a:pt x="1739808" y="936834"/>
                  </a:lnTo>
                  <a:lnTo>
                    <a:pt x="1739815" y="936523"/>
                  </a:lnTo>
                  <a:lnTo>
                    <a:pt x="1739737" y="936225"/>
                  </a:lnTo>
                  <a:lnTo>
                    <a:pt x="1739582" y="935969"/>
                  </a:lnTo>
                  <a:lnTo>
                    <a:pt x="1739365" y="935780"/>
                  </a:lnTo>
                  <a:lnTo>
                    <a:pt x="1739108" y="935676"/>
                  </a:lnTo>
                  <a:lnTo>
                    <a:pt x="1738834" y="935668"/>
                  </a:lnTo>
                  <a:lnTo>
                    <a:pt x="1738572" y="935756"/>
                  </a:lnTo>
                  <a:lnTo>
                    <a:pt x="1738347" y="935932"/>
                  </a:lnTo>
                  <a:lnTo>
                    <a:pt x="1738181" y="936179"/>
                  </a:lnTo>
                  <a:lnTo>
                    <a:pt x="1689945" y="1037276"/>
                  </a:lnTo>
                  <a:lnTo>
                    <a:pt x="1689854" y="1037569"/>
                  </a:lnTo>
                  <a:lnTo>
                    <a:pt x="1689847" y="1037880"/>
                  </a:lnTo>
                  <a:lnTo>
                    <a:pt x="1689924" y="1038178"/>
                  </a:lnTo>
                  <a:lnTo>
                    <a:pt x="1690079" y="1038435"/>
                  </a:lnTo>
                  <a:lnTo>
                    <a:pt x="1690296" y="1038624"/>
                  </a:lnTo>
                  <a:lnTo>
                    <a:pt x="1690554" y="1038728"/>
                  </a:lnTo>
                  <a:lnTo>
                    <a:pt x="1690827" y="1038736"/>
                  </a:lnTo>
                  <a:lnTo>
                    <a:pt x="1691089" y="1038647"/>
                  </a:lnTo>
                  <a:lnTo>
                    <a:pt x="1691315" y="1038471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h301"/>
            <p:cNvSpPr/>
            <p:nvPr/>
          </p:nvSpPr>
          <p:spPr>
            <a:xfrm>
              <a:off x="4949611" y="4079500"/>
              <a:ext cx="1691481" cy="1042531"/>
            </a:xfrm>
            <a:custGeom>
              <a:avLst/>
              <a:pathLst>
                <a:path w="1691481" h="1042531">
                  <a:moveTo>
                    <a:pt x="1691481" y="1038225"/>
                  </a:moveTo>
                  <a:lnTo>
                    <a:pt x="1691481" y="938526"/>
                  </a:lnTo>
                  <a:lnTo>
                    <a:pt x="1691438" y="938218"/>
                  </a:lnTo>
                  <a:lnTo>
                    <a:pt x="1691314" y="937941"/>
                  </a:lnTo>
                  <a:lnTo>
                    <a:pt x="1691121" y="937721"/>
                  </a:lnTo>
                  <a:lnTo>
                    <a:pt x="1690877" y="937580"/>
                  </a:lnTo>
                  <a:lnTo>
                    <a:pt x="1690607" y="937532"/>
                  </a:lnTo>
                  <a:lnTo>
                    <a:pt x="1690337" y="937580"/>
                  </a:lnTo>
                  <a:lnTo>
                    <a:pt x="1690094" y="937721"/>
                  </a:lnTo>
                  <a:lnTo>
                    <a:pt x="1689900" y="937941"/>
                  </a:lnTo>
                  <a:lnTo>
                    <a:pt x="1689776" y="938218"/>
                  </a:lnTo>
                  <a:lnTo>
                    <a:pt x="1689733" y="938526"/>
                  </a:lnTo>
                  <a:lnTo>
                    <a:pt x="1689733" y="1038217"/>
                  </a:lnTo>
                  <a:lnTo>
                    <a:pt x="1689690" y="1041522"/>
                  </a:lnTo>
                  <a:lnTo>
                    <a:pt x="1689729" y="1041830"/>
                  </a:lnTo>
                  <a:lnTo>
                    <a:pt x="1689850" y="1042109"/>
                  </a:lnTo>
                  <a:lnTo>
                    <a:pt x="1690040" y="1042333"/>
                  </a:lnTo>
                  <a:lnTo>
                    <a:pt x="1690282" y="1042478"/>
                  </a:lnTo>
                  <a:lnTo>
                    <a:pt x="1690551" y="1042531"/>
                  </a:lnTo>
                  <a:lnTo>
                    <a:pt x="1690822" y="1042487"/>
                  </a:lnTo>
                  <a:lnTo>
                    <a:pt x="1691067" y="1042350"/>
                  </a:lnTo>
                  <a:lnTo>
                    <a:pt x="1691263" y="1042133"/>
                  </a:lnTo>
                  <a:lnTo>
                    <a:pt x="1691391" y="1041858"/>
                  </a:lnTo>
                  <a:lnTo>
                    <a:pt x="1691438" y="1041552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h302"/>
            <p:cNvSpPr/>
            <p:nvPr/>
          </p:nvSpPr>
          <p:spPr>
            <a:xfrm>
              <a:off x="4915865" y="4462368"/>
              <a:ext cx="1717948" cy="1066968"/>
            </a:xfrm>
            <a:custGeom>
              <a:avLst/>
              <a:pathLst>
                <a:path w="1717948" h="1066968">
                  <a:moveTo>
                    <a:pt x="1691481" y="1038225"/>
                  </a:moveTo>
                  <a:lnTo>
                    <a:pt x="1677389" y="1065474"/>
                  </a:lnTo>
                  <a:lnTo>
                    <a:pt x="1677289" y="1065764"/>
                  </a:lnTo>
                  <a:lnTo>
                    <a:pt x="1677272" y="1066074"/>
                  </a:lnTo>
                  <a:lnTo>
                    <a:pt x="1677341" y="1066375"/>
                  </a:lnTo>
                  <a:lnTo>
                    <a:pt x="1677488" y="1066638"/>
                  </a:lnTo>
                  <a:lnTo>
                    <a:pt x="1677699" y="1066835"/>
                  </a:lnTo>
                  <a:lnTo>
                    <a:pt x="1677953" y="1066949"/>
                  </a:lnTo>
                  <a:lnTo>
                    <a:pt x="1678226" y="1066968"/>
                  </a:lnTo>
                  <a:lnTo>
                    <a:pt x="1678491" y="1066890"/>
                  </a:lnTo>
                  <a:lnTo>
                    <a:pt x="1678721" y="1066723"/>
                  </a:lnTo>
                  <a:lnTo>
                    <a:pt x="1678895" y="1066483"/>
                  </a:lnTo>
                  <a:lnTo>
                    <a:pt x="1693021" y="1039167"/>
                  </a:lnTo>
                  <a:lnTo>
                    <a:pt x="1693080" y="1039031"/>
                  </a:lnTo>
                  <a:lnTo>
                    <a:pt x="1707919" y="996683"/>
                  </a:lnTo>
                  <a:lnTo>
                    <a:pt x="1717911" y="959080"/>
                  </a:lnTo>
                  <a:lnTo>
                    <a:pt x="1717948" y="958772"/>
                  </a:lnTo>
                  <a:lnTo>
                    <a:pt x="1717900" y="958466"/>
                  </a:lnTo>
                  <a:lnTo>
                    <a:pt x="1717771" y="958192"/>
                  </a:lnTo>
                  <a:lnTo>
                    <a:pt x="1717574" y="957976"/>
                  </a:lnTo>
                  <a:lnTo>
                    <a:pt x="1717328" y="957841"/>
                  </a:lnTo>
                  <a:lnTo>
                    <a:pt x="1717057" y="957798"/>
                  </a:lnTo>
                  <a:lnTo>
                    <a:pt x="1716788" y="957853"/>
                  </a:lnTo>
                  <a:lnTo>
                    <a:pt x="1716547" y="958000"/>
                  </a:lnTo>
                  <a:lnTo>
                    <a:pt x="1716357" y="958225"/>
                  </a:lnTo>
                  <a:lnTo>
                    <a:pt x="1716238" y="958505"/>
                  </a:lnTo>
                  <a:lnTo>
                    <a:pt x="1706258" y="99606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h303"/>
            <p:cNvSpPr/>
            <p:nvPr/>
          </p:nvSpPr>
          <p:spPr>
            <a:xfrm>
              <a:off x="4641342" y="4864272"/>
              <a:ext cx="1753358" cy="1038573"/>
            </a:xfrm>
            <a:custGeom>
              <a:avLst/>
              <a:pathLst>
                <a:path w="1753358" h="1038573">
                  <a:moveTo>
                    <a:pt x="1691481" y="1038225"/>
                  </a:moveTo>
                  <a:lnTo>
                    <a:pt x="1753154" y="955460"/>
                  </a:lnTo>
                  <a:lnTo>
                    <a:pt x="1753296" y="955194"/>
                  </a:lnTo>
                  <a:lnTo>
                    <a:pt x="1753358" y="954891"/>
                  </a:lnTo>
                  <a:lnTo>
                    <a:pt x="1753336" y="954581"/>
                  </a:lnTo>
                  <a:lnTo>
                    <a:pt x="1753230" y="954294"/>
                  </a:lnTo>
                  <a:lnTo>
                    <a:pt x="1753052" y="954059"/>
                  </a:lnTo>
                  <a:lnTo>
                    <a:pt x="1752818" y="953897"/>
                  </a:lnTo>
                  <a:lnTo>
                    <a:pt x="1752552" y="953826"/>
                  </a:lnTo>
                  <a:lnTo>
                    <a:pt x="1752280" y="953851"/>
                  </a:lnTo>
                  <a:lnTo>
                    <a:pt x="1752028" y="953971"/>
                  </a:lnTo>
                  <a:lnTo>
                    <a:pt x="1751821" y="954174"/>
                  </a:lnTo>
                  <a:lnTo>
                    <a:pt x="1690148" y="1036939"/>
                  </a:lnTo>
                  <a:lnTo>
                    <a:pt x="1690006" y="1037205"/>
                  </a:lnTo>
                  <a:lnTo>
                    <a:pt x="1689943" y="1037507"/>
                  </a:lnTo>
                  <a:lnTo>
                    <a:pt x="1689966" y="1037817"/>
                  </a:lnTo>
                  <a:lnTo>
                    <a:pt x="1690071" y="1038104"/>
                  </a:lnTo>
                  <a:lnTo>
                    <a:pt x="1690249" y="1038340"/>
                  </a:lnTo>
                  <a:lnTo>
                    <a:pt x="1690483" y="1038501"/>
                  </a:lnTo>
                  <a:lnTo>
                    <a:pt x="1690749" y="1038573"/>
                  </a:lnTo>
                  <a:lnTo>
                    <a:pt x="1691022" y="1038547"/>
                  </a:lnTo>
                  <a:lnTo>
                    <a:pt x="1691274" y="1038427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h304"/>
            <p:cNvSpPr/>
            <p:nvPr/>
          </p:nvSpPr>
          <p:spPr>
            <a:xfrm>
              <a:off x="4358447" y="5223328"/>
              <a:ext cx="1739601" cy="1051914"/>
            </a:xfrm>
            <a:custGeom>
              <a:avLst/>
              <a:pathLst>
                <a:path w="1739601" h="1051914">
                  <a:moveTo>
                    <a:pt x="1691481" y="1038225"/>
                  </a:moveTo>
                  <a:lnTo>
                    <a:pt x="1646031" y="1049955"/>
                  </a:lnTo>
                  <a:lnTo>
                    <a:pt x="1645778" y="1050070"/>
                  </a:lnTo>
                  <a:lnTo>
                    <a:pt x="1645568" y="1050269"/>
                  </a:lnTo>
                  <a:lnTo>
                    <a:pt x="1645422" y="1050532"/>
                  </a:lnTo>
                  <a:lnTo>
                    <a:pt x="1645355" y="1050834"/>
                  </a:lnTo>
                  <a:lnTo>
                    <a:pt x="1645373" y="1051144"/>
                  </a:lnTo>
                  <a:lnTo>
                    <a:pt x="1645474" y="1051433"/>
                  </a:lnTo>
                  <a:lnTo>
                    <a:pt x="1645649" y="1051672"/>
                  </a:lnTo>
                  <a:lnTo>
                    <a:pt x="1645880" y="1051838"/>
                  </a:lnTo>
                  <a:lnTo>
                    <a:pt x="1646145" y="1051914"/>
                  </a:lnTo>
                  <a:lnTo>
                    <a:pt x="1646418" y="1051894"/>
                  </a:lnTo>
                  <a:lnTo>
                    <a:pt x="1691956" y="1040138"/>
                  </a:lnTo>
                  <a:lnTo>
                    <a:pt x="1710334" y="1033828"/>
                  </a:lnTo>
                  <a:lnTo>
                    <a:pt x="1739103" y="1018571"/>
                  </a:lnTo>
                  <a:lnTo>
                    <a:pt x="1739329" y="1018398"/>
                  </a:lnTo>
                  <a:lnTo>
                    <a:pt x="1739498" y="1018152"/>
                  </a:lnTo>
                  <a:lnTo>
                    <a:pt x="1739591" y="1017860"/>
                  </a:lnTo>
                  <a:lnTo>
                    <a:pt x="1739601" y="1017549"/>
                  </a:lnTo>
                  <a:lnTo>
                    <a:pt x="1739526" y="1017250"/>
                  </a:lnTo>
                  <a:lnTo>
                    <a:pt x="1739373" y="1016993"/>
                  </a:lnTo>
                  <a:lnTo>
                    <a:pt x="1739157" y="1016801"/>
                  </a:lnTo>
                  <a:lnTo>
                    <a:pt x="1738900" y="1016695"/>
                  </a:lnTo>
                  <a:lnTo>
                    <a:pt x="1738627" y="1016684"/>
                  </a:lnTo>
                  <a:lnTo>
                    <a:pt x="1738364" y="1016769"/>
                  </a:lnTo>
                  <a:lnTo>
                    <a:pt x="1709652" y="1031995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h305"/>
            <p:cNvSpPr/>
            <p:nvPr/>
          </p:nvSpPr>
          <p:spPr>
            <a:xfrm>
              <a:off x="4004875" y="4969408"/>
              <a:ext cx="1695752" cy="1046460"/>
            </a:xfrm>
            <a:custGeom>
              <a:avLst/>
              <a:pathLst>
                <a:path w="1695752" h="1046460">
                  <a:moveTo>
                    <a:pt x="1691481" y="1038225"/>
                  </a:moveTo>
                  <a:lnTo>
                    <a:pt x="1694065" y="1045826"/>
                  </a:lnTo>
                  <a:lnTo>
                    <a:pt x="1694202" y="1046095"/>
                  </a:lnTo>
                  <a:lnTo>
                    <a:pt x="1694406" y="1046302"/>
                  </a:lnTo>
                  <a:lnTo>
                    <a:pt x="1694656" y="1046428"/>
                  </a:lnTo>
                  <a:lnTo>
                    <a:pt x="1694928" y="1046460"/>
                  </a:lnTo>
                  <a:lnTo>
                    <a:pt x="1695195" y="1046394"/>
                  </a:lnTo>
                  <a:lnTo>
                    <a:pt x="1695432" y="1046238"/>
                  </a:lnTo>
                  <a:lnTo>
                    <a:pt x="1695614" y="1046006"/>
                  </a:lnTo>
                  <a:lnTo>
                    <a:pt x="1695725" y="1045722"/>
                  </a:lnTo>
                  <a:lnTo>
                    <a:pt x="1695752" y="1045412"/>
                  </a:lnTo>
                  <a:lnTo>
                    <a:pt x="1695695" y="1045108"/>
                  </a:lnTo>
                  <a:lnTo>
                    <a:pt x="1693141" y="1037597"/>
                  </a:lnTo>
                  <a:lnTo>
                    <a:pt x="1691093" y="1024466"/>
                  </a:lnTo>
                  <a:lnTo>
                    <a:pt x="1687657" y="993585"/>
                  </a:lnTo>
                  <a:lnTo>
                    <a:pt x="1687829" y="952680"/>
                  </a:lnTo>
                  <a:lnTo>
                    <a:pt x="1690051" y="940327"/>
                  </a:lnTo>
                  <a:lnTo>
                    <a:pt x="1690063" y="940016"/>
                  </a:lnTo>
                  <a:lnTo>
                    <a:pt x="1689991" y="939716"/>
                  </a:lnTo>
                  <a:lnTo>
                    <a:pt x="1689840" y="939457"/>
                  </a:lnTo>
                  <a:lnTo>
                    <a:pt x="1689626" y="939263"/>
                  </a:lnTo>
                  <a:lnTo>
                    <a:pt x="1689370" y="939154"/>
                  </a:lnTo>
                  <a:lnTo>
                    <a:pt x="1689097" y="939140"/>
                  </a:lnTo>
                  <a:lnTo>
                    <a:pt x="1688834" y="939222"/>
                  </a:lnTo>
                  <a:lnTo>
                    <a:pt x="1688606" y="939394"/>
                  </a:lnTo>
                  <a:lnTo>
                    <a:pt x="1688435" y="939637"/>
                  </a:lnTo>
                  <a:lnTo>
                    <a:pt x="1688339" y="939928"/>
                  </a:lnTo>
                  <a:lnTo>
                    <a:pt x="1686100" y="952378"/>
                  </a:lnTo>
                  <a:lnTo>
                    <a:pt x="1686082" y="952572"/>
                  </a:lnTo>
                  <a:lnTo>
                    <a:pt x="1685910" y="993641"/>
                  </a:lnTo>
                  <a:lnTo>
                    <a:pt x="1685916" y="993770"/>
                  </a:lnTo>
                  <a:lnTo>
                    <a:pt x="1689368" y="1024789"/>
                  </a:lnTo>
                  <a:lnTo>
                    <a:pt x="1691436" y="103804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h306"/>
            <p:cNvSpPr/>
            <p:nvPr/>
          </p:nvSpPr>
          <p:spPr>
            <a:xfrm>
              <a:off x="4168067" y="4444539"/>
              <a:ext cx="1709482" cy="1051237"/>
            </a:xfrm>
            <a:custGeom>
              <a:avLst/>
              <a:pathLst>
                <a:path w="1709482" h="1051237">
                  <a:moveTo>
                    <a:pt x="1691481" y="1038225"/>
                  </a:moveTo>
                  <a:lnTo>
                    <a:pt x="1685129" y="1049715"/>
                  </a:lnTo>
                  <a:lnTo>
                    <a:pt x="1685022" y="1050001"/>
                  </a:lnTo>
                  <a:lnTo>
                    <a:pt x="1684997" y="1050311"/>
                  </a:lnTo>
                  <a:lnTo>
                    <a:pt x="1685058" y="1050614"/>
                  </a:lnTo>
                  <a:lnTo>
                    <a:pt x="1685198" y="1050881"/>
                  </a:lnTo>
                  <a:lnTo>
                    <a:pt x="1685404" y="1051086"/>
                  </a:lnTo>
                  <a:lnTo>
                    <a:pt x="1685655" y="1051209"/>
                  </a:lnTo>
                  <a:lnTo>
                    <a:pt x="1685928" y="1051237"/>
                  </a:lnTo>
                  <a:lnTo>
                    <a:pt x="1686194" y="1051167"/>
                  </a:lnTo>
                  <a:lnTo>
                    <a:pt x="1686429" y="1051008"/>
                  </a:lnTo>
                  <a:lnTo>
                    <a:pt x="1686609" y="1050774"/>
                  </a:lnTo>
                  <a:lnTo>
                    <a:pt x="1693024" y="1039159"/>
                  </a:lnTo>
                  <a:lnTo>
                    <a:pt x="1698389" y="1026996"/>
                  </a:lnTo>
                  <a:lnTo>
                    <a:pt x="1702868" y="1014899"/>
                  </a:lnTo>
                  <a:lnTo>
                    <a:pt x="1702909" y="1014759"/>
                  </a:lnTo>
                  <a:lnTo>
                    <a:pt x="1706889" y="996999"/>
                  </a:lnTo>
                  <a:lnTo>
                    <a:pt x="1708965" y="980774"/>
                  </a:lnTo>
                  <a:lnTo>
                    <a:pt x="1709482" y="961365"/>
                  </a:lnTo>
                  <a:lnTo>
                    <a:pt x="1709310" y="951594"/>
                  </a:lnTo>
                  <a:lnTo>
                    <a:pt x="1709262" y="951288"/>
                  </a:lnTo>
                  <a:lnTo>
                    <a:pt x="1709133" y="951014"/>
                  </a:lnTo>
                  <a:lnTo>
                    <a:pt x="1708936" y="950798"/>
                  </a:lnTo>
                  <a:lnTo>
                    <a:pt x="1708690" y="950663"/>
                  </a:lnTo>
                  <a:lnTo>
                    <a:pt x="1708419" y="950620"/>
                  </a:lnTo>
                  <a:lnTo>
                    <a:pt x="1708150" y="950675"/>
                  </a:lnTo>
                  <a:lnTo>
                    <a:pt x="1707909" y="950822"/>
                  </a:lnTo>
                  <a:lnTo>
                    <a:pt x="1707719" y="951046"/>
                  </a:lnTo>
                  <a:lnTo>
                    <a:pt x="1707600" y="951326"/>
                  </a:lnTo>
                  <a:lnTo>
                    <a:pt x="1707563" y="951634"/>
                  </a:lnTo>
                  <a:lnTo>
                    <a:pt x="1707735" y="961379"/>
                  </a:lnTo>
                  <a:lnTo>
                    <a:pt x="1707220" y="980657"/>
                  </a:lnTo>
                  <a:lnTo>
                    <a:pt x="1705167" y="996660"/>
                  </a:lnTo>
                  <a:lnTo>
                    <a:pt x="1701232" y="1014195"/>
                  </a:lnTo>
                  <a:lnTo>
                    <a:pt x="1696789" y="1026194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h307"/>
            <p:cNvSpPr/>
            <p:nvPr/>
          </p:nvSpPr>
          <p:spPr>
            <a:xfrm>
              <a:off x="4141966" y="4060812"/>
              <a:ext cx="1694578" cy="1046546"/>
            </a:xfrm>
            <a:custGeom>
              <a:avLst/>
              <a:pathLst>
                <a:path w="1694578" h="1046546">
                  <a:moveTo>
                    <a:pt x="1691481" y="1038225"/>
                  </a:moveTo>
                  <a:lnTo>
                    <a:pt x="1692854" y="1045760"/>
                  </a:lnTo>
                  <a:lnTo>
                    <a:pt x="1692950" y="1046051"/>
                  </a:lnTo>
                  <a:lnTo>
                    <a:pt x="1693121" y="1046294"/>
                  </a:lnTo>
                  <a:lnTo>
                    <a:pt x="1693350" y="1046464"/>
                  </a:lnTo>
                  <a:lnTo>
                    <a:pt x="1693613" y="1046546"/>
                  </a:lnTo>
                  <a:lnTo>
                    <a:pt x="1693887" y="1046532"/>
                  </a:lnTo>
                  <a:lnTo>
                    <a:pt x="1694142" y="1046422"/>
                  </a:lnTo>
                  <a:lnTo>
                    <a:pt x="1694356" y="1046227"/>
                  </a:lnTo>
                  <a:lnTo>
                    <a:pt x="1694506" y="1045967"/>
                  </a:lnTo>
                  <a:lnTo>
                    <a:pt x="1694578" y="1045667"/>
                  </a:lnTo>
                  <a:lnTo>
                    <a:pt x="1694565" y="1045357"/>
                  </a:lnTo>
                  <a:lnTo>
                    <a:pt x="1693174" y="1037731"/>
                  </a:lnTo>
                  <a:lnTo>
                    <a:pt x="1688006" y="1016184"/>
                  </a:lnTo>
                  <a:lnTo>
                    <a:pt x="1687962" y="1016042"/>
                  </a:lnTo>
                  <a:lnTo>
                    <a:pt x="1679295" y="993836"/>
                  </a:lnTo>
                  <a:lnTo>
                    <a:pt x="1670654" y="977754"/>
                  </a:lnTo>
                  <a:lnTo>
                    <a:pt x="1665456" y="969224"/>
                  </a:lnTo>
                  <a:lnTo>
                    <a:pt x="1645989" y="940972"/>
                  </a:lnTo>
                  <a:lnTo>
                    <a:pt x="1645789" y="940760"/>
                  </a:lnTo>
                  <a:lnTo>
                    <a:pt x="1645541" y="940629"/>
                  </a:lnTo>
                  <a:lnTo>
                    <a:pt x="1645270" y="940592"/>
                  </a:lnTo>
                  <a:lnTo>
                    <a:pt x="1645001" y="940652"/>
                  </a:lnTo>
                  <a:lnTo>
                    <a:pt x="1644762" y="940803"/>
                  </a:lnTo>
                  <a:lnTo>
                    <a:pt x="1644576" y="941031"/>
                  </a:lnTo>
                  <a:lnTo>
                    <a:pt x="1644461" y="941313"/>
                  </a:lnTo>
                  <a:lnTo>
                    <a:pt x="1644428" y="941622"/>
                  </a:lnTo>
                  <a:lnTo>
                    <a:pt x="1644481" y="941927"/>
                  </a:lnTo>
                  <a:lnTo>
                    <a:pt x="1644614" y="942199"/>
                  </a:lnTo>
                  <a:lnTo>
                    <a:pt x="1664064" y="970428"/>
                  </a:lnTo>
                  <a:lnTo>
                    <a:pt x="1669204" y="978863"/>
                  </a:lnTo>
                  <a:lnTo>
                    <a:pt x="1677774" y="994817"/>
                  </a:lnTo>
                  <a:lnTo>
                    <a:pt x="1686337" y="1016780"/>
                  </a:lnTo>
                  <a:close/>
                </a:path>
              </a:pathLst>
            </a:custGeom>
            <a:noFill/>
            <a:ln w="8130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766107" y="3561892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6226114" y="3025075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138736" y="324079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5475541" y="371498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981787" y="2792455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178056" y="4054968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475140" y="354598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475140" y="354598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334462" y="303501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5370688" y="3328277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634568" y="377363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634568" y="377363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634568" y="3773636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5832915" y="3997310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179804" y="4060932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038252" y="341476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038252" y="341476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038252" y="3414764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330494" y="3488328"/>
              <a:ext cx="36101" cy="36101"/>
            </a:xfrm>
            <a:prstGeom prst="ellipse">
              <a:avLst/>
            </a:prstGeom>
            <a:solidFill>
              <a:srgbClr val="E41A1C">
                <a:alpha val="80000"/>
              </a:srgbClr>
            </a:solidFill>
            <a:ln w="9000" cap="rnd">
              <a:solidFill>
                <a:srgbClr val="E41A1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2026-10-14T10:32:11Z</dcterms:modified>
</cp:coreProperties>
</file>