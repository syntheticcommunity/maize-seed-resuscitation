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3063082" y="1495425"/>
            <a:ext cx="4572000" cy="4572000"/>
            <a:chOff x="3063082" y="1495425"/>
            <a:chExt cx="4572000" cy="4572000"/>
          </a:xfrm>
        </p:grpSpPr>
        <p:sp>
          <p:nvSpPr>
            <p:cNvPr id="3" name="rc3"/>
            <p:cNvSpPr/>
            <p:nvPr/>
          </p:nvSpPr>
          <p:spPr>
            <a:xfrm>
              <a:off x="3063081" y="1495425"/>
              <a:ext cx="45720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3063081" y="1495425"/>
              <a:ext cx="45720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60261" y="1546035"/>
              <a:ext cx="4124209" cy="37523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460261" y="5127795"/>
              <a:ext cx="4124209" cy="0"/>
            </a:xfrm>
            <a:custGeom>
              <a:avLst/>
              <a:pathLst>
                <a:path w="4124209" h="0">
                  <a:moveTo>
                    <a:pt x="0" y="0"/>
                  </a:moveTo>
                  <a:lnTo>
                    <a:pt x="4124209" y="0"/>
                  </a:lnTo>
                  <a:lnTo>
                    <a:pt x="4124209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460261" y="4464137"/>
              <a:ext cx="4124209" cy="0"/>
            </a:xfrm>
            <a:custGeom>
              <a:avLst/>
              <a:pathLst>
                <a:path w="4124209" h="0">
                  <a:moveTo>
                    <a:pt x="0" y="0"/>
                  </a:moveTo>
                  <a:lnTo>
                    <a:pt x="4124209" y="0"/>
                  </a:lnTo>
                  <a:lnTo>
                    <a:pt x="4124209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460261" y="3800480"/>
              <a:ext cx="4124209" cy="0"/>
            </a:xfrm>
            <a:custGeom>
              <a:avLst/>
              <a:pathLst>
                <a:path w="4124209" h="0">
                  <a:moveTo>
                    <a:pt x="0" y="0"/>
                  </a:moveTo>
                  <a:lnTo>
                    <a:pt x="4124209" y="0"/>
                  </a:lnTo>
                  <a:lnTo>
                    <a:pt x="4124209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460261" y="3136822"/>
              <a:ext cx="4124209" cy="0"/>
            </a:xfrm>
            <a:custGeom>
              <a:avLst/>
              <a:pathLst>
                <a:path w="4124209" h="0">
                  <a:moveTo>
                    <a:pt x="0" y="0"/>
                  </a:moveTo>
                  <a:lnTo>
                    <a:pt x="4124209" y="0"/>
                  </a:lnTo>
                  <a:lnTo>
                    <a:pt x="4124209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460261" y="2473164"/>
              <a:ext cx="4124209" cy="0"/>
            </a:xfrm>
            <a:custGeom>
              <a:avLst/>
              <a:pathLst>
                <a:path w="4124209" h="0">
                  <a:moveTo>
                    <a:pt x="0" y="0"/>
                  </a:moveTo>
                  <a:lnTo>
                    <a:pt x="4124209" y="0"/>
                  </a:lnTo>
                  <a:lnTo>
                    <a:pt x="4124209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460261" y="1809507"/>
              <a:ext cx="4124209" cy="0"/>
            </a:xfrm>
            <a:custGeom>
              <a:avLst/>
              <a:pathLst>
                <a:path w="4124209" h="0">
                  <a:moveTo>
                    <a:pt x="0" y="0"/>
                  </a:moveTo>
                  <a:lnTo>
                    <a:pt x="4124209" y="0"/>
                  </a:lnTo>
                  <a:lnTo>
                    <a:pt x="4124209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729231" y="1546035"/>
              <a:ext cx="0" cy="3752320"/>
            </a:xfrm>
            <a:custGeom>
              <a:avLst/>
              <a:pathLst>
                <a:path w="0" h="3752320">
                  <a:moveTo>
                    <a:pt x="0" y="37523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177515" y="1546035"/>
              <a:ext cx="0" cy="3752320"/>
            </a:xfrm>
            <a:custGeom>
              <a:avLst/>
              <a:pathLst>
                <a:path w="0" h="3752320">
                  <a:moveTo>
                    <a:pt x="0" y="37523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625798" y="1546035"/>
              <a:ext cx="0" cy="3752320"/>
            </a:xfrm>
            <a:custGeom>
              <a:avLst/>
              <a:pathLst>
                <a:path w="0" h="3752320">
                  <a:moveTo>
                    <a:pt x="0" y="37523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074082" y="1546035"/>
              <a:ext cx="0" cy="3752320"/>
            </a:xfrm>
            <a:custGeom>
              <a:avLst/>
              <a:pathLst>
                <a:path w="0" h="3752320">
                  <a:moveTo>
                    <a:pt x="0" y="37523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522366" y="1546035"/>
              <a:ext cx="0" cy="3752320"/>
            </a:xfrm>
            <a:custGeom>
              <a:avLst/>
              <a:pathLst>
                <a:path w="0" h="3752320">
                  <a:moveTo>
                    <a:pt x="0" y="37523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970650" y="1546035"/>
              <a:ext cx="0" cy="3752320"/>
            </a:xfrm>
            <a:custGeom>
              <a:avLst/>
              <a:pathLst>
                <a:path w="0" h="3752320">
                  <a:moveTo>
                    <a:pt x="0" y="37523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418933" y="1546035"/>
              <a:ext cx="0" cy="3752320"/>
            </a:xfrm>
            <a:custGeom>
              <a:avLst/>
              <a:pathLst>
                <a:path w="0" h="3752320">
                  <a:moveTo>
                    <a:pt x="0" y="37523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867217" y="1546035"/>
              <a:ext cx="0" cy="3752320"/>
            </a:xfrm>
            <a:custGeom>
              <a:avLst/>
              <a:pathLst>
                <a:path w="0" h="3752320">
                  <a:moveTo>
                    <a:pt x="0" y="37523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315501" y="1546035"/>
              <a:ext cx="0" cy="3752320"/>
            </a:xfrm>
            <a:custGeom>
              <a:avLst/>
              <a:pathLst>
                <a:path w="0" h="3752320">
                  <a:moveTo>
                    <a:pt x="0" y="37523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4424071" y="4523867"/>
              <a:ext cx="403455" cy="331828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4424071" y="4855696"/>
              <a:ext cx="403455" cy="272099"/>
            </a:xfrm>
            <a:prstGeom prst="rect">
              <a:avLst/>
            </a:prstGeom>
            <a:solidFill>
              <a:srgbClr val="00BF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4872354" y="4543776"/>
              <a:ext cx="403455" cy="185824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4872354" y="4729601"/>
              <a:ext cx="403455" cy="398194"/>
            </a:xfrm>
            <a:prstGeom prst="rect">
              <a:avLst/>
            </a:prstGeom>
            <a:solidFill>
              <a:srgbClr val="00BF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6665489" y="4875605"/>
              <a:ext cx="403455" cy="79638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6665489" y="4955244"/>
              <a:ext cx="403455" cy="172550"/>
            </a:xfrm>
            <a:prstGeom prst="rect">
              <a:avLst/>
            </a:prstGeom>
            <a:solidFill>
              <a:srgbClr val="00BF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975787" y="2964271"/>
              <a:ext cx="403455" cy="1035305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975787" y="3999577"/>
              <a:ext cx="403455" cy="1128218"/>
            </a:xfrm>
            <a:prstGeom prst="rect">
              <a:avLst/>
            </a:prstGeom>
            <a:solidFill>
              <a:srgbClr val="00BF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5320638" y="4616779"/>
              <a:ext cx="403455" cy="265463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5320638" y="4882242"/>
              <a:ext cx="403455" cy="245553"/>
            </a:xfrm>
            <a:prstGeom prst="rect">
              <a:avLst/>
            </a:prstGeom>
            <a:solidFill>
              <a:srgbClr val="00BF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527503" y="1716595"/>
              <a:ext cx="403455" cy="1207856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527503" y="2924452"/>
              <a:ext cx="403455" cy="2203343"/>
            </a:xfrm>
            <a:prstGeom prst="rect">
              <a:avLst/>
            </a:prstGeom>
            <a:solidFill>
              <a:srgbClr val="00BF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6217206" y="4862332"/>
              <a:ext cx="403455" cy="152641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6217206" y="5014973"/>
              <a:ext cx="403455" cy="112821"/>
            </a:xfrm>
            <a:prstGeom prst="rect">
              <a:avLst/>
            </a:prstGeom>
            <a:solidFill>
              <a:srgbClr val="00BF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5768922" y="4636688"/>
              <a:ext cx="403455" cy="59729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5768922" y="4696418"/>
              <a:ext cx="403455" cy="431377"/>
            </a:xfrm>
            <a:prstGeom prst="rect">
              <a:avLst/>
            </a:prstGeom>
            <a:solidFill>
              <a:srgbClr val="00BF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7113773" y="4172128"/>
              <a:ext cx="403455" cy="365011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7113773" y="4537140"/>
              <a:ext cx="403455" cy="590655"/>
            </a:xfrm>
            <a:prstGeom prst="rect">
              <a:avLst/>
            </a:prstGeom>
            <a:solidFill>
              <a:srgbClr val="00BF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5032569" y="1921267"/>
              <a:ext cx="1876160" cy="187616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5220254" y="2108883"/>
              <a:ext cx="750395" cy="1353998"/>
            </a:xfrm>
            <a:custGeom>
              <a:avLst/>
              <a:pathLst>
                <a:path w="750395" h="1353998">
                  <a:moveTo>
                    <a:pt x="750395" y="750464"/>
                  </a:moveTo>
                  <a:lnTo>
                    <a:pt x="750395" y="724586"/>
                  </a:lnTo>
                  <a:lnTo>
                    <a:pt x="750395" y="698707"/>
                  </a:lnTo>
                  <a:lnTo>
                    <a:pt x="750395" y="672829"/>
                  </a:lnTo>
                  <a:lnTo>
                    <a:pt x="750395" y="646951"/>
                  </a:lnTo>
                  <a:lnTo>
                    <a:pt x="750395" y="621073"/>
                  </a:lnTo>
                  <a:lnTo>
                    <a:pt x="750395" y="595195"/>
                  </a:lnTo>
                  <a:lnTo>
                    <a:pt x="750395" y="569317"/>
                  </a:lnTo>
                  <a:lnTo>
                    <a:pt x="750395" y="543439"/>
                  </a:lnTo>
                  <a:lnTo>
                    <a:pt x="750395" y="517561"/>
                  </a:lnTo>
                  <a:lnTo>
                    <a:pt x="750395" y="491683"/>
                  </a:lnTo>
                  <a:lnTo>
                    <a:pt x="750395" y="465805"/>
                  </a:lnTo>
                  <a:lnTo>
                    <a:pt x="750395" y="439927"/>
                  </a:lnTo>
                  <a:lnTo>
                    <a:pt x="750395" y="414049"/>
                  </a:lnTo>
                  <a:lnTo>
                    <a:pt x="750395" y="388171"/>
                  </a:lnTo>
                  <a:lnTo>
                    <a:pt x="750395" y="362293"/>
                  </a:lnTo>
                  <a:lnTo>
                    <a:pt x="750395" y="336414"/>
                  </a:lnTo>
                  <a:lnTo>
                    <a:pt x="750395" y="310536"/>
                  </a:lnTo>
                  <a:lnTo>
                    <a:pt x="750395" y="284658"/>
                  </a:lnTo>
                  <a:lnTo>
                    <a:pt x="750395" y="258780"/>
                  </a:lnTo>
                  <a:lnTo>
                    <a:pt x="750395" y="232902"/>
                  </a:lnTo>
                  <a:lnTo>
                    <a:pt x="750395" y="207024"/>
                  </a:lnTo>
                  <a:lnTo>
                    <a:pt x="750395" y="181146"/>
                  </a:lnTo>
                  <a:lnTo>
                    <a:pt x="750395" y="155268"/>
                  </a:lnTo>
                  <a:lnTo>
                    <a:pt x="750395" y="129390"/>
                  </a:lnTo>
                  <a:lnTo>
                    <a:pt x="750395" y="103512"/>
                  </a:lnTo>
                  <a:lnTo>
                    <a:pt x="750395" y="77634"/>
                  </a:lnTo>
                  <a:lnTo>
                    <a:pt x="750395" y="51756"/>
                  </a:lnTo>
                  <a:lnTo>
                    <a:pt x="750395" y="25878"/>
                  </a:lnTo>
                  <a:lnTo>
                    <a:pt x="750395" y="0"/>
                  </a:lnTo>
                  <a:lnTo>
                    <a:pt x="724994" y="429"/>
                  </a:lnTo>
                  <a:lnTo>
                    <a:pt x="699622" y="1719"/>
                  </a:lnTo>
                  <a:lnTo>
                    <a:pt x="674309" y="3866"/>
                  </a:lnTo>
                  <a:lnTo>
                    <a:pt x="649082" y="6870"/>
                  </a:lnTo>
                  <a:lnTo>
                    <a:pt x="623972" y="10725"/>
                  </a:lnTo>
                  <a:lnTo>
                    <a:pt x="599006" y="15428"/>
                  </a:lnTo>
                  <a:lnTo>
                    <a:pt x="574214" y="20973"/>
                  </a:lnTo>
                  <a:lnTo>
                    <a:pt x="549624" y="27354"/>
                  </a:lnTo>
                  <a:lnTo>
                    <a:pt x="525264" y="34564"/>
                  </a:lnTo>
                  <a:lnTo>
                    <a:pt x="501162" y="42594"/>
                  </a:lnTo>
                  <a:lnTo>
                    <a:pt x="477346" y="51435"/>
                  </a:lnTo>
                  <a:lnTo>
                    <a:pt x="453842" y="61078"/>
                  </a:lnTo>
                  <a:lnTo>
                    <a:pt x="430679" y="71510"/>
                  </a:lnTo>
                  <a:lnTo>
                    <a:pt x="407882" y="82720"/>
                  </a:lnTo>
                  <a:lnTo>
                    <a:pt x="385477" y="94696"/>
                  </a:lnTo>
                  <a:lnTo>
                    <a:pt x="363490" y="107423"/>
                  </a:lnTo>
                  <a:lnTo>
                    <a:pt x="341947" y="120887"/>
                  </a:lnTo>
                  <a:lnTo>
                    <a:pt x="320872" y="135072"/>
                  </a:lnTo>
                  <a:lnTo>
                    <a:pt x="300289" y="149963"/>
                  </a:lnTo>
                  <a:lnTo>
                    <a:pt x="280222" y="165542"/>
                  </a:lnTo>
                  <a:lnTo>
                    <a:pt x="260693" y="181791"/>
                  </a:lnTo>
                  <a:lnTo>
                    <a:pt x="241726" y="198692"/>
                  </a:lnTo>
                  <a:lnTo>
                    <a:pt x="223342" y="216225"/>
                  </a:lnTo>
                  <a:lnTo>
                    <a:pt x="205561" y="234370"/>
                  </a:lnTo>
                  <a:lnTo>
                    <a:pt x="188405" y="253106"/>
                  </a:lnTo>
                  <a:lnTo>
                    <a:pt x="171893" y="272413"/>
                  </a:lnTo>
                  <a:lnTo>
                    <a:pt x="156044" y="292267"/>
                  </a:lnTo>
                  <a:lnTo>
                    <a:pt x="140876" y="312647"/>
                  </a:lnTo>
                  <a:lnTo>
                    <a:pt x="126407" y="333528"/>
                  </a:lnTo>
                  <a:lnTo>
                    <a:pt x="112652" y="354887"/>
                  </a:lnTo>
                  <a:lnTo>
                    <a:pt x="99629" y="376699"/>
                  </a:lnTo>
                  <a:lnTo>
                    <a:pt x="87351" y="398940"/>
                  </a:lnTo>
                  <a:lnTo>
                    <a:pt x="75833" y="421583"/>
                  </a:lnTo>
                  <a:lnTo>
                    <a:pt x="65088" y="444604"/>
                  </a:lnTo>
                  <a:lnTo>
                    <a:pt x="55128" y="467974"/>
                  </a:lnTo>
                  <a:lnTo>
                    <a:pt x="45965" y="491669"/>
                  </a:lnTo>
                  <a:lnTo>
                    <a:pt x="37609" y="515660"/>
                  </a:lnTo>
                  <a:lnTo>
                    <a:pt x="30070" y="539920"/>
                  </a:lnTo>
                  <a:lnTo>
                    <a:pt x="23357" y="564421"/>
                  </a:lnTo>
                  <a:lnTo>
                    <a:pt x="17476" y="589136"/>
                  </a:lnTo>
                  <a:lnTo>
                    <a:pt x="12436" y="614035"/>
                  </a:lnTo>
                  <a:lnTo>
                    <a:pt x="8241" y="639091"/>
                  </a:lnTo>
                  <a:lnTo>
                    <a:pt x="4896" y="664275"/>
                  </a:lnTo>
                  <a:lnTo>
                    <a:pt x="2406" y="689557"/>
                  </a:lnTo>
                  <a:lnTo>
                    <a:pt x="773" y="714909"/>
                  </a:lnTo>
                  <a:lnTo>
                    <a:pt x="0" y="740302"/>
                  </a:lnTo>
                  <a:lnTo>
                    <a:pt x="86" y="765706"/>
                  </a:lnTo>
                  <a:lnTo>
                    <a:pt x="1031" y="791093"/>
                  </a:lnTo>
                  <a:lnTo>
                    <a:pt x="2836" y="816433"/>
                  </a:lnTo>
                  <a:lnTo>
                    <a:pt x="5497" y="841698"/>
                  </a:lnTo>
                  <a:lnTo>
                    <a:pt x="9012" y="866858"/>
                  </a:lnTo>
                  <a:lnTo>
                    <a:pt x="13376" y="891885"/>
                  </a:lnTo>
                  <a:lnTo>
                    <a:pt x="18585" y="916750"/>
                  </a:lnTo>
                  <a:lnTo>
                    <a:pt x="24633" y="941424"/>
                  </a:lnTo>
                  <a:lnTo>
                    <a:pt x="31512" y="965879"/>
                  </a:lnTo>
                  <a:lnTo>
                    <a:pt x="39215" y="990088"/>
                  </a:lnTo>
                  <a:lnTo>
                    <a:pt x="47733" y="1014022"/>
                  </a:lnTo>
                  <a:lnTo>
                    <a:pt x="57056" y="1037654"/>
                  </a:lnTo>
                  <a:lnTo>
                    <a:pt x="67174" y="1060957"/>
                  </a:lnTo>
                  <a:lnTo>
                    <a:pt x="78075" y="1083904"/>
                  </a:lnTo>
                  <a:lnTo>
                    <a:pt x="89746" y="1106468"/>
                  </a:lnTo>
                  <a:lnTo>
                    <a:pt x="102174" y="1128625"/>
                  </a:lnTo>
                  <a:lnTo>
                    <a:pt x="115345" y="1150349"/>
                  </a:lnTo>
                  <a:lnTo>
                    <a:pt x="129244" y="1171614"/>
                  </a:lnTo>
                  <a:lnTo>
                    <a:pt x="143854" y="1192397"/>
                  </a:lnTo>
                  <a:lnTo>
                    <a:pt x="159160" y="1212673"/>
                  </a:lnTo>
                  <a:lnTo>
                    <a:pt x="175143" y="1232420"/>
                  </a:lnTo>
                  <a:lnTo>
                    <a:pt x="191786" y="1251614"/>
                  </a:lnTo>
                  <a:lnTo>
                    <a:pt x="209068" y="1270234"/>
                  </a:lnTo>
                  <a:lnTo>
                    <a:pt x="226971" y="1288259"/>
                  </a:lnTo>
                  <a:lnTo>
                    <a:pt x="245473" y="1305667"/>
                  </a:lnTo>
                  <a:lnTo>
                    <a:pt x="264555" y="1322439"/>
                  </a:lnTo>
                  <a:lnTo>
                    <a:pt x="284193" y="1338555"/>
                  </a:lnTo>
                  <a:lnTo>
                    <a:pt x="304365" y="1353998"/>
                  </a:lnTo>
                  <a:lnTo>
                    <a:pt x="319745" y="1333186"/>
                  </a:lnTo>
                  <a:lnTo>
                    <a:pt x="335125" y="1312375"/>
                  </a:lnTo>
                  <a:lnTo>
                    <a:pt x="350506" y="1291563"/>
                  </a:lnTo>
                  <a:lnTo>
                    <a:pt x="365886" y="1270752"/>
                  </a:lnTo>
                  <a:lnTo>
                    <a:pt x="381267" y="1249940"/>
                  </a:lnTo>
                  <a:lnTo>
                    <a:pt x="396647" y="1229129"/>
                  </a:lnTo>
                  <a:lnTo>
                    <a:pt x="412027" y="1208317"/>
                  </a:lnTo>
                  <a:lnTo>
                    <a:pt x="427408" y="1187506"/>
                  </a:lnTo>
                  <a:lnTo>
                    <a:pt x="442788" y="1166694"/>
                  </a:lnTo>
                  <a:lnTo>
                    <a:pt x="458168" y="1145883"/>
                  </a:lnTo>
                  <a:lnTo>
                    <a:pt x="473549" y="1125071"/>
                  </a:lnTo>
                  <a:lnTo>
                    <a:pt x="488929" y="1104260"/>
                  </a:lnTo>
                  <a:lnTo>
                    <a:pt x="504309" y="1083448"/>
                  </a:lnTo>
                  <a:lnTo>
                    <a:pt x="519690" y="1062636"/>
                  </a:lnTo>
                  <a:lnTo>
                    <a:pt x="535070" y="1041825"/>
                  </a:lnTo>
                  <a:lnTo>
                    <a:pt x="550450" y="1021013"/>
                  </a:lnTo>
                  <a:lnTo>
                    <a:pt x="565831" y="1000202"/>
                  </a:lnTo>
                  <a:lnTo>
                    <a:pt x="581211" y="979390"/>
                  </a:lnTo>
                  <a:lnTo>
                    <a:pt x="596591" y="958579"/>
                  </a:lnTo>
                  <a:lnTo>
                    <a:pt x="611972" y="937767"/>
                  </a:lnTo>
                  <a:lnTo>
                    <a:pt x="627352" y="916956"/>
                  </a:lnTo>
                  <a:lnTo>
                    <a:pt x="642732" y="896144"/>
                  </a:lnTo>
                  <a:lnTo>
                    <a:pt x="658113" y="875333"/>
                  </a:lnTo>
                  <a:lnTo>
                    <a:pt x="673493" y="854521"/>
                  </a:lnTo>
                  <a:lnTo>
                    <a:pt x="688873" y="833710"/>
                  </a:lnTo>
                  <a:lnTo>
                    <a:pt x="704254" y="812898"/>
                  </a:lnTo>
                  <a:lnTo>
                    <a:pt x="719634" y="792087"/>
                  </a:lnTo>
                  <a:lnTo>
                    <a:pt x="735014" y="771275"/>
                  </a:lnTo>
                  <a:close/>
                </a:path>
              </a:pathLst>
            </a:custGeom>
            <a:solidFill>
              <a:srgbClr val="F8766D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5524620" y="2108883"/>
              <a:ext cx="1196484" cy="1500888"/>
            </a:xfrm>
            <a:custGeom>
              <a:avLst/>
              <a:pathLst>
                <a:path w="1196484" h="1500888">
                  <a:moveTo>
                    <a:pt x="446029" y="750464"/>
                  </a:moveTo>
                  <a:lnTo>
                    <a:pt x="430649" y="771275"/>
                  </a:lnTo>
                  <a:lnTo>
                    <a:pt x="415269" y="792087"/>
                  </a:lnTo>
                  <a:lnTo>
                    <a:pt x="399888" y="812898"/>
                  </a:lnTo>
                  <a:lnTo>
                    <a:pt x="384508" y="833710"/>
                  </a:lnTo>
                  <a:lnTo>
                    <a:pt x="369128" y="854521"/>
                  </a:lnTo>
                  <a:lnTo>
                    <a:pt x="353747" y="875333"/>
                  </a:lnTo>
                  <a:lnTo>
                    <a:pt x="338367" y="896144"/>
                  </a:lnTo>
                  <a:lnTo>
                    <a:pt x="322987" y="916956"/>
                  </a:lnTo>
                  <a:lnTo>
                    <a:pt x="307606" y="937767"/>
                  </a:lnTo>
                  <a:lnTo>
                    <a:pt x="292226" y="958579"/>
                  </a:lnTo>
                  <a:lnTo>
                    <a:pt x="276846" y="979390"/>
                  </a:lnTo>
                  <a:lnTo>
                    <a:pt x="261465" y="1000202"/>
                  </a:lnTo>
                  <a:lnTo>
                    <a:pt x="246085" y="1021013"/>
                  </a:lnTo>
                  <a:lnTo>
                    <a:pt x="230705" y="1041825"/>
                  </a:lnTo>
                  <a:lnTo>
                    <a:pt x="215324" y="1062636"/>
                  </a:lnTo>
                  <a:lnTo>
                    <a:pt x="199944" y="1083448"/>
                  </a:lnTo>
                  <a:lnTo>
                    <a:pt x="184564" y="1104260"/>
                  </a:lnTo>
                  <a:lnTo>
                    <a:pt x="169183" y="1125071"/>
                  </a:lnTo>
                  <a:lnTo>
                    <a:pt x="153803" y="1145883"/>
                  </a:lnTo>
                  <a:lnTo>
                    <a:pt x="138423" y="1166694"/>
                  </a:lnTo>
                  <a:lnTo>
                    <a:pt x="123042" y="1187506"/>
                  </a:lnTo>
                  <a:lnTo>
                    <a:pt x="107662" y="1208317"/>
                  </a:lnTo>
                  <a:lnTo>
                    <a:pt x="92282" y="1229129"/>
                  </a:lnTo>
                  <a:lnTo>
                    <a:pt x="76901" y="1249940"/>
                  </a:lnTo>
                  <a:lnTo>
                    <a:pt x="61521" y="1270752"/>
                  </a:lnTo>
                  <a:lnTo>
                    <a:pt x="46141" y="1291563"/>
                  </a:lnTo>
                  <a:lnTo>
                    <a:pt x="30760" y="1312375"/>
                  </a:lnTo>
                  <a:lnTo>
                    <a:pt x="15380" y="1333186"/>
                  </a:lnTo>
                  <a:lnTo>
                    <a:pt x="0" y="1353998"/>
                  </a:lnTo>
                  <a:lnTo>
                    <a:pt x="20796" y="1368827"/>
                  </a:lnTo>
                  <a:lnTo>
                    <a:pt x="42085" y="1382939"/>
                  </a:lnTo>
                  <a:lnTo>
                    <a:pt x="63842" y="1396319"/>
                  </a:lnTo>
                  <a:lnTo>
                    <a:pt x="86042" y="1408951"/>
                  </a:lnTo>
                  <a:lnTo>
                    <a:pt x="108658" y="1420820"/>
                  </a:lnTo>
                  <a:lnTo>
                    <a:pt x="131666" y="1431912"/>
                  </a:lnTo>
                  <a:lnTo>
                    <a:pt x="155037" y="1442215"/>
                  </a:lnTo>
                  <a:lnTo>
                    <a:pt x="178746" y="1451717"/>
                  </a:lnTo>
                  <a:lnTo>
                    <a:pt x="202764" y="1460406"/>
                  </a:lnTo>
                  <a:lnTo>
                    <a:pt x="227065" y="1468273"/>
                  </a:lnTo>
                  <a:lnTo>
                    <a:pt x="251618" y="1475309"/>
                  </a:lnTo>
                  <a:lnTo>
                    <a:pt x="276397" y="1481505"/>
                  </a:lnTo>
                  <a:lnTo>
                    <a:pt x="301373" y="1486854"/>
                  </a:lnTo>
                  <a:lnTo>
                    <a:pt x="326516" y="1491350"/>
                  </a:lnTo>
                  <a:lnTo>
                    <a:pt x="351797" y="1494988"/>
                  </a:lnTo>
                  <a:lnTo>
                    <a:pt x="377188" y="1497763"/>
                  </a:lnTo>
                  <a:lnTo>
                    <a:pt x="402658" y="1499673"/>
                  </a:lnTo>
                  <a:lnTo>
                    <a:pt x="428178" y="1500715"/>
                  </a:lnTo>
                  <a:lnTo>
                    <a:pt x="453720" y="1500888"/>
                  </a:lnTo>
                  <a:lnTo>
                    <a:pt x="479252" y="1500192"/>
                  </a:lnTo>
                  <a:lnTo>
                    <a:pt x="504746" y="1498627"/>
                  </a:lnTo>
                  <a:lnTo>
                    <a:pt x="530172" y="1496196"/>
                  </a:lnTo>
                  <a:lnTo>
                    <a:pt x="555500" y="1492900"/>
                  </a:lnTo>
                  <a:lnTo>
                    <a:pt x="580702" y="1488745"/>
                  </a:lnTo>
                  <a:lnTo>
                    <a:pt x="605747" y="1483735"/>
                  </a:lnTo>
                  <a:lnTo>
                    <a:pt x="630608" y="1477875"/>
                  </a:lnTo>
                  <a:lnTo>
                    <a:pt x="655255" y="1471172"/>
                  </a:lnTo>
                  <a:lnTo>
                    <a:pt x="679659" y="1463635"/>
                  </a:lnTo>
                  <a:lnTo>
                    <a:pt x="703793" y="1455272"/>
                  </a:lnTo>
                  <a:lnTo>
                    <a:pt x="727628" y="1446092"/>
                  </a:lnTo>
                  <a:lnTo>
                    <a:pt x="751137" y="1436106"/>
                  </a:lnTo>
                  <a:lnTo>
                    <a:pt x="774292" y="1425326"/>
                  </a:lnTo>
                  <a:lnTo>
                    <a:pt x="797068" y="1413765"/>
                  </a:lnTo>
                  <a:lnTo>
                    <a:pt x="819436" y="1401435"/>
                  </a:lnTo>
                  <a:lnTo>
                    <a:pt x="841373" y="1388351"/>
                  </a:lnTo>
                  <a:lnTo>
                    <a:pt x="862851" y="1374528"/>
                  </a:lnTo>
                  <a:lnTo>
                    <a:pt x="883846" y="1359982"/>
                  </a:lnTo>
                  <a:lnTo>
                    <a:pt x="904334" y="1344730"/>
                  </a:lnTo>
                  <a:lnTo>
                    <a:pt x="924292" y="1328790"/>
                  </a:lnTo>
                  <a:lnTo>
                    <a:pt x="943695" y="1312180"/>
                  </a:lnTo>
                  <a:lnTo>
                    <a:pt x="962522" y="1294919"/>
                  </a:lnTo>
                  <a:lnTo>
                    <a:pt x="980750" y="1277028"/>
                  </a:lnTo>
                  <a:lnTo>
                    <a:pt x="998360" y="1258526"/>
                  </a:lnTo>
                  <a:lnTo>
                    <a:pt x="1015329" y="1239436"/>
                  </a:lnTo>
                  <a:lnTo>
                    <a:pt x="1031639" y="1219780"/>
                  </a:lnTo>
                  <a:lnTo>
                    <a:pt x="1047270" y="1199580"/>
                  </a:lnTo>
                  <a:lnTo>
                    <a:pt x="1062206" y="1178860"/>
                  </a:lnTo>
                  <a:lnTo>
                    <a:pt x="1076427" y="1157643"/>
                  </a:lnTo>
                  <a:lnTo>
                    <a:pt x="1089918" y="1135955"/>
                  </a:lnTo>
                  <a:lnTo>
                    <a:pt x="1102663" y="1113821"/>
                  </a:lnTo>
                  <a:lnTo>
                    <a:pt x="1114648" y="1091265"/>
                  </a:lnTo>
                  <a:lnTo>
                    <a:pt x="1125858" y="1068315"/>
                  </a:lnTo>
                  <a:lnTo>
                    <a:pt x="1136281" y="1044996"/>
                  </a:lnTo>
                  <a:lnTo>
                    <a:pt x="1145904" y="1021336"/>
                  </a:lnTo>
                  <a:lnTo>
                    <a:pt x="1154716" y="997363"/>
                  </a:lnTo>
                  <a:lnTo>
                    <a:pt x="1162708" y="973104"/>
                  </a:lnTo>
                  <a:lnTo>
                    <a:pt x="1169869" y="948586"/>
                  </a:lnTo>
                  <a:lnTo>
                    <a:pt x="1176192" y="923839"/>
                  </a:lnTo>
                  <a:lnTo>
                    <a:pt x="1181669" y="898892"/>
                  </a:lnTo>
                  <a:lnTo>
                    <a:pt x="1186294" y="873772"/>
                  </a:lnTo>
                  <a:lnTo>
                    <a:pt x="1190061" y="848510"/>
                  </a:lnTo>
                  <a:lnTo>
                    <a:pt x="1192967" y="823134"/>
                  </a:lnTo>
                  <a:lnTo>
                    <a:pt x="1195007" y="797673"/>
                  </a:lnTo>
                  <a:lnTo>
                    <a:pt x="1196180" y="772158"/>
                  </a:lnTo>
                  <a:lnTo>
                    <a:pt x="1196484" y="746618"/>
                  </a:lnTo>
                  <a:lnTo>
                    <a:pt x="1195918" y="721083"/>
                  </a:lnTo>
                  <a:lnTo>
                    <a:pt x="1194484" y="695581"/>
                  </a:lnTo>
                  <a:lnTo>
                    <a:pt x="1192183" y="670143"/>
                  </a:lnTo>
                  <a:lnTo>
                    <a:pt x="1189018" y="644798"/>
                  </a:lnTo>
                  <a:lnTo>
                    <a:pt x="1184991" y="619576"/>
                  </a:lnTo>
                  <a:lnTo>
                    <a:pt x="1180109" y="594505"/>
                  </a:lnTo>
                  <a:lnTo>
                    <a:pt x="1174377" y="569615"/>
                  </a:lnTo>
                  <a:lnTo>
                    <a:pt x="1167801" y="544934"/>
                  </a:lnTo>
                  <a:lnTo>
                    <a:pt x="1160389" y="520491"/>
                  </a:lnTo>
                  <a:lnTo>
                    <a:pt x="1152149" y="496315"/>
                  </a:lnTo>
                  <a:lnTo>
                    <a:pt x="1143091" y="472433"/>
                  </a:lnTo>
                  <a:lnTo>
                    <a:pt x="1133226" y="448873"/>
                  </a:lnTo>
                  <a:lnTo>
                    <a:pt x="1122565" y="425663"/>
                  </a:lnTo>
                  <a:lnTo>
                    <a:pt x="1111121" y="402828"/>
                  </a:lnTo>
                  <a:lnTo>
                    <a:pt x="1098905" y="380397"/>
                  </a:lnTo>
                  <a:lnTo>
                    <a:pt x="1085934" y="358394"/>
                  </a:lnTo>
                  <a:lnTo>
                    <a:pt x="1072221" y="336845"/>
                  </a:lnTo>
                  <a:lnTo>
                    <a:pt x="1057783" y="315776"/>
                  </a:lnTo>
                  <a:lnTo>
                    <a:pt x="1042637" y="295210"/>
                  </a:lnTo>
                  <a:lnTo>
                    <a:pt x="1026799" y="275171"/>
                  </a:lnTo>
                  <a:lnTo>
                    <a:pt x="1010288" y="255683"/>
                  </a:lnTo>
                  <a:lnTo>
                    <a:pt x="993124" y="236768"/>
                  </a:lnTo>
                  <a:lnTo>
                    <a:pt x="975327" y="218448"/>
                  </a:lnTo>
                  <a:lnTo>
                    <a:pt x="956916" y="200744"/>
                  </a:lnTo>
                  <a:lnTo>
                    <a:pt x="937913" y="183677"/>
                  </a:lnTo>
                  <a:lnTo>
                    <a:pt x="918340" y="167267"/>
                  </a:lnTo>
                  <a:lnTo>
                    <a:pt x="898221" y="151532"/>
                  </a:lnTo>
                  <a:lnTo>
                    <a:pt x="877577" y="136491"/>
                  </a:lnTo>
                  <a:lnTo>
                    <a:pt x="856434" y="122161"/>
                  </a:lnTo>
                  <a:lnTo>
                    <a:pt x="834815" y="108559"/>
                  </a:lnTo>
                  <a:lnTo>
                    <a:pt x="812746" y="95700"/>
                  </a:lnTo>
                  <a:lnTo>
                    <a:pt x="790252" y="83600"/>
                  </a:lnTo>
                  <a:lnTo>
                    <a:pt x="767360" y="72272"/>
                  </a:lnTo>
                  <a:lnTo>
                    <a:pt x="744095" y="61730"/>
                  </a:lnTo>
                  <a:lnTo>
                    <a:pt x="720485" y="51986"/>
                  </a:lnTo>
                  <a:lnTo>
                    <a:pt x="696557" y="43051"/>
                  </a:lnTo>
                  <a:lnTo>
                    <a:pt x="672339" y="34935"/>
                  </a:lnTo>
                  <a:lnTo>
                    <a:pt x="647858" y="27649"/>
                  </a:lnTo>
                  <a:lnTo>
                    <a:pt x="623144" y="21199"/>
                  </a:lnTo>
                  <a:lnTo>
                    <a:pt x="598225" y="15594"/>
                  </a:lnTo>
                  <a:lnTo>
                    <a:pt x="573129" y="10841"/>
                  </a:lnTo>
                  <a:lnTo>
                    <a:pt x="547886" y="6944"/>
                  </a:lnTo>
                  <a:lnTo>
                    <a:pt x="522526" y="3908"/>
                  </a:lnTo>
                  <a:lnTo>
                    <a:pt x="497076" y="1738"/>
                  </a:lnTo>
                  <a:lnTo>
                    <a:pt x="471568" y="434"/>
                  </a:lnTo>
                  <a:lnTo>
                    <a:pt x="446029" y="0"/>
                  </a:lnTo>
                  <a:lnTo>
                    <a:pt x="446029" y="25878"/>
                  </a:lnTo>
                  <a:lnTo>
                    <a:pt x="446029" y="51756"/>
                  </a:lnTo>
                  <a:lnTo>
                    <a:pt x="446029" y="77634"/>
                  </a:lnTo>
                  <a:lnTo>
                    <a:pt x="446029" y="103512"/>
                  </a:lnTo>
                  <a:lnTo>
                    <a:pt x="446029" y="129390"/>
                  </a:lnTo>
                  <a:lnTo>
                    <a:pt x="446029" y="155268"/>
                  </a:lnTo>
                  <a:lnTo>
                    <a:pt x="446029" y="181146"/>
                  </a:lnTo>
                  <a:lnTo>
                    <a:pt x="446029" y="207024"/>
                  </a:lnTo>
                  <a:lnTo>
                    <a:pt x="446029" y="232902"/>
                  </a:lnTo>
                  <a:lnTo>
                    <a:pt x="446029" y="258780"/>
                  </a:lnTo>
                  <a:lnTo>
                    <a:pt x="446029" y="284658"/>
                  </a:lnTo>
                  <a:lnTo>
                    <a:pt x="446029" y="310536"/>
                  </a:lnTo>
                  <a:lnTo>
                    <a:pt x="446029" y="336414"/>
                  </a:lnTo>
                  <a:lnTo>
                    <a:pt x="446029" y="362293"/>
                  </a:lnTo>
                  <a:lnTo>
                    <a:pt x="446029" y="388171"/>
                  </a:lnTo>
                  <a:lnTo>
                    <a:pt x="446029" y="414049"/>
                  </a:lnTo>
                  <a:lnTo>
                    <a:pt x="446029" y="439927"/>
                  </a:lnTo>
                  <a:lnTo>
                    <a:pt x="446029" y="465805"/>
                  </a:lnTo>
                  <a:lnTo>
                    <a:pt x="446029" y="491683"/>
                  </a:lnTo>
                  <a:lnTo>
                    <a:pt x="446029" y="517561"/>
                  </a:lnTo>
                  <a:lnTo>
                    <a:pt x="446029" y="543439"/>
                  </a:lnTo>
                  <a:lnTo>
                    <a:pt x="446029" y="569317"/>
                  </a:lnTo>
                  <a:lnTo>
                    <a:pt x="446029" y="595195"/>
                  </a:lnTo>
                  <a:lnTo>
                    <a:pt x="446029" y="621073"/>
                  </a:lnTo>
                  <a:lnTo>
                    <a:pt x="446029" y="646951"/>
                  </a:lnTo>
                  <a:lnTo>
                    <a:pt x="446029" y="672829"/>
                  </a:lnTo>
                  <a:lnTo>
                    <a:pt x="446029" y="698707"/>
                  </a:lnTo>
                  <a:lnTo>
                    <a:pt x="446029" y="724586"/>
                  </a:lnTo>
                  <a:close/>
                </a:path>
              </a:pathLst>
            </a:custGeom>
            <a:solidFill>
              <a:srgbClr val="00BFC4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5549517" y="2640102"/>
              <a:ext cx="129479" cy="68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EN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5465209" y="2775391"/>
              <a:ext cx="298094" cy="68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39.9%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269115" y="2874905"/>
              <a:ext cx="115854" cy="68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EP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177995" y="3010195"/>
              <a:ext cx="298094" cy="68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60.1%</a:t>
              </a:r>
            </a:p>
          </p:txBody>
        </p:sp>
        <p:sp>
          <p:nvSpPr>
            <p:cNvPr id="46" name="pl46"/>
            <p:cNvSpPr/>
            <p:nvPr/>
          </p:nvSpPr>
          <p:spPr>
            <a:xfrm>
              <a:off x="3460261" y="1546035"/>
              <a:ext cx="0" cy="3752320"/>
            </a:xfrm>
            <a:custGeom>
              <a:avLst/>
              <a:pathLst>
                <a:path w="0" h="3752320">
                  <a:moveTo>
                    <a:pt x="0" y="375232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tx47"/>
            <p:cNvSpPr/>
            <p:nvPr/>
          </p:nvSpPr>
          <p:spPr>
            <a:xfrm>
              <a:off x="3350064" y="5090762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3220767" y="4427104"/>
              <a:ext cx="19394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220767" y="3763447"/>
              <a:ext cx="19394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220767" y="3099789"/>
              <a:ext cx="19394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20767" y="2436131"/>
              <a:ext cx="19394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400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20767" y="1772474"/>
              <a:ext cx="19394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500</a:t>
              </a:r>
            </a:p>
          </p:txBody>
        </p:sp>
        <p:sp>
          <p:nvSpPr>
            <p:cNvPr id="53" name="pl53"/>
            <p:cNvSpPr/>
            <p:nvPr/>
          </p:nvSpPr>
          <p:spPr>
            <a:xfrm>
              <a:off x="3434956" y="5127795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434956" y="4464137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434956" y="3800480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434956" y="3136822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434956" y="2473164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434956" y="1809507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460261" y="5298355"/>
              <a:ext cx="4124209" cy="0"/>
            </a:xfrm>
            <a:custGeom>
              <a:avLst/>
              <a:pathLst>
                <a:path w="4124209" h="0">
                  <a:moveTo>
                    <a:pt x="0" y="0"/>
                  </a:moveTo>
                  <a:lnTo>
                    <a:pt x="4124209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729231" y="5298355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4177515" y="5298355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4625798" y="5298355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074082" y="5298355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5522366" y="5298355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5970650" y="5298355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6418933" y="5298355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6867217" y="5298355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7315501" y="5298355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tx69"/>
            <p:cNvSpPr/>
            <p:nvPr/>
          </p:nvSpPr>
          <p:spPr>
            <a:xfrm rot="-1800000">
              <a:off x="3365026" y="5441493"/>
              <a:ext cx="41019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Pantoea</a:t>
              </a:r>
            </a:p>
          </p:txBody>
        </p:sp>
        <p:sp>
          <p:nvSpPr>
            <p:cNvPr id="70" name="tx70"/>
            <p:cNvSpPr/>
            <p:nvPr/>
          </p:nvSpPr>
          <p:spPr>
            <a:xfrm rot="-1800000">
              <a:off x="3580657" y="5503832"/>
              <a:ext cx="65955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Enterobacter</a:t>
              </a:r>
            </a:p>
          </p:txBody>
        </p:sp>
        <p:sp>
          <p:nvSpPr>
            <p:cNvPr id="71" name="tx71"/>
            <p:cNvSpPr/>
            <p:nvPr/>
          </p:nvSpPr>
          <p:spPr>
            <a:xfrm rot="-1800000">
              <a:off x="4280533" y="5436418"/>
              <a:ext cx="38990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Bacillus</a:t>
              </a:r>
            </a:p>
          </p:txBody>
        </p:sp>
        <p:sp>
          <p:nvSpPr>
            <p:cNvPr id="72" name="tx72"/>
            <p:cNvSpPr/>
            <p:nvPr/>
          </p:nvSpPr>
          <p:spPr>
            <a:xfrm rot="-1800000">
              <a:off x="4487291" y="5501135"/>
              <a:ext cx="64876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Burkholderia</a:t>
              </a:r>
            </a:p>
          </p:txBody>
        </p:sp>
        <p:sp>
          <p:nvSpPr>
            <p:cNvPr id="73" name="tx73"/>
            <p:cNvSpPr/>
            <p:nvPr/>
          </p:nvSpPr>
          <p:spPr>
            <a:xfrm rot="-1800000">
              <a:off x="5088885" y="5460055"/>
              <a:ext cx="48444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Klebsiella</a:t>
              </a:r>
            </a:p>
          </p:txBody>
        </p:sp>
        <p:sp>
          <p:nvSpPr>
            <p:cNvPr id="74" name="tx74"/>
            <p:cNvSpPr/>
            <p:nvPr/>
          </p:nvSpPr>
          <p:spPr>
            <a:xfrm rot="-1800000">
              <a:off x="5087134" y="5580642"/>
              <a:ext cx="96679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Stenotrophomonas</a:t>
              </a:r>
            </a:p>
          </p:txBody>
        </p:sp>
        <p:sp>
          <p:nvSpPr>
            <p:cNvPr id="75" name="tx75"/>
            <p:cNvSpPr/>
            <p:nvPr/>
          </p:nvSpPr>
          <p:spPr>
            <a:xfrm rot="-1800000">
              <a:off x="5697516" y="5537208"/>
              <a:ext cx="79305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Staphylococcus</a:t>
              </a:r>
            </a:p>
          </p:txBody>
        </p:sp>
        <p:sp>
          <p:nvSpPr>
            <p:cNvPr id="76" name="tx76"/>
            <p:cNvSpPr/>
            <p:nvPr/>
          </p:nvSpPr>
          <p:spPr>
            <a:xfrm rot="-1800000">
              <a:off x="6141619" y="5538328"/>
              <a:ext cx="79753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Curtobacterium</a:t>
              </a:r>
            </a:p>
          </p:txBody>
        </p:sp>
        <p:sp>
          <p:nvSpPr>
            <p:cNvPr id="77" name="tx77"/>
            <p:cNvSpPr/>
            <p:nvPr/>
          </p:nvSpPr>
          <p:spPr>
            <a:xfrm rot="-1800000">
              <a:off x="7064849" y="5411066"/>
              <a:ext cx="28849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Other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5340720" y="5935043"/>
              <a:ext cx="363291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Genus</a:t>
              </a:r>
            </a:p>
          </p:txBody>
        </p:sp>
        <p:sp>
          <p:nvSpPr>
            <p:cNvPr id="79" name="tx79"/>
            <p:cNvSpPr/>
            <p:nvPr/>
          </p:nvSpPr>
          <p:spPr>
            <a:xfrm rot="-5400000">
              <a:off x="2590267" y="3380544"/>
              <a:ext cx="1079540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Number of isolates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gaoch</cp:lastModifiedBy>
  <cp:revision>5</cp:revision>
  <dcterms:created xsi:type="dcterms:W3CDTF">2015-07-14T21:05:00Z</dcterms:created>
  <dcterms:modified xsi:type="dcterms:W3CDTF">2026-10-14T10:38:00Z</dcterms:modified>
</cp:coreProperties>
</file>