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143000" y="2148682"/>
            <a:ext cx="12801600" cy="6400800"/>
            <a:chOff x="1143000" y="2148682"/>
            <a:chExt cx="12801600" cy="6400800"/>
          </a:xfrm>
        </p:grpSpPr>
        <p:sp>
          <p:nvSpPr>
            <p:cNvPr id="3" name="rc3"/>
            <p:cNvSpPr/>
            <p:nvPr/>
          </p:nvSpPr>
          <p:spPr>
            <a:xfrm>
              <a:off x="1143000" y="2148681"/>
              <a:ext cx="128016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143000" y="2148681"/>
              <a:ext cx="12801600" cy="64008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436959" y="3669387"/>
              <a:ext cx="114300" cy="5966"/>
            </a:xfrm>
            <a:custGeom>
              <a:avLst/>
              <a:pathLst>
                <a:path w="114300" h="5966">
                  <a:moveTo>
                    <a:pt x="0" y="5966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5966"/>
                  </a:lnTo>
                  <a:lnTo>
                    <a:pt x="114300" y="596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322659" y="3665441"/>
              <a:ext cx="171450" cy="9912"/>
            </a:xfrm>
            <a:custGeom>
              <a:avLst/>
              <a:pathLst>
                <a:path w="171450" h="9912">
                  <a:moveTo>
                    <a:pt x="0" y="9912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39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208359" y="3661836"/>
              <a:ext cx="200025" cy="13517"/>
            </a:xfrm>
            <a:custGeom>
              <a:avLst/>
              <a:pathLst>
                <a:path w="200025" h="13517">
                  <a:moveTo>
                    <a:pt x="0" y="13517"/>
                  </a:moveTo>
                  <a:lnTo>
                    <a:pt x="0" y="0"/>
                  </a:lnTo>
                  <a:lnTo>
                    <a:pt x="200025" y="0"/>
                  </a:lnTo>
                  <a:lnTo>
                    <a:pt x="200025" y="360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665059" y="3657781"/>
              <a:ext cx="114300" cy="17571"/>
            </a:xfrm>
            <a:custGeom>
              <a:avLst/>
              <a:pathLst>
                <a:path w="114300" h="17571">
                  <a:moveTo>
                    <a:pt x="0" y="17571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17571"/>
                  </a:lnTo>
                  <a:lnTo>
                    <a:pt x="114300" y="1757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493359" y="3657018"/>
              <a:ext cx="114300" cy="18335"/>
            </a:xfrm>
            <a:custGeom>
              <a:avLst/>
              <a:pathLst>
                <a:path w="114300" h="18335">
                  <a:moveTo>
                    <a:pt x="0" y="18335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18335"/>
                  </a:lnTo>
                  <a:lnTo>
                    <a:pt x="114300" y="183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865459" y="3652859"/>
              <a:ext cx="114300" cy="22493"/>
            </a:xfrm>
            <a:custGeom>
              <a:avLst/>
              <a:pathLst>
                <a:path w="114300" h="22493">
                  <a:moveTo>
                    <a:pt x="0" y="22493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22493"/>
                  </a:lnTo>
                  <a:lnTo>
                    <a:pt x="114300" y="2249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78959" y="3651478"/>
              <a:ext cx="114300" cy="23875"/>
            </a:xfrm>
            <a:custGeom>
              <a:avLst/>
              <a:pathLst>
                <a:path w="114300" h="23875">
                  <a:moveTo>
                    <a:pt x="0" y="23875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23875"/>
                  </a:lnTo>
                  <a:lnTo>
                    <a:pt x="114300" y="238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893659" y="3651306"/>
              <a:ext cx="114300" cy="24047"/>
            </a:xfrm>
            <a:custGeom>
              <a:avLst/>
              <a:pathLst>
                <a:path w="114300" h="24047">
                  <a:moveTo>
                    <a:pt x="0" y="24047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24047"/>
                  </a:lnTo>
                  <a:lnTo>
                    <a:pt x="114300" y="240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159" y="3650669"/>
              <a:ext cx="114300" cy="24684"/>
            </a:xfrm>
            <a:custGeom>
              <a:avLst/>
              <a:pathLst>
                <a:path w="114300" h="24684">
                  <a:moveTo>
                    <a:pt x="0" y="24684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24684"/>
                  </a:lnTo>
                  <a:lnTo>
                    <a:pt x="114300" y="246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121759" y="3650295"/>
              <a:ext cx="114300" cy="25057"/>
            </a:xfrm>
            <a:custGeom>
              <a:avLst/>
              <a:pathLst>
                <a:path w="114300" h="25057">
                  <a:moveTo>
                    <a:pt x="0" y="25057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25057"/>
                  </a:lnTo>
                  <a:lnTo>
                    <a:pt x="114300" y="2505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094059" y="3648634"/>
              <a:ext cx="214312" cy="26719"/>
            </a:xfrm>
            <a:custGeom>
              <a:avLst/>
              <a:pathLst>
                <a:path w="214312" h="26719">
                  <a:moveTo>
                    <a:pt x="0" y="26719"/>
                  </a:moveTo>
                  <a:lnTo>
                    <a:pt x="0" y="0"/>
                  </a:lnTo>
                  <a:lnTo>
                    <a:pt x="214312" y="0"/>
                  </a:lnTo>
                  <a:lnTo>
                    <a:pt x="214312" y="1320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464659" y="3647089"/>
              <a:ext cx="171450" cy="28264"/>
            </a:xfrm>
            <a:custGeom>
              <a:avLst/>
              <a:pathLst>
                <a:path w="171450" h="28264">
                  <a:moveTo>
                    <a:pt x="0" y="28264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438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722209" y="3644635"/>
              <a:ext cx="228600" cy="13145"/>
            </a:xfrm>
            <a:custGeom>
              <a:avLst/>
              <a:pathLst>
                <a:path w="228600" h="13145">
                  <a:moveTo>
                    <a:pt x="0" y="13145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667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893159" y="3641197"/>
              <a:ext cx="114300" cy="34156"/>
            </a:xfrm>
            <a:custGeom>
              <a:avLst/>
              <a:pathLst>
                <a:path w="114300" h="34156">
                  <a:moveTo>
                    <a:pt x="0" y="34156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34156"/>
                  </a:lnTo>
                  <a:lnTo>
                    <a:pt x="114300" y="3415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122259" y="3641105"/>
              <a:ext cx="114300" cy="34248"/>
            </a:xfrm>
            <a:custGeom>
              <a:avLst/>
              <a:pathLst>
                <a:path w="114300" h="34248">
                  <a:moveTo>
                    <a:pt x="0" y="34248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34248"/>
                  </a:lnTo>
                  <a:lnTo>
                    <a:pt x="114300" y="3424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50959" y="3637211"/>
              <a:ext cx="114300" cy="38141"/>
            </a:xfrm>
            <a:custGeom>
              <a:avLst/>
              <a:pathLst>
                <a:path w="114300" h="38141">
                  <a:moveTo>
                    <a:pt x="0" y="38141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38141"/>
                  </a:lnTo>
                  <a:lnTo>
                    <a:pt x="114300" y="3814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921859" y="3637146"/>
              <a:ext cx="114300" cy="38207"/>
            </a:xfrm>
            <a:custGeom>
              <a:avLst/>
              <a:pathLst>
                <a:path w="114300" h="38207">
                  <a:moveTo>
                    <a:pt x="0" y="38207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38207"/>
                  </a:lnTo>
                  <a:lnTo>
                    <a:pt x="114300" y="382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064859" y="3636956"/>
              <a:ext cx="171449" cy="38396"/>
            </a:xfrm>
            <a:custGeom>
              <a:avLst/>
              <a:pathLst>
                <a:path w="171449" h="38396">
                  <a:moveTo>
                    <a:pt x="0" y="38396"/>
                  </a:moveTo>
                  <a:lnTo>
                    <a:pt x="0" y="0"/>
                  </a:lnTo>
                  <a:lnTo>
                    <a:pt x="171449" y="0"/>
                  </a:lnTo>
                  <a:lnTo>
                    <a:pt x="171449" y="1371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207859" y="3636707"/>
              <a:ext cx="114300" cy="38646"/>
            </a:xfrm>
            <a:custGeom>
              <a:avLst/>
              <a:pathLst>
                <a:path w="114300" h="38646">
                  <a:moveTo>
                    <a:pt x="0" y="38646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38646"/>
                  </a:lnTo>
                  <a:lnTo>
                    <a:pt x="114300" y="386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579459" y="3635638"/>
              <a:ext cx="114300" cy="39714"/>
            </a:xfrm>
            <a:custGeom>
              <a:avLst/>
              <a:pathLst>
                <a:path w="114300" h="39714">
                  <a:moveTo>
                    <a:pt x="0" y="39714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39714"/>
                  </a:lnTo>
                  <a:lnTo>
                    <a:pt x="114300" y="3971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50359" y="3635288"/>
              <a:ext cx="200024" cy="40065"/>
            </a:xfrm>
            <a:custGeom>
              <a:avLst/>
              <a:pathLst>
                <a:path w="200024" h="40065">
                  <a:moveTo>
                    <a:pt x="0" y="40065"/>
                  </a:moveTo>
                  <a:lnTo>
                    <a:pt x="0" y="0"/>
                  </a:lnTo>
                  <a:lnTo>
                    <a:pt x="200024" y="0"/>
                  </a:lnTo>
                  <a:lnTo>
                    <a:pt x="200024" y="118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864959" y="3634516"/>
              <a:ext cx="114299" cy="40836"/>
            </a:xfrm>
            <a:custGeom>
              <a:avLst/>
              <a:pathLst>
                <a:path w="114299" h="40836">
                  <a:moveTo>
                    <a:pt x="0" y="40836"/>
                  </a:moveTo>
                  <a:lnTo>
                    <a:pt x="0" y="0"/>
                  </a:lnTo>
                  <a:lnTo>
                    <a:pt x="114299" y="0"/>
                  </a:lnTo>
                  <a:lnTo>
                    <a:pt x="114299" y="40836"/>
                  </a:lnTo>
                  <a:lnTo>
                    <a:pt x="114299" y="4083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179659" y="3634170"/>
              <a:ext cx="114300" cy="41183"/>
            </a:xfrm>
            <a:custGeom>
              <a:avLst/>
              <a:pathLst>
                <a:path w="114300" h="41183">
                  <a:moveTo>
                    <a:pt x="0" y="41183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41183"/>
                  </a:lnTo>
                  <a:lnTo>
                    <a:pt x="114300" y="411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264759" y="3633783"/>
              <a:ext cx="114300" cy="41569"/>
            </a:xfrm>
            <a:custGeom>
              <a:avLst/>
              <a:pathLst>
                <a:path w="114300" h="41569">
                  <a:moveTo>
                    <a:pt x="0" y="41569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41569"/>
                  </a:lnTo>
                  <a:lnTo>
                    <a:pt x="114300" y="4156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721959" y="3632926"/>
              <a:ext cx="114299" cy="42426"/>
            </a:xfrm>
            <a:custGeom>
              <a:avLst/>
              <a:pathLst>
                <a:path w="114299" h="42426">
                  <a:moveTo>
                    <a:pt x="0" y="42426"/>
                  </a:moveTo>
                  <a:lnTo>
                    <a:pt x="0" y="0"/>
                  </a:lnTo>
                  <a:lnTo>
                    <a:pt x="114299" y="0"/>
                  </a:lnTo>
                  <a:lnTo>
                    <a:pt x="114299" y="42426"/>
                  </a:lnTo>
                  <a:lnTo>
                    <a:pt x="114299" y="424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178909" y="3631398"/>
              <a:ext cx="271462" cy="18897"/>
            </a:xfrm>
            <a:custGeom>
              <a:avLst/>
              <a:pathLst>
                <a:path w="271462" h="18897">
                  <a:moveTo>
                    <a:pt x="0" y="18897"/>
                  </a:moveTo>
                  <a:lnTo>
                    <a:pt x="0" y="0"/>
                  </a:lnTo>
                  <a:lnTo>
                    <a:pt x="271462" y="0"/>
                  </a:lnTo>
                  <a:lnTo>
                    <a:pt x="271462" y="388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836509" y="3630279"/>
              <a:ext cx="342900" cy="14356"/>
            </a:xfrm>
            <a:custGeom>
              <a:avLst/>
              <a:pathLst>
                <a:path w="342900" h="14356">
                  <a:moveTo>
                    <a:pt x="0" y="14356"/>
                  </a:moveTo>
                  <a:lnTo>
                    <a:pt x="0" y="0"/>
                  </a:lnTo>
                  <a:lnTo>
                    <a:pt x="342900" y="0"/>
                  </a:lnTo>
                  <a:lnTo>
                    <a:pt x="342900" y="108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922609" y="3629584"/>
              <a:ext cx="278606" cy="23274"/>
            </a:xfrm>
            <a:custGeom>
              <a:avLst/>
              <a:pathLst>
                <a:path w="278606" h="23274">
                  <a:moveTo>
                    <a:pt x="0" y="23274"/>
                  </a:moveTo>
                  <a:lnTo>
                    <a:pt x="0" y="0"/>
                  </a:lnTo>
                  <a:lnTo>
                    <a:pt x="278606" y="0"/>
                  </a:lnTo>
                  <a:lnTo>
                    <a:pt x="278606" y="1904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78859" y="3628601"/>
              <a:ext cx="171450" cy="46751"/>
            </a:xfrm>
            <a:custGeom>
              <a:avLst/>
              <a:pathLst>
                <a:path w="171450" h="46751">
                  <a:moveTo>
                    <a:pt x="0" y="46751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125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093559" y="3627464"/>
              <a:ext cx="171450" cy="47889"/>
            </a:xfrm>
            <a:custGeom>
              <a:avLst/>
              <a:pathLst>
                <a:path w="171450" h="47889">
                  <a:moveTo>
                    <a:pt x="0" y="47889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92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807559" y="3624488"/>
              <a:ext cx="171450" cy="50864"/>
            </a:xfrm>
            <a:custGeom>
              <a:avLst/>
              <a:pathLst>
                <a:path w="171450" h="50864">
                  <a:moveTo>
                    <a:pt x="0" y="50864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1265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22059" y="3623560"/>
              <a:ext cx="114300" cy="51792"/>
            </a:xfrm>
            <a:custGeom>
              <a:avLst/>
              <a:pathLst>
                <a:path w="114300" h="51792">
                  <a:moveTo>
                    <a:pt x="0" y="51792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51792"/>
                  </a:lnTo>
                  <a:lnTo>
                    <a:pt x="114300" y="517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8379559" y="3622350"/>
              <a:ext cx="114300" cy="53002"/>
            </a:xfrm>
            <a:custGeom>
              <a:avLst/>
              <a:pathLst>
                <a:path w="114300" h="53002">
                  <a:moveTo>
                    <a:pt x="0" y="53002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53002"/>
                  </a:lnTo>
                  <a:lnTo>
                    <a:pt x="114300" y="5300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8722459" y="3620227"/>
              <a:ext cx="114300" cy="55126"/>
            </a:xfrm>
            <a:custGeom>
              <a:avLst/>
              <a:pathLst>
                <a:path w="114300" h="55126">
                  <a:moveTo>
                    <a:pt x="0" y="55126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55126"/>
                  </a:lnTo>
                  <a:lnTo>
                    <a:pt x="114300" y="551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8036659" y="3618618"/>
              <a:ext cx="171450" cy="56735"/>
            </a:xfrm>
            <a:custGeom>
              <a:avLst/>
              <a:pathLst>
                <a:path w="171450" h="56735">
                  <a:moveTo>
                    <a:pt x="0" y="56735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1859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065359" y="3618272"/>
              <a:ext cx="171450" cy="57081"/>
            </a:xfrm>
            <a:custGeom>
              <a:avLst/>
              <a:pathLst>
                <a:path w="171450" h="57081">
                  <a:moveTo>
                    <a:pt x="0" y="57081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1589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522559" y="3616230"/>
              <a:ext cx="114300" cy="59122"/>
            </a:xfrm>
            <a:custGeom>
              <a:avLst/>
              <a:pathLst>
                <a:path w="114300" h="59122">
                  <a:moveTo>
                    <a:pt x="0" y="59122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59122"/>
                  </a:lnTo>
                  <a:lnTo>
                    <a:pt x="114300" y="5912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550759" y="3614918"/>
              <a:ext cx="457200" cy="60435"/>
            </a:xfrm>
            <a:custGeom>
              <a:avLst/>
              <a:pathLst>
                <a:path w="457200" h="60435">
                  <a:moveTo>
                    <a:pt x="0" y="60435"/>
                  </a:moveTo>
                  <a:lnTo>
                    <a:pt x="0" y="0"/>
                  </a:lnTo>
                  <a:lnTo>
                    <a:pt x="457200" y="0"/>
                  </a:lnTo>
                  <a:lnTo>
                    <a:pt x="457200" y="1536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550509" y="3612935"/>
              <a:ext cx="228600" cy="44082"/>
            </a:xfrm>
            <a:custGeom>
              <a:avLst/>
              <a:pathLst>
                <a:path w="228600" h="44082">
                  <a:moveTo>
                    <a:pt x="0" y="44082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1999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8951059" y="3610398"/>
              <a:ext cx="200025" cy="64955"/>
            </a:xfrm>
            <a:custGeom>
              <a:avLst/>
              <a:pathLst>
                <a:path w="200025" h="64955">
                  <a:moveTo>
                    <a:pt x="0" y="64955"/>
                  </a:moveTo>
                  <a:lnTo>
                    <a:pt x="0" y="0"/>
                  </a:lnTo>
                  <a:lnTo>
                    <a:pt x="200025" y="0"/>
                  </a:lnTo>
                  <a:lnTo>
                    <a:pt x="200025" y="787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314640" y="3608755"/>
              <a:ext cx="578643" cy="22642"/>
            </a:xfrm>
            <a:custGeom>
              <a:avLst/>
              <a:pathLst>
                <a:path w="578643" h="22642">
                  <a:moveTo>
                    <a:pt x="0" y="22642"/>
                  </a:moveTo>
                  <a:lnTo>
                    <a:pt x="0" y="0"/>
                  </a:lnTo>
                  <a:lnTo>
                    <a:pt x="578643" y="0"/>
                  </a:lnTo>
                  <a:lnTo>
                    <a:pt x="578643" y="1573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922109" y="3608509"/>
              <a:ext cx="257175" cy="26007"/>
            </a:xfrm>
            <a:custGeom>
              <a:avLst/>
              <a:pathLst>
                <a:path w="257175" h="26007">
                  <a:moveTo>
                    <a:pt x="0" y="26007"/>
                  </a:moveTo>
                  <a:lnTo>
                    <a:pt x="0" y="0"/>
                  </a:lnTo>
                  <a:lnTo>
                    <a:pt x="257175" y="0"/>
                  </a:lnTo>
                  <a:lnTo>
                    <a:pt x="257175" y="1895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4950559" y="3608348"/>
              <a:ext cx="200025" cy="67005"/>
            </a:xfrm>
            <a:custGeom>
              <a:avLst/>
              <a:pathLst>
                <a:path w="200025" h="67005">
                  <a:moveTo>
                    <a:pt x="0" y="67005"/>
                  </a:moveTo>
                  <a:lnTo>
                    <a:pt x="0" y="0"/>
                  </a:lnTo>
                  <a:lnTo>
                    <a:pt x="200025" y="0"/>
                  </a:lnTo>
                  <a:lnTo>
                    <a:pt x="200025" y="2860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407759" y="3603062"/>
              <a:ext cx="171449" cy="72290"/>
            </a:xfrm>
            <a:custGeom>
              <a:avLst/>
              <a:pathLst>
                <a:path w="171449" h="72290">
                  <a:moveTo>
                    <a:pt x="0" y="72290"/>
                  </a:moveTo>
                  <a:lnTo>
                    <a:pt x="0" y="0"/>
                  </a:lnTo>
                  <a:lnTo>
                    <a:pt x="171449" y="0"/>
                  </a:lnTo>
                  <a:lnTo>
                    <a:pt x="171449" y="2049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864584" y="3602275"/>
              <a:ext cx="739378" cy="26326"/>
            </a:xfrm>
            <a:custGeom>
              <a:avLst/>
              <a:pathLst>
                <a:path w="739378" h="26326">
                  <a:moveTo>
                    <a:pt x="0" y="26326"/>
                  </a:moveTo>
                  <a:lnTo>
                    <a:pt x="0" y="0"/>
                  </a:lnTo>
                  <a:lnTo>
                    <a:pt x="739378" y="0"/>
                  </a:lnTo>
                  <a:lnTo>
                    <a:pt x="739378" y="648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7922359" y="3596043"/>
              <a:ext cx="200025" cy="79309"/>
            </a:xfrm>
            <a:custGeom>
              <a:avLst/>
              <a:pathLst>
                <a:path w="200025" h="79309">
                  <a:moveTo>
                    <a:pt x="0" y="79309"/>
                  </a:moveTo>
                  <a:lnTo>
                    <a:pt x="0" y="0"/>
                  </a:lnTo>
                  <a:lnTo>
                    <a:pt x="200025" y="0"/>
                  </a:lnTo>
                  <a:lnTo>
                    <a:pt x="200025" y="2257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150459" y="3595240"/>
              <a:ext cx="171450" cy="80113"/>
            </a:xfrm>
            <a:custGeom>
              <a:avLst/>
              <a:pathLst>
                <a:path w="171450" h="80113">
                  <a:moveTo>
                    <a:pt x="0" y="80113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385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9408259" y="3590204"/>
              <a:ext cx="171450" cy="85148"/>
            </a:xfrm>
            <a:custGeom>
              <a:avLst/>
              <a:pathLst>
                <a:path w="171450" h="85148">
                  <a:moveTo>
                    <a:pt x="0" y="85148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260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6436459" y="3584125"/>
              <a:ext cx="342899" cy="91227"/>
            </a:xfrm>
            <a:custGeom>
              <a:avLst/>
              <a:pathLst>
                <a:path w="342899" h="91227">
                  <a:moveTo>
                    <a:pt x="0" y="91227"/>
                  </a:moveTo>
                  <a:lnTo>
                    <a:pt x="0" y="0"/>
                  </a:lnTo>
                  <a:lnTo>
                    <a:pt x="342899" y="0"/>
                  </a:lnTo>
                  <a:lnTo>
                    <a:pt x="342899" y="307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779609" y="3583951"/>
              <a:ext cx="271462" cy="36275"/>
            </a:xfrm>
            <a:custGeom>
              <a:avLst/>
              <a:pathLst>
                <a:path w="271462" h="36275">
                  <a:moveTo>
                    <a:pt x="0" y="36275"/>
                  </a:moveTo>
                  <a:lnTo>
                    <a:pt x="0" y="0"/>
                  </a:lnTo>
                  <a:lnTo>
                    <a:pt x="271462" y="0"/>
                  </a:lnTo>
                  <a:lnTo>
                    <a:pt x="271462" y="264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465159" y="3579330"/>
              <a:ext cx="171450" cy="96023"/>
            </a:xfrm>
            <a:custGeom>
              <a:avLst/>
              <a:pathLst>
                <a:path w="171450" h="96023">
                  <a:moveTo>
                    <a:pt x="0" y="96023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5630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234273" y="3576564"/>
              <a:ext cx="1001910" cy="25710"/>
            </a:xfrm>
            <a:custGeom>
              <a:avLst/>
              <a:pathLst>
                <a:path w="1001910" h="25710">
                  <a:moveTo>
                    <a:pt x="0" y="25710"/>
                  </a:moveTo>
                  <a:lnTo>
                    <a:pt x="0" y="0"/>
                  </a:lnTo>
                  <a:lnTo>
                    <a:pt x="1001910" y="0"/>
                  </a:lnTo>
                  <a:lnTo>
                    <a:pt x="1001910" y="186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808059" y="3570688"/>
              <a:ext cx="214312" cy="104664"/>
            </a:xfrm>
            <a:custGeom>
              <a:avLst/>
              <a:pathLst>
                <a:path w="214312" h="104664">
                  <a:moveTo>
                    <a:pt x="0" y="104664"/>
                  </a:moveTo>
                  <a:lnTo>
                    <a:pt x="0" y="0"/>
                  </a:lnTo>
                  <a:lnTo>
                    <a:pt x="214312" y="0"/>
                  </a:lnTo>
                  <a:lnTo>
                    <a:pt x="214312" y="2535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9751159" y="3566333"/>
              <a:ext cx="310753" cy="109020"/>
            </a:xfrm>
            <a:custGeom>
              <a:avLst/>
              <a:pathLst>
                <a:path w="310753" h="109020">
                  <a:moveTo>
                    <a:pt x="0" y="109020"/>
                  </a:moveTo>
                  <a:lnTo>
                    <a:pt x="0" y="0"/>
                  </a:lnTo>
                  <a:lnTo>
                    <a:pt x="310753" y="0"/>
                  </a:lnTo>
                  <a:lnTo>
                    <a:pt x="310753" y="6325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050572" y="3558354"/>
              <a:ext cx="442912" cy="49993"/>
            </a:xfrm>
            <a:custGeom>
              <a:avLst/>
              <a:pathLst>
                <a:path w="442912" h="49993">
                  <a:moveTo>
                    <a:pt x="0" y="49993"/>
                  </a:moveTo>
                  <a:lnTo>
                    <a:pt x="0" y="0"/>
                  </a:lnTo>
                  <a:lnTo>
                    <a:pt x="442912" y="0"/>
                  </a:lnTo>
                  <a:lnTo>
                    <a:pt x="442912" y="447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6050697" y="3554999"/>
              <a:ext cx="557212" cy="53510"/>
            </a:xfrm>
            <a:custGeom>
              <a:avLst/>
              <a:pathLst>
                <a:path w="557212" h="53510">
                  <a:moveTo>
                    <a:pt x="0" y="53510"/>
                  </a:moveTo>
                  <a:lnTo>
                    <a:pt x="0" y="0"/>
                  </a:lnTo>
                  <a:lnTo>
                    <a:pt x="557212" y="0"/>
                  </a:lnTo>
                  <a:lnTo>
                    <a:pt x="557212" y="291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8608159" y="3554659"/>
              <a:ext cx="307181" cy="120694"/>
            </a:xfrm>
            <a:custGeom>
              <a:avLst/>
              <a:pathLst>
                <a:path w="307181" h="120694">
                  <a:moveTo>
                    <a:pt x="0" y="120694"/>
                  </a:moveTo>
                  <a:lnTo>
                    <a:pt x="0" y="0"/>
                  </a:lnTo>
                  <a:lnTo>
                    <a:pt x="307181" y="0"/>
                  </a:lnTo>
                  <a:lnTo>
                    <a:pt x="307181" y="292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7550884" y="3551193"/>
              <a:ext cx="364331" cy="28136"/>
            </a:xfrm>
            <a:custGeom>
              <a:avLst/>
              <a:pathLst>
                <a:path w="364331" h="28136">
                  <a:moveTo>
                    <a:pt x="0" y="28136"/>
                  </a:moveTo>
                  <a:lnTo>
                    <a:pt x="0" y="0"/>
                  </a:lnTo>
                  <a:lnTo>
                    <a:pt x="364331" y="0"/>
                  </a:lnTo>
                  <a:lnTo>
                    <a:pt x="364331" y="1949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664809" y="3550627"/>
              <a:ext cx="607218" cy="62308"/>
            </a:xfrm>
            <a:custGeom>
              <a:avLst/>
              <a:pathLst>
                <a:path w="607218" h="62308">
                  <a:moveTo>
                    <a:pt x="0" y="62308"/>
                  </a:moveTo>
                  <a:lnTo>
                    <a:pt x="0" y="0"/>
                  </a:lnTo>
                  <a:lnTo>
                    <a:pt x="607218" y="0"/>
                  </a:lnTo>
                  <a:lnTo>
                    <a:pt x="607218" y="77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8436709" y="3541461"/>
              <a:ext cx="325040" cy="80889"/>
            </a:xfrm>
            <a:custGeom>
              <a:avLst/>
              <a:pathLst>
                <a:path w="325040" h="80889">
                  <a:moveTo>
                    <a:pt x="0" y="80889"/>
                  </a:moveTo>
                  <a:lnTo>
                    <a:pt x="0" y="0"/>
                  </a:lnTo>
                  <a:lnTo>
                    <a:pt x="325040" y="0"/>
                  </a:lnTo>
                  <a:lnTo>
                    <a:pt x="325040" y="1319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664559" y="3534821"/>
              <a:ext cx="1070669" cy="140532"/>
            </a:xfrm>
            <a:custGeom>
              <a:avLst/>
              <a:pathLst>
                <a:path w="1070669" h="140532">
                  <a:moveTo>
                    <a:pt x="0" y="140532"/>
                  </a:moveTo>
                  <a:lnTo>
                    <a:pt x="0" y="0"/>
                  </a:lnTo>
                  <a:lnTo>
                    <a:pt x="1070669" y="0"/>
                  </a:lnTo>
                  <a:lnTo>
                    <a:pt x="1070669" y="417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750659" y="3532533"/>
              <a:ext cx="578643" cy="142819"/>
            </a:xfrm>
            <a:custGeom>
              <a:avLst/>
              <a:pathLst>
                <a:path w="578643" h="142819">
                  <a:moveTo>
                    <a:pt x="0" y="142819"/>
                  </a:moveTo>
                  <a:lnTo>
                    <a:pt x="0" y="0"/>
                  </a:lnTo>
                  <a:lnTo>
                    <a:pt x="578643" y="0"/>
                  </a:lnTo>
                  <a:lnTo>
                    <a:pt x="578643" y="2246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9493984" y="3526950"/>
              <a:ext cx="412551" cy="63254"/>
            </a:xfrm>
            <a:custGeom>
              <a:avLst/>
              <a:pathLst>
                <a:path w="412551" h="63254">
                  <a:moveTo>
                    <a:pt x="0" y="63254"/>
                  </a:moveTo>
                  <a:lnTo>
                    <a:pt x="0" y="0"/>
                  </a:lnTo>
                  <a:lnTo>
                    <a:pt x="412551" y="0"/>
                  </a:lnTo>
                  <a:lnTo>
                    <a:pt x="412551" y="3938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7350859" y="3523918"/>
              <a:ext cx="382190" cy="151435"/>
            </a:xfrm>
            <a:custGeom>
              <a:avLst/>
              <a:pathLst>
                <a:path w="382190" h="151435">
                  <a:moveTo>
                    <a:pt x="0" y="151435"/>
                  </a:moveTo>
                  <a:lnTo>
                    <a:pt x="0" y="0"/>
                  </a:lnTo>
                  <a:lnTo>
                    <a:pt x="382190" y="0"/>
                  </a:lnTo>
                  <a:lnTo>
                    <a:pt x="382190" y="272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50259" y="3498206"/>
              <a:ext cx="649634" cy="177147"/>
            </a:xfrm>
            <a:custGeom>
              <a:avLst/>
              <a:pathLst>
                <a:path w="649634" h="177147">
                  <a:moveTo>
                    <a:pt x="0" y="177147"/>
                  </a:moveTo>
                  <a:lnTo>
                    <a:pt x="0" y="0"/>
                  </a:lnTo>
                  <a:lnTo>
                    <a:pt x="649634" y="0"/>
                  </a:lnTo>
                  <a:lnTo>
                    <a:pt x="649634" y="3661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599229" y="3471812"/>
              <a:ext cx="1101030" cy="69648"/>
            </a:xfrm>
            <a:custGeom>
              <a:avLst/>
              <a:pathLst>
                <a:path w="1101030" h="69648">
                  <a:moveTo>
                    <a:pt x="0" y="69648"/>
                  </a:moveTo>
                  <a:lnTo>
                    <a:pt x="0" y="0"/>
                  </a:lnTo>
                  <a:lnTo>
                    <a:pt x="1101030" y="0"/>
                  </a:lnTo>
                  <a:lnTo>
                    <a:pt x="1101030" y="5513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968418" y="3466054"/>
              <a:ext cx="1071562" cy="84573"/>
            </a:xfrm>
            <a:custGeom>
              <a:avLst/>
              <a:pathLst>
                <a:path w="1071562" h="84573">
                  <a:moveTo>
                    <a:pt x="0" y="84573"/>
                  </a:moveTo>
                  <a:lnTo>
                    <a:pt x="0" y="0"/>
                  </a:lnTo>
                  <a:lnTo>
                    <a:pt x="1071562" y="0"/>
                  </a:lnTo>
                  <a:lnTo>
                    <a:pt x="1071562" y="6647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875076" y="3418647"/>
              <a:ext cx="2629123" cy="79558"/>
            </a:xfrm>
            <a:custGeom>
              <a:avLst/>
              <a:pathLst>
                <a:path w="2629123" h="79558">
                  <a:moveTo>
                    <a:pt x="0" y="79558"/>
                  </a:moveTo>
                  <a:lnTo>
                    <a:pt x="0" y="0"/>
                  </a:lnTo>
                  <a:lnTo>
                    <a:pt x="2629123" y="0"/>
                  </a:lnTo>
                  <a:lnTo>
                    <a:pt x="2629123" y="4740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7541954" y="3412641"/>
              <a:ext cx="1607790" cy="111277"/>
            </a:xfrm>
            <a:custGeom>
              <a:avLst/>
              <a:pathLst>
                <a:path w="1607790" h="111277">
                  <a:moveTo>
                    <a:pt x="0" y="111277"/>
                  </a:moveTo>
                  <a:lnTo>
                    <a:pt x="0" y="0"/>
                  </a:lnTo>
                  <a:lnTo>
                    <a:pt x="1607790" y="0"/>
                  </a:lnTo>
                  <a:lnTo>
                    <a:pt x="1607790" y="5917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189638" y="3312496"/>
              <a:ext cx="4156211" cy="106151"/>
            </a:xfrm>
            <a:custGeom>
              <a:avLst/>
              <a:pathLst>
                <a:path w="4156211" h="106151">
                  <a:moveTo>
                    <a:pt x="0" y="106151"/>
                  </a:moveTo>
                  <a:lnTo>
                    <a:pt x="0" y="0"/>
                  </a:lnTo>
                  <a:lnTo>
                    <a:pt x="4156211" y="0"/>
                  </a:lnTo>
                  <a:lnTo>
                    <a:pt x="4156211" y="10014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295142" y="5142203"/>
              <a:ext cx="20167" cy="139700"/>
            </a:xfrm>
            <a:custGeom>
              <a:avLst/>
              <a:pathLst>
                <a:path w="20167" h="139700">
                  <a:moveTo>
                    <a:pt x="20167" y="0"/>
                  </a:moveTo>
                  <a:lnTo>
                    <a:pt x="0" y="0"/>
                  </a:lnTo>
                  <a:lnTo>
                    <a:pt x="0" y="139700"/>
                  </a:lnTo>
                  <a:lnTo>
                    <a:pt x="20167" y="139700"/>
                  </a:lnTo>
                  <a:lnTo>
                    <a:pt x="20167" y="1397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292442" y="5561303"/>
              <a:ext cx="22866" cy="139700"/>
            </a:xfrm>
            <a:custGeom>
              <a:avLst/>
              <a:pathLst>
                <a:path w="22866" h="139700">
                  <a:moveTo>
                    <a:pt x="22866" y="0"/>
                  </a:moveTo>
                  <a:lnTo>
                    <a:pt x="0" y="0"/>
                  </a:lnTo>
                  <a:lnTo>
                    <a:pt x="0" y="139700"/>
                  </a:lnTo>
                  <a:lnTo>
                    <a:pt x="22866" y="139700"/>
                  </a:lnTo>
                  <a:lnTo>
                    <a:pt x="22866" y="1397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291780" y="5002503"/>
              <a:ext cx="23528" cy="209550"/>
            </a:xfrm>
            <a:custGeom>
              <a:avLst/>
              <a:pathLst>
                <a:path w="23528" h="209550">
                  <a:moveTo>
                    <a:pt x="23528" y="0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3361" y="2095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285908" y="5421603"/>
              <a:ext cx="29401" cy="209550"/>
            </a:xfrm>
            <a:custGeom>
              <a:avLst/>
              <a:pathLst>
                <a:path w="29401" h="209550">
                  <a:moveTo>
                    <a:pt x="29401" y="0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6534" y="2095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271317" y="3884903"/>
              <a:ext cx="43992" cy="139700"/>
            </a:xfrm>
            <a:custGeom>
              <a:avLst/>
              <a:pathLst>
                <a:path w="43992" h="139700">
                  <a:moveTo>
                    <a:pt x="43992" y="0"/>
                  </a:moveTo>
                  <a:lnTo>
                    <a:pt x="0" y="0"/>
                  </a:lnTo>
                  <a:lnTo>
                    <a:pt x="0" y="139700"/>
                  </a:lnTo>
                  <a:lnTo>
                    <a:pt x="43992" y="139700"/>
                  </a:lnTo>
                  <a:lnTo>
                    <a:pt x="43992" y="1397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261235" y="4304003"/>
              <a:ext cx="54074" cy="139699"/>
            </a:xfrm>
            <a:custGeom>
              <a:avLst/>
              <a:pathLst>
                <a:path w="54074" h="139699">
                  <a:moveTo>
                    <a:pt x="54074" y="0"/>
                  </a:moveTo>
                  <a:lnTo>
                    <a:pt x="0" y="0"/>
                  </a:lnTo>
                  <a:lnTo>
                    <a:pt x="0" y="139699"/>
                  </a:lnTo>
                  <a:lnTo>
                    <a:pt x="54074" y="139699"/>
                  </a:lnTo>
                  <a:lnTo>
                    <a:pt x="54074" y="1396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249772" y="3745203"/>
              <a:ext cx="65536" cy="209550"/>
            </a:xfrm>
            <a:custGeom>
              <a:avLst/>
              <a:pathLst>
                <a:path w="65536" h="209550">
                  <a:moveTo>
                    <a:pt x="65536" y="0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21544" y="2095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242545" y="4164303"/>
              <a:ext cx="72764" cy="209550"/>
            </a:xfrm>
            <a:custGeom>
              <a:avLst/>
              <a:pathLst>
                <a:path w="72764" h="209550">
                  <a:moveTo>
                    <a:pt x="72764" y="0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18690" y="2095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219420" y="4723103"/>
              <a:ext cx="95889" cy="139700"/>
            </a:xfrm>
            <a:custGeom>
              <a:avLst/>
              <a:pathLst>
                <a:path w="95889" h="139700">
                  <a:moveTo>
                    <a:pt x="95889" y="0"/>
                  </a:moveTo>
                  <a:lnTo>
                    <a:pt x="0" y="0"/>
                  </a:lnTo>
                  <a:lnTo>
                    <a:pt x="0" y="139700"/>
                  </a:lnTo>
                  <a:lnTo>
                    <a:pt x="95889" y="139700"/>
                  </a:lnTo>
                  <a:lnTo>
                    <a:pt x="95889" y="1397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219115" y="3849978"/>
              <a:ext cx="30656" cy="419100"/>
            </a:xfrm>
            <a:custGeom>
              <a:avLst/>
              <a:pathLst>
                <a:path w="30656" h="419100">
                  <a:moveTo>
                    <a:pt x="30656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23429" y="4191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214807" y="5980403"/>
              <a:ext cx="100502" cy="139700"/>
            </a:xfrm>
            <a:custGeom>
              <a:avLst/>
              <a:pathLst>
                <a:path w="100502" h="139700">
                  <a:moveTo>
                    <a:pt x="100502" y="0"/>
                  </a:moveTo>
                  <a:lnTo>
                    <a:pt x="0" y="0"/>
                  </a:lnTo>
                  <a:lnTo>
                    <a:pt x="0" y="139700"/>
                  </a:lnTo>
                  <a:lnTo>
                    <a:pt x="100502" y="139700"/>
                  </a:lnTo>
                  <a:lnTo>
                    <a:pt x="100502" y="1397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196413" y="4583403"/>
              <a:ext cx="118895" cy="209550"/>
            </a:xfrm>
            <a:custGeom>
              <a:avLst/>
              <a:pathLst>
                <a:path w="118895" h="209550">
                  <a:moveTo>
                    <a:pt x="118895" y="0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23006" y="2095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180437" y="5840703"/>
              <a:ext cx="134871" cy="209550"/>
            </a:xfrm>
            <a:custGeom>
              <a:avLst/>
              <a:pathLst>
                <a:path w="134871" h="209550">
                  <a:moveTo>
                    <a:pt x="134871" y="0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34369" y="2095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2157200" y="5526378"/>
              <a:ext cx="128707" cy="419100"/>
            </a:xfrm>
            <a:custGeom>
              <a:avLst/>
              <a:pathLst>
                <a:path w="128707" h="419100">
                  <a:moveTo>
                    <a:pt x="128707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23236" y="4191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114218" y="4059528"/>
              <a:ext cx="104896" cy="628650"/>
            </a:xfrm>
            <a:custGeom>
              <a:avLst/>
              <a:pathLst>
                <a:path w="104896" h="628650">
                  <a:moveTo>
                    <a:pt x="104896" y="0"/>
                  </a:moveTo>
                  <a:lnTo>
                    <a:pt x="0" y="0"/>
                  </a:lnTo>
                  <a:lnTo>
                    <a:pt x="0" y="628650"/>
                  </a:lnTo>
                  <a:lnTo>
                    <a:pt x="82194" y="6286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2079177" y="5107278"/>
              <a:ext cx="212603" cy="628650"/>
            </a:xfrm>
            <a:custGeom>
              <a:avLst/>
              <a:pathLst>
                <a:path w="212603" h="628650">
                  <a:moveTo>
                    <a:pt x="212603" y="0"/>
                  </a:moveTo>
                  <a:lnTo>
                    <a:pt x="0" y="0"/>
                  </a:lnTo>
                  <a:lnTo>
                    <a:pt x="0" y="628650"/>
                  </a:lnTo>
                  <a:lnTo>
                    <a:pt x="78023" y="6286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1952452" y="4373853"/>
              <a:ext cx="161766" cy="1047750"/>
            </a:xfrm>
            <a:custGeom>
              <a:avLst/>
              <a:pathLst>
                <a:path w="161766" h="1047750">
                  <a:moveTo>
                    <a:pt x="161766" y="0"/>
                  </a:moveTo>
                  <a:lnTo>
                    <a:pt x="0" y="0"/>
                  </a:lnTo>
                  <a:lnTo>
                    <a:pt x="0" y="1047750"/>
                  </a:lnTo>
                  <a:lnTo>
                    <a:pt x="126725" y="10477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2493109" y="36753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2493109" y="38150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2493109" y="3954753"/>
              <a:ext cx="114300" cy="13970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2493109" y="40944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2493109" y="42341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2493109" y="43738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2493109" y="4513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2493109" y="4653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2493109" y="4792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2493109" y="4932653"/>
              <a:ext cx="114300" cy="139700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2493109" y="5072353"/>
              <a:ext cx="114300" cy="139700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2493109" y="5212053"/>
              <a:ext cx="114300" cy="139700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2493109" y="5351753"/>
              <a:ext cx="114300" cy="139700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2493109" y="5491453"/>
              <a:ext cx="114300" cy="1397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2493109" y="5631153"/>
              <a:ext cx="114300" cy="1397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2493109" y="57708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2493109" y="59105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2493109" y="60502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2607409" y="36753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2607409" y="3815053"/>
              <a:ext cx="114300" cy="13970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2607409" y="3954753"/>
              <a:ext cx="114300" cy="13970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2607409" y="40944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2607409" y="42341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2607409" y="4373853"/>
              <a:ext cx="114300" cy="13970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2607409" y="4513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2607409" y="46532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2607409" y="47929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2607409" y="4932653"/>
              <a:ext cx="114300" cy="139700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2607409" y="5072353"/>
              <a:ext cx="114300" cy="139700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2607409" y="5212053"/>
              <a:ext cx="114300" cy="139700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2607409" y="53517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2607409" y="5491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2607409" y="56311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2607409" y="57708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2607409" y="5910553"/>
              <a:ext cx="114300" cy="13970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2607409" y="60502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2721709" y="36753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2721709" y="38150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2721709" y="39547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2721709" y="40944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2721709" y="42341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2721709" y="43738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2721709" y="45135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2721709" y="46532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2721709" y="4792953"/>
              <a:ext cx="114300" cy="13970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2721709" y="49326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2721709" y="50723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2721709" y="52120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2721709" y="53517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2721709" y="54914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2721709" y="56311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2721709" y="57708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2721709" y="59105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2721709" y="60502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2836009" y="36753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2836009" y="38150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2836009" y="39547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2836009" y="40944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2836009" y="42341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2836009" y="43738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2836009" y="45135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2836009" y="46532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2836009" y="47929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2836009" y="49326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2836009" y="50723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2836009" y="52120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2836009" y="53517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2836009" y="54914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2836009" y="56311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2836009" y="57708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2836009" y="59105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2836009" y="60502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2950309" y="36753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2950309" y="38150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2950309" y="39547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2950309" y="40944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2950309" y="42341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2950309" y="43738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2950309" y="45135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2950309" y="46532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2950309" y="47929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2950309" y="49326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2950309" y="50723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2950309" y="52120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2950309" y="53517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2950309" y="54914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2950309" y="56311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2950309" y="57708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2950309" y="59105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2950309" y="60502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3064609" y="36753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3064609" y="38150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3064609" y="39547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3064609" y="40944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3064609" y="42341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3064609" y="43738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3064609" y="45135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3064609" y="46532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3064609" y="47929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3064609" y="49326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3064609" y="50723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3064609" y="52120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3064609" y="53517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3064609" y="54914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3064609" y="56311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3064609" y="5770853"/>
              <a:ext cx="114300" cy="139700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3064609" y="5910553"/>
              <a:ext cx="114300" cy="13970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3064609" y="6050253"/>
              <a:ext cx="114300" cy="13970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3178909" y="36753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3178909" y="38150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3178909" y="39547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3178909" y="40944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3178909" y="42341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3178909" y="43738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3178909" y="45135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3178909" y="46532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3178909" y="47929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3178909" y="49326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3178909" y="50723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3178909" y="52120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3178909" y="5351753"/>
              <a:ext cx="114300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3178909" y="54914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3178909" y="56311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3178909" y="5770853"/>
              <a:ext cx="114300" cy="139700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3178909" y="5910553"/>
              <a:ext cx="114300" cy="13970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3178909" y="60502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3293209" y="36753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3293209" y="38150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3293209" y="39547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3293209" y="40944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3293209" y="42341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3293209" y="43738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3293209" y="45135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3293209" y="46532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3293209" y="47929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3293209" y="49326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3293209" y="50723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3293209" y="52120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rc230"/>
            <p:cNvSpPr/>
            <p:nvPr/>
          </p:nvSpPr>
          <p:spPr>
            <a:xfrm>
              <a:off x="3293209" y="53517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3293209" y="54914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3293209" y="56311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3293209" y="57708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3293209" y="59105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3293209" y="60502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3407509" y="36753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3407509" y="38150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3407509" y="39547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3407509" y="40944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3407509" y="42341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3407509" y="43738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3407509" y="45135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3407509" y="46532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3407509" y="47929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3407509" y="49326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3407509" y="50723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3407509" y="52120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3407509" y="53517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3407509" y="54914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3407509" y="56311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3407509" y="57708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3407509" y="59105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3407509" y="60502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3521809" y="36753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3521809" y="38150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3521809" y="39547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3521809" y="4094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3521809" y="42341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3521809" y="43738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" name="rc260"/>
            <p:cNvSpPr/>
            <p:nvPr/>
          </p:nvSpPr>
          <p:spPr>
            <a:xfrm>
              <a:off x="3521809" y="45135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3521809" y="46532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" name="rc262"/>
            <p:cNvSpPr/>
            <p:nvPr/>
          </p:nvSpPr>
          <p:spPr>
            <a:xfrm>
              <a:off x="3521809" y="47929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rc263"/>
            <p:cNvSpPr/>
            <p:nvPr/>
          </p:nvSpPr>
          <p:spPr>
            <a:xfrm>
              <a:off x="3521809" y="49326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rc264"/>
            <p:cNvSpPr/>
            <p:nvPr/>
          </p:nvSpPr>
          <p:spPr>
            <a:xfrm>
              <a:off x="3521809" y="50723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" name="rc265"/>
            <p:cNvSpPr/>
            <p:nvPr/>
          </p:nvSpPr>
          <p:spPr>
            <a:xfrm>
              <a:off x="3521809" y="52120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3521809" y="53517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3521809" y="54914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" name="rc268"/>
            <p:cNvSpPr/>
            <p:nvPr/>
          </p:nvSpPr>
          <p:spPr>
            <a:xfrm>
              <a:off x="3521809" y="56311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3521809" y="57708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3521809" y="59105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3521809" y="60502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3636109" y="36753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3636109" y="38150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3636109" y="39547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3636109" y="4094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3636109" y="42341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3636109" y="43738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" name="rc278"/>
            <p:cNvSpPr/>
            <p:nvPr/>
          </p:nvSpPr>
          <p:spPr>
            <a:xfrm>
              <a:off x="3636109" y="45135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3636109" y="46532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3636109" y="47929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" name="rc281"/>
            <p:cNvSpPr/>
            <p:nvPr/>
          </p:nvSpPr>
          <p:spPr>
            <a:xfrm>
              <a:off x="3636109" y="49326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" name="rc282"/>
            <p:cNvSpPr/>
            <p:nvPr/>
          </p:nvSpPr>
          <p:spPr>
            <a:xfrm>
              <a:off x="3636109" y="50723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" name="rc283"/>
            <p:cNvSpPr/>
            <p:nvPr/>
          </p:nvSpPr>
          <p:spPr>
            <a:xfrm>
              <a:off x="3636109" y="52120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rc284"/>
            <p:cNvSpPr/>
            <p:nvPr/>
          </p:nvSpPr>
          <p:spPr>
            <a:xfrm>
              <a:off x="3636109" y="53517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" name="rc285"/>
            <p:cNvSpPr/>
            <p:nvPr/>
          </p:nvSpPr>
          <p:spPr>
            <a:xfrm>
              <a:off x="3636109" y="54914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" name="rc286"/>
            <p:cNvSpPr/>
            <p:nvPr/>
          </p:nvSpPr>
          <p:spPr>
            <a:xfrm>
              <a:off x="3636109" y="56311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3636109" y="57708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rc288"/>
            <p:cNvSpPr/>
            <p:nvPr/>
          </p:nvSpPr>
          <p:spPr>
            <a:xfrm>
              <a:off x="3636109" y="59105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" name="rc289"/>
            <p:cNvSpPr/>
            <p:nvPr/>
          </p:nvSpPr>
          <p:spPr>
            <a:xfrm>
              <a:off x="3636109" y="60502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" name="rc290"/>
            <p:cNvSpPr/>
            <p:nvPr/>
          </p:nvSpPr>
          <p:spPr>
            <a:xfrm>
              <a:off x="3750409" y="36753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" name="rc291"/>
            <p:cNvSpPr/>
            <p:nvPr/>
          </p:nvSpPr>
          <p:spPr>
            <a:xfrm>
              <a:off x="3750409" y="38150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" name="rc292"/>
            <p:cNvSpPr/>
            <p:nvPr/>
          </p:nvSpPr>
          <p:spPr>
            <a:xfrm>
              <a:off x="3750409" y="39547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" name="rc293"/>
            <p:cNvSpPr/>
            <p:nvPr/>
          </p:nvSpPr>
          <p:spPr>
            <a:xfrm>
              <a:off x="3750409" y="40944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" name="rc294"/>
            <p:cNvSpPr/>
            <p:nvPr/>
          </p:nvSpPr>
          <p:spPr>
            <a:xfrm>
              <a:off x="3750409" y="42341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3750409" y="43738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rc296"/>
            <p:cNvSpPr/>
            <p:nvPr/>
          </p:nvSpPr>
          <p:spPr>
            <a:xfrm>
              <a:off x="3750409" y="45135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" name="rc297"/>
            <p:cNvSpPr/>
            <p:nvPr/>
          </p:nvSpPr>
          <p:spPr>
            <a:xfrm>
              <a:off x="3750409" y="46532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" name="rc298"/>
            <p:cNvSpPr/>
            <p:nvPr/>
          </p:nvSpPr>
          <p:spPr>
            <a:xfrm>
              <a:off x="3750409" y="4792953"/>
              <a:ext cx="114300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" name="rc299"/>
            <p:cNvSpPr/>
            <p:nvPr/>
          </p:nvSpPr>
          <p:spPr>
            <a:xfrm>
              <a:off x="3750409" y="4932653"/>
              <a:ext cx="114300" cy="13970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" name="rc300"/>
            <p:cNvSpPr/>
            <p:nvPr/>
          </p:nvSpPr>
          <p:spPr>
            <a:xfrm>
              <a:off x="3750409" y="5072353"/>
              <a:ext cx="114300" cy="139700"/>
            </a:xfrm>
            <a:prstGeom prst="rect">
              <a:avLst/>
            </a:prstGeom>
            <a:solidFill>
              <a:srgbClr val="F67E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" name="rc301"/>
            <p:cNvSpPr/>
            <p:nvPr/>
          </p:nvSpPr>
          <p:spPr>
            <a:xfrm>
              <a:off x="3750409" y="5212053"/>
              <a:ext cx="114300" cy="13970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3750409" y="53517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" name="rc303"/>
            <p:cNvSpPr/>
            <p:nvPr/>
          </p:nvSpPr>
          <p:spPr>
            <a:xfrm>
              <a:off x="3750409" y="54914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" name="rc304"/>
            <p:cNvSpPr/>
            <p:nvPr/>
          </p:nvSpPr>
          <p:spPr>
            <a:xfrm>
              <a:off x="3750409" y="56311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3750409" y="57708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" name="rc306"/>
            <p:cNvSpPr/>
            <p:nvPr/>
          </p:nvSpPr>
          <p:spPr>
            <a:xfrm>
              <a:off x="3750409" y="59105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" name="rc307"/>
            <p:cNvSpPr/>
            <p:nvPr/>
          </p:nvSpPr>
          <p:spPr>
            <a:xfrm>
              <a:off x="3750409" y="60502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" name="rc308"/>
            <p:cNvSpPr/>
            <p:nvPr/>
          </p:nvSpPr>
          <p:spPr>
            <a:xfrm>
              <a:off x="3864709" y="36753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" name="rc309"/>
            <p:cNvSpPr/>
            <p:nvPr/>
          </p:nvSpPr>
          <p:spPr>
            <a:xfrm>
              <a:off x="3864709" y="38150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" name="rc310"/>
            <p:cNvSpPr/>
            <p:nvPr/>
          </p:nvSpPr>
          <p:spPr>
            <a:xfrm>
              <a:off x="3864709" y="39547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" name="rc311"/>
            <p:cNvSpPr/>
            <p:nvPr/>
          </p:nvSpPr>
          <p:spPr>
            <a:xfrm>
              <a:off x="3864709" y="40944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" name="rc312"/>
            <p:cNvSpPr/>
            <p:nvPr/>
          </p:nvSpPr>
          <p:spPr>
            <a:xfrm>
              <a:off x="3864709" y="42341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" name="rc313"/>
            <p:cNvSpPr/>
            <p:nvPr/>
          </p:nvSpPr>
          <p:spPr>
            <a:xfrm>
              <a:off x="3864709" y="43738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3864709" y="45135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3864709" y="46532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" name="rc316"/>
            <p:cNvSpPr/>
            <p:nvPr/>
          </p:nvSpPr>
          <p:spPr>
            <a:xfrm>
              <a:off x="3864709" y="47929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" name="rc317"/>
            <p:cNvSpPr/>
            <p:nvPr/>
          </p:nvSpPr>
          <p:spPr>
            <a:xfrm>
              <a:off x="3864709" y="49326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rc318"/>
            <p:cNvSpPr/>
            <p:nvPr/>
          </p:nvSpPr>
          <p:spPr>
            <a:xfrm>
              <a:off x="3864709" y="50723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" name="rc319"/>
            <p:cNvSpPr/>
            <p:nvPr/>
          </p:nvSpPr>
          <p:spPr>
            <a:xfrm>
              <a:off x="3864709" y="52120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" name="rc320"/>
            <p:cNvSpPr/>
            <p:nvPr/>
          </p:nvSpPr>
          <p:spPr>
            <a:xfrm>
              <a:off x="3864709" y="53517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3864709" y="54914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" name="rc322"/>
            <p:cNvSpPr/>
            <p:nvPr/>
          </p:nvSpPr>
          <p:spPr>
            <a:xfrm>
              <a:off x="3864709" y="56311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" name="rc323"/>
            <p:cNvSpPr/>
            <p:nvPr/>
          </p:nvSpPr>
          <p:spPr>
            <a:xfrm>
              <a:off x="3864709" y="5770853"/>
              <a:ext cx="114300" cy="139700"/>
            </a:xfrm>
            <a:prstGeom prst="rect">
              <a:avLst/>
            </a:prstGeom>
            <a:solidFill>
              <a:srgbClr val="FCA86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" name="rc324"/>
            <p:cNvSpPr/>
            <p:nvPr/>
          </p:nvSpPr>
          <p:spPr>
            <a:xfrm>
              <a:off x="3864709" y="59105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" name="rc325"/>
            <p:cNvSpPr/>
            <p:nvPr/>
          </p:nvSpPr>
          <p:spPr>
            <a:xfrm>
              <a:off x="3864709" y="60502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rc326"/>
            <p:cNvSpPr/>
            <p:nvPr/>
          </p:nvSpPr>
          <p:spPr>
            <a:xfrm>
              <a:off x="3979009" y="36753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" name="rc327"/>
            <p:cNvSpPr/>
            <p:nvPr/>
          </p:nvSpPr>
          <p:spPr>
            <a:xfrm>
              <a:off x="3979009" y="38150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" name="rc328"/>
            <p:cNvSpPr/>
            <p:nvPr/>
          </p:nvSpPr>
          <p:spPr>
            <a:xfrm>
              <a:off x="3979009" y="39547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" name="rc329"/>
            <p:cNvSpPr/>
            <p:nvPr/>
          </p:nvSpPr>
          <p:spPr>
            <a:xfrm>
              <a:off x="3979009" y="40944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" name="rc330"/>
            <p:cNvSpPr/>
            <p:nvPr/>
          </p:nvSpPr>
          <p:spPr>
            <a:xfrm>
              <a:off x="3979009" y="42341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" name="rc331"/>
            <p:cNvSpPr/>
            <p:nvPr/>
          </p:nvSpPr>
          <p:spPr>
            <a:xfrm>
              <a:off x="3979009" y="43738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" name="rc332"/>
            <p:cNvSpPr/>
            <p:nvPr/>
          </p:nvSpPr>
          <p:spPr>
            <a:xfrm>
              <a:off x="3979009" y="45135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" name="rc333"/>
            <p:cNvSpPr/>
            <p:nvPr/>
          </p:nvSpPr>
          <p:spPr>
            <a:xfrm>
              <a:off x="3979009" y="46532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" name="rc334"/>
            <p:cNvSpPr/>
            <p:nvPr/>
          </p:nvSpPr>
          <p:spPr>
            <a:xfrm>
              <a:off x="3979009" y="47929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" name="rc335"/>
            <p:cNvSpPr/>
            <p:nvPr/>
          </p:nvSpPr>
          <p:spPr>
            <a:xfrm>
              <a:off x="3979009" y="49326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" name="rc336"/>
            <p:cNvSpPr/>
            <p:nvPr/>
          </p:nvSpPr>
          <p:spPr>
            <a:xfrm>
              <a:off x="3979009" y="50723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" name="rc337"/>
            <p:cNvSpPr/>
            <p:nvPr/>
          </p:nvSpPr>
          <p:spPr>
            <a:xfrm>
              <a:off x="3979009" y="52120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" name="rc338"/>
            <p:cNvSpPr/>
            <p:nvPr/>
          </p:nvSpPr>
          <p:spPr>
            <a:xfrm>
              <a:off x="3979009" y="53517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" name="rc339"/>
            <p:cNvSpPr/>
            <p:nvPr/>
          </p:nvSpPr>
          <p:spPr>
            <a:xfrm>
              <a:off x="3979009" y="54914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" name="rc340"/>
            <p:cNvSpPr/>
            <p:nvPr/>
          </p:nvSpPr>
          <p:spPr>
            <a:xfrm>
              <a:off x="3979009" y="56311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" name="rc341"/>
            <p:cNvSpPr/>
            <p:nvPr/>
          </p:nvSpPr>
          <p:spPr>
            <a:xfrm>
              <a:off x="3979009" y="57708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" name="rc342"/>
            <p:cNvSpPr/>
            <p:nvPr/>
          </p:nvSpPr>
          <p:spPr>
            <a:xfrm>
              <a:off x="3979009" y="59105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" name="rc343"/>
            <p:cNvSpPr/>
            <p:nvPr/>
          </p:nvSpPr>
          <p:spPr>
            <a:xfrm>
              <a:off x="3979009" y="60502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" name="rc344"/>
            <p:cNvSpPr/>
            <p:nvPr/>
          </p:nvSpPr>
          <p:spPr>
            <a:xfrm>
              <a:off x="4093309" y="36753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" name="rc345"/>
            <p:cNvSpPr/>
            <p:nvPr/>
          </p:nvSpPr>
          <p:spPr>
            <a:xfrm>
              <a:off x="4093309" y="38150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" name="rc346"/>
            <p:cNvSpPr/>
            <p:nvPr/>
          </p:nvSpPr>
          <p:spPr>
            <a:xfrm>
              <a:off x="4093309" y="39547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rc347"/>
            <p:cNvSpPr/>
            <p:nvPr/>
          </p:nvSpPr>
          <p:spPr>
            <a:xfrm>
              <a:off x="4093309" y="40944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" name="rc348"/>
            <p:cNvSpPr/>
            <p:nvPr/>
          </p:nvSpPr>
          <p:spPr>
            <a:xfrm>
              <a:off x="4093309" y="42341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" name="rc349"/>
            <p:cNvSpPr/>
            <p:nvPr/>
          </p:nvSpPr>
          <p:spPr>
            <a:xfrm>
              <a:off x="4093309" y="43738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" name="rc350"/>
            <p:cNvSpPr/>
            <p:nvPr/>
          </p:nvSpPr>
          <p:spPr>
            <a:xfrm>
              <a:off x="4093309" y="45135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" name="rc351"/>
            <p:cNvSpPr/>
            <p:nvPr/>
          </p:nvSpPr>
          <p:spPr>
            <a:xfrm>
              <a:off x="4093309" y="46532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" name="rc352"/>
            <p:cNvSpPr/>
            <p:nvPr/>
          </p:nvSpPr>
          <p:spPr>
            <a:xfrm>
              <a:off x="4093309" y="47929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" name="rc353"/>
            <p:cNvSpPr/>
            <p:nvPr/>
          </p:nvSpPr>
          <p:spPr>
            <a:xfrm>
              <a:off x="4093309" y="4932653"/>
              <a:ext cx="114300" cy="1397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" name="rc354"/>
            <p:cNvSpPr/>
            <p:nvPr/>
          </p:nvSpPr>
          <p:spPr>
            <a:xfrm>
              <a:off x="4093309" y="5072353"/>
              <a:ext cx="114300" cy="1397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" name="rc355"/>
            <p:cNvSpPr/>
            <p:nvPr/>
          </p:nvSpPr>
          <p:spPr>
            <a:xfrm>
              <a:off x="4093309" y="5212053"/>
              <a:ext cx="114300" cy="139700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" name="rc356"/>
            <p:cNvSpPr/>
            <p:nvPr/>
          </p:nvSpPr>
          <p:spPr>
            <a:xfrm>
              <a:off x="4093309" y="53517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rc357"/>
            <p:cNvSpPr/>
            <p:nvPr/>
          </p:nvSpPr>
          <p:spPr>
            <a:xfrm>
              <a:off x="4093309" y="5491453"/>
              <a:ext cx="114300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4093309" y="56311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4093309" y="5770853"/>
              <a:ext cx="114300" cy="139700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" name="rc360"/>
            <p:cNvSpPr/>
            <p:nvPr/>
          </p:nvSpPr>
          <p:spPr>
            <a:xfrm>
              <a:off x="4093309" y="5910553"/>
              <a:ext cx="114300" cy="139700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" name="rc361"/>
            <p:cNvSpPr/>
            <p:nvPr/>
          </p:nvSpPr>
          <p:spPr>
            <a:xfrm>
              <a:off x="4093309" y="6050253"/>
              <a:ext cx="114300" cy="1397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rc362"/>
            <p:cNvSpPr/>
            <p:nvPr/>
          </p:nvSpPr>
          <p:spPr>
            <a:xfrm>
              <a:off x="4207609" y="36753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" name="rc363"/>
            <p:cNvSpPr/>
            <p:nvPr/>
          </p:nvSpPr>
          <p:spPr>
            <a:xfrm>
              <a:off x="4207609" y="38150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" name="rc364"/>
            <p:cNvSpPr/>
            <p:nvPr/>
          </p:nvSpPr>
          <p:spPr>
            <a:xfrm>
              <a:off x="4207609" y="39547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4207609" y="40944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4207609" y="42341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rc367"/>
            <p:cNvSpPr/>
            <p:nvPr/>
          </p:nvSpPr>
          <p:spPr>
            <a:xfrm>
              <a:off x="4207609" y="43738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" name="rc368"/>
            <p:cNvSpPr/>
            <p:nvPr/>
          </p:nvSpPr>
          <p:spPr>
            <a:xfrm>
              <a:off x="4207609" y="45135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" name="rc369"/>
            <p:cNvSpPr/>
            <p:nvPr/>
          </p:nvSpPr>
          <p:spPr>
            <a:xfrm>
              <a:off x="4207609" y="46532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" name="rc370"/>
            <p:cNvSpPr/>
            <p:nvPr/>
          </p:nvSpPr>
          <p:spPr>
            <a:xfrm>
              <a:off x="4207609" y="47929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" name="rc371"/>
            <p:cNvSpPr/>
            <p:nvPr/>
          </p:nvSpPr>
          <p:spPr>
            <a:xfrm>
              <a:off x="4207609" y="49326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" name="rc372"/>
            <p:cNvSpPr/>
            <p:nvPr/>
          </p:nvSpPr>
          <p:spPr>
            <a:xfrm>
              <a:off x="4207609" y="50723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" name="rc373"/>
            <p:cNvSpPr/>
            <p:nvPr/>
          </p:nvSpPr>
          <p:spPr>
            <a:xfrm>
              <a:off x="4207609" y="52120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rc374"/>
            <p:cNvSpPr/>
            <p:nvPr/>
          </p:nvSpPr>
          <p:spPr>
            <a:xfrm>
              <a:off x="4207609" y="53517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" name="rc375"/>
            <p:cNvSpPr/>
            <p:nvPr/>
          </p:nvSpPr>
          <p:spPr>
            <a:xfrm>
              <a:off x="4207609" y="5491453"/>
              <a:ext cx="114300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" name="rc376"/>
            <p:cNvSpPr/>
            <p:nvPr/>
          </p:nvSpPr>
          <p:spPr>
            <a:xfrm>
              <a:off x="4207609" y="56311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7" name="rc377"/>
            <p:cNvSpPr/>
            <p:nvPr/>
          </p:nvSpPr>
          <p:spPr>
            <a:xfrm>
              <a:off x="4207609" y="57708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" name="rc378"/>
            <p:cNvSpPr/>
            <p:nvPr/>
          </p:nvSpPr>
          <p:spPr>
            <a:xfrm>
              <a:off x="4207609" y="59105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" name="rc379"/>
            <p:cNvSpPr/>
            <p:nvPr/>
          </p:nvSpPr>
          <p:spPr>
            <a:xfrm>
              <a:off x="4207609" y="60502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" name="rc380"/>
            <p:cNvSpPr/>
            <p:nvPr/>
          </p:nvSpPr>
          <p:spPr>
            <a:xfrm>
              <a:off x="4321909" y="36753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" name="rc381"/>
            <p:cNvSpPr/>
            <p:nvPr/>
          </p:nvSpPr>
          <p:spPr>
            <a:xfrm>
              <a:off x="4321909" y="38150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" name="rc382"/>
            <p:cNvSpPr/>
            <p:nvPr/>
          </p:nvSpPr>
          <p:spPr>
            <a:xfrm>
              <a:off x="4321909" y="39547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" name="rc383"/>
            <p:cNvSpPr/>
            <p:nvPr/>
          </p:nvSpPr>
          <p:spPr>
            <a:xfrm>
              <a:off x="4321909" y="40944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" name="rc384"/>
            <p:cNvSpPr/>
            <p:nvPr/>
          </p:nvSpPr>
          <p:spPr>
            <a:xfrm>
              <a:off x="4321909" y="42341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" name="rc385"/>
            <p:cNvSpPr/>
            <p:nvPr/>
          </p:nvSpPr>
          <p:spPr>
            <a:xfrm>
              <a:off x="4321909" y="43738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" name="rc386"/>
            <p:cNvSpPr/>
            <p:nvPr/>
          </p:nvSpPr>
          <p:spPr>
            <a:xfrm>
              <a:off x="4321909" y="45135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" name="rc387"/>
            <p:cNvSpPr/>
            <p:nvPr/>
          </p:nvSpPr>
          <p:spPr>
            <a:xfrm>
              <a:off x="4321909" y="46532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" name="rc388"/>
            <p:cNvSpPr/>
            <p:nvPr/>
          </p:nvSpPr>
          <p:spPr>
            <a:xfrm>
              <a:off x="4321909" y="47929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" name="rc389"/>
            <p:cNvSpPr/>
            <p:nvPr/>
          </p:nvSpPr>
          <p:spPr>
            <a:xfrm>
              <a:off x="4321909" y="49326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" name="rc390"/>
            <p:cNvSpPr/>
            <p:nvPr/>
          </p:nvSpPr>
          <p:spPr>
            <a:xfrm>
              <a:off x="4321909" y="50723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" name="rc391"/>
            <p:cNvSpPr/>
            <p:nvPr/>
          </p:nvSpPr>
          <p:spPr>
            <a:xfrm>
              <a:off x="4321909" y="52120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" name="rc392"/>
            <p:cNvSpPr/>
            <p:nvPr/>
          </p:nvSpPr>
          <p:spPr>
            <a:xfrm>
              <a:off x="4321909" y="5351753"/>
              <a:ext cx="114300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" name="rc393"/>
            <p:cNvSpPr/>
            <p:nvPr/>
          </p:nvSpPr>
          <p:spPr>
            <a:xfrm>
              <a:off x="4321909" y="54914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" name="rc394"/>
            <p:cNvSpPr/>
            <p:nvPr/>
          </p:nvSpPr>
          <p:spPr>
            <a:xfrm>
              <a:off x="4321909" y="56311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" name="rc395"/>
            <p:cNvSpPr/>
            <p:nvPr/>
          </p:nvSpPr>
          <p:spPr>
            <a:xfrm>
              <a:off x="4321909" y="5770853"/>
              <a:ext cx="114300" cy="139700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" name="rc396"/>
            <p:cNvSpPr/>
            <p:nvPr/>
          </p:nvSpPr>
          <p:spPr>
            <a:xfrm>
              <a:off x="4321909" y="5910553"/>
              <a:ext cx="114300" cy="13970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" name="rc397"/>
            <p:cNvSpPr/>
            <p:nvPr/>
          </p:nvSpPr>
          <p:spPr>
            <a:xfrm>
              <a:off x="4321909" y="6050253"/>
              <a:ext cx="114300" cy="13970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" name="rc398"/>
            <p:cNvSpPr/>
            <p:nvPr/>
          </p:nvSpPr>
          <p:spPr>
            <a:xfrm>
              <a:off x="4436209" y="36753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" name="rc399"/>
            <p:cNvSpPr/>
            <p:nvPr/>
          </p:nvSpPr>
          <p:spPr>
            <a:xfrm>
              <a:off x="4436209" y="3815053"/>
              <a:ext cx="114300" cy="1397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" name="rc400"/>
            <p:cNvSpPr/>
            <p:nvPr/>
          </p:nvSpPr>
          <p:spPr>
            <a:xfrm>
              <a:off x="4436209" y="39547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" name="rc401"/>
            <p:cNvSpPr/>
            <p:nvPr/>
          </p:nvSpPr>
          <p:spPr>
            <a:xfrm>
              <a:off x="4436209" y="40944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4436209" y="42341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4436209" y="43738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" name="rc404"/>
            <p:cNvSpPr/>
            <p:nvPr/>
          </p:nvSpPr>
          <p:spPr>
            <a:xfrm>
              <a:off x="4436209" y="4513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" name="rc405"/>
            <p:cNvSpPr/>
            <p:nvPr/>
          </p:nvSpPr>
          <p:spPr>
            <a:xfrm>
              <a:off x="4436209" y="46532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rc406"/>
            <p:cNvSpPr/>
            <p:nvPr/>
          </p:nvSpPr>
          <p:spPr>
            <a:xfrm>
              <a:off x="4436209" y="4792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" name="rc407"/>
            <p:cNvSpPr/>
            <p:nvPr/>
          </p:nvSpPr>
          <p:spPr>
            <a:xfrm>
              <a:off x="4436209" y="49326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" name="rc408"/>
            <p:cNvSpPr/>
            <p:nvPr/>
          </p:nvSpPr>
          <p:spPr>
            <a:xfrm>
              <a:off x="4436209" y="50723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rc409"/>
            <p:cNvSpPr/>
            <p:nvPr/>
          </p:nvSpPr>
          <p:spPr>
            <a:xfrm>
              <a:off x="4436209" y="52120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" name="rc410"/>
            <p:cNvSpPr/>
            <p:nvPr/>
          </p:nvSpPr>
          <p:spPr>
            <a:xfrm>
              <a:off x="4436209" y="53517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" name="rc411"/>
            <p:cNvSpPr/>
            <p:nvPr/>
          </p:nvSpPr>
          <p:spPr>
            <a:xfrm>
              <a:off x="4436209" y="5491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" name="rc412"/>
            <p:cNvSpPr/>
            <p:nvPr/>
          </p:nvSpPr>
          <p:spPr>
            <a:xfrm>
              <a:off x="4436209" y="56311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" name="rc413"/>
            <p:cNvSpPr/>
            <p:nvPr/>
          </p:nvSpPr>
          <p:spPr>
            <a:xfrm>
              <a:off x="4436209" y="57708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" name="rc414"/>
            <p:cNvSpPr/>
            <p:nvPr/>
          </p:nvSpPr>
          <p:spPr>
            <a:xfrm>
              <a:off x="4436209" y="59105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" name="rc415"/>
            <p:cNvSpPr/>
            <p:nvPr/>
          </p:nvSpPr>
          <p:spPr>
            <a:xfrm>
              <a:off x="4436209" y="60502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4550509" y="3675353"/>
              <a:ext cx="114300" cy="1397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4550509" y="38150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rc418"/>
            <p:cNvSpPr/>
            <p:nvPr/>
          </p:nvSpPr>
          <p:spPr>
            <a:xfrm>
              <a:off x="4550509" y="39547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" name="rc419"/>
            <p:cNvSpPr/>
            <p:nvPr/>
          </p:nvSpPr>
          <p:spPr>
            <a:xfrm>
              <a:off x="4550509" y="40944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" name="rc420"/>
            <p:cNvSpPr/>
            <p:nvPr/>
          </p:nvSpPr>
          <p:spPr>
            <a:xfrm>
              <a:off x="4550509" y="42341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" name="rc421"/>
            <p:cNvSpPr/>
            <p:nvPr/>
          </p:nvSpPr>
          <p:spPr>
            <a:xfrm>
              <a:off x="4550509" y="43738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" name="rc422"/>
            <p:cNvSpPr/>
            <p:nvPr/>
          </p:nvSpPr>
          <p:spPr>
            <a:xfrm>
              <a:off x="4550509" y="4513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" name="rc423"/>
            <p:cNvSpPr/>
            <p:nvPr/>
          </p:nvSpPr>
          <p:spPr>
            <a:xfrm>
              <a:off x="4550509" y="4653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" name="rc424"/>
            <p:cNvSpPr/>
            <p:nvPr/>
          </p:nvSpPr>
          <p:spPr>
            <a:xfrm>
              <a:off x="4550509" y="4792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4550509" y="49326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" name="rc426"/>
            <p:cNvSpPr/>
            <p:nvPr/>
          </p:nvSpPr>
          <p:spPr>
            <a:xfrm>
              <a:off x="4550509" y="50723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" name="rc427"/>
            <p:cNvSpPr/>
            <p:nvPr/>
          </p:nvSpPr>
          <p:spPr>
            <a:xfrm>
              <a:off x="4550509" y="52120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" name="rc428"/>
            <p:cNvSpPr/>
            <p:nvPr/>
          </p:nvSpPr>
          <p:spPr>
            <a:xfrm>
              <a:off x="4550509" y="53517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" name="rc429"/>
            <p:cNvSpPr/>
            <p:nvPr/>
          </p:nvSpPr>
          <p:spPr>
            <a:xfrm>
              <a:off x="4550509" y="54914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" name="rc430"/>
            <p:cNvSpPr/>
            <p:nvPr/>
          </p:nvSpPr>
          <p:spPr>
            <a:xfrm>
              <a:off x="4550509" y="56311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" name="rc431"/>
            <p:cNvSpPr/>
            <p:nvPr/>
          </p:nvSpPr>
          <p:spPr>
            <a:xfrm>
              <a:off x="4550509" y="57708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" name="rc432"/>
            <p:cNvSpPr/>
            <p:nvPr/>
          </p:nvSpPr>
          <p:spPr>
            <a:xfrm>
              <a:off x="4550509" y="59105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4550509" y="60502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" name="rc434"/>
            <p:cNvSpPr/>
            <p:nvPr/>
          </p:nvSpPr>
          <p:spPr>
            <a:xfrm>
              <a:off x="4664809" y="36753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" name="rc435"/>
            <p:cNvSpPr/>
            <p:nvPr/>
          </p:nvSpPr>
          <p:spPr>
            <a:xfrm>
              <a:off x="4664809" y="38150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" name="rc436"/>
            <p:cNvSpPr/>
            <p:nvPr/>
          </p:nvSpPr>
          <p:spPr>
            <a:xfrm>
              <a:off x="4664809" y="39547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" name="rc437"/>
            <p:cNvSpPr/>
            <p:nvPr/>
          </p:nvSpPr>
          <p:spPr>
            <a:xfrm>
              <a:off x="4664809" y="40944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" name="rc438"/>
            <p:cNvSpPr/>
            <p:nvPr/>
          </p:nvSpPr>
          <p:spPr>
            <a:xfrm>
              <a:off x="4664809" y="42341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" name="rc439"/>
            <p:cNvSpPr/>
            <p:nvPr/>
          </p:nvSpPr>
          <p:spPr>
            <a:xfrm>
              <a:off x="4664809" y="43738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rc440"/>
            <p:cNvSpPr/>
            <p:nvPr/>
          </p:nvSpPr>
          <p:spPr>
            <a:xfrm>
              <a:off x="4664809" y="45135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" name="rc441"/>
            <p:cNvSpPr/>
            <p:nvPr/>
          </p:nvSpPr>
          <p:spPr>
            <a:xfrm>
              <a:off x="4664809" y="4653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" name="rc442"/>
            <p:cNvSpPr/>
            <p:nvPr/>
          </p:nvSpPr>
          <p:spPr>
            <a:xfrm>
              <a:off x="4664809" y="4792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" name="rc443"/>
            <p:cNvSpPr/>
            <p:nvPr/>
          </p:nvSpPr>
          <p:spPr>
            <a:xfrm>
              <a:off x="4664809" y="49326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4664809" y="50723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" name="rc445"/>
            <p:cNvSpPr/>
            <p:nvPr/>
          </p:nvSpPr>
          <p:spPr>
            <a:xfrm>
              <a:off x="4664809" y="52120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4664809" y="53517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4664809" y="54914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4664809" y="56311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" name="rc449"/>
            <p:cNvSpPr/>
            <p:nvPr/>
          </p:nvSpPr>
          <p:spPr>
            <a:xfrm>
              <a:off x="4664809" y="57708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rc450"/>
            <p:cNvSpPr/>
            <p:nvPr/>
          </p:nvSpPr>
          <p:spPr>
            <a:xfrm>
              <a:off x="4664809" y="59105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" name="rc451"/>
            <p:cNvSpPr/>
            <p:nvPr/>
          </p:nvSpPr>
          <p:spPr>
            <a:xfrm>
              <a:off x="4664809" y="60502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" name="rc452"/>
            <p:cNvSpPr/>
            <p:nvPr/>
          </p:nvSpPr>
          <p:spPr>
            <a:xfrm>
              <a:off x="4779109" y="3675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" name="rc453"/>
            <p:cNvSpPr/>
            <p:nvPr/>
          </p:nvSpPr>
          <p:spPr>
            <a:xfrm>
              <a:off x="4779109" y="3815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" name="rc454"/>
            <p:cNvSpPr/>
            <p:nvPr/>
          </p:nvSpPr>
          <p:spPr>
            <a:xfrm>
              <a:off x="4779109" y="3954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" name="rc455"/>
            <p:cNvSpPr/>
            <p:nvPr/>
          </p:nvSpPr>
          <p:spPr>
            <a:xfrm>
              <a:off x="4779109" y="4094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" name="rc456"/>
            <p:cNvSpPr/>
            <p:nvPr/>
          </p:nvSpPr>
          <p:spPr>
            <a:xfrm>
              <a:off x="4779109" y="4234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4779109" y="43738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" name="rc458"/>
            <p:cNvSpPr/>
            <p:nvPr/>
          </p:nvSpPr>
          <p:spPr>
            <a:xfrm>
              <a:off x="4779109" y="4513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" name="rc459"/>
            <p:cNvSpPr/>
            <p:nvPr/>
          </p:nvSpPr>
          <p:spPr>
            <a:xfrm>
              <a:off x="4779109" y="4653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" name="rc460"/>
            <p:cNvSpPr/>
            <p:nvPr/>
          </p:nvSpPr>
          <p:spPr>
            <a:xfrm>
              <a:off x="4779109" y="47929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" name="rc461"/>
            <p:cNvSpPr/>
            <p:nvPr/>
          </p:nvSpPr>
          <p:spPr>
            <a:xfrm>
              <a:off x="4779109" y="49326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4779109" y="50723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4779109" y="52120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4779109" y="53517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4779109" y="54914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" name="rc466"/>
            <p:cNvSpPr/>
            <p:nvPr/>
          </p:nvSpPr>
          <p:spPr>
            <a:xfrm>
              <a:off x="4779109" y="56311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" name="rc467"/>
            <p:cNvSpPr/>
            <p:nvPr/>
          </p:nvSpPr>
          <p:spPr>
            <a:xfrm>
              <a:off x="4779109" y="57708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" name="rc468"/>
            <p:cNvSpPr/>
            <p:nvPr/>
          </p:nvSpPr>
          <p:spPr>
            <a:xfrm>
              <a:off x="4779109" y="59105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" name="rc469"/>
            <p:cNvSpPr/>
            <p:nvPr/>
          </p:nvSpPr>
          <p:spPr>
            <a:xfrm>
              <a:off x="4779109" y="60502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" name="rc470"/>
            <p:cNvSpPr/>
            <p:nvPr/>
          </p:nvSpPr>
          <p:spPr>
            <a:xfrm>
              <a:off x="4893409" y="3675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" name="rc471"/>
            <p:cNvSpPr/>
            <p:nvPr/>
          </p:nvSpPr>
          <p:spPr>
            <a:xfrm>
              <a:off x="4893409" y="3815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" name="rc472"/>
            <p:cNvSpPr/>
            <p:nvPr/>
          </p:nvSpPr>
          <p:spPr>
            <a:xfrm>
              <a:off x="4893409" y="39547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" name="rc473"/>
            <p:cNvSpPr/>
            <p:nvPr/>
          </p:nvSpPr>
          <p:spPr>
            <a:xfrm>
              <a:off x="4893409" y="4094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" name="rc474"/>
            <p:cNvSpPr/>
            <p:nvPr/>
          </p:nvSpPr>
          <p:spPr>
            <a:xfrm>
              <a:off x="4893409" y="4234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" name="rc475"/>
            <p:cNvSpPr/>
            <p:nvPr/>
          </p:nvSpPr>
          <p:spPr>
            <a:xfrm>
              <a:off x="4893409" y="4373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" name="rc476"/>
            <p:cNvSpPr/>
            <p:nvPr/>
          </p:nvSpPr>
          <p:spPr>
            <a:xfrm>
              <a:off x="4893409" y="45135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" name="rc477"/>
            <p:cNvSpPr/>
            <p:nvPr/>
          </p:nvSpPr>
          <p:spPr>
            <a:xfrm>
              <a:off x="4893409" y="46532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" name="rc478"/>
            <p:cNvSpPr/>
            <p:nvPr/>
          </p:nvSpPr>
          <p:spPr>
            <a:xfrm>
              <a:off x="4893409" y="4792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" name="rc479"/>
            <p:cNvSpPr/>
            <p:nvPr/>
          </p:nvSpPr>
          <p:spPr>
            <a:xfrm>
              <a:off x="4893409" y="49326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" name="rc480"/>
            <p:cNvSpPr/>
            <p:nvPr/>
          </p:nvSpPr>
          <p:spPr>
            <a:xfrm>
              <a:off x="4893409" y="50723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" name="rc481"/>
            <p:cNvSpPr/>
            <p:nvPr/>
          </p:nvSpPr>
          <p:spPr>
            <a:xfrm>
              <a:off x="4893409" y="52120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" name="rc482"/>
            <p:cNvSpPr/>
            <p:nvPr/>
          </p:nvSpPr>
          <p:spPr>
            <a:xfrm>
              <a:off x="4893409" y="53517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" name="rc483"/>
            <p:cNvSpPr/>
            <p:nvPr/>
          </p:nvSpPr>
          <p:spPr>
            <a:xfrm>
              <a:off x="4893409" y="54914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" name="rc484"/>
            <p:cNvSpPr/>
            <p:nvPr/>
          </p:nvSpPr>
          <p:spPr>
            <a:xfrm>
              <a:off x="4893409" y="56311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" name="rc485"/>
            <p:cNvSpPr/>
            <p:nvPr/>
          </p:nvSpPr>
          <p:spPr>
            <a:xfrm>
              <a:off x="4893409" y="5770853"/>
              <a:ext cx="114300" cy="139700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" name="rc486"/>
            <p:cNvSpPr/>
            <p:nvPr/>
          </p:nvSpPr>
          <p:spPr>
            <a:xfrm>
              <a:off x="4893409" y="5910553"/>
              <a:ext cx="114300" cy="139700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" name="rc487"/>
            <p:cNvSpPr/>
            <p:nvPr/>
          </p:nvSpPr>
          <p:spPr>
            <a:xfrm>
              <a:off x="4893409" y="6050253"/>
              <a:ext cx="114300" cy="1397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" name="rc488"/>
            <p:cNvSpPr/>
            <p:nvPr/>
          </p:nvSpPr>
          <p:spPr>
            <a:xfrm>
              <a:off x="5007709" y="3675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" name="rc489"/>
            <p:cNvSpPr/>
            <p:nvPr/>
          </p:nvSpPr>
          <p:spPr>
            <a:xfrm>
              <a:off x="5007709" y="3815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5007709" y="3954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5007709" y="4094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" name="rc492"/>
            <p:cNvSpPr/>
            <p:nvPr/>
          </p:nvSpPr>
          <p:spPr>
            <a:xfrm>
              <a:off x="5007709" y="4234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" name="rc493"/>
            <p:cNvSpPr/>
            <p:nvPr/>
          </p:nvSpPr>
          <p:spPr>
            <a:xfrm>
              <a:off x="5007709" y="4373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rc494"/>
            <p:cNvSpPr/>
            <p:nvPr/>
          </p:nvSpPr>
          <p:spPr>
            <a:xfrm>
              <a:off x="5007709" y="4513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" name="rc495"/>
            <p:cNvSpPr/>
            <p:nvPr/>
          </p:nvSpPr>
          <p:spPr>
            <a:xfrm>
              <a:off x="5007709" y="4653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" name="rc496"/>
            <p:cNvSpPr/>
            <p:nvPr/>
          </p:nvSpPr>
          <p:spPr>
            <a:xfrm>
              <a:off x="5007709" y="4792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" name="rc497"/>
            <p:cNvSpPr/>
            <p:nvPr/>
          </p:nvSpPr>
          <p:spPr>
            <a:xfrm>
              <a:off x="5007709" y="49326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" name="rc498"/>
            <p:cNvSpPr/>
            <p:nvPr/>
          </p:nvSpPr>
          <p:spPr>
            <a:xfrm>
              <a:off x="5007709" y="50723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" name="rc499"/>
            <p:cNvSpPr/>
            <p:nvPr/>
          </p:nvSpPr>
          <p:spPr>
            <a:xfrm>
              <a:off x="5007709" y="52120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5007709" y="5351753"/>
              <a:ext cx="114300" cy="13970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5007709" y="54914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rc502"/>
            <p:cNvSpPr/>
            <p:nvPr/>
          </p:nvSpPr>
          <p:spPr>
            <a:xfrm>
              <a:off x="5007709" y="56311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" name="rc503"/>
            <p:cNvSpPr/>
            <p:nvPr/>
          </p:nvSpPr>
          <p:spPr>
            <a:xfrm>
              <a:off x="5007709" y="5770853"/>
              <a:ext cx="114300" cy="13970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" name="rc504"/>
            <p:cNvSpPr/>
            <p:nvPr/>
          </p:nvSpPr>
          <p:spPr>
            <a:xfrm>
              <a:off x="5007709" y="59105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" name="rc505"/>
            <p:cNvSpPr/>
            <p:nvPr/>
          </p:nvSpPr>
          <p:spPr>
            <a:xfrm>
              <a:off x="5007709" y="60502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" name="rc506"/>
            <p:cNvSpPr/>
            <p:nvPr/>
          </p:nvSpPr>
          <p:spPr>
            <a:xfrm>
              <a:off x="5122009" y="3675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" name="rc507"/>
            <p:cNvSpPr/>
            <p:nvPr/>
          </p:nvSpPr>
          <p:spPr>
            <a:xfrm>
              <a:off x="5122009" y="3815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" name="rc508"/>
            <p:cNvSpPr/>
            <p:nvPr/>
          </p:nvSpPr>
          <p:spPr>
            <a:xfrm>
              <a:off x="5122009" y="3954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" name="rc509"/>
            <p:cNvSpPr/>
            <p:nvPr/>
          </p:nvSpPr>
          <p:spPr>
            <a:xfrm>
              <a:off x="5122009" y="4094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" name="rc510"/>
            <p:cNvSpPr/>
            <p:nvPr/>
          </p:nvSpPr>
          <p:spPr>
            <a:xfrm>
              <a:off x="5122009" y="4234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" name="rc511"/>
            <p:cNvSpPr/>
            <p:nvPr/>
          </p:nvSpPr>
          <p:spPr>
            <a:xfrm>
              <a:off x="5122009" y="4373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" name="rc512"/>
            <p:cNvSpPr/>
            <p:nvPr/>
          </p:nvSpPr>
          <p:spPr>
            <a:xfrm>
              <a:off x="5122009" y="45135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5122009" y="46532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5122009" y="47929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rc515"/>
            <p:cNvSpPr/>
            <p:nvPr/>
          </p:nvSpPr>
          <p:spPr>
            <a:xfrm>
              <a:off x="5122009" y="49326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rc516"/>
            <p:cNvSpPr/>
            <p:nvPr/>
          </p:nvSpPr>
          <p:spPr>
            <a:xfrm>
              <a:off x="5122009" y="50723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rc517"/>
            <p:cNvSpPr/>
            <p:nvPr/>
          </p:nvSpPr>
          <p:spPr>
            <a:xfrm>
              <a:off x="5122009" y="52120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rc518"/>
            <p:cNvSpPr/>
            <p:nvPr/>
          </p:nvSpPr>
          <p:spPr>
            <a:xfrm>
              <a:off x="5122009" y="53517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rc519"/>
            <p:cNvSpPr/>
            <p:nvPr/>
          </p:nvSpPr>
          <p:spPr>
            <a:xfrm>
              <a:off x="5122009" y="54914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" name="rc520"/>
            <p:cNvSpPr/>
            <p:nvPr/>
          </p:nvSpPr>
          <p:spPr>
            <a:xfrm>
              <a:off x="5122009" y="56311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rc521"/>
            <p:cNvSpPr/>
            <p:nvPr/>
          </p:nvSpPr>
          <p:spPr>
            <a:xfrm>
              <a:off x="5122009" y="57708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" name="rc522"/>
            <p:cNvSpPr/>
            <p:nvPr/>
          </p:nvSpPr>
          <p:spPr>
            <a:xfrm>
              <a:off x="5122009" y="59105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" name="rc523"/>
            <p:cNvSpPr/>
            <p:nvPr/>
          </p:nvSpPr>
          <p:spPr>
            <a:xfrm>
              <a:off x="5122009" y="60502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5236309" y="3675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" name="rc525"/>
            <p:cNvSpPr/>
            <p:nvPr/>
          </p:nvSpPr>
          <p:spPr>
            <a:xfrm>
              <a:off x="5236309" y="3815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rc526"/>
            <p:cNvSpPr/>
            <p:nvPr/>
          </p:nvSpPr>
          <p:spPr>
            <a:xfrm>
              <a:off x="5236309" y="3954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" name="rc527"/>
            <p:cNvSpPr/>
            <p:nvPr/>
          </p:nvSpPr>
          <p:spPr>
            <a:xfrm>
              <a:off x="5236309" y="4094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" name="rc528"/>
            <p:cNvSpPr/>
            <p:nvPr/>
          </p:nvSpPr>
          <p:spPr>
            <a:xfrm>
              <a:off x="5236309" y="4234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" name="rc529"/>
            <p:cNvSpPr/>
            <p:nvPr/>
          </p:nvSpPr>
          <p:spPr>
            <a:xfrm>
              <a:off x="5236309" y="4373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rc530"/>
            <p:cNvSpPr/>
            <p:nvPr/>
          </p:nvSpPr>
          <p:spPr>
            <a:xfrm>
              <a:off x="5236309" y="4513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rc531"/>
            <p:cNvSpPr/>
            <p:nvPr/>
          </p:nvSpPr>
          <p:spPr>
            <a:xfrm>
              <a:off x="5236309" y="4653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" name="rc532"/>
            <p:cNvSpPr/>
            <p:nvPr/>
          </p:nvSpPr>
          <p:spPr>
            <a:xfrm>
              <a:off x="5236309" y="4792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" name="rc533"/>
            <p:cNvSpPr/>
            <p:nvPr/>
          </p:nvSpPr>
          <p:spPr>
            <a:xfrm>
              <a:off x="5236309" y="49326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5236309" y="50723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5236309" y="52120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" name="rc536"/>
            <p:cNvSpPr/>
            <p:nvPr/>
          </p:nvSpPr>
          <p:spPr>
            <a:xfrm>
              <a:off x="5236309" y="53517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" name="rc537"/>
            <p:cNvSpPr/>
            <p:nvPr/>
          </p:nvSpPr>
          <p:spPr>
            <a:xfrm>
              <a:off x="5236309" y="54914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rc538"/>
            <p:cNvSpPr/>
            <p:nvPr/>
          </p:nvSpPr>
          <p:spPr>
            <a:xfrm>
              <a:off x="5236309" y="56311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" name="rc539"/>
            <p:cNvSpPr/>
            <p:nvPr/>
          </p:nvSpPr>
          <p:spPr>
            <a:xfrm>
              <a:off x="5236309" y="57708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" name="rc540"/>
            <p:cNvSpPr/>
            <p:nvPr/>
          </p:nvSpPr>
          <p:spPr>
            <a:xfrm>
              <a:off x="5236309" y="59105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" name="rc541"/>
            <p:cNvSpPr/>
            <p:nvPr/>
          </p:nvSpPr>
          <p:spPr>
            <a:xfrm>
              <a:off x="5236309" y="60502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rc542"/>
            <p:cNvSpPr/>
            <p:nvPr/>
          </p:nvSpPr>
          <p:spPr>
            <a:xfrm>
              <a:off x="5350609" y="36753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" name="rc543"/>
            <p:cNvSpPr/>
            <p:nvPr/>
          </p:nvSpPr>
          <p:spPr>
            <a:xfrm>
              <a:off x="5350609" y="38150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" name="rc544"/>
            <p:cNvSpPr/>
            <p:nvPr/>
          </p:nvSpPr>
          <p:spPr>
            <a:xfrm>
              <a:off x="5350609" y="39547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" name="rc545"/>
            <p:cNvSpPr/>
            <p:nvPr/>
          </p:nvSpPr>
          <p:spPr>
            <a:xfrm>
              <a:off x="5350609" y="40944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rc546"/>
            <p:cNvSpPr/>
            <p:nvPr/>
          </p:nvSpPr>
          <p:spPr>
            <a:xfrm>
              <a:off x="5350609" y="42341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" name="rc547"/>
            <p:cNvSpPr/>
            <p:nvPr/>
          </p:nvSpPr>
          <p:spPr>
            <a:xfrm>
              <a:off x="5350609" y="43738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" name="rc548"/>
            <p:cNvSpPr/>
            <p:nvPr/>
          </p:nvSpPr>
          <p:spPr>
            <a:xfrm>
              <a:off x="5350609" y="45135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" name="rc549"/>
            <p:cNvSpPr/>
            <p:nvPr/>
          </p:nvSpPr>
          <p:spPr>
            <a:xfrm>
              <a:off x="5350609" y="46532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" name="rc550"/>
            <p:cNvSpPr/>
            <p:nvPr/>
          </p:nvSpPr>
          <p:spPr>
            <a:xfrm>
              <a:off x="5350609" y="47929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" name="rc551"/>
            <p:cNvSpPr/>
            <p:nvPr/>
          </p:nvSpPr>
          <p:spPr>
            <a:xfrm>
              <a:off x="5350609" y="49326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" name="rc552"/>
            <p:cNvSpPr/>
            <p:nvPr/>
          </p:nvSpPr>
          <p:spPr>
            <a:xfrm>
              <a:off x="5350609" y="50723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" name="rc553"/>
            <p:cNvSpPr/>
            <p:nvPr/>
          </p:nvSpPr>
          <p:spPr>
            <a:xfrm>
              <a:off x="5350609" y="52120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" name="rc554"/>
            <p:cNvSpPr/>
            <p:nvPr/>
          </p:nvSpPr>
          <p:spPr>
            <a:xfrm>
              <a:off x="5350609" y="53517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" name="rc555"/>
            <p:cNvSpPr/>
            <p:nvPr/>
          </p:nvSpPr>
          <p:spPr>
            <a:xfrm>
              <a:off x="5350609" y="54914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" name="rc556"/>
            <p:cNvSpPr/>
            <p:nvPr/>
          </p:nvSpPr>
          <p:spPr>
            <a:xfrm>
              <a:off x="5350609" y="56311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" name="rc557"/>
            <p:cNvSpPr/>
            <p:nvPr/>
          </p:nvSpPr>
          <p:spPr>
            <a:xfrm>
              <a:off x="5350609" y="5770853"/>
              <a:ext cx="114300" cy="13970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" name="rc558"/>
            <p:cNvSpPr/>
            <p:nvPr/>
          </p:nvSpPr>
          <p:spPr>
            <a:xfrm>
              <a:off x="5350609" y="59105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" name="rc559"/>
            <p:cNvSpPr/>
            <p:nvPr/>
          </p:nvSpPr>
          <p:spPr>
            <a:xfrm>
              <a:off x="5350609" y="6050253"/>
              <a:ext cx="114300" cy="139700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" name="rc560"/>
            <p:cNvSpPr/>
            <p:nvPr/>
          </p:nvSpPr>
          <p:spPr>
            <a:xfrm>
              <a:off x="5464909" y="36753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" name="rc561"/>
            <p:cNvSpPr/>
            <p:nvPr/>
          </p:nvSpPr>
          <p:spPr>
            <a:xfrm>
              <a:off x="5464909" y="38150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" name="rc562"/>
            <p:cNvSpPr/>
            <p:nvPr/>
          </p:nvSpPr>
          <p:spPr>
            <a:xfrm>
              <a:off x="5464909" y="39547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" name="rc563"/>
            <p:cNvSpPr/>
            <p:nvPr/>
          </p:nvSpPr>
          <p:spPr>
            <a:xfrm>
              <a:off x="5464909" y="40944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" name="rc564"/>
            <p:cNvSpPr/>
            <p:nvPr/>
          </p:nvSpPr>
          <p:spPr>
            <a:xfrm>
              <a:off x="5464909" y="42341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" name="rc565"/>
            <p:cNvSpPr/>
            <p:nvPr/>
          </p:nvSpPr>
          <p:spPr>
            <a:xfrm>
              <a:off x="5464909" y="43738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" name="rc566"/>
            <p:cNvSpPr/>
            <p:nvPr/>
          </p:nvSpPr>
          <p:spPr>
            <a:xfrm>
              <a:off x="5464909" y="4513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" name="rc567"/>
            <p:cNvSpPr/>
            <p:nvPr/>
          </p:nvSpPr>
          <p:spPr>
            <a:xfrm>
              <a:off x="5464909" y="46532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" name="rc568"/>
            <p:cNvSpPr/>
            <p:nvPr/>
          </p:nvSpPr>
          <p:spPr>
            <a:xfrm>
              <a:off x="5464909" y="4792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" name="rc569"/>
            <p:cNvSpPr/>
            <p:nvPr/>
          </p:nvSpPr>
          <p:spPr>
            <a:xfrm>
              <a:off x="5464909" y="4932653"/>
              <a:ext cx="114300" cy="139700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" name="rc570"/>
            <p:cNvSpPr/>
            <p:nvPr/>
          </p:nvSpPr>
          <p:spPr>
            <a:xfrm>
              <a:off x="5464909" y="5072353"/>
              <a:ext cx="114300" cy="139700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" name="rc571"/>
            <p:cNvSpPr/>
            <p:nvPr/>
          </p:nvSpPr>
          <p:spPr>
            <a:xfrm>
              <a:off x="5464909" y="5212053"/>
              <a:ext cx="114300" cy="139700"/>
            </a:xfrm>
            <a:prstGeom prst="rect">
              <a:avLst/>
            </a:prstGeom>
            <a:solidFill>
              <a:srgbClr val="F67E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" name="rc572"/>
            <p:cNvSpPr/>
            <p:nvPr/>
          </p:nvSpPr>
          <p:spPr>
            <a:xfrm>
              <a:off x="5464909" y="53517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" name="rc573"/>
            <p:cNvSpPr/>
            <p:nvPr/>
          </p:nvSpPr>
          <p:spPr>
            <a:xfrm>
              <a:off x="5464909" y="54914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" name="rc574"/>
            <p:cNvSpPr/>
            <p:nvPr/>
          </p:nvSpPr>
          <p:spPr>
            <a:xfrm>
              <a:off x="5464909" y="56311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" name="rc575"/>
            <p:cNvSpPr/>
            <p:nvPr/>
          </p:nvSpPr>
          <p:spPr>
            <a:xfrm>
              <a:off x="5464909" y="57708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" name="rc576"/>
            <p:cNvSpPr/>
            <p:nvPr/>
          </p:nvSpPr>
          <p:spPr>
            <a:xfrm>
              <a:off x="5464909" y="5910553"/>
              <a:ext cx="114300" cy="13970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" name="rc577"/>
            <p:cNvSpPr/>
            <p:nvPr/>
          </p:nvSpPr>
          <p:spPr>
            <a:xfrm>
              <a:off x="5464909" y="60502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5579209" y="36753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5579209" y="3815053"/>
              <a:ext cx="114300" cy="139700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" name="rc580"/>
            <p:cNvSpPr/>
            <p:nvPr/>
          </p:nvSpPr>
          <p:spPr>
            <a:xfrm>
              <a:off x="5579209" y="39547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" name="rc581"/>
            <p:cNvSpPr/>
            <p:nvPr/>
          </p:nvSpPr>
          <p:spPr>
            <a:xfrm>
              <a:off x="5579209" y="40944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rc582"/>
            <p:cNvSpPr/>
            <p:nvPr/>
          </p:nvSpPr>
          <p:spPr>
            <a:xfrm>
              <a:off x="5579209" y="42341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" name="rc583"/>
            <p:cNvSpPr/>
            <p:nvPr/>
          </p:nvSpPr>
          <p:spPr>
            <a:xfrm>
              <a:off x="5579209" y="43738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" name="rc584"/>
            <p:cNvSpPr/>
            <p:nvPr/>
          </p:nvSpPr>
          <p:spPr>
            <a:xfrm>
              <a:off x="5579209" y="4513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" name="rc585"/>
            <p:cNvSpPr/>
            <p:nvPr/>
          </p:nvSpPr>
          <p:spPr>
            <a:xfrm>
              <a:off x="5579209" y="4653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" name="rc586"/>
            <p:cNvSpPr/>
            <p:nvPr/>
          </p:nvSpPr>
          <p:spPr>
            <a:xfrm>
              <a:off x="5579209" y="4792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" name="rc587"/>
            <p:cNvSpPr/>
            <p:nvPr/>
          </p:nvSpPr>
          <p:spPr>
            <a:xfrm>
              <a:off x="5579209" y="49326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" name="rc588"/>
            <p:cNvSpPr/>
            <p:nvPr/>
          </p:nvSpPr>
          <p:spPr>
            <a:xfrm>
              <a:off x="5579209" y="50723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" name="rc589"/>
            <p:cNvSpPr/>
            <p:nvPr/>
          </p:nvSpPr>
          <p:spPr>
            <a:xfrm>
              <a:off x="5579209" y="52120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" name="rc590"/>
            <p:cNvSpPr/>
            <p:nvPr/>
          </p:nvSpPr>
          <p:spPr>
            <a:xfrm>
              <a:off x="5579209" y="53517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" name="rc591"/>
            <p:cNvSpPr/>
            <p:nvPr/>
          </p:nvSpPr>
          <p:spPr>
            <a:xfrm>
              <a:off x="5579209" y="5491453"/>
              <a:ext cx="114300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" name="rc592"/>
            <p:cNvSpPr/>
            <p:nvPr/>
          </p:nvSpPr>
          <p:spPr>
            <a:xfrm>
              <a:off x="5579209" y="56311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" name="rc593"/>
            <p:cNvSpPr/>
            <p:nvPr/>
          </p:nvSpPr>
          <p:spPr>
            <a:xfrm>
              <a:off x="5579209" y="5770853"/>
              <a:ext cx="114300" cy="1397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" name="rc594"/>
            <p:cNvSpPr/>
            <p:nvPr/>
          </p:nvSpPr>
          <p:spPr>
            <a:xfrm>
              <a:off x="5579209" y="5910553"/>
              <a:ext cx="114300" cy="139700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" name="rc595"/>
            <p:cNvSpPr/>
            <p:nvPr/>
          </p:nvSpPr>
          <p:spPr>
            <a:xfrm>
              <a:off x="5579209" y="6050253"/>
              <a:ext cx="114300" cy="139700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" name="rc596"/>
            <p:cNvSpPr/>
            <p:nvPr/>
          </p:nvSpPr>
          <p:spPr>
            <a:xfrm>
              <a:off x="5693509" y="36753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" name="rc597"/>
            <p:cNvSpPr/>
            <p:nvPr/>
          </p:nvSpPr>
          <p:spPr>
            <a:xfrm>
              <a:off x="5693509" y="38150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" name="rc598"/>
            <p:cNvSpPr/>
            <p:nvPr/>
          </p:nvSpPr>
          <p:spPr>
            <a:xfrm>
              <a:off x="5693509" y="3954753"/>
              <a:ext cx="114300" cy="1397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" name="rc599"/>
            <p:cNvSpPr/>
            <p:nvPr/>
          </p:nvSpPr>
          <p:spPr>
            <a:xfrm>
              <a:off x="5693509" y="40944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" name="rc600"/>
            <p:cNvSpPr/>
            <p:nvPr/>
          </p:nvSpPr>
          <p:spPr>
            <a:xfrm>
              <a:off x="5693509" y="42341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" name="rc601"/>
            <p:cNvSpPr/>
            <p:nvPr/>
          </p:nvSpPr>
          <p:spPr>
            <a:xfrm>
              <a:off x="5693509" y="43738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" name="rc602"/>
            <p:cNvSpPr/>
            <p:nvPr/>
          </p:nvSpPr>
          <p:spPr>
            <a:xfrm>
              <a:off x="5693509" y="45135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" name="rc603"/>
            <p:cNvSpPr/>
            <p:nvPr/>
          </p:nvSpPr>
          <p:spPr>
            <a:xfrm>
              <a:off x="5693509" y="46532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" name="rc604"/>
            <p:cNvSpPr/>
            <p:nvPr/>
          </p:nvSpPr>
          <p:spPr>
            <a:xfrm>
              <a:off x="5693509" y="47929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" name="rc605"/>
            <p:cNvSpPr/>
            <p:nvPr/>
          </p:nvSpPr>
          <p:spPr>
            <a:xfrm>
              <a:off x="5693509" y="49326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" name="rc606"/>
            <p:cNvSpPr/>
            <p:nvPr/>
          </p:nvSpPr>
          <p:spPr>
            <a:xfrm>
              <a:off x="5693509" y="50723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" name="rc607"/>
            <p:cNvSpPr/>
            <p:nvPr/>
          </p:nvSpPr>
          <p:spPr>
            <a:xfrm>
              <a:off x="5693509" y="52120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" name="rc608"/>
            <p:cNvSpPr/>
            <p:nvPr/>
          </p:nvSpPr>
          <p:spPr>
            <a:xfrm>
              <a:off x="5693509" y="53517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" name="rc609"/>
            <p:cNvSpPr/>
            <p:nvPr/>
          </p:nvSpPr>
          <p:spPr>
            <a:xfrm>
              <a:off x="5693509" y="54914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" name="rc610"/>
            <p:cNvSpPr/>
            <p:nvPr/>
          </p:nvSpPr>
          <p:spPr>
            <a:xfrm>
              <a:off x="5693509" y="56311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" name="rc611"/>
            <p:cNvSpPr/>
            <p:nvPr/>
          </p:nvSpPr>
          <p:spPr>
            <a:xfrm>
              <a:off x="5693509" y="57708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" name="rc612"/>
            <p:cNvSpPr/>
            <p:nvPr/>
          </p:nvSpPr>
          <p:spPr>
            <a:xfrm>
              <a:off x="5693509" y="59105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" name="rc613"/>
            <p:cNvSpPr/>
            <p:nvPr/>
          </p:nvSpPr>
          <p:spPr>
            <a:xfrm>
              <a:off x="5693509" y="60502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" name="rc614"/>
            <p:cNvSpPr/>
            <p:nvPr/>
          </p:nvSpPr>
          <p:spPr>
            <a:xfrm>
              <a:off x="5807809" y="36753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" name="rc615"/>
            <p:cNvSpPr/>
            <p:nvPr/>
          </p:nvSpPr>
          <p:spPr>
            <a:xfrm>
              <a:off x="5807809" y="38150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" name="rc616"/>
            <p:cNvSpPr/>
            <p:nvPr/>
          </p:nvSpPr>
          <p:spPr>
            <a:xfrm>
              <a:off x="5807809" y="39547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" name="rc617"/>
            <p:cNvSpPr/>
            <p:nvPr/>
          </p:nvSpPr>
          <p:spPr>
            <a:xfrm>
              <a:off x="5807809" y="4094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" name="rc618"/>
            <p:cNvSpPr/>
            <p:nvPr/>
          </p:nvSpPr>
          <p:spPr>
            <a:xfrm>
              <a:off x="5807809" y="42341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" name="rc619"/>
            <p:cNvSpPr/>
            <p:nvPr/>
          </p:nvSpPr>
          <p:spPr>
            <a:xfrm>
              <a:off x="5807809" y="43738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" name="rc620"/>
            <p:cNvSpPr/>
            <p:nvPr/>
          </p:nvSpPr>
          <p:spPr>
            <a:xfrm>
              <a:off x="5807809" y="45135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" name="rc621"/>
            <p:cNvSpPr/>
            <p:nvPr/>
          </p:nvSpPr>
          <p:spPr>
            <a:xfrm>
              <a:off x="5807809" y="46532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" name="rc622"/>
            <p:cNvSpPr/>
            <p:nvPr/>
          </p:nvSpPr>
          <p:spPr>
            <a:xfrm>
              <a:off x="5807809" y="47929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rc623"/>
            <p:cNvSpPr/>
            <p:nvPr/>
          </p:nvSpPr>
          <p:spPr>
            <a:xfrm>
              <a:off x="5807809" y="49326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" name="rc624"/>
            <p:cNvSpPr/>
            <p:nvPr/>
          </p:nvSpPr>
          <p:spPr>
            <a:xfrm>
              <a:off x="5807809" y="50723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" name="rc625"/>
            <p:cNvSpPr/>
            <p:nvPr/>
          </p:nvSpPr>
          <p:spPr>
            <a:xfrm>
              <a:off x="5807809" y="52120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rc626"/>
            <p:cNvSpPr/>
            <p:nvPr/>
          </p:nvSpPr>
          <p:spPr>
            <a:xfrm>
              <a:off x="5807809" y="53517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" name="rc627"/>
            <p:cNvSpPr/>
            <p:nvPr/>
          </p:nvSpPr>
          <p:spPr>
            <a:xfrm>
              <a:off x="5807809" y="5491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" name="rc628"/>
            <p:cNvSpPr/>
            <p:nvPr/>
          </p:nvSpPr>
          <p:spPr>
            <a:xfrm>
              <a:off x="5807809" y="56311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" name="rc629"/>
            <p:cNvSpPr/>
            <p:nvPr/>
          </p:nvSpPr>
          <p:spPr>
            <a:xfrm>
              <a:off x="5807809" y="57708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" name="rc630"/>
            <p:cNvSpPr/>
            <p:nvPr/>
          </p:nvSpPr>
          <p:spPr>
            <a:xfrm>
              <a:off x="5807809" y="59105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" name="rc631"/>
            <p:cNvSpPr/>
            <p:nvPr/>
          </p:nvSpPr>
          <p:spPr>
            <a:xfrm>
              <a:off x="5807809" y="60502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" name="rc632"/>
            <p:cNvSpPr/>
            <p:nvPr/>
          </p:nvSpPr>
          <p:spPr>
            <a:xfrm>
              <a:off x="5922109" y="36753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" name="rc633"/>
            <p:cNvSpPr/>
            <p:nvPr/>
          </p:nvSpPr>
          <p:spPr>
            <a:xfrm>
              <a:off x="5922109" y="38150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" name="rc634"/>
            <p:cNvSpPr/>
            <p:nvPr/>
          </p:nvSpPr>
          <p:spPr>
            <a:xfrm>
              <a:off x="5922109" y="39547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" name="rc635"/>
            <p:cNvSpPr/>
            <p:nvPr/>
          </p:nvSpPr>
          <p:spPr>
            <a:xfrm>
              <a:off x="5922109" y="40944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" name="rc636"/>
            <p:cNvSpPr/>
            <p:nvPr/>
          </p:nvSpPr>
          <p:spPr>
            <a:xfrm>
              <a:off x="5922109" y="42341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" name="rc637"/>
            <p:cNvSpPr/>
            <p:nvPr/>
          </p:nvSpPr>
          <p:spPr>
            <a:xfrm>
              <a:off x="5922109" y="43738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" name="rc638"/>
            <p:cNvSpPr/>
            <p:nvPr/>
          </p:nvSpPr>
          <p:spPr>
            <a:xfrm>
              <a:off x="5922109" y="45135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" name="rc639"/>
            <p:cNvSpPr/>
            <p:nvPr/>
          </p:nvSpPr>
          <p:spPr>
            <a:xfrm>
              <a:off x="5922109" y="46532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" name="rc640"/>
            <p:cNvSpPr/>
            <p:nvPr/>
          </p:nvSpPr>
          <p:spPr>
            <a:xfrm>
              <a:off x="5922109" y="47929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" name="rc641"/>
            <p:cNvSpPr/>
            <p:nvPr/>
          </p:nvSpPr>
          <p:spPr>
            <a:xfrm>
              <a:off x="5922109" y="49326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" name="rc642"/>
            <p:cNvSpPr/>
            <p:nvPr/>
          </p:nvSpPr>
          <p:spPr>
            <a:xfrm>
              <a:off x="5922109" y="50723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" name="rc643"/>
            <p:cNvSpPr/>
            <p:nvPr/>
          </p:nvSpPr>
          <p:spPr>
            <a:xfrm>
              <a:off x="5922109" y="52120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" name="rc644"/>
            <p:cNvSpPr/>
            <p:nvPr/>
          </p:nvSpPr>
          <p:spPr>
            <a:xfrm>
              <a:off x="5922109" y="53517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" name="rc645"/>
            <p:cNvSpPr/>
            <p:nvPr/>
          </p:nvSpPr>
          <p:spPr>
            <a:xfrm>
              <a:off x="5922109" y="54914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" name="rc646"/>
            <p:cNvSpPr/>
            <p:nvPr/>
          </p:nvSpPr>
          <p:spPr>
            <a:xfrm>
              <a:off x="5922109" y="56311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" name="rc647"/>
            <p:cNvSpPr/>
            <p:nvPr/>
          </p:nvSpPr>
          <p:spPr>
            <a:xfrm>
              <a:off x="5922109" y="57708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" name="rc648"/>
            <p:cNvSpPr/>
            <p:nvPr/>
          </p:nvSpPr>
          <p:spPr>
            <a:xfrm>
              <a:off x="5922109" y="59105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" name="rc649"/>
            <p:cNvSpPr/>
            <p:nvPr/>
          </p:nvSpPr>
          <p:spPr>
            <a:xfrm>
              <a:off x="5922109" y="60502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" name="rc650"/>
            <p:cNvSpPr/>
            <p:nvPr/>
          </p:nvSpPr>
          <p:spPr>
            <a:xfrm>
              <a:off x="6036409" y="36753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" name="rc651"/>
            <p:cNvSpPr/>
            <p:nvPr/>
          </p:nvSpPr>
          <p:spPr>
            <a:xfrm>
              <a:off x="6036409" y="38150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" name="rc652"/>
            <p:cNvSpPr/>
            <p:nvPr/>
          </p:nvSpPr>
          <p:spPr>
            <a:xfrm>
              <a:off x="6036409" y="39547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" name="rc653"/>
            <p:cNvSpPr/>
            <p:nvPr/>
          </p:nvSpPr>
          <p:spPr>
            <a:xfrm>
              <a:off x="6036409" y="4094453"/>
              <a:ext cx="114300" cy="139700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" name="rc654"/>
            <p:cNvSpPr/>
            <p:nvPr/>
          </p:nvSpPr>
          <p:spPr>
            <a:xfrm>
              <a:off x="6036409" y="42341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" name="rc655"/>
            <p:cNvSpPr/>
            <p:nvPr/>
          </p:nvSpPr>
          <p:spPr>
            <a:xfrm>
              <a:off x="6036409" y="43738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" name="rc656"/>
            <p:cNvSpPr/>
            <p:nvPr/>
          </p:nvSpPr>
          <p:spPr>
            <a:xfrm>
              <a:off x="6036409" y="45135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" name="rc657"/>
            <p:cNvSpPr/>
            <p:nvPr/>
          </p:nvSpPr>
          <p:spPr>
            <a:xfrm>
              <a:off x="6036409" y="4653253"/>
              <a:ext cx="114300" cy="139700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" name="rc658"/>
            <p:cNvSpPr/>
            <p:nvPr/>
          </p:nvSpPr>
          <p:spPr>
            <a:xfrm>
              <a:off x="6036409" y="47929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" name="rc659"/>
            <p:cNvSpPr/>
            <p:nvPr/>
          </p:nvSpPr>
          <p:spPr>
            <a:xfrm>
              <a:off x="6036409" y="49326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" name="rc660"/>
            <p:cNvSpPr/>
            <p:nvPr/>
          </p:nvSpPr>
          <p:spPr>
            <a:xfrm>
              <a:off x="6036409" y="50723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" name="rc661"/>
            <p:cNvSpPr/>
            <p:nvPr/>
          </p:nvSpPr>
          <p:spPr>
            <a:xfrm>
              <a:off x="6036409" y="52120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" name="rc662"/>
            <p:cNvSpPr/>
            <p:nvPr/>
          </p:nvSpPr>
          <p:spPr>
            <a:xfrm>
              <a:off x="6036409" y="53517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" name="rc663"/>
            <p:cNvSpPr/>
            <p:nvPr/>
          </p:nvSpPr>
          <p:spPr>
            <a:xfrm>
              <a:off x="6036409" y="54914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" name="rc664"/>
            <p:cNvSpPr/>
            <p:nvPr/>
          </p:nvSpPr>
          <p:spPr>
            <a:xfrm>
              <a:off x="6036409" y="56311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" name="rc665"/>
            <p:cNvSpPr/>
            <p:nvPr/>
          </p:nvSpPr>
          <p:spPr>
            <a:xfrm>
              <a:off x="6036409" y="57708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6036409" y="59105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6036409" y="60502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" name="rc668"/>
            <p:cNvSpPr/>
            <p:nvPr/>
          </p:nvSpPr>
          <p:spPr>
            <a:xfrm>
              <a:off x="6150709" y="36753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" name="rc669"/>
            <p:cNvSpPr/>
            <p:nvPr/>
          </p:nvSpPr>
          <p:spPr>
            <a:xfrm>
              <a:off x="6150709" y="38150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rc670"/>
            <p:cNvSpPr/>
            <p:nvPr/>
          </p:nvSpPr>
          <p:spPr>
            <a:xfrm>
              <a:off x="6150709" y="39547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" name="rc671"/>
            <p:cNvSpPr/>
            <p:nvPr/>
          </p:nvSpPr>
          <p:spPr>
            <a:xfrm>
              <a:off x="6150709" y="40944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" name="rc672"/>
            <p:cNvSpPr/>
            <p:nvPr/>
          </p:nvSpPr>
          <p:spPr>
            <a:xfrm>
              <a:off x="6150709" y="4234153"/>
              <a:ext cx="114300" cy="139700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" name="rc673"/>
            <p:cNvSpPr/>
            <p:nvPr/>
          </p:nvSpPr>
          <p:spPr>
            <a:xfrm>
              <a:off x="6150709" y="43738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" name="rc674"/>
            <p:cNvSpPr/>
            <p:nvPr/>
          </p:nvSpPr>
          <p:spPr>
            <a:xfrm>
              <a:off x="6150709" y="45135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" name="rc675"/>
            <p:cNvSpPr/>
            <p:nvPr/>
          </p:nvSpPr>
          <p:spPr>
            <a:xfrm>
              <a:off x="6150709" y="46532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" name="rc676"/>
            <p:cNvSpPr/>
            <p:nvPr/>
          </p:nvSpPr>
          <p:spPr>
            <a:xfrm>
              <a:off x="6150709" y="47929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" name="rc677"/>
            <p:cNvSpPr/>
            <p:nvPr/>
          </p:nvSpPr>
          <p:spPr>
            <a:xfrm>
              <a:off x="6150709" y="49326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" name="rc678"/>
            <p:cNvSpPr/>
            <p:nvPr/>
          </p:nvSpPr>
          <p:spPr>
            <a:xfrm>
              <a:off x="6150709" y="50723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" name="rc679"/>
            <p:cNvSpPr/>
            <p:nvPr/>
          </p:nvSpPr>
          <p:spPr>
            <a:xfrm>
              <a:off x="6150709" y="52120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" name="rc680"/>
            <p:cNvSpPr/>
            <p:nvPr/>
          </p:nvSpPr>
          <p:spPr>
            <a:xfrm>
              <a:off x="6150709" y="53517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" name="rc681"/>
            <p:cNvSpPr/>
            <p:nvPr/>
          </p:nvSpPr>
          <p:spPr>
            <a:xfrm>
              <a:off x="6150709" y="54914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" name="rc682"/>
            <p:cNvSpPr/>
            <p:nvPr/>
          </p:nvSpPr>
          <p:spPr>
            <a:xfrm>
              <a:off x="6150709" y="56311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" name="rc683"/>
            <p:cNvSpPr/>
            <p:nvPr/>
          </p:nvSpPr>
          <p:spPr>
            <a:xfrm>
              <a:off x="6150709" y="57708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" name="rc684"/>
            <p:cNvSpPr/>
            <p:nvPr/>
          </p:nvSpPr>
          <p:spPr>
            <a:xfrm>
              <a:off x="6150709" y="59105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" name="rc685"/>
            <p:cNvSpPr/>
            <p:nvPr/>
          </p:nvSpPr>
          <p:spPr>
            <a:xfrm>
              <a:off x="6150709" y="60502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" name="rc686"/>
            <p:cNvSpPr/>
            <p:nvPr/>
          </p:nvSpPr>
          <p:spPr>
            <a:xfrm>
              <a:off x="6265009" y="36753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" name="rc687"/>
            <p:cNvSpPr/>
            <p:nvPr/>
          </p:nvSpPr>
          <p:spPr>
            <a:xfrm>
              <a:off x="6265009" y="38150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" name="rc688"/>
            <p:cNvSpPr/>
            <p:nvPr/>
          </p:nvSpPr>
          <p:spPr>
            <a:xfrm>
              <a:off x="6265009" y="39547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" name="rc689"/>
            <p:cNvSpPr/>
            <p:nvPr/>
          </p:nvSpPr>
          <p:spPr>
            <a:xfrm>
              <a:off x="6265009" y="40944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" name="rc690"/>
            <p:cNvSpPr/>
            <p:nvPr/>
          </p:nvSpPr>
          <p:spPr>
            <a:xfrm>
              <a:off x="6265009" y="42341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" name="rc691"/>
            <p:cNvSpPr/>
            <p:nvPr/>
          </p:nvSpPr>
          <p:spPr>
            <a:xfrm>
              <a:off x="6265009" y="43738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" name="rc692"/>
            <p:cNvSpPr/>
            <p:nvPr/>
          </p:nvSpPr>
          <p:spPr>
            <a:xfrm>
              <a:off x="6265009" y="45135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" name="rc693"/>
            <p:cNvSpPr/>
            <p:nvPr/>
          </p:nvSpPr>
          <p:spPr>
            <a:xfrm>
              <a:off x="6265009" y="46532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" name="rc694"/>
            <p:cNvSpPr/>
            <p:nvPr/>
          </p:nvSpPr>
          <p:spPr>
            <a:xfrm>
              <a:off x="6265009" y="47929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" name="rc695"/>
            <p:cNvSpPr/>
            <p:nvPr/>
          </p:nvSpPr>
          <p:spPr>
            <a:xfrm>
              <a:off x="6265009" y="49326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" name="rc696"/>
            <p:cNvSpPr/>
            <p:nvPr/>
          </p:nvSpPr>
          <p:spPr>
            <a:xfrm>
              <a:off x="6265009" y="50723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" name="rc697"/>
            <p:cNvSpPr/>
            <p:nvPr/>
          </p:nvSpPr>
          <p:spPr>
            <a:xfrm>
              <a:off x="6265009" y="52120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" name="rc698"/>
            <p:cNvSpPr/>
            <p:nvPr/>
          </p:nvSpPr>
          <p:spPr>
            <a:xfrm>
              <a:off x="6265009" y="53517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" name="rc699"/>
            <p:cNvSpPr/>
            <p:nvPr/>
          </p:nvSpPr>
          <p:spPr>
            <a:xfrm>
              <a:off x="6265009" y="54914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" name="rc700"/>
            <p:cNvSpPr/>
            <p:nvPr/>
          </p:nvSpPr>
          <p:spPr>
            <a:xfrm>
              <a:off x="6265009" y="56311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" name="rc701"/>
            <p:cNvSpPr/>
            <p:nvPr/>
          </p:nvSpPr>
          <p:spPr>
            <a:xfrm>
              <a:off x="6265009" y="57708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" name="rc702"/>
            <p:cNvSpPr/>
            <p:nvPr/>
          </p:nvSpPr>
          <p:spPr>
            <a:xfrm>
              <a:off x="6265009" y="59105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" name="rc703"/>
            <p:cNvSpPr/>
            <p:nvPr/>
          </p:nvSpPr>
          <p:spPr>
            <a:xfrm>
              <a:off x="6265009" y="60502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" name="rc704"/>
            <p:cNvSpPr/>
            <p:nvPr/>
          </p:nvSpPr>
          <p:spPr>
            <a:xfrm>
              <a:off x="6379309" y="36753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" name="rc705"/>
            <p:cNvSpPr/>
            <p:nvPr/>
          </p:nvSpPr>
          <p:spPr>
            <a:xfrm>
              <a:off x="6379309" y="38150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" name="rc706"/>
            <p:cNvSpPr/>
            <p:nvPr/>
          </p:nvSpPr>
          <p:spPr>
            <a:xfrm>
              <a:off x="6379309" y="39547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" name="rc707"/>
            <p:cNvSpPr/>
            <p:nvPr/>
          </p:nvSpPr>
          <p:spPr>
            <a:xfrm>
              <a:off x="6379309" y="40944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" name="rc708"/>
            <p:cNvSpPr/>
            <p:nvPr/>
          </p:nvSpPr>
          <p:spPr>
            <a:xfrm>
              <a:off x="6379309" y="42341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" name="rc709"/>
            <p:cNvSpPr/>
            <p:nvPr/>
          </p:nvSpPr>
          <p:spPr>
            <a:xfrm>
              <a:off x="6379309" y="43738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" name="rc710"/>
            <p:cNvSpPr/>
            <p:nvPr/>
          </p:nvSpPr>
          <p:spPr>
            <a:xfrm>
              <a:off x="6379309" y="45135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" name="rc711"/>
            <p:cNvSpPr/>
            <p:nvPr/>
          </p:nvSpPr>
          <p:spPr>
            <a:xfrm>
              <a:off x="6379309" y="46532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" name="rc712"/>
            <p:cNvSpPr/>
            <p:nvPr/>
          </p:nvSpPr>
          <p:spPr>
            <a:xfrm>
              <a:off x="6379309" y="47929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" name="rc713"/>
            <p:cNvSpPr/>
            <p:nvPr/>
          </p:nvSpPr>
          <p:spPr>
            <a:xfrm>
              <a:off x="6379309" y="49326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" name="rc714"/>
            <p:cNvSpPr/>
            <p:nvPr/>
          </p:nvSpPr>
          <p:spPr>
            <a:xfrm>
              <a:off x="6379309" y="50723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" name="rc715"/>
            <p:cNvSpPr/>
            <p:nvPr/>
          </p:nvSpPr>
          <p:spPr>
            <a:xfrm>
              <a:off x="6379309" y="52120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" name="rc716"/>
            <p:cNvSpPr/>
            <p:nvPr/>
          </p:nvSpPr>
          <p:spPr>
            <a:xfrm>
              <a:off x="6379309" y="53517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" name="rc717"/>
            <p:cNvSpPr/>
            <p:nvPr/>
          </p:nvSpPr>
          <p:spPr>
            <a:xfrm>
              <a:off x="6379309" y="54914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" name="rc718"/>
            <p:cNvSpPr/>
            <p:nvPr/>
          </p:nvSpPr>
          <p:spPr>
            <a:xfrm>
              <a:off x="6379309" y="56311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" name="rc719"/>
            <p:cNvSpPr/>
            <p:nvPr/>
          </p:nvSpPr>
          <p:spPr>
            <a:xfrm>
              <a:off x="6379309" y="57708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" name="rc720"/>
            <p:cNvSpPr/>
            <p:nvPr/>
          </p:nvSpPr>
          <p:spPr>
            <a:xfrm>
              <a:off x="6379309" y="59105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" name="rc721"/>
            <p:cNvSpPr/>
            <p:nvPr/>
          </p:nvSpPr>
          <p:spPr>
            <a:xfrm>
              <a:off x="6379309" y="60502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" name="rc722"/>
            <p:cNvSpPr/>
            <p:nvPr/>
          </p:nvSpPr>
          <p:spPr>
            <a:xfrm>
              <a:off x="6493609" y="3675353"/>
              <a:ext cx="114299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" name="rc723"/>
            <p:cNvSpPr/>
            <p:nvPr/>
          </p:nvSpPr>
          <p:spPr>
            <a:xfrm>
              <a:off x="6493609" y="3815053"/>
              <a:ext cx="114299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" name="rc724"/>
            <p:cNvSpPr/>
            <p:nvPr/>
          </p:nvSpPr>
          <p:spPr>
            <a:xfrm>
              <a:off x="6493609" y="3954753"/>
              <a:ext cx="114299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" name="rc725"/>
            <p:cNvSpPr/>
            <p:nvPr/>
          </p:nvSpPr>
          <p:spPr>
            <a:xfrm>
              <a:off x="6493609" y="4094453"/>
              <a:ext cx="114299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" name="rc726"/>
            <p:cNvSpPr/>
            <p:nvPr/>
          </p:nvSpPr>
          <p:spPr>
            <a:xfrm>
              <a:off x="6493609" y="4234153"/>
              <a:ext cx="114299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" name="rc727"/>
            <p:cNvSpPr/>
            <p:nvPr/>
          </p:nvSpPr>
          <p:spPr>
            <a:xfrm>
              <a:off x="6493609" y="4373853"/>
              <a:ext cx="114299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" name="rc728"/>
            <p:cNvSpPr/>
            <p:nvPr/>
          </p:nvSpPr>
          <p:spPr>
            <a:xfrm>
              <a:off x="6493609" y="4513553"/>
              <a:ext cx="114299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" name="rc729"/>
            <p:cNvSpPr/>
            <p:nvPr/>
          </p:nvSpPr>
          <p:spPr>
            <a:xfrm>
              <a:off x="6493609" y="4653253"/>
              <a:ext cx="114299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" name="rc730"/>
            <p:cNvSpPr/>
            <p:nvPr/>
          </p:nvSpPr>
          <p:spPr>
            <a:xfrm>
              <a:off x="6493609" y="4792953"/>
              <a:ext cx="114299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" name="rc731"/>
            <p:cNvSpPr/>
            <p:nvPr/>
          </p:nvSpPr>
          <p:spPr>
            <a:xfrm>
              <a:off x="6493609" y="4932653"/>
              <a:ext cx="114299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" name="rc732"/>
            <p:cNvSpPr/>
            <p:nvPr/>
          </p:nvSpPr>
          <p:spPr>
            <a:xfrm>
              <a:off x="6493609" y="5072353"/>
              <a:ext cx="114299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" name="rc733"/>
            <p:cNvSpPr/>
            <p:nvPr/>
          </p:nvSpPr>
          <p:spPr>
            <a:xfrm>
              <a:off x="6493609" y="5212053"/>
              <a:ext cx="114299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" name="rc734"/>
            <p:cNvSpPr/>
            <p:nvPr/>
          </p:nvSpPr>
          <p:spPr>
            <a:xfrm>
              <a:off x="6493609" y="5351753"/>
              <a:ext cx="114299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" name="rc735"/>
            <p:cNvSpPr/>
            <p:nvPr/>
          </p:nvSpPr>
          <p:spPr>
            <a:xfrm>
              <a:off x="6493609" y="5491453"/>
              <a:ext cx="114299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" name="rc736"/>
            <p:cNvSpPr/>
            <p:nvPr/>
          </p:nvSpPr>
          <p:spPr>
            <a:xfrm>
              <a:off x="6493609" y="5631153"/>
              <a:ext cx="114299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" name="rc737"/>
            <p:cNvSpPr/>
            <p:nvPr/>
          </p:nvSpPr>
          <p:spPr>
            <a:xfrm>
              <a:off x="6493609" y="5770853"/>
              <a:ext cx="114299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" name="rc738"/>
            <p:cNvSpPr/>
            <p:nvPr/>
          </p:nvSpPr>
          <p:spPr>
            <a:xfrm>
              <a:off x="6493609" y="5910553"/>
              <a:ext cx="114299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" name="rc739"/>
            <p:cNvSpPr/>
            <p:nvPr/>
          </p:nvSpPr>
          <p:spPr>
            <a:xfrm>
              <a:off x="6493609" y="6050253"/>
              <a:ext cx="114299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" name="rc740"/>
            <p:cNvSpPr/>
            <p:nvPr/>
          </p:nvSpPr>
          <p:spPr>
            <a:xfrm>
              <a:off x="6607909" y="36753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" name="rc741"/>
            <p:cNvSpPr/>
            <p:nvPr/>
          </p:nvSpPr>
          <p:spPr>
            <a:xfrm>
              <a:off x="6607909" y="38150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" name="rc742"/>
            <p:cNvSpPr/>
            <p:nvPr/>
          </p:nvSpPr>
          <p:spPr>
            <a:xfrm>
              <a:off x="6607909" y="39547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" name="rc743"/>
            <p:cNvSpPr/>
            <p:nvPr/>
          </p:nvSpPr>
          <p:spPr>
            <a:xfrm>
              <a:off x="6607909" y="40944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" name="rc744"/>
            <p:cNvSpPr/>
            <p:nvPr/>
          </p:nvSpPr>
          <p:spPr>
            <a:xfrm>
              <a:off x="6607909" y="42341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" name="rc745"/>
            <p:cNvSpPr/>
            <p:nvPr/>
          </p:nvSpPr>
          <p:spPr>
            <a:xfrm>
              <a:off x="6607909" y="43738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" name="rc746"/>
            <p:cNvSpPr/>
            <p:nvPr/>
          </p:nvSpPr>
          <p:spPr>
            <a:xfrm>
              <a:off x="6607909" y="45135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" name="rc747"/>
            <p:cNvSpPr/>
            <p:nvPr/>
          </p:nvSpPr>
          <p:spPr>
            <a:xfrm>
              <a:off x="6607909" y="46532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" name="rc748"/>
            <p:cNvSpPr/>
            <p:nvPr/>
          </p:nvSpPr>
          <p:spPr>
            <a:xfrm>
              <a:off x="6607909" y="47929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" name="rc749"/>
            <p:cNvSpPr/>
            <p:nvPr/>
          </p:nvSpPr>
          <p:spPr>
            <a:xfrm>
              <a:off x="6607909" y="49326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" name="rc750"/>
            <p:cNvSpPr/>
            <p:nvPr/>
          </p:nvSpPr>
          <p:spPr>
            <a:xfrm>
              <a:off x="6607909" y="50723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" name="rc751"/>
            <p:cNvSpPr/>
            <p:nvPr/>
          </p:nvSpPr>
          <p:spPr>
            <a:xfrm>
              <a:off x="6607909" y="52120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" name="rc752"/>
            <p:cNvSpPr/>
            <p:nvPr/>
          </p:nvSpPr>
          <p:spPr>
            <a:xfrm>
              <a:off x="6607909" y="53517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" name="rc753"/>
            <p:cNvSpPr/>
            <p:nvPr/>
          </p:nvSpPr>
          <p:spPr>
            <a:xfrm>
              <a:off x="6607909" y="54914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" name="rc754"/>
            <p:cNvSpPr/>
            <p:nvPr/>
          </p:nvSpPr>
          <p:spPr>
            <a:xfrm>
              <a:off x="6607909" y="56311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" name="rc755"/>
            <p:cNvSpPr/>
            <p:nvPr/>
          </p:nvSpPr>
          <p:spPr>
            <a:xfrm>
              <a:off x="6607909" y="57708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" name="rc756"/>
            <p:cNvSpPr/>
            <p:nvPr/>
          </p:nvSpPr>
          <p:spPr>
            <a:xfrm>
              <a:off x="6607909" y="59105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" name="rc757"/>
            <p:cNvSpPr/>
            <p:nvPr/>
          </p:nvSpPr>
          <p:spPr>
            <a:xfrm>
              <a:off x="6607909" y="60502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" name="rc758"/>
            <p:cNvSpPr/>
            <p:nvPr/>
          </p:nvSpPr>
          <p:spPr>
            <a:xfrm>
              <a:off x="6722209" y="36753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" name="rc759"/>
            <p:cNvSpPr/>
            <p:nvPr/>
          </p:nvSpPr>
          <p:spPr>
            <a:xfrm>
              <a:off x="6722209" y="38150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" name="rc760"/>
            <p:cNvSpPr/>
            <p:nvPr/>
          </p:nvSpPr>
          <p:spPr>
            <a:xfrm>
              <a:off x="6722209" y="39547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" name="rc761"/>
            <p:cNvSpPr/>
            <p:nvPr/>
          </p:nvSpPr>
          <p:spPr>
            <a:xfrm>
              <a:off x="6722209" y="40944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" name="rc762"/>
            <p:cNvSpPr/>
            <p:nvPr/>
          </p:nvSpPr>
          <p:spPr>
            <a:xfrm>
              <a:off x="6722209" y="42341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" name="rc763"/>
            <p:cNvSpPr/>
            <p:nvPr/>
          </p:nvSpPr>
          <p:spPr>
            <a:xfrm>
              <a:off x="6722209" y="43738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" name="rc764"/>
            <p:cNvSpPr/>
            <p:nvPr/>
          </p:nvSpPr>
          <p:spPr>
            <a:xfrm>
              <a:off x="6722209" y="45135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" name="rc765"/>
            <p:cNvSpPr/>
            <p:nvPr/>
          </p:nvSpPr>
          <p:spPr>
            <a:xfrm>
              <a:off x="6722209" y="46532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" name="rc766"/>
            <p:cNvSpPr/>
            <p:nvPr/>
          </p:nvSpPr>
          <p:spPr>
            <a:xfrm>
              <a:off x="6722209" y="47929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" name="rc767"/>
            <p:cNvSpPr/>
            <p:nvPr/>
          </p:nvSpPr>
          <p:spPr>
            <a:xfrm>
              <a:off x="6722209" y="49326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" name="rc768"/>
            <p:cNvSpPr/>
            <p:nvPr/>
          </p:nvSpPr>
          <p:spPr>
            <a:xfrm>
              <a:off x="6722209" y="50723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" name="rc769"/>
            <p:cNvSpPr/>
            <p:nvPr/>
          </p:nvSpPr>
          <p:spPr>
            <a:xfrm>
              <a:off x="6722209" y="52120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" name="rc770"/>
            <p:cNvSpPr/>
            <p:nvPr/>
          </p:nvSpPr>
          <p:spPr>
            <a:xfrm>
              <a:off x="6722209" y="53517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" name="rc771"/>
            <p:cNvSpPr/>
            <p:nvPr/>
          </p:nvSpPr>
          <p:spPr>
            <a:xfrm>
              <a:off x="6722209" y="54914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" name="rc772"/>
            <p:cNvSpPr/>
            <p:nvPr/>
          </p:nvSpPr>
          <p:spPr>
            <a:xfrm>
              <a:off x="6722209" y="56311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" name="rc773"/>
            <p:cNvSpPr/>
            <p:nvPr/>
          </p:nvSpPr>
          <p:spPr>
            <a:xfrm>
              <a:off x="6722209" y="57708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" name="rc774"/>
            <p:cNvSpPr/>
            <p:nvPr/>
          </p:nvSpPr>
          <p:spPr>
            <a:xfrm>
              <a:off x="6722209" y="59105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" name="rc775"/>
            <p:cNvSpPr/>
            <p:nvPr/>
          </p:nvSpPr>
          <p:spPr>
            <a:xfrm>
              <a:off x="6722209" y="60502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" name="rc776"/>
            <p:cNvSpPr/>
            <p:nvPr/>
          </p:nvSpPr>
          <p:spPr>
            <a:xfrm>
              <a:off x="6836509" y="36753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" name="rc777"/>
            <p:cNvSpPr/>
            <p:nvPr/>
          </p:nvSpPr>
          <p:spPr>
            <a:xfrm>
              <a:off x="6836509" y="38150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" name="rc778"/>
            <p:cNvSpPr/>
            <p:nvPr/>
          </p:nvSpPr>
          <p:spPr>
            <a:xfrm>
              <a:off x="6836509" y="39547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" name="rc779"/>
            <p:cNvSpPr/>
            <p:nvPr/>
          </p:nvSpPr>
          <p:spPr>
            <a:xfrm>
              <a:off x="6836509" y="40944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" name="rc780"/>
            <p:cNvSpPr/>
            <p:nvPr/>
          </p:nvSpPr>
          <p:spPr>
            <a:xfrm>
              <a:off x="6836509" y="42341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" name="rc781"/>
            <p:cNvSpPr/>
            <p:nvPr/>
          </p:nvSpPr>
          <p:spPr>
            <a:xfrm>
              <a:off x="6836509" y="43738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" name="rc782"/>
            <p:cNvSpPr/>
            <p:nvPr/>
          </p:nvSpPr>
          <p:spPr>
            <a:xfrm>
              <a:off x="6836509" y="45135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" name="rc783"/>
            <p:cNvSpPr/>
            <p:nvPr/>
          </p:nvSpPr>
          <p:spPr>
            <a:xfrm>
              <a:off x="6836509" y="46532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" name="rc784"/>
            <p:cNvSpPr/>
            <p:nvPr/>
          </p:nvSpPr>
          <p:spPr>
            <a:xfrm>
              <a:off x="6836509" y="47929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" name="rc785"/>
            <p:cNvSpPr/>
            <p:nvPr/>
          </p:nvSpPr>
          <p:spPr>
            <a:xfrm>
              <a:off x="6836509" y="49326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" name="rc786"/>
            <p:cNvSpPr/>
            <p:nvPr/>
          </p:nvSpPr>
          <p:spPr>
            <a:xfrm>
              <a:off x="6836509" y="50723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" name="rc787"/>
            <p:cNvSpPr/>
            <p:nvPr/>
          </p:nvSpPr>
          <p:spPr>
            <a:xfrm>
              <a:off x="6836509" y="52120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" name="rc788"/>
            <p:cNvSpPr/>
            <p:nvPr/>
          </p:nvSpPr>
          <p:spPr>
            <a:xfrm>
              <a:off x="6836509" y="53517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" name="rc789"/>
            <p:cNvSpPr/>
            <p:nvPr/>
          </p:nvSpPr>
          <p:spPr>
            <a:xfrm>
              <a:off x="6836509" y="54914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" name="rc790"/>
            <p:cNvSpPr/>
            <p:nvPr/>
          </p:nvSpPr>
          <p:spPr>
            <a:xfrm>
              <a:off x="6836509" y="56311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" name="rc791"/>
            <p:cNvSpPr/>
            <p:nvPr/>
          </p:nvSpPr>
          <p:spPr>
            <a:xfrm>
              <a:off x="6836509" y="57708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" name="rc792"/>
            <p:cNvSpPr/>
            <p:nvPr/>
          </p:nvSpPr>
          <p:spPr>
            <a:xfrm>
              <a:off x="6836509" y="59105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" name="rc793"/>
            <p:cNvSpPr/>
            <p:nvPr/>
          </p:nvSpPr>
          <p:spPr>
            <a:xfrm>
              <a:off x="6836509" y="60502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" name="rc794"/>
            <p:cNvSpPr/>
            <p:nvPr/>
          </p:nvSpPr>
          <p:spPr>
            <a:xfrm>
              <a:off x="6950809" y="36753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" name="rc795"/>
            <p:cNvSpPr/>
            <p:nvPr/>
          </p:nvSpPr>
          <p:spPr>
            <a:xfrm>
              <a:off x="6950809" y="38150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" name="rc796"/>
            <p:cNvSpPr/>
            <p:nvPr/>
          </p:nvSpPr>
          <p:spPr>
            <a:xfrm>
              <a:off x="6950809" y="39547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" name="rc797"/>
            <p:cNvSpPr/>
            <p:nvPr/>
          </p:nvSpPr>
          <p:spPr>
            <a:xfrm>
              <a:off x="6950809" y="40944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" name="rc798"/>
            <p:cNvSpPr/>
            <p:nvPr/>
          </p:nvSpPr>
          <p:spPr>
            <a:xfrm>
              <a:off x="6950809" y="42341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" name="rc799"/>
            <p:cNvSpPr/>
            <p:nvPr/>
          </p:nvSpPr>
          <p:spPr>
            <a:xfrm>
              <a:off x="6950809" y="43738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" name="rc800"/>
            <p:cNvSpPr/>
            <p:nvPr/>
          </p:nvSpPr>
          <p:spPr>
            <a:xfrm>
              <a:off x="6950809" y="45135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" name="rc801"/>
            <p:cNvSpPr/>
            <p:nvPr/>
          </p:nvSpPr>
          <p:spPr>
            <a:xfrm>
              <a:off x="6950809" y="46532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" name="rc802"/>
            <p:cNvSpPr/>
            <p:nvPr/>
          </p:nvSpPr>
          <p:spPr>
            <a:xfrm>
              <a:off x="6950809" y="47929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" name="rc803"/>
            <p:cNvSpPr/>
            <p:nvPr/>
          </p:nvSpPr>
          <p:spPr>
            <a:xfrm>
              <a:off x="6950809" y="49326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" name="rc804"/>
            <p:cNvSpPr/>
            <p:nvPr/>
          </p:nvSpPr>
          <p:spPr>
            <a:xfrm>
              <a:off x="6950809" y="50723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" name="rc805"/>
            <p:cNvSpPr/>
            <p:nvPr/>
          </p:nvSpPr>
          <p:spPr>
            <a:xfrm>
              <a:off x="6950809" y="52120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" name="rc806"/>
            <p:cNvSpPr/>
            <p:nvPr/>
          </p:nvSpPr>
          <p:spPr>
            <a:xfrm>
              <a:off x="6950809" y="53517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" name="rc807"/>
            <p:cNvSpPr/>
            <p:nvPr/>
          </p:nvSpPr>
          <p:spPr>
            <a:xfrm>
              <a:off x="6950809" y="54914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" name="rc808"/>
            <p:cNvSpPr/>
            <p:nvPr/>
          </p:nvSpPr>
          <p:spPr>
            <a:xfrm>
              <a:off x="6950809" y="56311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" name="rc809"/>
            <p:cNvSpPr/>
            <p:nvPr/>
          </p:nvSpPr>
          <p:spPr>
            <a:xfrm>
              <a:off x="6950809" y="57708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" name="rc810"/>
            <p:cNvSpPr/>
            <p:nvPr/>
          </p:nvSpPr>
          <p:spPr>
            <a:xfrm>
              <a:off x="6950809" y="59105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" name="rc811"/>
            <p:cNvSpPr/>
            <p:nvPr/>
          </p:nvSpPr>
          <p:spPr>
            <a:xfrm>
              <a:off x="6950809" y="60502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" name="rc812"/>
            <p:cNvSpPr/>
            <p:nvPr/>
          </p:nvSpPr>
          <p:spPr>
            <a:xfrm>
              <a:off x="7065109" y="36753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" name="rc813"/>
            <p:cNvSpPr/>
            <p:nvPr/>
          </p:nvSpPr>
          <p:spPr>
            <a:xfrm>
              <a:off x="7065109" y="38150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" name="rc814"/>
            <p:cNvSpPr/>
            <p:nvPr/>
          </p:nvSpPr>
          <p:spPr>
            <a:xfrm>
              <a:off x="7065109" y="39547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" name="rc815"/>
            <p:cNvSpPr/>
            <p:nvPr/>
          </p:nvSpPr>
          <p:spPr>
            <a:xfrm>
              <a:off x="7065109" y="40944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" name="rc816"/>
            <p:cNvSpPr/>
            <p:nvPr/>
          </p:nvSpPr>
          <p:spPr>
            <a:xfrm>
              <a:off x="7065109" y="42341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" name="rc817"/>
            <p:cNvSpPr/>
            <p:nvPr/>
          </p:nvSpPr>
          <p:spPr>
            <a:xfrm>
              <a:off x="7065109" y="43738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" name="rc818"/>
            <p:cNvSpPr/>
            <p:nvPr/>
          </p:nvSpPr>
          <p:spPr>
            <a:xfrm>
              <a:off x="7065109" y="45135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" name="rc819"/>
            <p:cNvSpPr/>
            <p:nvPr/>
          </p:nvSpPr>
          <p:spPr>
            <a:xfrm>
              <a:off x="7065109" y="46532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" name="rc820"/>
            <p:cNvSpPr/>
            <p:nvPr/>
          </p:nvSpPr>
          <p:spPr>
            <a:xfrm>
              <a:off x="7065109" y="47929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" name="rc821"/>
            <p:cNvSpPr/>
            <p:nvPr/>
          </p:nvSpPr>
          <p:spPr>
            <a:xfrm>
              <a:off x="7065109" y="49326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" name="rc822"/>
            <p:cNvSpPr/>
            <p:nvPr/>
          </p:nvSpPr>
          <p:spPr>
            <a:xfrm>
              <a:off x="7065109" y="50723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" name="rc823"/>
            <p:cNvSpPr/>
            <p:nvPr/>
          </p:nvSpPr>
          <p:spPr>
            <a:xfrm>
              <a:off x="7065109" y="52120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" name="rc824"/>
            <p:cNvSpPr/>
            <p:nvPr/>
          </p:nvSpPr>
          <p:spPr>
            <a:xfrm>
              <a:off x="7065109" y="53517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" name="rc825"/>
            <p:cNvSpPr/>
            <p:nvPr/>
          </p:nvSpPr>
          <p:spPr>
            <a:xfrm>
              <a:off x="7065109" y="54914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" name="rc826"/>
            <p:cNvSpPr/>
            <p:nvPr/>
          </p:nvSpPr>
          <p:spPr>
            <a:xfrm>
              <a:off x="7065109" y="56311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" name="rc827"/>
            <p:cNvSpPr/>
            <p:nvPr/>
          </p:nvSpPr>
          <p:spPr>
            <a:xfrm>
              <a:off x="7065109" y="57708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" name="rc828"/>
            <p:cNvSpPr/>
            <p:nvPr/>
          </p:nvSpPr>
          <p:spPr>
            <a:xfrm>
              <a:off x="7065109" y="59105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" name="rc829"/>
            <p:cNvSpPr/>
            <p:nvPr/>
          </p:nvSpPr>
          <p:spPr>
            <a:xfrm>
              <a:off x="7065109" y="60502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" name="rc830"/>
            <p:cNvSpPr/>
            <p:nvPr/>
          </p:nvSpPr>
          <p:spPr>
            <a:xfrm>
              <a:off x="7179409" y="36753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" name="rc831"/>
            <p:cNvSpPr/>
            <p:nvPr/>
          </p:nvSpPr>
          <p:spPr>
            <a:xfrm>
              <a:off x="7179409" y="38150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" name="rc832"/>
            <p:cNvSpPr/>
            <p:nvPr/>
          </p:nvSpPr>
          <p:spPr>
            <a:xfrm>
              <a:off x="7179409" y="39547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" name="rc833"/>
            <p:cNvSpPr/>
            <p:nvPr/>
          </p:nvSpPr>
          <p:spPr>
            <a:xfrm>
              <a:off x="7179409" y="4094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" name="rc834"/>
            <p:cNvSpPr/>
            <p:nvPr/>
          </p:nvSpPr>
          <p:spPr>
            <a:xfrm>
              <a:off x="7179409" y="42341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" name="rc835"/>
            <p:cNvSpPr/>
            <p:nvPr/>
          </p:nvSpPr>
          <p:spPr>
            <a:xfrm>
              <a:off x="7179409" y="43738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" name="rc836"/>
            <p:cNvSpPr/>
            <p:nvPr/>
          </p:nvSpPr>
          <p:spPr>
            <a:xfrm>
              <a:off x="7179409" y="45135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" name="rc837"/>
            <p:cNvSpPr/>
            <p:nvPr/>
          </p:nvSpPr>
          <p:spPr>
            <a:xfrm>
              <a:off x="7179409" y="46532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" name="rc838"/>
            <p:cNvSpPr/>
            <p:nvPr/>
          </p:nvSpPr>
          <p:spPr>
            <a:xfrm>
              <a:off x="7179409" y="47929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" name="rc839"/>
            <p:cNvSpPr/>
            <p:nvPr/>
          </p:nvSpPr>
          <p:spPr>
            <a:xfrm>
              <a:off x="7179409" y="49326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" name="rc840"/>
            <p:cNvSpPr/>
            <p:nvPr/>
          </p:nvSpPr>
          <p:spPr>
            <a:xfrm>
              <a:off x="7179409" y="50723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" name="rc841"/>
            <p:cNvSpPr/>
            <p:nvPr/>
          </p:nvSpPr>
          <p:spPr>
            <a:xfrm>
              <a:off x="7179409" y="52120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" name="rc842"/>
            <p:cNvSpPr/>
            <p:nvPr/>
          </p:nvSpPr>
          <p:spPr>
            <a:xfrm>
              <a:off x="7179409" y="53517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" name="rc843"/>
            <p:cNvSpPr/>
            <p:nvPr/>
          </p:nvSpPr>
          <p:spPr>
            <a:xfrm>
              <a:off x="7179409" y="54914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" name="rc844"/>
            <p:cNvSpPr/>
            <p:nvPr/>
          </p:nvSpPr>
          <p:spPr>
            <a:xfrm>
              <a:off x="7179409" y="56311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" name="rc845"/>
            <p:cNvSpPr/>
            <p:nvPr/>
          </p:nvSpPr>
          <p:spPr>
            <a:xfrm>
              <a:off x="7179409" y="57708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" name="rc846"/>
            <p:cNvSpPr/>
            <p:nvPr/>
          </p:nvSpPr>
          <p:spPr>
            <a:xfrm>
              <a:off x="7179409" y="59105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" name="rc847"/>
            <p:cNvSpPr/>
            <p:nvPr/>
          </p:nvSpPr>
          <p:spPr>
            <a:xfrm>
              <a:off x="7179409" y="60502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" name="rc848"/>
            <p:cNvSpPr/>
            <p:nvPr/>
          </p:nvSpPr>
          <p:spPr>
            <a:xfrm>
              <a:off x="7293709" y="36753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" name="rc849"/>
            <p:cNvSpPr/>
            <p:nvPr/>
          </p:nvSpPr>
          <p:spPr>
            <a:xfrm>
              <a:off x="7293709" y="38150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" name="rc850"/>
            <p:cNvSpPr/>
            <p:nvPr/>
          </p:nvSpPr>
          <p:spPr>
            <a:xfrm>
              <a:off x="7293709" y="39547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" name="rc851"/>
            <p:cNvSpPr/>
            <p:nvPr/>
          </p:nvSpPr>
          <p:spPr>
            <a:xfrm>
              <a:off x="7293709" y="40944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" name="rc852"/>
            <p:cNvSpPr/>
            <p:nvPr/>
          </p:nvSpPr>
          <p:spPr>
            <a:xfrm>
              <a:off x="7293709" y="42341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" name="rc853"/>
            <p:cNvSpPr/>
            <p:nvPr/>
          </p:nvSpPr>
          <p:spPr>
            <a:xfrm>
              <a:off x="7293709" y="43738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" name="rc854"/>
            <p:cNvSpPr/>
            <p:nvPr/>
          </p:nvSpPr>
          <p:spPr>
            <a:xfrm>
              <a:off x="7293709" y="45135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" name="rc855"/>
            <p:cNvSpPr/>
            <p:nvPr/>
          </p:nvSpPr>
          <p:spPr>
            <a:xfrm>
              <a:off x="7293709" y="4653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" name="rc856"/>
            <p:cNvSpPr/>
            <p:nvPr/>
          </p:nvSpPr>
          <p:spPr>
            <a:xfrm>
              <a:off x="7293709" y="4792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" name="rc857"/>
            <p:cNvSpPr/>
            <p:nvPr/>
          </p:nvSpPr>
          <p:spPr>
            <a:xfrm>
              <a:off x="7293709" y="49326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" name="rc858"/>
            <p:cNvSpPr/>
            <p:nvPr/>
          </p:nvSpPr>
          <p:spPr>
            <a:xfrm>
              <a:off x="7293709" y="50723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" name="rc859"/>
            <p:cNvSpPr/>
            <p:nvPr/>
          </p:nvSpPr>
          <p:spPr>
            <a:xfrm>
              <a:off x="7293709" y="52120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" name="rc860"/>
            <p:cNvSpPr/>
            <p:nvPr/>
          </p:nvSpPr>
          <p:spPr>
            <a:xfrm>
              <a:off x="7293709" y="5351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" name="rc861"/>
            <p:cNvSpPr/>
            <p:nvPr/>
          </p:nvSpPr>
          <p:spPr>
            <a:xfrm>
              <a:off x="7293709" y="54914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" name="rc862"/>
            <p:cNvSpPr/>
            <p:nvPr/>
          </p:nvSpPr>
          <p:spPr>
            <a:xfrm>
              <a:off x="7293709" y="5631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" name="rc863"/>
            <p:cNvSpPr/>
            <p:nvPr/>
          </p:nvSpPr>
          <p:spPr>
            <a:xfrm>
              <a:off x="7293709" y="57708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" name="rc864"/>
            <p:cNvSpPr/>
            <p:nvPr/>
          </p:nvSpPr>
          <p:spPr>
            <a:xfrm>
              <a:off x="7293709" y="59105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" name="rc865"/>
            <p:cNvSpPr/>
            <p:nvPr/>
          </p:nvSpPr>
          <p:spPr>
            <a:xfrm>
              <a:off x="7293709" y="60502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" name="rc866"/>
            <p:cNvSpPr/>
            <p:nvPr/>
          </p:nvSpPr>
          <p:spPr>
            <a:xfrm>
              <a:off x="7408009" y="36753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" name="rc867"/>
            <p:cNvSpPr/>
            <p:nvPr/>
          </p:nvSpPr>
          <p:spPr>
            <a:xfrm>
              <a:off x="7408009" y="38150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" name="rc868"/>
            <p:cNvSpPr/>
            <p:nvPr/>
          </p:nvSpPr>
          <p:spPr>
            <a:xfrm>
              <a:off x="7408009" y="39547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" name="rc869"/>
            <p:cNvSpPr/>
            <p:nvPr/>
          </p:nvSpPr>
          <p:spPr>
            <a:xfrm>
              <a:off x="7408009" y="40944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" name="rc870"/>
            <p:cNvSpPr/>
            <p:nvPr/>
          </p:nvSpPr>
          <p:spPr>
            <a:xfrm>
              <a:off x="7408009" y="42341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" name="rc871"/>
            <p:cNvSpPr/>
            <p:nvPr/>
          </p:nvSpPr>
          <p:spPr>
            <a:xfrm>
              <a:off x="7408009" y="43738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" name="rc872"/>
            <p:cNvSpPr/>
            <p:nvPr/>
          </p:nvSpPr>
          <p:spPr>
            <a:xfrm>
              <a:off x="7408009" y="45135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" name="rc873"/>
            <p:cNvSpPr/>
            <p:nvPr/>
          </p:nvSpPr>
          <p:spPr>
            <a:xfrm>
              <a:off x="7408009" y="46532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" name="rc874"/>
            <p:cNvSpPr/>
            <p:nvPr/>
          </p:nvSpPr>
          <p:spPr>
            <a:xfrm>
              <a:off x="7408009" y="47929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" name="rc875"/>
            <p:cNvSpPr/>
            <p:nvPr/>
          </p:nvSpPr>
          <p:spPr>
            <a:xfrm>
              <a:off x="7408009" y="49326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" name="rc876"/>
            <p:cNvSpPr/>
            <p:nvPr/>
          </p:nvSpPr>
          <p:spPr>
            <a:xfrm>
              <a:off x="7408009" y="50723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" name="rc877"/>
            <p:cNvSpPr/>
            <p:nvPr/>
          </p:nvSpPr>
          <p:spPr>
            <a:xfrm>
              <a:off x="7408009" y="52120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" name="rc878"/>
            <p:cNvSpPr/>
            <p:nvPr/>
          </p:nvSpPr>
          <p:spPr>
            <a:xfrm>
              <a:off x="7408009" y="5351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" name="rc879"/>
            <p:cNvSpPr/>
            <p:nvPr/>
          </p:nvSpPr>
          <p:spPr>
            <a:xfrm>
              <a:off x="7408009" y="5491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" name="rc880"/>
            <p:cNvSpPr/>
            <p:nvPr/>
          </p:nvSpPr>
          <p:spPr>
            <a:xfrm>
              <a:off x="7408009" y="5631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" name="rc881"/>
            <p:cNvSpPr/>
            <p:nvPr/>
          </p:nvSpPr>
          <p:spPr>
            <a:xfrm>
              <a:off x="7408009" y="57708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" name="rc882"/>
            <p:cNvSpPr/>
            <p:nvPr/>
          </p:nvSpPr>
          <p:spPr>
            <a:xfrm>
              <a:off x="7408009" y="5910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" name="rc883"/>
            <p:cNvSpPr/>
            <p:nvPr/>
          </p:nvSpPr>
          <p:spPr>
            <a:xfrm>
              <a:off x="7408009" y="6050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" name="rc884"/>
            <p:cNvSpPr/>
            <p:nvPr/>
          </p:nvSpPr>
          <p:spPr>
            <a:xfrm>
              <a:off x="7522309" y="36753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" name="rc885"/>
            <p:cNvSpPr/>
            <p:nvPr/>
          </p:nvSpPr>
          <p:spPr>
            <a:xfrm>
              <a:off x="7522309" y="38150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" name="rc886"/>
            <p:cNvSpPr/>
            <p:nvPr/>
          </p:nvSpPr>
          <p:spPr>
            <a:xfrm>
              <a:off x="7522309" y="39547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" name="rc887"/>
            <p:cNvSpPr/>
            <p:nvPr/>
          </p:nvSpPr>
          <p:spPr>
            <a:xfrm>
              <a:off x="7522309" y="40944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8" name="rc888"/>
            <p:cNvSpPr/>
            <p:nvPr/>
          </p:nvSpPr>
          <p:spPr>
            <a:xfrm>
              <a:off x="7522309" y="42341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9" name="rc889"/>
            <p:cNvSpPr/>
            <p:nvPr/>
          </p:nvSpPr>
          <p:spPr>
            <a:xfrm>
              <a:off x="7522309" y="43738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" name="rc890"/>
            <p:cNvSpPr/>
            <p:nvPr/>
          </p:nvSpPr>
          <p:spPr>
            <a:xfrm>
              <a:off x="7522309" y="45135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" name="rc891"/>
            <p:cNvSpPr/>
            <p:nvPr/>
          </p:nvSpPr>
          <p:spPr>
            <a:xfrm>
              <a:off x="7522309" y="46532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" name="rc892"/>
            <p:cNvSpPr/>
            <p:nvPr/>
          </p:nvSpPr>
          <p:spPr>
            <a:xfrm>
              <a:off x="7522309" y="47929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" name="rc893"/>
            <p:cNvSpPr/>
            <p:nvPr/>
          </p:nvSpPr>
          <p:spPr>
            <a:xfrm>
              <a:off x="7522309" y="49326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" name="rc894"/>
            <p:cNvSpPr/>
            <p:nvPr/>
          </p:nvSpPr>
          <p:spPr>
            <a:xfrm>
              <a:off x="7522309" y="50723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" name="rc895"/>
            <p:cNvSpPr/>
            <p:nvPr/>
          </p:nvSpPr>
          <p:spPr>
            <a:xfrm>
              <a:off x="7522309" y="52120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" name="rc896"/>
            <p:cNvSpPr/>
            <p:nvPr/>
          </p:nvSpPr>
          <p:spPr>
            <a:xfrm>
              <a:off x="7522309" y="5351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" name="rc897"/>
            <p:cNvSpPr/>
            <p:nvPr/>
          </p:nvSpPr>
          <p:spPr>
            <a:xfrm>
              <a:off x="7522309" y="5491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8" name="rc898"/>
            <p:cNvSpPr/>
            <p:nvPr/>
          </p:nvSpPr>
          <p:spPr>
            <a:xfrm>
              <a:off x="7522309" y="5631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9" name="rc899"/>
            <p:cNvSpPr/>
            <p:nvPr/>
          </p:nvSpPr>
          <p:spPr>
            <a:xfrm>
              <a:off x="7522309" y="5770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0" name="rc900"/>
            <p:cNvSpPr/>
            <p:nvPr/>
          </p:nvSpPr>
          <p:spPr>
            <a:xfrm>
              <a:off x="7522309" y="5910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1" name="rc901"/>
            <p:cNvSpPr/>
            <p:nvPr/>
          </p:nvSpPr>
          <p:spPr>
            <a:xfrm>
              <a:off x="7522309" y="6050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2" name="rc902"/>
            <p:cNvSpPr/>
            <p:nvPr/>
          </p:nvSpPr>
          <p:spPr>
            <a:xfrm>
              <a:off x="7636609" y="36753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3" name="rc903"/>
            <p:cNvSpPr/>
            <p:nvPr/>
          </p:nvSpPr>
          <p:spPr>
            <a:xfrm>
              <a:off x="7636609" y="38150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4" name="rc904"/>
            <p:cNvSpPr/>
            <p:nvPr/>
          </p:nvSpPr>
          <p:spPr>
            <a:xfrm>
              <a:off x="7636609" y="39547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5" name="rc905"/>
            <p:cNvSpPr/>
            <p:nvPr/>
          </p:nvSpPr>
          <p:spPr>
            <a:xfrm>
              <a:off x="7636609" y="4094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6" name="rc906"/>
            <p:cNvSpPr/>
            <p:nvPr/>
          </p:nvSpPr>
          <p:spPr>
            <a:xfrm>
              <a:off x="7636609" y="42341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7" name="rc907"/>
            <p:cNvSpPr/>
            <p:nvPr/>
          </p:nvSpPr>
          <p:spPr>
            <a:xfrm>
              <a:off x="7636609" y="43738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8" name="rc908"/>
            <p:cNvSpPr/>
            <p:nvPr/>
          </p:nvSpPr>
          <p:spPr>
            <a:xfrm>
              <a:off x="7636609" y="45135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9" name="rc909"/>
            <p:cNvSpPr/>
            <p:nvPr/>
          </p:nvSpPr>
          <p:spPr>
            <a:xfrm>
              <a:off x="7636609" y="46532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0" name="rc910"/>
            <p:cNvSpPr/>
            <p:nvPr/>
          </p:nvSpPr>
          <p:spPr>
            <a:xfrm>
              <a:off x="7636609" y="47929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1" name="rc911"/>
            <p:cNvSpPr/>
            <p:nvPr/>
          </p:nvSpPr>
          <p:spPr>
            <a:xfrm>
              <a:off x="7636609" y="49326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2" name="rc912"/>
            <p:cNvSpPr/>
            <p:nvPr/>
          </p:nvSpPr>
          <p:spPr>
            <a:xfrm>
              <a:off x="7636609" y="50723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3" name="rc913"/>
            <p:cNvSpPr/>
            <p:nvPr/>
          </p:nvSpPr>
          <p:spPr>
            <a:xfrm>
              <a:off x="7636609" y="52120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4" name="rc914"/>
            <p:cNvSpPr/>
            <p:nvPr/>
          </p:nvSpPr>
          <p:spPr>
            <a:xfrm>
              <a:off x="7636609" y="5351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5" name="rc915"/>
            <p:cNvSpPr/>
            <p:nvPr/>
          </p:nvSpPr>
          <p:spPr>
            <a:xfrm>
              <a:off x="7636609" y="5491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6" name="rc916"/>
            <p:cNvSpPr/>
            <p:nvPr/>
          </p:nvSpPr>
          <p:spPr>
            <a:xfrm>
              <a:off x="7636609" y="5631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7" name="rc917"/>
            <p:cNvSpPr/>
            <p:nvPr/>
          </p:nvSpPr>
          <p:spPr>
            <a:xfrm>
              <a:off x="7636609" y="57708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8" name="rc918"/>
            <p:cNvSpPr/>
            <p:nvPr/>
          </p:nvSpPr>
          <p:spPr>
            <a:xfrm>
              <a:off x="7636609" y="5910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9" name="rc919"/>
            <p:cNvSpPr/>
            <p:nvPr/>
          </p:nvSpPr>
          <p:spPr>
            <a:xfrm>
              <a:off x="7636609" y="6050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0" name="rc920"/>
            <p:cNvSpPr/>
            <p:nvPr/>
          </p:nvSpPr>
          <p:spPr>
            <a:xfrm>
              <a:off x="7750909" y="36753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1" name="rc921"/>
            <p:cNvSpPr/>
            <p:nvPr/>
          </p:nvSpPr>
          <p:spPr>
            <a:xfrm>
              <a:off x="7750909" y="38150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2" name="rc922"/>
            <p:cNvSpPr/>
            <p:nvPr/>
          </p:nvSpPr>
          <p:spPr>
            <a:xfrm>
              <a:off x="7750909" y="3954753"/>
              <a:ext cx="114300" cy="139700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3" name="rc923"/>
            <p:cNvSpPr/>
            <p:nvPr/>
          </p:nvSpPr>
          <p:spPr>
            <a:xfrm>
              <a:off x="7750909" y="40944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4" name="rc924"/>
            <p:cNvSpPr/>
            <p:nvPr/>
          </p:nvSpPr>
          <p:spPr>
            <a:xfrm>
              <a:off x="7750909" y="42341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5" name="rc925"/>
            <p:cNvSpPr/>
            <p:nvPr/>
          </p:nvSpPr>
          <p:spPr>
            <a:xfrm>
              <a:off x="7750909" y="43738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6" name="rc926"/>
            <p:cNvSpPr/>
            <p:nvPr/>
          </p:nvSpPr>
          <p:spPr>
            <a:xfrm>
              <a:off x="7750909" y="45135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7" name="rc927"/>
            <p:cNvSpPr/>
            <p:nvPr/>
          </p:nvSpPr>
          <p:spPr>
            <a:xfrm>
              <a:off x="7750909" y="46532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8" name="rc928"/>
            <p:cNvSpPr/>
            <p:nvPr/>
          </p:nvSpPr>
          <p:spPr>
            <a:xfrm>
              <a:off x="7750909" y="47929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9" name="rc929"/>
            <p:cNvSpPr/>
            <p:nvPr/>
          </p:nvSpPr>
          <p:spPr>
            <a:xfrm>
              <a:off x="7750909" y="49326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0" name="rc930"/>
            <p:cNvSpPr/>
            <p:nvPr/>
          </p:nvSpPr>
          <p:spPr>
            <a:xfrm>
              <a:off x="7750909" y="50723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1" name="rc931"/>
            <p:cNvSpPr/>
            <p:nvPr/>
          </p:nvSpPr>
          <p:spPr>
            <a:xfrm>
              <a:off x="7750909" y="5212053"/>
              <a:ext cx="114300" cy="13970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2" name="rc932"/>
            <p:cNvSpPr/>
            <p:nvPr/>
          </p:nvSpPr>
          <p:spPr>
            <a:xfrm>
              <a:off x="7750909" y="5351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3" name="rc933"/>
            <p:cNvSpPr/>
            <p:nvPr/>
          </p:nvSpPr>
          <p:spPr>
            <a:xfrm>
              <a:off x="7750909" y="5491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4" name="rc934"/>
            <p:cNvSpPr/>
            <p:nvPr/>
          </p:nvSpPr>
          <p:spPr>
            <a:xfrm>
              <a:off x="7750909" y="5631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5" name="rc935"/>
            <p:cNvSpPr/>
            <p:nvPr/>
          </p:nvSpPr>
          <p:spPr>
            <a:xfrm>
              <a:off x="7750909" y="5770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6" name="rc936"/>
            <p:cNvSpPr/>
            <p:nvPr/>
          </p:nvSpPr>
          <p:spPr>
            <a:xfrm>
              <a:off x="7750909" y="5910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7" name="rc937"/>
            <p:cNvSpPr/>
            <p:nvPr/>
          </p:nvSpPr>
          <p:spPr>
            <a:xfrm>
              <a:off x="7750909" y="60502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8" name="rc938"/>
            <p:cNvSpPr/>
            <p:nvPr/>
          </p:nvSpPr>
          <p:spPr>
            <a:xfrm>
              <a:off x="7865209" y="36753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9" name="rc939"/>
            <p:cNvSpPr/>
            <p:nvPr/>
          </p:nvSpPr>
          <p:spPr>
            <a:xfrm>
              <a:off x="7865209" y="38150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0" name="rc940"/>
            <p:cNvSpPr/>
            <p:nvPr/>
          </p:nvSpPr>
          <p:spPr>
            <a:xfrm>
              <a:off x="7865209" y="39547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1" name="rc941"/>
            <p:cNvSpPr/>
            <p:nvPr/>
          </p:nvSpPr>
          <p:spPr>
            <a:xfrm>
              <a:off x="7865209" y="40944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2" name="rc942"/>
            <p:cNvSpPr/>
            <p:nvPr/>
          </p:nvSpPr>
          <p:spPr>
            <a:xfrm>
              <a:off x="7865209" y="42341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3" name="rc943"/>
            <p:cNvSpPr/>
            <p:nvPr/>
          </p:nvSpPr>
          <p:spPr>
            <a:xfrm>
              <a:off x="7865209" y="43738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4" name="rc944"/>
            <p:cNvSpPr/>
            <p:nvPr/>
          </p:nvSpPr>
          <p:spPr>
            <a:xfrm>
              <a:off x="7865209" y="45135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5" name="rc945"/>
            <p:cNvSpPr/>
            <p:nvPr/>
          </p:nvSpPr>
          <p:spPr>
            <a:xfrm>
              <a:off x="7865209" y="46532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6" name="rc946"/>
            <p:cNvSpPr/>
            <p:nvPr/>
          </p:nvSpPr>
          <p:spPr>
            <a:xfrm>
              <a:off x="7865209" y="47929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7" name="rc947"/>
            <p:cNvSpPr/>
            <p:nvPr/>
          </p:nvSpPr>
          <p:spPr>
            <a:xfrm>
              <a:off x="7865209" y="49326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8" name="rc948"/>
            <p:cNvSpPr/>
            <p:nvPr/>
          </p:nvSpPr>
          <p:spPr>
            <a:xfrm>
              <a:off x="7865209" y="50723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9" name="rc949"/>
            <p:cNvSpPr/>
            <p:nvPr/>
          </p:nvSpPr>
          <p:spPr>
            <a:xfrm>
              <a:off x="7865209" y="52120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0" name="rc950"/>
            <p:cNvSpPr/>
            <p:nvPr/>
          </p:nvSpPr>
          <p:spPr>
            <a:xfrm>
              <a:off x="7865209" y="53517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1" name="rc951"/>
            <p:cNvSpPr/>
            <p:nvPr/>
          </p:nvSpPr>
          <p:spPr>
            <a:xfrm>
              <a:off x="7865209" y="54914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2" name="rc952"/>
            <p:cNvSpPr/>
            <p:nvPr/>
          </p:nvSpPr>
          <p:spPr>
            <a:xfrm>
              <a:off x="7865209" y="56311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3" name="rc953"/>
            <p:cNvSpPr/>
            <p:nvPr/>
          </p:nvSpPr>
          <p:spPr>
            <a:xfrm>
              <a:off x="7865209" y="57708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4" name="rc954"/>
            <p:cNvSpPr/>
            <p:nvPr/>
          </p:nvSpPr>
          <p:spPr>
            <a:xfrm>
              <a:off x="7865209" y="59105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5" name="rc955"/>
            <p:cNvSpPr/>
            <p:nvPr/>
          </p:nvSpPr>
          <p:spPr>
            <a:xfrm>
              <a:off x="7865209" y="60502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6" name="rc956"/>
            <p:cNvSpPr/>
            <p:nvPr/>
          </p:nvSpPr>
          <p:spPr>
            <a:xfrm>
              <a:off x="7979509" y="36753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7" name="rc957"/>
            <p:cNvSpPr/>
            <p:nvPr/>
          </p:nvSpPr>
          <p:spPr>
            <a:xfrm>
              <a:off x="7979509" y="38150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8" name="rc958"/>
            <p:cNvSpPr/>
            <p:nvPr/>
          </p:nvSpPr>
          <p:spPr>
            <a:xfrm>
              <a:off x="7979509" y="39547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9" name="rc959"/>
            <p:cNvSpPr/>
            <p:nvPr/>
          </p:nvSpPr>
          <p:spPr>
            <a:xfrm>
              <a:off x="7979509" y="40944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0" name="rc960"/>
            <p:cNvSpPr/>
            <p:nvPr/>
          </p:nvSpPr>
          <p:spPr>
            <a:xfrm>
              <a:off x="7979509" y="42341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1" name="rc961"/>
            <p:cNvSpPr/>
            <p:nvPr/>
          </p:nvSpPr>
          <p:spPr>
            <a:xfrm>
              <a:off x="7979509" y="43738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2" name="rc962"/>
            <p:cNvSpPr/>
            <p:nvPr/>
          </p:nvSpPr>
          <p:spPr>
            <a:xfrm>
              <a:off x="7979509" y="45135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3" name="rc963"/>
            <p:cNvSpPr/>
            <p:nvPr/>
          </p:nvSpPr>
          <p:spPr>
            <a:xfrm>
              <a:off x="7979509" y="46532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4" name="rc964"/>
            <p:cNvSpPr/>
            <p:nvPr/>
          </p:nvSpPr>
          <p:spPr>
            <a:xfrm>
              <a:off x="7979509" y="47929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5" name="rc965"/>
            <p:cNvSpPr/>
            <p:nvPr/>
          </p:nvSpPr>
          <p:spPr>
            <a:xfrm>
              <a:off x="7979509" y="49326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6" name="rc966"/>
            <p:cNvSpPr/>
            <p:nvPr/>
          </p:nvSpPr>
          <p:spPr>
            <a:xfrm>
              <a:off x="7979509" y="50723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7" name="rc967"/>
            <p:cNvSpPr/>
            <p:nvPr/>
          </p:nvSpPr>
          <p:spPr>
            <a:xfrm>
              <a:off x="7979509" y="52120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8" name="rc968"/>
            <p:cNvSpPr/>
            <p:nvPr/>
          </p:nvSpPr>
          <p:spPr>
            <a:xfrm>
              <a:off x="7979509" y="53517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9" name="rc969"/>
            <p:cNvSpPr/>
            <p:nvPr/>
          </p:nvSpPr>
          <p:spPr>
            <a:xfrm>
              <a:off x="7979509" y="54914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0" name="rc970"/>
            <p:cNvSpPr/>
            <p:nvPr/>
          </p:nvSpPr>
          <p:spPr>
            <a:xfrm>
              <a:off x="7979509" y="56311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1" name="rc971"/>
            <p:cNvSpPr/>
            <p:nvPr/>
          </p:nvSpPr>
          <p:spPr>
            <a:xfrm>
              <a:off x="7979509" y="57708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2" name="rc972"/>
            <p:cNvSpPr/>
            <p:nvPr/>
          </p:nvSpPr>
          <p:spPr>
            <a:xfrm>
              <a:off x="7979509" y="59105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3" name="rc973"/>
            <p:cNvSpPr/>
            <p:nvPr/>
          </p:nvSpPr>
          <p:spPr>
            <a:xfrm>
              <a:off x="7979509" y="60502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4" name="rc974"/>
            <p:cNvSpPr/>
            <p:nvPr/>
          </p:nvSpPr>
          <p:spPr>
            <a:xfrm>
              <a:off x="8093809" y="36753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5" name="rc975"/>
            <p:cNvSpPr/>
            <p:nvPr/>
          </p:nvSpPr>
          <p:spPr>
            <a:xfrm>
              <a:off x="8093809" y="38150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6" name="rc976"/>
            <p:cNvSpPr/>
            <p:nvPr/>
          </p:nvSpPr>
          <p:spPr>
            <a:xfrm>
              <a:off x="8093809" y="39547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7" name="rc977"/>
            <p:cNvSpPr/>
            <p:nvPr/>
          </p:nvSpPr>
          <p:spPr>
            <a:xfrm>
              <a:off x="8093809" y="40944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8" name="rc978"/>
            <p:cNvSpPr/>
            <p:nvPr/>
          </p:nvSpPr>
          <p:spPr>
            <a:xfrm>
              <a:off x="8093809" y="42341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9" name="rc979"/>
            <p:cNvSpPr/>
            <p:nvPr/>
          </p:nvSpPr>
          <p:spPr>
            <a:xfrm>
              <a:off x="8093809" y="43738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0" name="rc980"/>
            <p:cNvSpPr/>
            <p:nvPr/>
          </p:nvSpPr>
          <p:spPr>
            <a:xfrm>
              <a:off x="8093809" y="45135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1" name="rc981"/>
            <p:cNvSpPr/>
            <p:nvPr/>
          </p:nvSpPr>
          <p:spPr>
            <a:xfrm>
              <a:off x="8093809" y="46532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2" name="rc982"/>
            <p:cNvSpPr/>
            <p:nvPr/>
          </p:nvSpPr>
          <p:spPr>
            <a:xfrm>
              <a:off x="8093809" y="47929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3" name="rc983"/>
            <p:cNvSpPr/>
            <p:nvPr/>
          </p:nvSpPr>
          <p:spPr>
            <a:xfrm>
              <a:off x="8093809" y="49326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4" name="rc984"/>
            <p:cNvSpPr/>
            <p:nvPr/>
          </p:nvSpPr>
          <p:spPr>
            <a:xfrm>
              <a:off x="8093809" y="50723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5" name="rc985"/>
            <p:cNvSpPr/>
            <p:nvPr/>
          </p:nvSpPr>
          <p:spPr>
            <a:xfrm>
              <a:off x="8093809" y="52120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6" name="rc986"/>
            <p:cNvSpPr/>
            <p:nvPr/>
          </p:nvSpPr>
          <p:spPr>
            <a:xfrm>
              <a:off x="8093809" y="53517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7" name="rc987"/>
            <p:cNvSpPr/>
            <p:nvPr/>
          </p:nvSpPr>
          <p:spPr>
            <a:xfrm>
              <a:off x="8093809" y="54914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8" name="rc988"/>
            <p:cNvSpPr/>
            <p:nvPr/>
          </p:nvSpPr>
          <p:spPr>
            <a:xfrm>
              <a:off x="8093809" y="5631153"/>
              <a:ext cx="114300" cy="1397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9" name="rc989"/>
            <p:cNvSpPr/>
            <p:nvPr/>
          </p:nvSpPr>
          <p:spPr>
            <a:xfrm>
              <a:off x="8093809" y="5770853"/>
              <a:ext cx="114300" cy="1397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0" name="rc990"/>
            <p:cNvSpPr/>
            <p:nvPr/>
          </p:nvSpPr>
          <p:spPr>
            <a:xfrm>
              <a:off x="8093809" y="59105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1" name="rc991"/>
            <p:cNvSpPr/>
            <p:nvPr/>
          </p:nvSpPr>
          <p:spPr>
            <a:xfrm>
              <a:off x="8093809" y="60502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2" name="rc992"/>
            <p:cNvSpPr/>
            <p:nvPr/>
          </p:nvSpPr>
          <p:spPr>
            <a:xfrm>
              <a:off x="8208109" y="36753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3" name="rc993"/>
            <p:cNvSpPr/>
            <p:nvPr/>
          </p:nvSpPr>
          <p:spPr>
            <a:xfrm>
              <a:off x="8208109" y="38150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4" name="rc994"/>
            <p:cNvSpPr/>
            <p:nvPr/>
          </p:nvSpPr>
          <p:spPr>
            <a:xfrm>
              <a:off x="8208109" y="39547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5" name="rc995"/>
            <p:cNvSpPr/>
            <p:nvPr/>
          </p:nvSpPr>
          <p:spPr>
            <a:xfrm>
              <a:off x="8208109" y="40944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6" name="rc996"/>
            <p:cNvSpPr/>
            <p:nvPr/>
          </p:nvSpPr>
          <p:spPr>
            <a:xfrm>
              <a:off x="8208109" y="42341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7" name="rc997"/>
            <p:cNvSpPr/>
            <p:nvPr/>
          </p:nvSpPr>
          <p:spPr>
            <a:xfrm>
              <a:off x="8208109" y="43738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8" name="rc998"/>
            <p:cNvSpPr/>
            <p:nvPr/>
          </p:nvSpPr>
          <p:spPr>
            <a:xfrm>
              <a:off x="8208109" y="45135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9" name="rc999"/>
            <p:cNvSpPr/>
            <p:nvPr/>
          </p:nvSpPr>
          <p:spPr>
            <a:xfrm>
              <a:off x="8208109" y="46532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0" name="rc1000"/>
            <p:cNvSpPr/>
            <p:nvPr/>
          </p:nvSpPr>
          <p:spPr>
            <a:xfrm>
              <a:off x="8208109" y="4792953"/>
              <a:ext cx="114300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1" name="rc1001"/>
            <p:cNvSpPr/>
            <p:nvPr/>
          </p:nvSpPr>
          <p:spPr>
            <a:xfrm>
              <a:off x="8208109" y="49326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2" name="rc1002"/>
            <p:cNvSpPr/>
            <p:nvPr/>
          </p:nvSpPr>
          <p:spPr>
            <a:xfrm>
              <a:off x="8208109" y="50723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3" name="rc1003"/>
            <p:cNvSpPr/>
            <p:nvPr/>
          </p:nvSpPr>
          <p:spPr>
            <a:xfrm>
              <a:off x="8208109" y="52120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4" name="rc1004"/>
            <p:cNvSpPr/>
            <p:nvPr/>
          </p:nvSpPr>
          <p:spPr>
            <a:xfrm>
              <a:off x="8208109" y="53517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5" name="rc1005"/>
            <p:cNvSpPr/>
            <p:nvPr/>
          </p:nvSpPr>
          <p:spPr>
            <a:xfrm>
              <a:off x="8208109" y="5491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6" name="rc1006"/>
            <p:cNvSpPr/>
            <p:nvPr/>
          </p:nvSpPr>
          <p:spPr>
            <a:xfrm>
              <a:off x="8208109" y="56311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7" name="rc1007"/>
            <p:cNvSpPr/>
            <p:nvPr/>
          </p:nvSpPr>
          <p:spPr>
            <a:xfrm>
              <a:off x="8208109" y="57708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8" name="rc1008"/>
            <p:cNvSpPr/>
            <p:nvPr/>
          </p:nvSpPr>
          <p:spPr>
            <a:xfrm>
              <a:off x="8208109" y="59105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9" name="rc1009"/>
            <p:cNvSpPr/>
            <p:nvPr/>
          </p:nvSpPr>
          <p:spPr>
            <a:xfrm>
              <a:off x="8208109" y="60502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0" name="rc1010"/>
            <p:cNvSpPr/>
            <p:nvPr/>
          </p:nvSpPr>
          <p:spPr>
            <a:xfrm>
              <a:off x="8322409" y="36753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1" name="rc1011"/>
            <p:cNvSpPr/>
            <p:nvPr/>
          </p:nvSpPr>
          <p:spPr>
            <a:xfrm>
              <a:off x="8322409" y="38150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2" name="rc1012"/>
            <p:cNvSpPr/>
            <p:nvPr/>
          </p:nvSpPr>
          <p:spPr>
            <a:xfrm>
              <a:off x="8322409" y="39547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3" name="rc1013"/>
            <p:cNvSpPr/>
            <p:nvPr/>
          </p:nvSpPr>
          <p:spPr>
            <a:xfrm>
              <a:off x="8322409" y="40944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4" name="rc1014"/>
            <p:cNvSpPr/>
            <p:nvPr/>
          </p:nvSpPr>
          <p:spPr>
            <a:xfrm>
              <a:off x="8322409" y="42341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5" name="rc1015"/>
            <p:cNvSpPr/>
            <p:nvPr/>
          </p:nvSpPr>
          <p:spPr>
            <a:xfrm>
              <a:off x="8322409" y="43738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6" name="rc1016"/>
            <p:cNvSpPr/>
            <p:nvPr/>
          </p:nvSpPr>
          <p:spPr>
            <a:xfrm>
              <a:off x="8322409" y="45135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7" name="rc1017"/>
            <p:cNvSpPr/>
            <p:nvPr/>
          </p:nvSpPr>
          <p:spPr>
            <a:xfrm>
              <a:off x="8322409" y="46532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8" name="rc1018"/>
            <p:cNvSpPr/>
            <p:nvPr/>
          </p:nvSpPr>
          <p:spPr>
            <a:xfrm>
              <a:off x="8322409" y="47929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9" name="rc1019"/>
            <p:cNvSpPr/>
            <p:nvPr/>
          </p:nvSpPr>
          <p:spPr>
            <a:xfrm>
              <a:off x="8322409" y="4932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0" name="rc1020"/>
            <p:cNvSpPr/>
            <p:nvPr/>
          </p:nvSpPr>
          <p:spPr>
            <a:xfrm>
              <a:off x="8322409" y="5072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1" name="rc1021"/>
            <p:cNvSpPr/>
            <p:nvPr/>
          </p:nvSpPr>
          <p:spPr>
            <a:xfrm>
              <a:off x="8322409" y="5212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2" name="rc1022"/>
            <p:cNvSpPr/>
            <p:nvPr/>
          </p:nvSpPr>
          <p:spPr>
            <a:xfrm>
              <a:off x="8322409" y="5351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3" name="rc1023"/>
            <p:cNvSpPr/>
            <p:nvPr/>
          </p:nvSpPr>
          <p:spPr>
            <a:xfrm>
              <a:off x="8322409" y="5491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4" name="rc1024"/>
            <p:cNvSpPr/>
            <p:nvPr/>
          </p:nvSpPr>
          <p:spPr>
            <a:xfrm>
              <a:off x="8322409" y="5631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5" name="rc1025"/>
            <p:cNvSpPr/>
            <p:nvPr/>
          </p:nvSpPr>
          <p:spPr>
            <a:xfrm>
              <a:off x="8322409" y="5770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6" name="rc1026"/>
            <p:cNvSpPr/>
            <p:nvPr/>
          </p:nvSpPr>
          <p:spPr>
            <a:xfrm>
              <a:off x="8322409" y="5910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7" name="rc1027"/>
            <p:cNvSpPr/>
            <p:nvPr/>
          </p:nvSpPr>
          <p:spPr>
            <a:xfrm>
              <a:off x="8322409" y="6050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8" name="rc1028"/>
            <p:cNvSpPr/>
            <p:nvPr/>
          </p:nvSpPr>
          <p:spPr>
            <a:xfrm>
              <a:off x="8436709" y="36753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9" name="rc1029"/>
            <p:cNvSpPr/>
            <p:nvPr/>
          </p:nvSpPr>
          <p:spPr>
            <a:xfrm>
              <a:off x="8436709" y="38150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0" name="rc1030"/>
            <p:cNvSpPr/>
            <p:nvPr/>
          </p:nvSpPr>
          <p:spPr>
            <a:xfrm>
              <a:off x="8436709" y="39547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1" name="rc1031"/>
            <p:cNvSpPr/>
            <p:nvPr/>
          </p:nvSpPr>
          <p:spPr>
            <a:xfrm>
              <a:off x="8436709" y="40944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2" name="rc1032"/>
            <p:cNvSpPr/>
            <p:nvPr/>
          </p:nvSpPr>
          <p:spPr>
            <a:xfrm>
              <a:off x="8436709" y="42341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3" name="rc1033"/>
            <p:cNvSpPr/>
            <p:nvPr/>
          </p:nvSpPr>
          <p:spPr>
            <a:xfrm>
              <a:off x="8436709" y="43738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4" name="rc1034"/>
            <p:cNvSpPr/>
            <p:nvPr/>
          </p:nvSpPr>
          <p:spPr>
            <a:xfrm>
              <a:off x="8436709" y="45135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5" name="rc1035"/>
            <p:cNvSpPr/>
            <p:nvPr/>
          </p:nvSpPr>
          <p:spPr>
            <a:xfrm>
              <a:off x="8436709" y="46532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6" name="rc1036"/>
            <p:cNvSpPr/>
            <p:nvPr/>
          </p:nvSpPr>
          <p:spPr>
            <a:xfrm>
              <a:off x="8436709" y="47929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7" name="rc1037"/>
            <p:cNvSpPr/>
            <p:nvPr/>
          </p:nvSpPr>
          <p:spPr>
            <a:xfrm>
              <a:off x="8436709" y="49326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8" name="rc1038"/>
            <p:cNvSpPr/>
            <p:nvPr/>
          </p:nvSpPr>
          <p:spPr>
            <a:xfrm>
              <a:off x="8436709" y="50723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9" name="rc1039"/>
            <p:cNvSpPr/>
            <p:nvPr/>
          </p:nvSpPr>
          <p:spPr>
            <a:xfrm>
              <a:off x="8436709" y="52120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0" name="rc1040"/>
            <p:cNvSpPr/>
            <p:nvPr/>
          </p:nvSpPr>
          <p:spPr>
            <a:xfrm>
              <a:off x="8436709" y="5351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1" name="rc1041"/>
            <p:cNvSpPr/>
            <p:nvPr/>
          </p:nvSpPr>
          <p:spPr>
            <a:xfrm>
              <a:off x="8436709" y="5491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2" name="rc1042"/>
            <p:cNvSpPr/>
            <p:nvPr/>
          </p:nvSpPr>
          <p:spPr>
            <a:xfrm>
              <a:off x="8436709" y="56311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3" name="rc1043"/>
            <p:cNvSpPr/>
            <p:nvPr/>
          </p:nvSpPr>
          <p:spPr>
            <a:xfrm>
              <a:off x="8436709" y="57708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4" name="rc1044"/>
            <p:cNvSpPr/>
            <p:nvPr/>
          </p:nvSpPr>
          <p:spPr>
            <a:xfrm>
              <a:off x="8436709" y="59105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5" name="rc1045"/>
            <p:cNvSpPr/>
            <p:nvPr/>
          </p:nvSpPr>
          <p:spPr>
            <a:xfrm>
              <a:off x="8436709" y="60502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6" name="rc1046"/>
            <p:cNvSpPr/>
            <p:nvPr/>
          </p:nvSpPr>
          <p:spPr>
            <a:xfrm>
              <a:off x="8551009" y="36753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7" name="rc1047"/>
            <p:cNvSpPr/>
            <p:nvPr/>
          </p:nvSpPr>
          <p:spPr>
            <a:xfrm>
              <a:off x="8551009" y="3815053"/>
              <a:ext cx="114300" cy="1397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8" name="rc1048"/>
            <p:cNvSpPr/>
            <p:nvPr/>
          </p:nvSpPr>
          <p:spPr>
            <a:xfrm>
              <a:off x="8551009" y="39547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9" name="rc1049"/>
            <p:cNvSpPr/>
            <p:nvPr/>
          </p:nvSpPr>
          <p:spPr>
            <a:xfrm>
              <a:off x="8551009" y="40944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0" name="rc1050"/>
            <p:cNvSpPr/>
            <p:nvPr/>
          </p:nvSpPr>
          <p:spPr>
            <a:xfrm>
              <a:off x="8551009" y="42341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1" name="rc1051"/>
            <p:cNvSpPr/>
            <p:nvPr/>
          </p:nvSpPr>
          <p:spPr>
            <a:xfrm>
              <a:off x="8551009" y="43738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2" name="rc1052"/>
            <p:cNvSpPr/>
            <p:nvPr/>
          </p:nvSpPr>
          <p:spPr>
            <a:xfrm>
              <a:off x="8551009" y="45135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3" name="rc1053"/>
            <p:cNvSpPr/>
            <p:nvPr/>
          </p:nvSpPr>
          <p:spPr>
            <a:xfrm>
              <a:off x="8551009" y="46532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4" name="rc1054"/>
            <p:cNvSpPr/>
            <p:nvPr/>
          </p:nvSpPr>
          <p:spPr>
            <a:xfrm>
              <a:off x="8551009" y="47929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5" name="rc1055"/>
            <p:cNvSpPr/>
            <p:nvPr/>
          </p:nvSpPr>
          <p:spPr>
            <a:xfrm>
              <a:off x="8551009" y="4932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6" name="rc1056"/>
            <p:cNvSpPr/>
            <p:nvPr/>
          </p:nvSpPr>
          <p:spPr>
            <a:xfrm>
              <a:off x="8551009" y="5072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7" name="rc1057"/>
            <p:cNvSpPr/>
            <p:nvPr/>
          </p:nvSpPr>
          <p:spPr>
            <a:xfrm>
              <a:off x="8551009" y="5212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8" name="rc1058"/>
            <p:cNvSpPr/>
            <p:nvPr/>
          </p:nvSpPr>
          <p:spPr>
            <a:xfrm>
              <a:off x="8551009" y="5351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9" name="rc1059"/>
            <p:cNvSpPr/>
            <p:nvPr/>
          </p:nvSpPr>
          <p:spPr>
            <a:xfrm>
              <a:off x="8551009" y="5491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0" name="rc1060"/>
            <p:cNvSpPr/>
            <p:nvPr/>
          </p:nvSpPr>
          <p:spPr>
            <a:xfrm>
              <a:off x="8551009" y="5631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1" name="rc1061"/>
            <p:cNvSpPr/>
            <p:nvPr/>
          </p:nvSpPr>
          <p:spPr>
            <a:xfrm>
              <a:off x="8551009" y="5770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2" name="rc1062"/>
            <p:cNvSpPr/>
            <p:nvPr/>
          </p:nvSpPr>
          <p:spPr>
            <a:xfrm>
              <a:off x="8551009" y="5910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3" name="rc1063"/>
            <p:cNvSpPr/>
            <p:nvPr/>
          </p:nvSpPr>
          <p:spPr>
            <a:xfrm>
              <a:off x="8551009" y="6050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4" name="rc1064"/>
            <p:cNvSpPr/>
            <p:nvPr/>
          </p:nvSpPr>
          <p:spPr>
            <a:xfrm>
              <a:off x="8665309" y="36753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5" name="rc1065"/>
            <p:cNvSpPr/>
            <p:nvPr/>
          </p:nvSpPr>
          <p:spPr>
            <a:xfrm>
              <a:off x="8665309" y="38150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6" name="rc1066"/>
            <p:cNvSpPr/>
            <p:nvPr/>
          </p:nvSpPr>
          <p:spPr>
            <a:xfrm>
              <a:off x="8665309" y="39547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7" name="rc1067"/>
            <p:cNvSpPr/>
            <p:nvPr/>
          </p:nvSpPr>
          <p:spPr>
            <a:xfrm>
              <a:off x="8665309" y="40944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8" name="rc1068"/>
            <p:cNvSpPr/>
            <p:nvPr/>
          </p:nvSpPr>
          <p:spPr>
            <a:xfrm>
              <a:off x="8665309" y="42341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9" name="rc1069"/>
            <p:cNvSpPr/>
            <p:nvPr/>
          </p:nvSpPr>
          <p:spPr>
            <a:xfrm>
              <a:off x="8665309" y="43738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0" name="rc1070"/>
            <p:cNvSpPr/>
            <p:nvPr/>
          </p:nvSpPr>
          <p:spPr>
            <a:xfrm>
              <a:off x="8665309" y="45135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1" name="rc1071"/>
            <p:cNvSpPr/>
            <p:nvPr/>
          </p:nvSpPr>
          <p:spPr>
            <a:xfrm>
              <a:off x="8665309" y="4653253"/>
              <a:ext cx="114300" cy="1397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2" name="rc1072"/>
            <p:cNvSpPr/>
            <p:nvPr/>
          </p:nvSpPr>
          <p:spPr>
            <a:xfrm>
              <a:off x="8665309" y="4792953"/>
              <a:ext cx="114300" cy="1397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3" name="rc1073"/>
            <p:cNvSpPr/>
            <p:nvPr/>
          </p:nvSpPr>
          <p:spPr>
            <a:xfrm>
              <a:off x="8665309" y="49326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4" name="rc1074"/>
            <p:cNvSpPr/>
            <p:nvPr/>
          </p:nvSpPr>
          <p:spPr>
            <a:xfrm>
              <a:off x="8665309" y="50723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5" name="rc1075"/>
            <p:cNvSpPr/>
            <p:nvPr/>
          </p:nvSpPr>
          <p:spPr>
            <a:xfrm>
              <a:off x="8665309" y="52120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6" name="rc1076"/>
            <p:cNvSpPr/>
            <p:nvPr/>
          </p:nvSpPr>
          <p:spPr>
            <a:xfrm>
              <a:off x="8665309" y="53517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7" name="rc1077"/>
            <p:cNvSpPr/>
            <p:nvPr/>
          </p:nvSpPr>
          <p:spPr>
            <a:xfrm>
              <a:off x="8665309" y="54914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8" name="rc1078"/>
            <p:cNvSpPr/>
            <p:nvPr/>
          </p:nvSpPr>
          <p:spPr>
            <a:xfrm>
              <a:off x="8665309" y="56311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9" name="rc1079"/>
            <p:cNvSpPr/>
            <p:nvPr/>
          </p:nvSpPr>
          <p:spPr>
            <a:xfrm>
              <a:off x="8665309" y="57708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0" name="rc1080"/>
            <p:cNvSpPr/>
            <p:nvPr/>
          </p:nvSpPr>
          <p:spPr>
            <a:xfrm>
              <a:off x="8665309" y="59105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1" name="rc1081"/>
            <p:cNvSpPr/>
            <p:nvPr/>
          </p:nvSpPr>
          <p:spPr>
            <a:xfrm>
              <a:off x="8665309" y="60502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2" name="rc1082"/>
            <p:cNvSpPr/>
            <p:nvPr/>
          </p:nvSpPr>
          <p:spPr>
            <a:xfrm>
              <a:off x="8779609" y="36753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3" name="rc1083"/>
            <p:cNvSpPr/>
            <p:nvPr/>
          </p:nvSpPr>
          <p:spPr>
            <a:xfrm>
              <a:off x="8779609" y="38150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4" name="rc1084"/>
            <p:cNvSpPr/>
            <p:nvPr/>
          </p:nvSpPr>
          <p:spPr>
            <a:xfrm>
              <a:off x="8779609" y="39547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5" name="rc1085"/>
            <p:cNvSpPr/>
            <p:nvPr/>
          </p:nvSpPr>
          <p:spPr>
            <a:xfrm>
              <a:off x="8779609" y="40944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6" name="rc1086"/>
            <p:cNvSpPr/>
            <p:nvPr/>
          </p:nvSpPr>
          <p:spPr>
            <a:xfrm>
              <a:off x="8779609" y="4234153"/>
              <a:ext cx="114300" cy="1397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7" name="rc1087"/>
            <p:cNvSpPr/>
            <p:nvPr/>
          </p:nvSpPr>
          <p:spPr>
            <a:xfrm>
              <a:off x="8779609" y="4373853"/>
              <a:ext cx="114300" cy="139700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8" name="rc1088"/>
            <p:cNvSpPr/>
            <p:nvPr/>
          </p:nvSpPr>
          <p:spPr>
            <a:xfrm>
              <a:off x="8779609" y="45135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9" name="rc1089"/>
            <p:cNvSpPr/>
            <p:nvPr/>
          </p:nvSpPr>
          <p:spPr>
            <a:xfrm>
              <a:off x="8779609" y="46532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0" name="rc1090"/>
            <p:cNvSpPr/>
            <p:nvPr/>
          </p:nvSpPr>
          <p:spPr>
            <a:xfrm>
              <a:off x="8779609" y="47929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1" name="rc1091"/>
            <p:cNvSpPr/>
            <p:nvPr/>
          </p:nvSpPr>
          <p:spPr>
            <a:xfrm>
              <a:off x="8779609" y="49326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2" name="rc1092"/>
            <p:cNvSpPr/>
            <p:nvPr/>
          </p:nvSpPr>
          <p:spPr>
            <a:xfrm>
              <a:off x="8779609" y="50723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3" name="rc1093"/>
            <p:cNvSpPr/>
            <p:nvPr/>
          </p:nvSpPr>
          <p:spPr>
            <a:xfrm>
              <a:off x="8779609" y="52120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4" name="rc1094"/>
            <p:cNvSpPr/>
            <p:nvPr/>
          </p:nvSpPr>
          <p:spPr>
            <a:xfrm>
              <a:off x="8779609" y="5351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5" name="rc1095"/>
            <p:cNvSpPr/>
            <p:nvPr/>
          </p:nvSpPr>
          <p:spPr>
            <a:xfrm>
              <a:off x="8779609" y="5491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6" name="rc1096"/>
            <p:cNvSpPr/>
            <p:nvPr/>
          </p:nvSpPr>
          <p:spPr>
            <a:xfrm>
              <a:off x="8779609" y="5631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7" name="rc1097"/>
            <p:cNvSpPr/>
            <p:nvPr/>
          </p:nvSpPr>
          <p:spPr>
            <a:xfrm>
              <a:off x="8779609" y="5770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8" name="rc1098"/>
            <p:cNvSpPr/>
            <p:nvPr/>
          </p:nvSpPr>
          <p:spPr>
            <a:xfrm>
              <a:off x="8779609" y="5910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9" name="rc1099"/>
            <p:cNvSpPr/>
            <p:nvPr/>
          </p:nvSpPr>
          <p:spPr>
            <a:xfrm>
              <a:off x="8779609" y="60502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0" name="rc1100"/>
            <p:cNvSpPr/>
            <p:nvPr/>
          </p:nvSpPr>
          <p:spPr>
            <a:xfrm>
              <a:off x="8893909" y="3675353"/>
              <a:ext cx="114300" cy="139700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1" name="rc1101"/>
            <p:cNvSpPr/>
            <p:nvPr/>
          </p:nvSpPr>
          <p:spPr>
            <a:xfrm>
              <a:off x="8893909" y="38150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2" name="rc1102"/>
            <p:cNvSpPr/>
            <p:nvPr/>
          </p:nvSpPr>
          <p:spPr>
            <a:xfrm>
              <a:off x="8893909" y="39547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3" name="rc1103"/>
            <p:cNvSpPr/>
            <p:nvPr/>
          </p:nvSpPr>
          <p:spPr>
            <a:xfrm>
              <a:off x="8893909" y="40944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4" name="rc1104"/>
            <p:cNvSpPr/>
            <p:nvPr/>
          </p:nvSpPr>
          <p:spPr>
            <a:xfrm>
              <a:off x="8893909" y="42341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5" name="rc1105"/>
            <p:cNvSpPr/>
            <p:nvPr/>
          </p:nvSpPr>
          <p:spPr>
            <a:xfrm>
              <a:off x="8893909" y="43738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6" name="rc1106"/>
            <p:cNvSpPr/>
            <p:nvPr/>
          </p:nvSpPr>
          <p:spPr>
            <a:xfrm>
              <a:off x="8893909" y="4513553"/>
              <a:ext cx="114300" cy="1397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7" name="rc1107"/>
            <p:cNvSpPr/>
            <p:nvPr/>
          </p:nvSpPr>
          <p:spPr>
            <a:xfrm>
              <a:off x="8893909" y="46532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8" name="rc1108"/>
            <p:cNvSpPr/>
            <p:nvPr/>
          </p:nvSpPr>
          <p:spPr>
            <a:xfrm>
              <a:off x="8893909" y="4792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9" name="rc1109"/>
            <p:cNvSpPr/>
            <p:nvPr/>
          </p:nvSpPr>
          <p:spPr>
            <a:xfrm>
              <a:off x="8893909" y="4932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0" name="rc1110"/>
            <p:cNvSpPr/>
            <p:nvPr/>
          </p:nvSpPr>
          <p:spPr>
            <a:xfrm>
              <a:off x="8893909" y="5072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1" name="rc1111"/>
            <p:cNvSpPr/>
            <p:nvPr/>
          </p:nvSpPr>
          <p:spPr>
            <a:xfrm>
              <a:off x="8893909" y="5212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2" name="rc1112"/>
            <p:cNvSpPr/>
            <p:nvPr/>
          </p:nvSpPr>
          <p:spPr>
            <a:xfrm>
              <a:off x="8893909" y="5351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3" name="rc1113"/>
            <p:cNvSpPr/>
            <p:nvPr/>
          </p:nvSpPr>
          <p:spPr>
            <a:xfrm>
              <a:off x="8893909" y="5491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4" name="rc1114"/>
            <p:cNvSpPr/>
            <p:nvPr/>
          </p:nvSpPr>
          <p:spPr>
            <a:xfrm>
              <a:off x="8893909" y="5631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5" name="rc1115"/>
            <p:cNvSpPr/>
            <p:nvPr/>
          </p:nvSpPr>
          <p:spPr>
            <a:xfrm>
              <a:off x="8893909" y="5770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6" name="rc1116"/>
            <p:cNvSpPr/>
            <p:nvPr/>
          </p:nvSpPr>
          <p:spPr>
            <a:xfrm>
              <a:off x="8893909" y="59105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7" name="rc1117"/>
            <p:cNvSpPr/>
            <p:nvPr/>
          </p:nvSpPr>
          <p:spPr>
            <a:xfrm>
              <a:off x="8893909" y="60502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8" name="rc1118"/>
            <p:cNvSpPr/>
            <p:nvPr/>
          </p:nvSpPr>
          <p:spPr>
            <a:xfrm>
              <a:off x="9008209" y="36753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9" name="rc1119"/>
            <p:cNvSpPr/>
            <p:nvPr/>
          </p:nvSpPr>
          <p:spPr>
            <a:xfrm>
              <a:off x="9008209" y="38150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0" name="rc1120"/>
            <p:cNvSpPr/>
            <p:nvPr/>
          </p:nvSpPr>
          <p:spPr>
            <a:xfrm>
              <a:off x="9008209" y="39547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1" name="rc1121"/>
            <p:cNvSpPr/>
            <p:nvPr/>
          </p:nvSpPr>
          <p:spPr>
            <a:xfrm>
              <a:off x="9008209" y="4094453"/>
              <a:ext cx="114300" cy="139700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2" name="rc1122"/>
            <p:cNvSpPr/>
            <p:nvPr/>
          </p:nvSpPr>
          <p:spPr>
            <a:xfrm>
              <a:off x="9008209" y="42341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3" name="rc1123"/>
            <p:cNvSpPr/>
            <p:nvPr/>
          </p:nvSpPr>
          <p:spPr>
            <a:xfrm>
              <a:off x="9008209" y="43738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4" name="rc1124"/>
            <p:cNvSpPr/>
            <p:nvPr/>
          </p:nvSpPr>
          <p:spPr>
            <a:xfrm>
              <a:off x="9008209" y="45135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5" name="rc1125"/>
            <p:cNvSpPr/>
            <p:nvPr/>
          </p:nvSpPr>
          <p:spPr>
            <a:xfrm>
              <a:off x="9008209" y="46532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6" name="rc1126"/>
            <p:cNvSpPr/>
            <p:nvPr/>
          </p:nvSpPr>
          <p:spPr>
            <a:xfrm>
              <a:off x="9008209" y="47929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7" name="rc1127"/>
            <p:cNvSpPr/>
            <p:nvPr/>
          </p:nvSpPr>
          <p:spPr>
            <a:xfrm>
              <a:off x="9008209" y="4932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8" name="rc1128"/>
            <p:cNvSpPr/>
            <p:nvPr/>
          </p:nvSpPr>
          <p:spPr>
            <a:xfrm>
              <a:off x="9008209" y="5072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9" name="rc1129"/>
            <p:cNvSpPr/>
            <p:nvPr/>
          </p:nvSpPr>
          <p:spPr>
            <a:xfrm>
              <a:off x="9008209" y="5212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0" name="rc1130"/>
            <p:cNvSpPr/>
            <p:nvPr/>
          </p:nvSpPr>
          <p:spPr>
            <a:xfrm>
              <a:off x="9008209" y="5351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1" name="rc1131"/>
            <p:cNvSpPr/>
            <p:nvPr/>
          </p:nvSpPr>
          <p:spPr>
            <a:xfrm>
              <a:off x="9008209" y="5491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2" name="rc1132"/>
            <p:cNvSpPr/>
            <p:nvPr/>
          </p:nvSpPr>
          <p:spPr>
            <a:xfrm>
              <a:off x="9008209" y="5631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3" name="rc1133"/>
            <p:cNvSpPr/>
            <p:nvPr/>
          </p:nvSpPr>
          <p:spPr>
            <a:xfrm>
              <a:off x="9008209" y="5770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4" name="rc1134"/>
            <p:cNvSpPr/>
            <p:nvPr/>
          </p:nvSpPr>
          <p:spPr>
            <a:xfrm>
              <a:off x="9008209" y="5910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5" name="rc1135"/>
            <p:cNvSpPr/>
            <p:nvPr/>
          </p:nvSpPr>
          <p:spPr>
            <a:xfrm>
              <a:off x="9008209" y="6050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6" name="rc1136"/>
            <p:cNvSpPr/>
            <p:nvPr/>
          </p:nvSpPr>
          <p:spPr>
            <a:xfrm>
              <a:off x="9122509" y="36753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7" name="rc1137"/>
            <p:cNvSpPr/>
            <p:nvPr/>
          </p:nvSpPr>
          <p:spPr>
            <a:xfrm>
              <a:off x="9122509" y="38150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8" name="rc1138"/>
            <p:cNvSpPr/>
            <p:nvPr/>
          </p:nvSpPr>
          <p:spPr>
            <a:xfrm>
              <a:off x="9122509" y="39547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9" name="rc1139"/>
            <p:cNvSpPr/>
            <p:nvPr/>
          </p:nvSpPr>
          <p:spPr>
            <a:xfrm>
              <a:off x="9122509" y="40944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0" name="rc1140"/>
            <p:cNvSpPr/>
            <p:nvPr/>
          </p:nvSpPr>
          <p:spPr>
            <a:xfrm>
              <a:off x="9122509" y="42341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1" name="rc1141"/>
            <p:cNvSpPr/>
            <p:nvPr/>
          </p:nvSpPr>
          <p:spPr>
            <a:xfrm>
              <a:off x="9122509" y="43738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2" name="rc1142"/>
            <p:cNvSpPr/>
            <p:nvPr/>
          </p:nvSpPr>
          <p:spPr>
            <a:xfrm>
              <a:off x="9122509" y="45135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3" name="rc1143"/>
            <p:cNvSpPr/>
            <p:nvPr/>
          </p:nvSpPr>
          <p:spPr>
            <a:xfrm>
              <a:off x="9122509" y="4653253"/>
              <a:ext cx="114300" cy="1397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4" name="rc1144"/>
            <p:cNvSpPr/>
            <p:nvPr/>
          </p:nvSpPr>
          <p:spPr>
            <a:xfrm>
              <a:off x="9122509" y="47929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5" name="rc1145"/>
            <p:cNvSpPr/>
            <p:nvPr/>
          </p:nvSpPr>
          <p:spPr>
            <a:xfrm>
              <a:off x="9122509" y="49326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6" name="rc1146"/>
            <p:cNvSpPr/>
            <p:nvPr/>
          </p:nvSpPr>
          <p:spPr>
            <a:xfrm>
              <a:off x="9122509" y="50723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7" name="rc1147"/>
            <p:cNvSpPr/>
            <p:nvPr/>
          </p:nvSpPr>
          <p:spPr>
            <a:xfrm>
              <a:off x="9122509" y="52120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8" name="rc1148"/>
            <p:cNvSpPr/>
            <p:nvPr/>
          </p:nvSpPr>
          <p:spPr>
            <a:xfrm>
              <a:off x="9122509" y="53517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9" name="rc1149"/>
            <p:cNvSpPr/>
            <p:nvPr/>
          </p:nvSpPr>
          <p:spPr>
            <a:xfrm>
              <a:off x="9122509" y="54914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0" name="rc1150"/>
            <p:cNvSpPr/>
            <p:nvPr/>
          </p:nvSpPr>
          <p:spPr>
            <a:xfrm>
              <a:off x="9122509" y="56311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1" name="rc1151"/>
            <p:cNvSpPr/>
            <p:nvPr/>
          </p:nvSpPr>
          <p:spPr>
            <a:xfrm>
              <a:off x="9122509" y="57708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2" name="rc1152"/>
            <p:cNvSpPr/>
            <p:nvPr/>
          </p:nvSpPr>
          <p:spPr>
            <a:xfrm>
              <a:off x="9122509" y="59105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3" name="rc1153"/>
            <p:cNvSpPr/>
            <p:nvPr/>
          </p:nvSpPr>
          <p:spPr>
            <a:xfrm>
              <a:off x="9122509" y="60502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4" name="rc1154"/>
            <p:cNvSpPr/>
            <p:nvPr/>
          </p:nvSpPr>
          <p:spPr>
            <a:xfrm>
              <a:off x="9236809" y="36753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5" name="rc1155"/>
            <p:cNvSpPr/>
            <p:nvPr/>
          </p:nvSpPr>
          <p:spPr>
            <a:xfrm>
              <a:off x="9236809" y="38150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6" name="rc1156"/>
            <p:cNvSpPr/>
            <p:nvPr/>
          </p:nvSpPr>
          <p:spPr>
            <a:xfrm>
              <a:off x="9236809" y="39547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7" name="rc1157"/>
            <p:cNvSpPr/>
            <p:nvPr/>
          </p:nvSpPr>
          <p:spPr>
            <a:xfrm>
              <a:off x="9236809" y="40944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8" name="rc1158"/>
            <p:cNvSpPr/>
            <p:nvPr/>
          </p:nvSpPr>
          <p:spPr>
            <a:xfrm>
              <a:off x="9236809" y="42341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9" name="rc1159"/>
            <p:cNvSpPr/>
            <p:nvPr/>
          </p:nvSpPr>
          <p:spPr>
            <a:xfrm>
              <a:off x="9236809" y="43738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0" name="rc1160"/>
            <p:cNvSpPr/>
            <p:nvPr/>
          </p:nvSpPr>
          <p:spPr>
            <a:xfrm>
              <a:off x="9236809" y="45135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1" name="rc1161"/>
            <p:cNvSpPr/>
            <p:nvPr/>
          </p:nvSpPr>
          <p:spPr>
            <a:xfrm>
              <a:off x="9236809" y="46532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2" name="rc1162"/>
            <p:cNvSpPr/>
            <p:nvPr/>
          </p:nvSpPr>
          <p:spPr>
            <a:xfrm>
              <a:off x="9236809" y="4792953"/>
              <a:ext cx="114300" cy="139700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3" name="rc1163"/>
            <p:cNvSpPr/>
            <p:nvPr/>
          </p:nvSpPr>
          <p:spPr>
            <a:xfrm>
              <a:off x="9236809" y="49326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4" name="rc1164"/>
            <p:cNvSpPr/>
            <p:nvPr/>
          </p:nvSpPr>
          <p:spPr>
            <a:xfrm>
              <a:off x="9236809" y="5072353"/>
              <a:ext cx="114300" cy="1397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5" name="rc1165"/>
            <p:cNvSpPr/>
            <p:nvPr/>
          </p:nvSpPr>
          <p:spPr>
            <a:xfrm>
              <a:off x="9236809" y="52120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6" name="rc1166"/>
            <p:cNvSpPr/>
            <p:nvPr/>
          </p:nvSpPr>
          <p:spPr>
            <a:xfrm>
              <a:off x="9236809" y="53517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7" name="rc1167"/>
            <p:cNvSpPr/>
            <p:nvPr/>
          </p:nvSpPr>
          <p:spPr>
            <a:xfrm>
              <a:off x="9236809" y="54914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8" name="rc1168"/>
            <p:cNvSpPr/>
            <p:nvPr/>
          </p:nvSpPr>
          <p:spPr>
            <a:xfrm>
              <a:off x="9236809" y="56311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9" name="rc1169"/>
            <p:cNvSpPr/>
            <p:nvPr/>
          </p:nvSpPr>
          <p:spPr>
            <a:xfrm>
              <a:off x="9236809" y="57708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0" name="rc1170"/>
            <p:cNvSpPr/>
            <p:nvPr/>
          </p:nvSpPr>
          <p:spPr>
            <a:xfrm>
              <a:off x="9236809" y="59105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1" name="rc1171"/>
            <p:cNvSpPr/>
            <p:nvPr/>
          </p:nvSpPr>
          <p:spPr>
            <a:xfrm>
              <a:off x="9236809" y="60502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2" name="rc1172"/>
            <p:cNvSpPr/>
            <p:nvPr/>
          </p:nvSpPr>
          <p:spPr>
            <a:xfrm>
              <a:off x="9351109" y="36753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3" name="rc1173"/>
            <p:cNvSpPr/>
            <p:nvPr/>
          </p:nvSpPr>
          <p:spPr>
            <a:xfrm>
              <a:off x="9351109" y="38150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4" name="rc1174"/>
            <p:cNvSpPr/>
            <p:nvPr/>
          </p:nvSpPr>
          <p:spPr>
            <a:xfrm>
              <a:off x="9351109" y="3954753"/>
              <a:ext cx="114300" cy="139700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5" name="rc1175"/>
            <p:cNvSpPr/>
            <p:nvPr/>
          </p:nvSpPr>
          <p:spPr>
            <a:xfrm>
              <a:off x="9351109" y="4094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6" name="rc1176"/>
            <p:cNvSpPr/>
            <p:nvPr/>
          </p:nvSpPr>
          <p:spPr>
            <a:xfrm>
              <a:off x="9351109" y="42341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7" name="rc1177"/>
            <p:cNvSpPr/>
            <p:nvPr/>
          </p:nvSpPr>
          <p:spPr>
            <a:xfrm>
              <a:off x="9351109" y="43738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8" name="rc1178"/>
            <p:cNvSpPr/>
            <p:nvPr/>
          </p:nvSpPr>
          <p:spPr>
            <a:xfrm>
              <a:off x="9351109" y="45135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9" name="rc1179"/>
            <p:cNvSpPr/>
            <p:nvPr/>
          </p:nvSpPr>
          <p:spPr>
            <a:xfrm>
              <a:off x="9351109" y="4653253"/>
              <a:ext cx="114300" cy="139700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0" name="rc1180"/>
            <p:cNvSpPr/>
            <p:nvPr/>
          </p:nvSpPr>
          <p:spPr>
            <a:xfrm>
              <a:off x="9351109" y="47929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1" name="rc1181"/>
            <p:cNvSpPr/>
            <p:nvPr/>
          </p:nvSpPr>
          <p:spPr>
            <a:xfrm>
              <a:off x="9351109" y="49326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2" name="rc1182"/>
            <p:cNvSpPr/>
            <p:nvPr/>
          </p:nvSpPr>
          <p:spPr>
            <a:xfrm>
              <a:off x="9351109" y="50723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3" name="rc1183"/>
            <p:cNvSpPr/>
            <p:nvPr/>
          </p:nvSpPr>
          <p:spPr>
            <a:xfrm>
              <a:off x="9351109" y="52120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4" name="rc1184"/>
            <p:cNvSpPr/>
            <p:nvPr/>
          </p:nvSpPr>
          <p:spPr>
            <a:xfrm>
              <a:off x="9351109" y="53517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5" name="rc1185"/>
            <p:cNvSpPr/>
            <p:nvPr/>
          </p:nvSpPr>
          <p:spPr>
            <a:xfrm>
              <a:off x="9351109" y="54914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6" name="rc1186"/>
            <p:cNvSpPr/>
            <p:nvPr/>
          </p:nvSpPr>
          <p:spPr>
            <a:xfrm>
              <a:off x="9351109" y="56311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7" name="rc1187"/>
            <p:cNvSpPr/>
            <p:nvPr/>
          </p:nvSpPr>
          <p:spPr>
            <a:xfrm>
              <a:off x="9351109" y="57708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8" name="rc1188"/>
            <p:cNvSpPr/>
            <p:nvPr/>
          </p:nvSpPr>
          <p:spPr>
            <a:xfrm>
              <a:off x="9351109" y="59105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9" name="rc1189"/>
            <p:cNvSpPr/>
            <p:nvPr/>
          </p:nvSpPr>
          <p:spPr>
            <a:xfrm>
              <a:off x="9351109" y="60502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0" name="rc1190"/>
            <p:cNvSpPr/>
            <p:nvPr/>
          </p:nvSpPr>
          <p:spPr>
            <a:xfrm>
              <a:off x="9465409" y="36753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1" name="rc1191"/>
            <p:cNvSpPr/>
            <p:nvPr/>
          </p:nvSpPr>
          <p:spPr>
            <a:xfrm>
              <a:off x="9465409" y="38150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2" name="rc1192"/>
            <p:cNvSpPr/>
            <p:nvPr/>
          </p:nvSpPr>
          <p:spPr>
            <a:xfrm>
              <a:off x="9465409" y="39547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3" name="rc1193"/>
            <p:cNvSpPr/>
            <p:nvPr/>
          </p:nvSpPr>
          <p:spPr>
            <a:xfrm>
              <a:off x="9465409" y="40944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4" name="rc1194"/>
            <p:cNvSpPr/>
            <p:nvPr/>
          </p:nvSpPr>
          <p:spPr>
            <a:xfrm>
              <a:off x="9465409" y="42341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5" name="rc1195"/>
            <p:cNvSpPr/>
            <p:nvPr/>
          </p:nvSpPr>
          <p:spPr>
            <a:xfrm>
              <a:off x="9465409" y="43738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6" name="rc1196"/>
            <p:cNvSpPr/>
            <p:nvPr/>
          </p:nvSpPr>
          <p:spPr>
            <a:xfrm>
              <a:off x="9465409" y="45135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7" name="rc1197"/>
            <p:cNvSpPr/>
            <p:nvPr/>
          </p:nvSpPr>
          <p:spPr>
            <a:xfrm>
              <a:off x="9465409" y="4653253"/>
              <a:ext cx="114300" cy="139700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8" name="rc1198"/>
            <p:cNvSpPr/>
            <p:nvPr/>
          </p:nvSpPr>
          <p:spPr>
            <a:xfrm>
              <a:off x="9465409" y="47929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9" name="rc1199"/>
            <p:cNvSpPr/>
            <p:nvPr/>
          </p:nvSpPr>
          <p:spPr>
            <a:xfrm>
              <a:off x="9465409" y="49326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0" name="rc1200"/>
            <p:cNvSpPr/>
            <p:nvPr/>
          </p:nvSpPr>
          <p:spPr>
            <a:xfrm>
              <a:off x="9465409" y="50723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1" name="rc1201"/>
            <p:cNvSpPr/>
            <p:nvPr/>
          </p:nvSpPr>
          <p:spPr>
            <a:xfrm>
              <a:off x="9465409" y="52120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2" name="rc1202"/>
            <p:cNvSpPr/>
            <p:nvPr/>
          </p:nvSpPr>
          <p:spPr>
            <a:xfrm>
              <a:off x="9465409" y="5351753"/>
              <a:ext cx="114300" cy="139700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3" name="rc1203"/>
            <p:cNvSpPr/>
            <p:nvPr/>
          </p:nvSpPr>
          <p:spPr>
            <a:xfrm>
              <a:off x="9465409" y="54914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4" name="rc1204"/>
            <p:cNvSpPr/>
            <p:nvPr/>
          </p:nvSpPr>
          <p:spPr>
            <a:xfrm>
              <a:off x="9465409" y="56311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5" name="rc1205"/>
            <p:cNvSpPr/>
            <p:nvPr/>
          </p:nvSpPr>
          <p:spPr>
            <a:xfrm>
              <a:off x="9465409" y="57708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6" name="rc1206"/>
            <p:cNvSpPr/>
            <p:nvPr/>
          </p:nvSpPr>
          <p:spPr>
            <a:xfrm>
              <a:off x="9465409" y="59105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7" name="rc1207"/>
            <p:cNvSpPr/>
            <p:nvPr/>
          </p:nvSpPr>
          <p:spPr>
            <a:xfrm>
              <a:off x="9465409" y="60502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8" name="rc1208"/>
            <p:cNvSpPr/>
            <p:nvPr/>
          </p:nvSpPr>
          <p:spPr>
            <a:xfrm>
              <a:off x="9579709" y="3675353"/>
              <a:ext cx="114300" cy="1397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9" name="rc1209"/>
            <p:cNvSpPr/>
            <p:nvPr/>
          </p:nvSpPr>
          <p:spPr>
            <a:xfrm>
              <a:off x="9579709" y="38150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0" name="rc1210"/>
            <p:cNvSpPr/>
            <p:nvPr/>
          </p:nvSpPr>
          <p:spPr>
            <a:xfrm>
              <a:off x="9579709" y="39547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1" name="rc1211"/>
            <p:cNvSpPr/>
            <p:nvPr/>
          </p:nvSpPr>
          <p:spPr>
            <a:xfrm>
              <a:off x="9579709" y="40944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2" name="rc1212"/>
            <p:cNvSpPr/>
            <p:nvPr/>
          </p:nvSpPr>
          <p:spPr>
            <a:xfrm>
              <a:off x="9579709" y="42341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3" name="rc1213"/>
            <p:cNvSpPr/>
            <p:nvPr/>
          </p:nvSpPr>
          <p:spPr>
            <a:xfrm>
              <a:off x="9579709" y="43738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4" name="rc1214"/>
            <p:cNvSpPr/>
            <p:nvPr/>
          </p:nvSpPr>
          <p:spPr>
            <a:xfrm>
              <a:off x="9579709" y="45135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5" name="rc1215"/>
            <p:cNvSpPr/>
            <p:nvPr/>
          </p:nvSpPr>
          <p:spPr>
            <a:xfrm>
              <a:off x="9579709" y="46532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6" name="rc1216"/>
            <p:cNvSpPr/>
            <p:nvPr/>
          </p:nvSpPr>
          <p:spPr>
            <a:xfrm>
              <a:off x="9579709" y="47929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7" name="rc1217"/>
            <p:cNvSpPr/>
            <p:nvPr/>
          </p:nvSpPr>
          <p:spPr>
            <a:xfrm>
              <a:off x="9579709" y="49326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8" name="rc1218"/>
            <p:cNvSpPr/>
            <p:nvPr/>
          </p:nvSpPr>
          <p:spPr>
            <a:xfrm>
              <a:off x="9579709" y="50723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9" name="rc1219"/>
            <p:cNvSpPr/>
            <p:nvPr/>
          </p:nvSpPr>
          <p:spPr>
            <a:xfrm>
              <a:off x="9579709" y="52120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0" name="rc1220"/>
            <p:cNvSpPr/>
            <p:nvPr/>
          </p:nvSpPr>
          <p:spPr>
            <a:xfrm>
              <a:off x="9579709" y="53517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1" name="rc1221"/>
            <p:cNvSpPr/>
            <p:nvPr/>
          </p:nvSpPr>
          <p:spPr>
            <a:xfrm>
              <a:off x="9579709" y="54914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2" name="rc1222"/>
            <p:cNvSpPr/>
            <p:nvPr/>
          </p:nvSpPr>
          <p:spPr>
            <a:xfrm>
              <a:off x="9579709" y="5631153"/>
              <a:ext cx="114300" cy="1397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3" name="rc1223"/>
            <p:cNvSpPr/>
            <p:nvPr/>
          </p:nvSpPr>
          <p:spPr>
            <a:xfrm>
              <a:off x="9579709" y="57708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4" name="rc1224"/>
            <p:cNvSpPr/>
            <p:nvPr/>
          </p:nvSpPr>
          <p:spPr>
            <a:xfrm>
              <a:off x="9579709" y="59105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5" name="rc1225"/>
            <p:cNvSpPr/>
            <p:nvPr/>
          </p:nvSpPr>
          <p:spPr>
            <a:xfrm>
              <a:off x="9579709" y="60502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6" name="rc1226"/>
            <p:cNvSpPr/>
            <p:nvPr/>
          </p:nvSpPr>
          <p:spPr>
            <a:xfrm>
              <a:off x="9694009" y="36753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7" name="rc1227"/>
            <p:cNvSpPr/>
            <p:nvPr/>
          </p:nvSpPr>
          <p:spPr>
            <a:xfrm>
              <a:off x="9694009" y="38150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8" name="rc1228"/>
            <p:cNvSpPr/>
            <p:nvPr/>
          </p:nvSpPr>
          <p:spPr>
            <a:xfrm>
              <a:off x="9694009" y="39547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9" name="rc1229"/>
            <p:cNvSpPr/>
            <p:nvPr/>
          </p:nvSpPr>
          <p:spPr>
            <a:xfrm>
              <a:off x="9694009" y="40944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0" name="rc1230"/>
            <p:cNvSpPr/>
            <p:nvPr/>
          </p:nvSpPr>
          <p:spPr>
            <a:xfrm>
              <a:off x="9694009" y="42341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1" name="rc1231"/>
            <p:cNvSpPr/>
            <p:nvPr/>
          </p:nvSpPr>
          <p:spPr>
            <a:xfrm>
              <a:off x="9694009" y="4373853"/>
              <a:ext cx="114300" cy="1397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2" name="rc1232"/>
            <p:cNvSpPr/>
            <p:nvPr/>
          </p:nvSpPr>
          <p:spPr>
            <a:xfrm>
              <a:off x="9694009" y="45135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3" name="rc1233"/>
            <p:cNvSpPr/>
            <p:nvPr/>
          </p:nvSpPr>
          <p:spPr>
            <a:xfrm>
              <a:off x="9694009" y="4653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4" name="rc1234"/>
            <p:cNvSpPr/>
            <p:nvPr/>
          </p:nvSpPr>
          <p:spPr>
            <a:xfrm>
              <a:off x="9694009" y="4792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5" name="rc1235"/>
            <p:cNvSpPr/>
            <p:nvPr/>
          </p:nvSpPr>
          <p:spPr>
            <a:xfrm>
              <a:off x="9694009" y="4932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6" name="rc1236"/>
            <p:cNvSpPr/>
            <p:nvPr/>
          </p:nvSpPr>
          <p:spPr>
            <a:xfrm>
              <a:off x="9694009" y="5072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7" name="rc1237"/>
            <p:cNvSpPr/>
            <p:nvPr/>
          </p:nvSpPr>
          <p:spPr>
            <a:xfrm>
              <a:off x="9694009" y="5212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8" name="rc1238"/>
            <p:cNvSpPr/>
            <p:nvPr/>
          </p:nvSpPr>
          <p:spPr>
            <a:xfrm>
              <a:off x="9694009" y="53517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9" name="rc1239"/>
            <p:cNvSpPr/>
            <p:nvPr/>
          </p:nvSpPr>
          <p:spPr>
            <a:xfrm>
              <a:off x="9694009" y="54914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0" name="rc1240"/>
            <p:cNvSpPr/>
            <p:nvPr/>
          </p:nvSpPr>
          <p:spPr>
            <a:xfrm>
              <a:off x="9694009" y="56311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1" name="rc1241"/>
            <p:cNvSpPr/>
            <p:nvPr/>
          </p:nvSpPr>
          <p:spPr>
            <a:xfrm>
              <a:off x="9694009" y="5770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2" name="rc1242"/>
            <p:cNvSpPr/>
            <p:nvPr/>
          </p:nvSpPr>
          <p:spPr>
            <a:xfrm>
              <a:off x="9694009" y="5910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3" name="rc1243"/>
            <p:cNvSpPr/>
            <p:nvPr/>
          </p:nvSpPr>
          <p:spPr>
            <a:xfrm>
              <a:off x="9694009" y="6050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4" name="rc1244"/>
            <p:cNvSpPr/>
            <p:nvPr/>
          </p:nvSpPr>
          <p:spPr>
            <a:xfrm>
              <a:off x="9808309" y="36753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5" name="rc1245"/>
            <p:cNvSpPr/>
            <p:nvPr/>
          </p:nvSpPr>
          <p:spPr>
            <a:xfrm>
              <a:off x="9808309" y="38150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6" name="rc1246"/>
            <p:cNvSpPr/>
            <p:nvPr/>
          </p:nvSpPr>
          <p:spPr>
            <a:xfrm>
              <a:off x="9808309" y="39547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7" name="rc1247"/>
            <p:cNvSpPr/>
            <p:nvPr/>
          </p:nvSpPr>
          <p:spPr>
            <a:xfrm>
              <a:off x="9808309" y="40944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8" name="rc1248"/>
            <p:cNvSpPr/>
            <p:nvPr/>
          </p:nvSpPr>
          <p:spPr>
            <a:xfrm>
              <a:off x="9808309" y="42341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9" name="rc1249"/>
            <p:cNvSpPr/>
            <p:nvPr/>
          </p:nvSpPr>
          <p:spPr>
            <a:xfrm>
              <a:off x="9808309" y="43738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0" name="rc1250"/>
            <p:cNvSpPr/>
            <p:nvPr/>
          </p:nvSpPr>
          <p:spPr>
            <a:xfrm>
              <a:off x="9808309" y="45135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1" name="rc1251"/>
            <p:cNvSpPr/>
            <p:nvPr/>
          </p:nvSpPr>
          <p:spPr>
            <a:xfrm>
              <a:off x="9808309" y="46532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2" name="rc1252"/>
            <p:cNvSpPr/>
            <p:nvPr/>
          </p:nvSpPr>
          <p:spPr>
            <a:xfrm>
              <a:off x="9808309" y="4792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3" name="rc1253"/>
            <p:cNvSpPr/>
            <p:nvPr/>
          </p:nvSpPr>
          <p:spPr>
            <a:xfrm>
              <a:off x="9808309" y="4932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4" name="rc1254"/>
            <p:cNvSpPr/>
            <p:nvPr/>
          </p:nvSpPr>
          <p:spPr>
            <a:xfrm>
              <a:off x="9808309" y="5072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5" name="rc1255"/>
            <p:cNvSpPr/>
            <p:nvPr/>
          </p:nvSpPr>
          <p:spPr>
            <a:xfrm>
              <a:off x="9808309" y="5212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6" name="rc1256"/>
            <p:cNvSpPr/>
            <p:nvPr/>
          </p:nvSpPr>
          <p:spPr>
            <a:xfrm>
              <a:off x="9808309" y="5351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7" name="rc1257"/>
            <p:cNvSpPr/>
            <p:nvPr/>
          </p:nvSpPr>
          <p:spPr>
            <a:xfrm>
              <a:off x="9808309" y="5491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8" name="rc1258"/>
            <p:cNvSpPr/>
            <p:nvPr/>
          </p:nvSpPr>
          <p:spPr>
            <a:xfrm>
              <a:off x="9808309" y="5631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9" name="rc1259"/>
            <p:cNvSpPr/>
            <p:nvPr/>
          </p:nvSpPr>
          <p:spPr>
            <a:xfrm>
              <a:off x="9808309" y="5770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0" name="rc1260"/>
            <p:cNvSpPr/>
            <p:nvPr/>
          </p:nvSpPr>
          <p:spPr>
            <a:xfrm>
              <a:off x="9808309" y="59105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1" name="rc1261"/>
            <p:cNvSpPr/>
            <p:nvPr/>
          </p:nvSpPr>
          <p:spPr>
            <a:xfrm>
              <a:off x="9808309" y="6050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2" name="rc1262"/>
            <p:cNvSpPr/>
            <p:nvPr/>
          </p:nvSpPr>
          <p:spPr>
            <a:xfrm>
              <a:off x="9922609" y="36753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3" name="rc1263"/>
            <p:cNvSpPr/>
            <p:nvPr/>
          </p:nvSpPr>
          <p:spPr>
            <a:xfrm>
              <a:off x="9922609" y="38150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4" name="rc1264"/>
            <p:cNvSpPr/>
            <p:nvPr/>
          </p:nvSpPr>
          <p:spPr>
            <a:xfrm>
              <a:off x="9922609" y="39547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5" name="rc1265"/>
            <p:cNvSpPr/>
            <p:nvPr/>
          </p:nvSpPr>
          <p:spPr>
            <a:xfrm>
              <a:off x="9922609" y="40944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6" name="rc1266"/>
            <p:cNvSpPr/>
            <p:nvPr/>
          </p:nvSpPr>
          <p:spPr>
            <a:xfrm>
              <a:off x="9922609" y="42341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7" name="rc1267"/>
            <p:cNvSpPr/>
            <p:nvPr/>
          </p:nvSpPr>
          <p:spPr>
            <a:xfrm>
              <a:off x="9922609" y="43738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8" name="rc1268"/>
            <p:cNvSpPr/>
            <p:nvPr/>
          </p:nvSpPr>
          <p:spPr>
            <a:xfrm>
              <a:off x="9922609" y="45135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9" name="rc1269"/>
            <p:cNvSpPr/>
            <p:nvPr/>
          </p:nvSpPr>
          <p:spPr>
            <a:xfrm>
              <a:off x="9922609" y="46532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0" name="rc1270"/>
            <p:cNvSpPr/>
            <p:nvPr/>
          </p:nvSpPr>
          <p:spPr>
            <a:xfrm>
              <a:off x="9922609" y="47929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1" name="rc1271"/>
            <p:cNvSpPr/>
            <p:nvPr/>
          </p:nvSpPr>
          <p:spPr>
            <a:xfrm>
              <a:off x="9922609" y="49326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2" name="rc1272"/>
            <p:cNvSpPr/>
            <p:nvPr/>
          </p:nvSpPr>
          <p:spPr>
            <a:xfrm>
              <a:off x="9922609" y="50723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3" name="rc1273"/>
            <p:cNvSpPr/>
            <p:nvPr/>
          </p:nvSpPr>
          <p:spPr>
            <a:xfrm>
              <a:off x="9922609" y="52120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4" name="rc1274"/>
            <p:cNvSpPr/>
            <p:nvPr/>
          </p:nvSpPr>
          <p:spPr>
            <a:xfrm>
              <a:off x="9922609" y="53517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5" name="rc1275"/>
            <p:cNvSpPr/>
            <p:nvPr/>
          </p:nvSpPr>
          <p:spPr>
            <a:xfrm>
              <a:off x="9922609" y="54914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6" name="rc1276"/>
            <p:cNvSpPr/>
            <p:nvPr/>
          </p:nvSpPr>
          <p:spPr>
            <a:xfrm>
              <a:off x="9922609" y="56311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7" name="rc1277"/>
            <p:cNvSpPr/>
            <p:nvPr/>
          </p:nvSpPr>
          <p:spPr>
            <a:xfrm>
              <a:off x="9922609" y="5770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8" name="rc1278"/>
            <p:cNvSpPr/>
            <p:nvPr/>
          </p:nvSpPr>
          <p:spPr>
            <a:xfrm>
              <a:off x="9922609" y="5910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9" name="rc1279"/>
            <p:cNvSpPr/>
            <p:nvPr/>
          </p:nvSpPr>
          <p:spPr>
            <a:xfrm>
              <a:off x="9922609" y="6050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0" name="rc1280"/>
            <p:cNvSpPr/>
            <p:nvPr/>
          </p:nvSpPr>
          <p:spPr>
            <a:xfrm>
              <a:off x="10036909" y="36753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1" name="rc1281"/>
            <p:cNvSpPr/>
            <p:nvPr/>
          </p:nvSpPr>
          <p:spPr>
            <a:xfrm>
              <a:off x="10036909" y="38150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2" name="rc1282"/>
            <p:cNvSpPr/>
            <p:nvPr/>
          </p:nvSpPr>
          <p:spPr>
            <a:xfrm>
              <a:off x="10036909" y="39547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3" name="rc1283"/>
            <p:cNvSpPr/>
            <p:nvPr/>
          </p:nvSpPr>
          <p:spPr>
            <a:xfrm>
              <a:off x="10036909" y="40944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4" name="rc1284"/>
            <p:cNvSpPr/>
            <p:nvPr/>
          </p:nvSpPr>
          <p:spPr>
            <a:xfrm>
              <a:off x="10036909" y="42341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5" name="rc1285"/>
            <p:cNvSpPr/>
            <p:nvPr/>
          </p:nvSpPr>
          <p:spPr>
            <a:xfrm>
              <a:off x="10036909" y="43738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6" name="rc1286"/>
            <p:cNvSpPr/>
            <p:nvPr/>
          </p:nvSpPr>
          <p:spPr>
            <a:xfrm>
              <a:off x="10036909" y="45135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7" name="rc1287"/>
            <p:cNvSpPr/>
            <p:nvPr/>
          </p:nvSpPr>
          <p:spPr>
            <a:xfrm>
              <a:off x="10036909" y="46532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8" name="rc1288"/>
            <p:cNvSpPr/>
            <p:nvPr/>
          </p:nvSpPr>
          <p:spPr>
            <a:xfrm>
              <a:off x="10036909" y="47929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9" name="rc1289"/>
            <p:cNvSpPr/>
            <p:nvPr/>
          </p:nvSpPr>
          <p:spPr>
            <a:xfrm>
              <a:off x="10036909" y="4932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0" name="rc1290"/>
            <p:cNvSpPr/>
            <p:nvPr/>
          </p:nvSpPr>
          <p:spPr>
            <a:xfrm>
              <a:off x="10036909" y="5072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1" name="rc1291"/>
            <p:cNvSpPr/>
            <p:nvPr/>
          </p:nvSpPr>
          <p:spPr>
            <a:xfrm>
              <a:off x="10036909" y="5212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2" name="rc1292"/>
            <p:cNvSpPr/>
            <p:nvPr/>
          </p:nvSpPr>
          <p:spPr>
            <a:xfrm>
              <a:off x="10036909" y="5351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3" name="rc1293"/>
            <p:cNvSpPr/>
            <p:nvPr/>
          </p:nvSpPr>
          <p:spPr>
            <a:xfrm>
              <a:off x="10036909" y="5491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4" name="rc1294"/>
            <p:cNvSpPr/>
            <p:nvPr/>
          </p:nvSpPr>
          <p:spPr>
            <a:xfrm>
              <a:off x="10036909" y="5631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5" name="rc1295"/>
            <p:cNvSpPr/>
            <p:nvPr/>
          </p:nvSpPr>
          <p:spPr>
            <a:xfrm>
              <a:off x="10036909" y="5770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6" name="rc1296"/>
            <p:cNvSpPr/>
            <p:nvPr/>
          </p:nvSpPr>
          <p:spPr>
            <a:xfrm>
              <a:off x="10036909" y="5910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7" name="rc1297"/>
            <p:cNvSpPr/>
            <p:nvPr/>
          </p:nvSpPr>
          <p:spPr>
            <a:xfrm>
              <a:off x="10036909" y="6050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8" name="rc1298"/>
            <p:cNvSpPr/>
            <p:nvPr/>
          </p:nvSpPr>
          <p:spPr>
            <a:xfrm>
              <a:off x="10151209" y="36753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9" name="rc1299"/>
            <p:cNvSpPr/>
            <p:nvPr/>
          </p:nvSpPr>
          <p:spPr>
            <a:xfrm>
              <a:off x="10151209" y="3815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0" name="rc1300"/>
            <p:cNvSpPr/>
            <p:nvPr/>
          </p:nvSpPr>
          <p:spPr>
            <a:xfrm>
              <a:off x="10151209" y="39547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1" name="rc1301"/>
            <p:cNvSpPr/>
            <p:nvPr/>
          </p:nvSpPr>
          <p:spPr>
            <a:xfrm>
              <a:off x="10151209" y="4094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2" name="rc1302"/>
            <p:cNvSpPr/>
            <p:nvPr/>
          </p:nvSpPr>
          <p:spPr>
            <a:xfrm>
              <a:off x="10151209" y="42341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3" name="rc1303"/>
            <p:cNvSpPr/>
            <p:nvPr/>
          </p:nvSpPr>
          <p:spPr>
            <a:xfrm>
              <a:off x="10151209" y="4373853"/>
              <a:ext cx="114300" cy="1397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4" name="rc1304"/>
            <p:cNvSpPr/>
            <p:nvPr/>
          </p:nvSpPr>
          <p:spPr>
            <a:xfrm>
              <a:off x="10151209" y="4513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5" name="rc1305"/>
            <p:cNvSpPr/>
            <p:nvPr/>
          </p:nvSpPr>
          <p:spPr>
            <a:xfrm>
              <a:off x="10151209" y="46532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6" name="rc1306"/>
            <p:cNvSpPr/>
            <p:nvPr/>
          </p:nvSpPr>
          <p:spPr>
            <a:xfrm>
              <a:off x="10151209" y="4792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7" name="rc1307"/>
            <p:cNvSpPr/>
            <p:nvPr/>
          </p:nvSpPr>
          <p:spPr>
            <a:xfrm>
              <a:off x="10151209" y="4932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8" name="rc1308"/>
            <p:cNvSpPr/>
            <p:nvPr/>
          </p:nvSpPr>
          <p:spPr>
            <a:xfrm>
              <a:off x="10151209" y="5072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9" name="rc1309"/>
            <p:cNvSpPr/>
            <p:nvPr/>
          </p:nvSpPr>
          <p:spPr>
            <a:xfrm>
              <a:off x="10151209" y="5212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0" name="rc1310"/>
            <p:cNvSpPr/>
            <p:nvPr/>
          </p:nvSpPr>
          <p:spPr>
            <a:xfrm>
              <a:off x="10151209" y="5351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1" name="rc1311"/>
            <p:cNvSpPr/>
            <p:nvPr/>
          </p:nvSpPr>
          <p:spPr>
            <a:xfrm>
              <a:off x="10151209" y="5491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2" name="rc1312"/>
            <p:cNvSpPr/>
            <p:nvPr/>
          </p:nvSpPr>
          <p:spPr>
            <a:xfrm>
              <a:off x="10151209" y="5631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3" name="rc1313"/>
            <p:cNvSpPr/>
            <p:nvPr/>
          </p:nvSpPr>
          <p:spPr>
            <a:xfrm>
              <a:off x="10151209" y="57708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4" name="rc1314"/>
            <p:cNvSpPr/>
            <p:nvPr/>
          </p:nvSpPr>
          <p:spPr>
            <a:xfrm>
              <a:off x="10151209" y="59105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5" name="rc1315"/>
            <p:cNvSpPr/>
            <p:nvPr/>
          </p:nvSpPr>
          <p:spPr>
            <a:xfrm>
              <a:off x="10151209" y="60502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6" name="rc1316"/>
            <p:cNvSpPr/>
            <p:nvPr/>
          </p:nvSpPr>
          <p:spPr>
            <a:xfrm>
              <a:off x="10265509" y="36753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7" name="rc1317"/>
            <p:cNvSpPr/>
            <p:nvPr/>
          </p:nvSpPr>
          <p:spPr>
            <a:xfrm>
              <a:off x="10265509" y="3815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8" name="rc1318"/>
            <p:cNvSpPr/>
            <p:nvPr/>
          </p:nvSpPr>
          <p:spPr>
            <a:xfrm>
              <a:off x="10265509" y="39547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9" name="rc1319"/>
            <p:cNvSpPr/>
            <p:nvPr/>
          </p:nvSpPr>
          <p:spPr>
            <a:xfrm>
              <a:off x="10265509" y="4094453"/>
              <a:ext cx="114300" cy="1397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0" name="rc1320"/>
            <p:cNvSpPr/>
            <p:nvPr/>
          </p:nvSpPr>
          <p:spPr>
            <a:xfrm>
              <a:off x="10265509" y="42341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1" name="rc1321"/>
            <p:cNvSpPr/>
            <p:nvPr/>
          </p:nvSpPr>
          <p:spPr>
            <a:xfrm>
              <a:off x="10265509" y="43738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2" name="rc1322"/>
            <p:cNvSpPr/>
            <p:nvPr/>
          </p:nvSpPr>
          <p:spPr>
            <a:xfrm>
              <a:off x="10265509" y="4513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3" name="rc1323"/>
            <p:cNvSpPr/>
            <p:nvPr/>
          </p:nvSpPr>
          <p:spPr>
            <a:xfrm>
              <a:off x="10265509" y="4653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4" name="rc1324"/>
            <p:cNvSpPr/>
            <p:nvPr/>
          </p:nvSpPr>
          <p:spPr>
            <a:xfrm>
              <a:off x="10265509" y="4792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5" name="rc1325"/>
            <p:cNvSpPr/>
            <p:nvPr/>
          </p:nvSpPr>
          <p:spPr>
            <a:xfrm>
              <a:off x="10265509" y="4932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6" name="rc1326"/>
            <p:cNvSpPr/>
            <p:nvPr/>
          </p:nvSpPr>
          <p:spPr>
            <a:xfrm>
              <a:off x="10265509" y="5072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7" name="rc1327"/>
            <p:cNvSpPr/>
            <p:nvPr/>
          </p:nvSpPr>
          <p:spPr>
            <a:xfrm>
              <a:off x="10265509" y="5212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8" name="rc1328"/>
            <p:cNvSpPr/>
            <p:nvPr/>
          </p:nvSpPr>
          <p:spPr>
            <a:xfrm>
              <a:off x="10265509" y="5351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9" name="rc1329"/>
            <p:cNvSpPr/>
            <p:nvPr/>
          </p:nvSpPr>
          <p:spPr>
            <a:xfrm>
              <a:off x="10265509" y="5491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0" name="rc1330"/>
            <p:cNvSpPr/>
            <p:nvPr/>
          </p:nvSpPr>
          <p:spPr>
            <a:xfrm>
              <a:off x="10265509" y="5631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1" name="rc1331"/>
            <p:cNvSpPr/>
            <p:nvPr/>
          </p:nvSpPr>
          <p:spPr>
            <a:xfrm>
              <a:off x="10265509" y="5770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2" name="rc1332"/>
            <p:cNvSpPr/>
            <p:nvPr/>
          </p:nvSpPr>
          <p:spPr>
            <a:xfrm>
              <a:off x="10265509" y="5910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3" name="rc1333"/>
            <p:cNvSpPr/>
            <p:nvPr/>
          </p:nvSpPr>
          <p:spPr>
            <a:xfrm>
              <a:off x="10265509" y="6050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4" name="rc1334"/>
            <p:cNvSpPr/>
            <p:nvPr/>
          </p:nvSpPr>
          <p:spPr>
            <a:xfrm>
              <a:off x="10379809" y="3675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5" name="rc1335"/>
            <p:cNvSpPr/>
            <p:nvPr/>
          </p:nvSpPr>
          <p:spPr>
            <a:xfrm>
              <a:off x="10379809" y="3815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6" name="rc1336"/>
            <p:cNvSpPr/>
            <p:nvPr/>
          </p:nvSpPr>
          <p:spPr>
            <a:xfrm>
              <a:off x="10379809" y="39547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7" name="rc1337"/>
            <p:cNvSpPr/>
            <p:nvPr/>
          </p:nvSpPr>
          <p:spPr>
            <a:xfrm>
              <a:off x="10379809" y="4094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8" name="rc1338"/>
            <p:cNvSpPr/>
            <p:nvPr/>
          </p:nvSpPr>
          <p:spPr>
            <a:xfrm>
              <a:off x="10379809" y="4234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9" name="rc1339"/>
            <p:cNvSpPr/>
            <p:nvPr/>
          </p:nvSpPr>
          <p:spPr>
            <a:xfrm>
              <a:off x="10379809" y="4373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0" name="rc1340"/>
            <p:cNvSpPr/>
            <p:nvPr/>
          </p:nvSpPr>
          <p:spPr>
            <a:xfrm>
              <a:off x="10379809" y="4513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1" name="rc1341"/>
            <p:cNvSpPr/>
            <p:nvPr/>
          </p:nvSpPr>
          <p:spPr>
            <a:xfrm>
              <a:off x="10379809" y="4653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2" name="rc1342"/>
            <p:cNvSpPr/>
            <p:nvPr/>
          </p:nvSpPr>
          <p:spPr>
            <a:xfrm>
              <a:off x="10379809" y="4792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3" name="rc1343"/>
            <p:cNvSpPr/>
            <p:nvPr/>
          </p:nvSpPr>
          <p:spPr>
            <a:xfrm>
              <a:off x="10379809" y="4932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4" name="rc1344"/>
            <p:cNvSpPr/>
            <p:nvPr/>
          </p:nvSpPr>
          <p:spPr>
            <a:xfrm>
              <a:off x="10379809" y="5072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5" name="rc1345"/>
            <p:cNvSpPr/>
            <p:nvPr/>
          </p:nvSpPr>
          <p:spPr>
            <a:xfrm>
              <a:off x="10379809" y="5212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6" name="rc1346"/>
            <p:cNvSpPr/>
            <p:nvPr/>
          </p:nvSpPr>
          <p:spPr>
            <a:xfrm>
              <a:off x="10379809" y="5351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7" name="rc1347"/>
            <p:cNvSpPr/>
            <p:nvPr/>
          </p:nvSpPr>
          <p:spPr>
            <a:xfrm>
              <a:off x="10379809" y="5491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8" name="rc1348"/>
            <p:cNvSpPr/>
            <p:nvPr/>
          </p:nvSpPr>
          <p:spPr>
            <a:xfrm>
              <a:off x="10379809" y="5631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9" name="rc1349"/>
            <p:cNvSpPr/>
            <p:nvPr/>
          </p:nvSpPr>
          <p:spPr>
            <a:xfrm>
              <a:off x="10379809" y="5770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0" name="rc1350"/>
            <p:cNvSpPr/>
            <p:nvPr/>
          </p:nvSpPr>
          <p:spPr>
            <a:xfrm>
              <a:off x="10379809" y="5910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1" name="rc1351"/>
            <p:cNvSpPr/>
            <p:nvPr/>
          </p:nvSpPr>
          <p:spPr>
            <a:xfrm>
              <a:off x="10379809" y="6050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2" name="rc1352"/>
            <p:cNvSpPr/>
            <p:nvPr/>
          </p:nvSpPr>
          <p:spPr>
            <a:xfrm>
              <a:off x="10494109" y="3675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3" name="rc1353"/>
            <p:cNvSpPr/>
            <p:nvPr/>
          </p:nvSpPr>
          <p:spPr>
            <a:xfrm>
              <a:off x="10494109" y="3815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4" name="rc1354"/>
            <p:cNvSpPr/>
            <p:nvPr/>
          </p:nvSpPr>
          <p:spPr>
            <a:xfrm>
              <a:off x="10494109" y="3954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5" name="rc1355"/>
            <p:cNvSpPr/>
            <p:nvPr/>
          </p:nvSpPr>
          <p:spPr>
            <a:xfrm>
              <a:off x="10494109" y="4094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6" name="rc1356"/>
            <p:cNvSpPr/>
            <p:nvPr/>
          </p:nvSpPr>
          <p:spPr>
            <a:xfrm>
              <a:off x="10494109" y="4234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7" name="rc1357"/>
            <p:cNvSpPr/>
            <p:nvPr/>
          </p:nvSpPr>
          <p:spPr>
            <a:xfrm>
              <a:off x="10494109" y="4373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8" name="rc1358"/>
            <p:cNvSpPr/>
            <p:nvPr/>
          </p:nvSpPr>
          <p:spPr>
            <a:xfrm>
              <a:off x="10494109" y="4513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9" name="rc1359"/>
            <p:cNvSpPr/>
            <p:nvPr/>
          </p:nvSpPr>
          <p:spPr>
            <a:xfrm>
              <a:off x="10494109" y="4653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0" name="rc1360"/>
            <p:cNvSpPr/>
            <p:nvPr/>
          </p:nvSpPr>
          <p:spPr>
            <a:xfrm>
              <a:off x="10494109" y="4792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1" name="rc1361"/>
            <p:cNvSpPr/>
            <p:nvPr/>
          </p:nvSpPr>
          <p:spPr>
            <a:xfrm>
              <a:off x="10494109" y="4932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2" name="rc1362"/>
            <p:cNvSpPr/>
            <p:nvPr/>
          </p:nvSpPr>
          <p:spPr>
            <a:xfrm>
              <a:off x="10494109" y="5072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3" name="rc1363"/>
            <p:cNvSpPr/>
            <p:nvPr/>
          </p:nvSpPr>
          <p:spPr>
            <a:xfrm>
              <a:off x="10494109" y="5212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4" name="rc1364"/>
            <p:cNvSpPr/>
            <p:nvPr/>
          </p:nvSpPr>
          <p:spPr>
            <a:xfrm>
              <a:off x="10494109" y="5351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5" name="rc1365"/>
            <p:cNvSpPr/>
            <p:nvPr/>
          </p:nvSpPr>
          <p:spPr>
            <a:xfrm>
              <a:off x="10494109" y="5491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6" name="rc1366"/>
            <p:cNvSpPr/>
            <p:nvPr/>
          </p:nvSpPr>
          <p:spPr>
            <a:xfrm>
              <a:off x="10494109" y="5631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7" name="rc1367"/>
            <p:cNvSpPr/>
            <p:nvPr/>
          </p:nvSpPr>
          <p:spPr>
            <a:xfrm>
              <a:off x="10494109" y="5770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8" name="rc1368"/>
            <p:cNvSpPr/>
            <p:nvPr/>
          </p:nvSpPr>
          <p:spPr>
            <a:xfrm>
              <a:off x="10494109" y="5910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9" name="rc1369"/>
            <p:cNvSpPr/>
            <p:nvPr/>
          </p:nvSpPr>
          <p:spPr>
            <a:xfrm>
              <a:off x="10494109" y="6050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0" name="tx1370"/>
            <p:cNvSpPr/>
            <p:nvPr/>
          </p:nvSpPr>
          <p:spPr>
            <a:xfrm rot="-16200000">
              <a:off x="2136859" y="6613701"/>
              <a:ext cx="82680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γ-Amino-Butryric Acid</a:t>
              </a:r>
            </a:p>
          </p:txBody>
        </p:sp>
        <p:sp>
          <p:nvSpPr>
            <p:cNvPr id="1371" name="tx1371"/>
            <p:cNvSpPr/>
            <p:nvPr/>
          </p:nvSpPr>
          <p:spPr>
            <a:xfrm rot="-16200000">
              <a:off x="2527902" y="6336958"/>
              <a:ext cx="27331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Inosine</a:t>
              </a:r>
            </a:p>
          </p:txBody>
        </p:sp>
        <p:sp>
          <p:nvSpPr>
            <p:cNvPr id="1372" name="tx1372"/>
            <p:cNvSpPr/>
            <p:nvPr/>
          </p:nvSpPr>
          <p:spPr>
            <a:xfrm rot="-16200000">
              <a:off x="2539469" y="6439691"/>
              <a:ext cx="478779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L-Lactic Acid</a:t>
              </a:r>
            </a:p>
          </p:txBody>
        </p:sp>
        <p:sp>
          <p:nvSpPr>
            <p:cNvPr id="1373" name="tx1373"/>
            <p:cNvSpPr/>
            <p:nvPr/>
          </p:nvSpPr>
          <p:spPr>
            <a:xfrm rot="-16200000">
              <a:off x="2567998" y="6525462"/>
              <a:ext cx="65032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D-Glucose-6-PO4</a:t>
              </a:r>
            </a:p>
          </p:txBody>
        </p:sp>
        <p:sp>
          <p:nvSpPr>
            <p:cNvPr id="1374" name="tx1374"/>
            <p:cNvSpPr/>
            <p:nvPr/>
          </p:nvSpPr>
          <p:spPr>
            <a:xfrm rot="-16200000">
              <a:off x="2725321" y="6482439"/>
              <a:ext cx="564276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L-Aspartic Acid</a:t>
              </a:r>
            </a:p>
          </p:txBody>
        </p:sp>
        <p:sp>
          <p:nvSpPr>
            <p:cNvPr id="1375" name="tx1375"/>
            <p:cNvSpPr/>
            <p:nvPr/>
          </p:nvSpPr>
          <p:spPr>
            <a:xfrm rot="-16200000">
              <a:off x="2886667" y="6435393"/>
              <a:ext cx="47018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α-D-Glucose</a:t>
              </a:r>
            </a:p>
          </p:txBody>
        </p:sp>
        <p:sp>
          <p:nvSpPr>
            <p:cNvPr id="1376" name="tx1376"/>
            <p:cNvSpPr/>
            <p:nvPr/>
          </p:nvSpPr>
          <p:spPr>
            <a:xfrm rot="-16200000">
              <a:off x="3029130" y="6407230"/>
              <a:ext cx="413857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D-Mannitol</a:t>
              </a:r>
            </a:p>
          </p:txBody>
        </p:sp>
        <p:sp>
          <p:nvSpPr>
            <p:cNvPr id="1377" name="tx1377"/>
            <p:cNvSpPr/>
            <p:nvPr/>
          </p:nvSpPr>
          <p:spPr>
            <a:xfrm rot="-16200000">
              <a:off x="3159524" y="6391136"/>
              <a:ext cx="38167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D-Arabitol</a:t>
              </a:r>
            </a:p>
          </p:txBody>
        </p:sp>
        <p:sp>
          <p:nvSpPr>
            <p:cNvPr id="1378" name="tx1378"/>
            <p:cNvSpPr/>
            <p:nvPr/>
          </p:nvSpPr>
          <p:spPr>
            <a:xfrm rot="-16200000">
              <a:off x="3260245" y="6404715"/>
              <a:ext cx="40882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D-Fructose</a:t>
              </a:r>
            </a:p>
          </p:txBody>
        </p:sp>
        <p:sp>
          <p:nvSpPr>
            <p:cNvPr id="1379" name="tx1379"/>
            <p:cNvSpPr/>
            <p:nvPr/>
          </p:nvSpPr>
          <p:spPr>
            <a:xfrm rot="-16200000">
              <a:off x="3364852" y="6414408"/>
              <a:ext cx="42821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D-Mannose</a:t>
              </a:r>
            </a:p>
          </p:txBody>
        </p:sp>
        <p:sp>
          <p:nvSpPr>
            <p:cNvPr id="1380" name="tx1380"/>
            <p:cNvSpPr/>
            <p:nvPr/>
          </p:nvSpPr>
          <p:spPr>
            <a:xfrm rot="-16200000">
              <a:off x="3459584" y="6433976"/>
              <a:ext cx="467349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D-Galactose</a:t>
              </a:r>
            </a:p>
          </p:txBody>
        </p:sp>
        <p:sp>
          <p:nvSpPr>
            <p:cNvPr id="1381" name="tx1381"/>
            <p:cNvSpPr/>
            <p:nvPr/>
          </p:nvSpPr>
          <p:spPr>
            <a:xfrm rot="-16200000">
              <a:off x="3572238" y="6435622"/>
              <a:ext cx="4706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myo-Inositol</a:t>
              </a:r>
            </a:p>
          </p:txBody>
        </p:sp>
        <p:sp>
          <p:nvSpPr>
            <p:cNvPr id="1382" name="tx1382"/>
            <p:cNvSpPr/>
            <p:nvPr/>
          </p:nvSpPr>
          <p:spPr>
            <a:xfrm rot="-16200000">
              <a:off x="3621890" y="6500270"/>
              <a:ext cx="599937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L-Glutamic Acid</a:t>
              </a:r>
            </a:p>
          </p:txBody>
        </p:sp>
        <p:sp>
          <p:nvSpPr>
            <p:cNvPr id="1383" name="tx1383"/>
            <p:cNvSpPr/>
            <p:nvPr/>
          </p:nvSpPr>
          <p:spPr>
            <a:xfrm rot="-16200000">
              <a:off x="3734361" y="6502099"/>
              <a:ext cx="603595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D-Gluconic Acid</a:t>
              </a:r>
            </a:p>
          </p:txBody>
        </p:sp>
        <p:sp>
          <p:nvSpPr>
            <p:cNvPr id="1384" name="tx1384"/>
            <p:cNvSpPr/>
            <p:nvPr/>
          </p:nvSpPr>
          <p:spPr>
            <a:xfrm rot="-16200000">
              <a:off x="3686172" y="6664588"/>
              <a:ext cx="92857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N-Acetyl-D-Glucosamine</a:t>
              </a:r>
            </a:p>
          </p:txBody>
        </p:sp>
        <p:sp>
          <p:nvSpPr>
            <p:cNvPr id="1385" name="tx1385"/>
            <p:cNvSpPr/>
            <p:nvPr/>
          </p:nvSpPr>
          <p:spPr>
            <a:xfrm rot="-16200000">
              <a:off x="4089103" y="6375957"/>
              <a:ext cx="35131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L-Alanine</a:t>
              </a:r>
            </a:p>
          </p:txBody>
        </p:sp>
        <p:sp>
          <p:nvSpPr>
            <p:cNvPr id="1386" name="tx1386"/>
            <p:cNvSpPr/>
            <p:nvPr/>
          </p:nvSpPr>
          <p:spPr>
            <a:xfrm rot="-16200000">
              <a:off x="4177937" y="6401423"/>
              <a:ext cx="40224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L-Histidine</a:t>
              </a:r>
            </a:p>
          </p:txBody>
        </p:sp>
        <p:sp>
          <p:nvSpPr>
            <p:cNvPr id="1387" name="tx1387"/>
            <p:cNvSpPr/>
            <p:nvPr/>
          </p:nvSpPr>
          <p:spPr>
            <a:xfrm rot="-16200000">
              <a:off x="4328950" y="6364710"/>
              <a:ext cx="32881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D-Serine</a:t>
              </a:r>
            </a:p>
          </p:txBody>
        </p:sp>
        <p:sp>
          <p:nvSpPr>
            <p:cNvPr id="1388" name="tx1388"/>
            <p:cNvSpPr/>
            <p:nvPr/>
          </p:nvSpPr>
          <p:spPr>
            <a:xfrm rot="-16200000">
              <a:off x="4471185" y="6336775"/>
              <a:ext cx="27294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Gelatin</a:t>
              </a:r>
            </a:p>
          </p:txBody>
        </p:sp>
        <p:sp>
          <p:nvSpPr>
            <p:cNvPr id="1389" name="tx1389"/>
            <p:cNvSpPr/>
            <p:nvPr/>
          </p:nvSpPr>
          <p:spPr>
            <a:xfrm rot="-16200000">
              <a:off x="4431043" y="6491217"/>
              <a:ext cx="58183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D-Aspartic Acid</a:t>
              </a:r>
            </a:p>
          </p:txBody>
        </p:sp>
        <p:sp>
          <p:nvSpPr>
            <p:cNvPr id="1390" name="tx1390"/>
            <p:cNvSpPr/>
            <p:nvPr/>
          </p:nvSpPr>
          <p:spPr>
            <a:xfrm rot="-16200000">
              <a:off x="4568980" y="6467580"/>
              <a:ext cx="53455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Propionic Acid</a:t>
              </a:r>
            </a:p>
          </p:txBody>
        </p:sp>
        <p:sp>
          <p:nvSpPr>
            <p:cNvPr id="1391" name="tx1391"/>
            <p:cNvSpPr/>
            <p:nvPr/>
          </p:nvSpPr>
          <p:spPr>
            <a:xfrm rot="-16200000">
              <a:off x="4573735" y="6577125"/>
              <a:ext cx="75364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L-Pyroglutamic Acid</a:t>
              </a:r>
            </a:p>
          </p:txBody>
        </p:sp>
        <p:sp>
          <p:nvSpPr>
            <p:cNvPr id="1392" name="tx1392"/>
            <p:cNvSpPr/>
            <p:nvPr/>
          </p:nvSpPr>
          <p:spPr>
            <a:xfrm rot="-16200000">
              <a:off x="4553938" y="6711222"/>
              <a:ext cx="10218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β-Hydroxy-D,L-Butyric Acid</a:t>
              </a:r>
            </a:p>
          </p:txBody>
        </p:sp>
        <p:sp>
          <p:nvSpPr>
            <p:cNvPr id="1393" name="tx1393"/>
            <p:cNvSpPr/>
            <p:nvPr/>
          </p:nvSpPr>
          <p:spPr>
            <a:xfrm rot="-16200000">
              <a:off x="4743173" y="6636287"/>
              <a:ext cx="87197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α-Hydroxy-Butyric Acid</a:t>
              </a:r>
            </a:p>
          </p:txBody>
        </p:sp>
        <p:sp>
          <p:nvSpPr>
            <p:cNvPr id="1394" name="tx1394"/>
            <p:cNvSpPr/>
            <p:nvPr/>
          </p:nvSpPr>
          <p:spPr>
            <a:xfrm rot="-16200000">
              <a:off x="4928705" y="6565055"/>
              <a:ext cx="72950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α-Keto-Butyric Acid</a:t>
              </a:r>
            </a:p>
          </p:txBody>
        </p:sp>
        <p:sp>
          <p:nvSpPr>
            <p:cNvPr id="1395" name="tx1395"/>
            <p:cNvSpPr/>
            <p:nvPr/>
          </p:nvSpPr>
          <p:spPr>
            <a:xfrm rot="-16200000">
              <a:off x="5216284" y="6391776"/>
              <a:ext cx="38295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L-Arginine</a:t>
              </a:r>
            </a:p>
          </p:txBody>
        </p:sp>
        <p:sp>
          <p:nvSpPr>
            <p:cNvPr id="1396" name="tx1396"/>
            <p:cNvSpPr/>
            <p:nvPr/>
          </p:nvSpPr>
          <p:spPr>
            <a:xfrm rot="-16200000">
              <a:off x="5356324" y="6366036"/>
              <a:ext cx="33147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L-Fucose</a:t>
              </a:r>
            </a:p>
          </p:txBody>
        </p:sp>
        <p:sp>
          <p:nvSpPr>
            <p:cNvPr id="1397" name="tx1397"/>
            <p:cNvSpPr/>
            <p:nvPr/>
          </p:nvSpPr>
          <p:spPr>
            <a:xfrm rot="-16200000">
              <a:off x="5446575" y="6390085"/>
              <a:ext cx="379567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D-Sorbitol</a:t>
              </a:r>
            </a:p>
          </p:txBody>
        </p:sp>
        <p:sp>
          <p:nvSpPr>
            <p:cNvPr id="1398" name="tx1398"/>
            <p:cNvSpPr/>
            <p:nvPr/>
          </p:nvSpPr>
          <p:spPr>
            <a:xfrm rot="-16200000">
              <a:off x="5537147" y="6413813"/>
              <a:ext cx="42702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Quinic Acid</a:t>
              </a:r>
            </a:p>
          </p:txBody>
        </p:sp>
        <p:sp>
          <p:nvSpPr>
            <p:cNvPr id="1399" name="tx1399"/>
            <p:cNvSpPr/>
            <p:nvPr/>
          </p:nvSpPr>
          <p:spPr>
            <a:xfrm rot="-16200000">
              <a:off x="5709282" y="6355978"/>
              <a:ext cx="31135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Glycerol</a:t>
              </a:r>
            </a:p>
          </p:txBody>
        </p:sp>
        <p:sp>
          <p:nvSpPr>
            <p:cNvPr id="1400" name="tx1400"/>
            <p:cNvSpPr/>
            <p:nvPr/>
          </p:nvSpPr>
          <p:spPr>
            <a:xfrm rot="-16200000">
              <a:off x="5769907" y="6409653"/>
              <a:ext cx="41870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Acetic Acid</a:t>
              </a:r>
            </a:p>
          </p:txBody>
        </p:sp>
        <p:sp>
          <p:nvSpPr>
            <p:cNvPr id="1401" name="tx1401"/>
            <p:cNvSpPr/>
            <p:nvPr/>
          </p:nvSpPr>
          <p:spPr>
            <a:xfrm rot="-16200000">
              <a:off x="5873006" y="6420854"/>
              <a:ext cx="441106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Formic Acid</a:t>
              </a:r>
            </a:p>
          </p:txBody>
        </p:sp>
        <p:sp>
          <p:nvSpPr>
            <p:cNvPr id="1402" name="tx1402"/>
            <p:cNvSpPr/>
            <p:nvPr/>
          </p:nvSpPr>
          <p:spPr>
            <a:xfrm rot="-16200000">
              <a:off x="6033346" y="6374814"/>
              <a:ext cx="349026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D-Fucose</a:t>
              </a:r>
            </a:p>
          </p:txBody>
        </p:sp>
        <p:sp>
          <p:nvSpPr>
            <p:cNvPr id="1403" name="tx1403"/>
            <p:cNvSpPr/>
            <p:nvPr/>
          </p:nvSpPr>
          <p:spPr>
            <a:xfrm rot="-16200000">
              <a:off x="6142525" y="6379935"/>
              <a:ext cx="359267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Tween 40</a:t>
              </a:r>
            </a:p>
          </p:txBody>
        </p:sp>
        <p:sp>
          <p:nvSpPr>
            <p:cNvPr id="1404" name="tx1404"/>
            <p:cNvSpPr/>
            <p:nvPr/>
          </p:nvSpPr>
          <p:spPr>
            <a:xfrm rot="-16200000">
              <a:off x="6201961" y="6434799"/>
              <a:ext cx="468995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D-Malic Acid</a:t>
              </a:r>
            </a:p>
          </p:txBody>
        </p:sp>
        <p:sp>
          <p:nvSpPr>
            <p:cNvPr id="1405" name="tx1405"/>
            <p:cNvSpPr/>
            <p:nvPr/>
          </p:nvSpPr>
          <p:spPr>
            <a:xfrm rot="-16200000">
              <a:off x="6330663" y="6420397"/>
              <a:ext cx="44019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D-Trehalose</a:t>
              </a:r>
            </a:p>
          </p:txBody>
        </p:sp>
        <p:sp>
          <p:nvSpPr>
            <p:cNvPr id="1406" name="tx1406"/>
            <p:cNvSpPr/>
            <p:nvPr/>
          </p:nvSpPr>
          <p:spPr>
            <a:xfrm rot="-16200000">
              <a:off x="6509428" y="6355932"/>
              <a:ext cx="31126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L-Serine</a:t>
              </a:r>
            </a:p>
          </p:txBody>
        </p:sp>
        <p:sp>
          <p:nvSpPr>
            <p:cNvPr id="1407" name="tx1407"/>
            <p:cNvSpPr/>
            <p:nvPr/>
          </p:nvSpPr>
          <p:spPr>
            <a:xfrm rot="-16200000">
              <a:off x="6576728" y="6402932"/>
              <a:ext cx="40526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Mucic Acid</a:t>
              </a:r>
            </a:p>
          </p:txBody>
        </p:sp>
        <p:sp>
          <p:nvSpPr>
            <p:cNvPr id="1408" name="tx1408"/>
            <p:cNvSpPr/>
            <p:nvPr/>
          </p:nvSpPr>
          <p:spPr>
            <a:xfrm rot="-16200000">
              <a:off x="6573436" y="6520524"/>
              <a:ext cx="640445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D-Saccharic Acid</a:t>
              </a:r>
            </a:p>
          </p:txBody>
        </p:sp>
        <p:sp>
          <p:nvSpPr>
            <p:cNvPr id="1409" name="tx1409"/>
            <p:cNvSpPr/>
            <p:nvPr/>
          </p:nvSpPr>
          <p:spPr>
            <a:xfrm rot="-16200000">
              <a:off x="6815524" y="6392737"/>
              <a:ext cx="38487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Citric Acid</a:t>
              </a:r>
            </a:p>
          </p:txBody>
        </p:sp>
        <p:sp>
          <p:nvSpPr>
            <p:cNvPr id="1410" name="tx1410"/>
            <p:cNvSpPr/>
            <p:nvPr/>
          </p:nvSpPr>
          <p:spPr>
            <a:xfrm rot="-16200000">
              <a:off x="6788915" y="6533646"/>
              <a:ext cx="666689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D-Fructose-6-PO4</a:t>
              </a:r>
            </a:p>
          </p:txBody>
        </p:sp>
        <p:sp>
          <p:nvSpPr>
            <p:cNvPr id="1411" name="tx1411"/>
            <p:cNvSpPr/>
            <p:nvPr/>
          </p:nvSpPr>
          <p:spPr>
            <a:xfrm rot="-16200000">
              <a:off x="7010839" y="6426021"/>
              <a:ext cx="451439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L-Malic Acid</a:t>
              </a:r>
            </a:p>
          </p:txBody>
        </p:sp>
        <p:sp>
          <p:nvSpPr>
            <p:cNvPr id="1412" name="tx1412"/>
            <p:cNvSpPr/>
            <p:nvPr/>
          </p:nvSpPr>
          <p:spPr>
            <a:xfrm rot="-16200000">
              <a:off x="7114852" y="6436308"/>
              <a:ext cx="47201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L-Rhamnose</a:t>
              </a:r>
            </a:p>
          </p:txBody>
        </p:sp>
        <p:sp>
          <p:nvSpPr>
            <p:cNvPr id="1413" name="tx1413"/>
            <p:cNvSpPr/>
            <p:nvPr/>
          </p:nvSpPr>
          <p:spPr>
            <a:xfrm rot="-16200000">
              <a:off x="7226318" y="6439142"/>
              <a:ext cx="47768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D-Cellobiose</a:t>
              </a:r>
            </a:p>
          </p:txBody>
        </p:sp>
        <p:sp>
          <p:nvSpPr>
            <p:cNvPr id="1414" name="tx1414"/>
            <p:cNvSpPr/>
            <p:nvPr/>
          </p:nvSpPr>
          <p:spPr>
            <a:xfrm rot="-16200000">
              <a:off x="7388121" y="6391639"/>
              <a:ext cx="382676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D-Maltose</a:t>
              </a:r>
            </a:p>
          </p:txBody>
        </p:sp>
        <p:sp>
          <p:nvSpPr>
            <p:cNvPr id="1415" name="tx1415"/>
            <p:cNvSpPr/>
            <p:nvPr/>
          </p:nvSpPr>
          <p:spPr>
            <a:xfrm rot="-16200000">
              <a:off x="7282462" y="6611598"/>
              <a:ext cx="82259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β-Methyl-D-Glucoside</a:t>
              </a:r>
            </a:p>
          </p:txBody>
        </p:sp>
        <p:sp>
          <p:nvSpPr>
            <p:cNvPr id="1416" name="tx1416"/>
            <p:cNvSpPr/>
            <p:nvPr/>
          </p:nvSpPr>
          <p:spPr>
            <a:xfrm rot="-16200000">
              <a:off x="7657412" y="6350948"/>
              <a:ext cx="30129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Sucrose</a:t>
              </a:r>
            </a:p>
          </p:txBody>
        </p:sp>
        <p:sp>
          <p:nvSpPr>
            <p:cNvPr id="1417" name="tx1417"/>
            <p:cNvSpPr/>
            <p:nvPr/>
          </p:nvSpPr>
          <p:spPr>
            <a:xfrm rot="-16200000">
              <a:off x="7695131" y="6427529"/>
              <a:ext cx="454456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Gentiobiose</a:t>
              </a:r>
            </a:p>
          </p:txBody>
        </p:sp>
        <p:sp>
          <p:nvSpPr>
            <p:cNvPr id="1418" name="tx1418"/>
            <p:cNvSpPr/>
            <p:nvPr/>
          </p:nvSpPr>
          <p:spPr>
            <a:xfrm rot="-16200000">
              <a:off x="7542792" y="6694168"/>
              <a:ext cx="98773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L-Galactonic Acid Lactone</a:t>
              </a:r>
            </a:p>
          </p:txBody>
        </p:sp>
        <p:sp>
          <p:nvSpPr>
            <p:cNvPr id="1419" name="tx1419"/>
            <p:cNvSpPr/>
            <p:nvPr/>
          </p:nvSpPr>
          <p:spPr>
            <a:xfrm rot="-16200000">
              <a:off x="7772763" y="6578497"/>
              <a:ext cx="75639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D-Galacturonic Acid</a:t>
              </a:r>
            </a:p>
          </p:txBody>
        </p:sp>
        <p:sp>
          <p:nvSpPr>
            <p:cNvPr id="1420" name="tx1420"/>
            <p:cNvSpPr/>
            <p:nvPr/>
          </p:nvSpPr>
          <p:spPr>
            <a:xfrm rot="-16200000">
              <a:off x="7924508" y="6541052"/>
              <a:ext cx="68150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D-Glucuronic Acid</a:t>
              </a:r>
            </a:p>
          </p:txBody>
        </p:sp>
        <p:sp>
          <p:nvSpPr>
            <p:cNvPr id="1421" name="tx1421"/>
            <p:cNvSpPr/>
            <p:nvPr/>
          </p:nvSpPr>
          <p:spPr>
            <a:xfrm rot="-16200000">
              <a:off x="8212224" y="6367636"/>
              <a:ext cx="33467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D-Salicin</a:t>
              </a:r>
            </a:p>
          </p:txBody>
        </p:sp>
        <p:sp>
          <p:nvSpPr>
            <p:cNvPr id="1422" name="tx1422"/>
            <p:cNvSpPr/>
            <p:nvPr/>
          </p:nvSpPr>
          <p:spPr>
            <a:xfrm rot="-16200000">
              <a:off x="8200062" y="6494098"/>
              <a:ext cx="58759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Glycyl-L-Proline</a:t>
              </a:r>
            </a:p>
          </p:txBody>
        </p:sp>
        <p:sp>
          <p:nvSpPr>
            <p:cNvPr id="1423" name="tx1423"/>
            <p:cNvSpPr/>
            <p:nvPr/>
          </p:nvSpPr>
          <p:spPr>
            <a:xfrm rot="-16200000">
              <a:off x="8388063" y="6420397"/>
              <a:ext cx="44019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D-Raffinose</a:t>
              </a:r>
            </a:p>
          </p:txBody>
        </p:sp>
        <p:sp>
          <p:nvSpPr>
            <p:cNvPr id="1424" name="tx1424"/>
            <p:cNvSpPr/>
            <p:nvPr/>
          </p:nvSpPr>
          <p:spPr>
            <a:xfrm rot="-16200000">
              <a:off x="8582602" y="6340159"/>
              <a:ext cx="27971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Dextrin</a:t>
              </a:r>
            </a:p>
          </p:txBody>
        </p:sp>
        <p:sp>
          <p:nvSpPr>
            <p:cNvPr id="1425" name="tx1425"/>
            <p:cNvSpPr/>
            <p:nvPr/>
          </p:nvSpPr>
          <p:spPr>
            <a:xfrm rot="-16200000">
              <a:off x="8721179" y="6315881"/>
              <a:ext cx="23116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Pectin</a:t>
              </a:r>
            </a:p>
          </p:txBody>
        </p:sp>
        <p:sp>
          <p:nvSpPr>
            <p:cNvPr id="1426" name="tx1426"/>
            <p:cNvSpPr/>
            <p:nvPr/>
          </p:nvSpPr>
          <p:spPr>
            <a:xfrm rot="-16200000">
              <a:off x="8430811" y="6720549"/>
              <a:ext cx="1040495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N-Acetyl-β-D-Mannosamine</a:t>
              </a:r>
            </a:p>
          </p:txBody>
        </p:sp>
        <p:sp>
          <p:nvSpPr>
            <p:cNvPr id="1427" name="tx1427"/>
            <p:cNvSpPr/>
            <p:nvPr/>
          </p:nvSpPr>
          <p:spPr>
            <a:xfrm rot="-16200000">
              <a:off x="8836439" y="6429221"/>
              <a:ext cx="45784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α-D-Lactose</a:t>
              </a:r>
            </a:p>
          </p:txBody>
        </p:sp>
        <p:sp>
          <p:nvSpPr>
            <p:cNvPr id="1428" name="tx1428"/>
            <p:cNvSpPr/>
            <p:nvPr/>
          </p:nvSpPr>
          <p:spPr>
            <a:xfrm rot="-16200000">
              <a:off x="8957871" y="6422089"/>
              <a:ext cx="443575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D-Melibiose</a:t>
              </a:r>
            </a:p>
          </p:txBody>
        </p:sp>
        <p:sp>
          <p:nvSpPr>
            <p:cNvPr id="1429" name="tx1429"/>
            <p:cNvSpPr/>
            <p:nvPr/>
          </p:nvSpPr>
          <p:spPr>
            <a:xfrm rot="-16200000">
              <a:off x="8963632" y="6530628"/>
              <a:ext cx="66065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3-Methyl Glucose</a:t>
              </a:r>
            </a:p>
          </p:txBody>
        </p:sp>
        <p:sp>
          <p:nvSpPr>
            <p:cNvPr id="1430" name="tx1430"/>
            <p:cNvSpPr/>
            <p:nvPr/>
          </p:nvSpPr>
          <p:spPr>
            <a:xfrm rot="-16200000">
              <a:off x="9098186" y="6510374"/>
              <a:ext cx="620146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Methyl Pyruvate</a:t>
              </a:r>
            </a:p>
          </p:txBody>
        </p:sp>
        <p:sp>
          <p:nvSpPr>
            <p:cNvPr id="1431" name="tx1431"/>
            <p:cNvSpPr/>
            <p:nvPr/>
          </p:nvSpPr>
          <p:spPr>
            <a:xfrm rot="-16200000">
              <a:off x="9232420" y="6490440"/>
              <a:ext cx="58027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Glucuronamide</a:t>
              </a:r>
            </a:p>
          </p:txBody>
        </p:sp>
        <p:sp>
          <p:nvSpPr>
            <p:cNvPr id="1432" name="tx1432"/>
            <p:cNvSpPr/>
            <p:nvPr/>
          </p:nvSpPr>
          <p:spPr>
            <a:xfrm rot="-16200000">
              <a:off x="9248193" y="6588967"/>
              <a:ext cx="77733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Bromo-Succinic Acid</a:t>
              </a:r>
            </a:p>
          </p:txBody>
        </p:sp>
        <p:sp>
          <p:nvSpPr>
            <p:cNvPr id="1433" name="tx1433"/>
            <p:cNvSpPr/>
            <p:nvPr/>
          </p:nvSpPr>
          <p:spPr>
            <a:xfrm rot="-16200000">
              <a:off x="9249428" y="6702032"/>
              <a:ext cx="100346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N-Acetyl-D-Galactosamine</a:t>
              </a:r>
            </a:p>
          </p:txBody>
        </p:sp>
        <p:sp>
          <p:nvSpPr>
            <p:cNvPr id="1434" name="tx1434"/>
            <p:cNvSpPr/>
            <p:nvPr/>
          </p:nvSpPr>
          <p:spPr>
            <a:xfrm rot="-16200000">
              <a:off x="9654598" y="6411162"/>
              <a:ext cx="42172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D-Turanose</a:t>
              </a:r>
            </a:p>
          </p:txBody>
        </p:sp>
        <p:sp>
          <p:nvSpPr>
            <p:cNvPr id="1435" name="tx1435"/>
            <p:cNvSpPr/>
            <p:nvPr/>
          </p:nvSpPr>
          <p:spPr>
            <a:xfrm rot="-16200000">
              <a:off x="9664474" y="6515586"/>
              <a:ext cx="63057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Acetoacetic Acid</a:t>
              </a:r>
            </a:p>
          </p:txBody>
        </p:sp>
        <p:sp>
          <p:nvSpPr>
            <p:cNvPr id="1436" name="tx1436"/>
            <p:cNvSpPr/>
            <p:nvPr/>
          </p:nvSpPr>
          <p:spPr>
            <a:xfrm rot="-16200000">
              <a:off x="9595300" y="6699061"/>
              <a:ext cx="99751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D-Lactic Acid Methyl Ester</a:t>
              </a:r>
            </a:p>
          </p:txBody>
        </p:sp>
        <p:sp>
          <p:nvSpPr>
            <p:cNvPr id="1437" name="tx1437"/>
            <p:cNvSpPr/>
            <p:nvPr/>
          </p:nvSpPr>
          <p:spPr>
            <a:xfrm rot="-16200000">
              <a:off x="9826048" y="6582612"/>
              <a:ext cx="76462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α-Keto-Glutaric Acid</a:t>
              </a:r>
            </a:p>
          </p:txBody>
        </p:sp>
        <p:sp>
          <p:nvSpPr>
            <p:cNvPr id="1438" name="tx1438"/>
            <p:cNvSpPr/>
            <p:nvPr/>
          </p:nvSpPr>
          <p:spPr>
            <a:xfrm rot="-16200000">
              <a:off x="9839902" y="6683059"/>
              <a:ext cx="96551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N-Acetyl Neuraminic Acid</a:t>
              </a:r>
            </a:p>
          </p:txBody>
        </p:sp>
        <p:sp>
          <p:nvSpPr>
            <p:cNvPr id="1439" name="tx1439"/>
            <p:cNvSpPr/>
            <p:nvPr/>
          </p:nvSpPr>
          <p:spPr>
            <a:xfrm rot="-16200000">
              <a:off x="10240317" y="6396943"/>
              <a:ext cx="39328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Stachyose</a:t>
              </a:r>
            </a:p>
          </p:txBody>
        </p:sp>
        <p:sp>
          <p:nvSpPr>
            <p:cNvPr id="1440" name="tx1440"/>
            <p:cNvSpPr/>
            <p:nvPr/>
          </p:nvSpPr>
          <p:spPr>
            <a:xfrm rot="-16200000">
              <a:off x="10007831" y="6743729"/>
              <a:ext cx="1086855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p-Hydroxy-Phenylacetic Acid</a:t>
              </a:r>
            </a:p>
          </p:txBody>
        </p:sp>
        <p:sp>
          <p:nvSpPr>
            <p:cNvPr id="1441" name="tx1441"/>
            <p:cNvSpPr/>
            <p:nvPr/>
          </p:nvSpPr>
          <p:spPr>
            <a:xfrm>
              <a:off x="10646509" y="37081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D011P03_3</a:t>
              </a:r>
            </a:p>
          </p:txBody>
        </p:sp>
        <p:sp>
          <p:nvSpPr>
            <p:cNvPr id="1442" name="tx1442"/>
            <p:cNvSpPr/>
            <p:nvPr/>
          </p:nvSpPr>
          <p:spPr>
            <a:xfrm>
              <a:off x="10646509" y="38478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D011P03_1</a:t>
              </a:r>
            </a:p>
          </p:txBody>
        </p:sp>
        <p:sp>
          <p:nvSpPr>
            <p:cNvPr id="1443" name="tx1443"/>
            <p:cNvSpPr/>
            <p:nvPr/>
          </p:nvSpPr>
          <p:spPr>
            <a:xfrm>
              <a:off x="10646509" y="39875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D011P03_2</a:t>
              </a:r>
            </a:p>
          </p:txBody>
        </p:sp>
        <p:sp>
          <p:nvSpPr>
            <p:cNvPr id="1444" name="tx1444"/>
            <p:cNvSpPr/>
            <p:nvPr/>
          </p:nvSpPr>
          <p:spPr>
            <a:xfrm>
              <a:off x="10646509" y="4127270"/>
              <a:ext cx="5928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D119N01_2</a:t>
              </a:r>
            </a:p>
          </p:txBody>
        </p:sp>
        <p:sp>
          <p:nvSpPr>
            <p:cNvPr id="1445" name="tx1445"/>
            <p:cNvSpPr/>
            <p:nvPr/>
          </p:nvSpPr>
          <p:spPr>
            <a:xfrm>
              <a:off x="10646509" y="4266970"/>
              <a:ext cx="5928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D119N01_1</a:t>
              </a:r>
            </a:p>
          </p:txBody>
        </p:sp>
        <p:sp>
          <p:nvSpPr>
            <p:cNvPr id="1446" name="tx1446"/>
            <p:cNvSpPr/>
            <p:nvPr/>
          </p:nvSpPr>
          <p:spPr>
            <a:xfrm>
              <a:off x="10646509" y="4406670"/>
              <a:ext cx="5928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D119N01_3</a:t>
              </a:r>
            </a:p>
          </p:txBody>
        </p:sp>
        <p:sp>
          <p:nvSpPr>
            <p:cNvPr id="1447" name="tx1447"/>
            <p:cNvSpPr/>
            <p:nvPr/>
          </p:nvSpPr>
          <p:spPr>
            <a:xfrm>
              <a:off x="10646509" y="4546370"/>
              <a:ext cx="5928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D113N10_3</a:t>
              </a:r>
            </a:p>
          </p:txBody>
        </p:sp>
        <p:sp>
          <p:nvSpPr>
            <p:cNvPr id="1448" name="tx1448"/>
            <p:cNvSpPr/>
            <p:nvPr/>
          </p:nvSpPr>
          <p:spPr>
            <a:xfrm>
              <a:off x="10646509" y="4686070"/>
              <a:ext cx="5928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D113N10_1</a:t>
              </a:r>
            </a:p>
          </p:txBody>
        </p:sp>
        <p:sp>
          <p:nvSpPr>
            <p:cNvPr id="1449" name="tx1449"/>
            <p:cNvSpPr/>
            <p:nvPr/>
          </p:nvSpPr>
          <p:spPr>
            <a:xfrm>
              <a:off x="10646509" y="4825770"/>
              <a:ext cx="5928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D113N10_2</a:t>
              </a:r>
            </a:p>
          </p:txBody>
        </p:sp>
        <p:sp>
          <p:nvSpPr>
            <p:cNvPr id="1450" name="tx1450"/>
            <p:cNvSpPr/>
            <p:nvPr/>
          </p:nvSpPr>
          <p:spPr>
            <a:xfrm>
              <a:off x="10646509" y="49654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D014P08_3</a:t>
              </a:r>
            </a:p>
          </p:txBody>
        </p:sp>
        <p:sp>
          <p:nvSpPr>
            <p:cNvPr id="1451" name="tx1451"/>
            <p:cNvSpPr/>
            <p:nvPr/>
          </p:nvSpPr>
          <p:spPr>
            <a:xfrm>
              <a:off x="10646509" y="51051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D014P08_1</a:t>
              </a:r>
            </a:p>
          </p:txBody>
        </p:sp>
        <p:sp>
          <p:nvSpPr>
            <p:cNvPr id="1452" name="tx1452"/>
            <p:cNvSpPr/>
            <p:nvPr/>
          </p:nvSpPr>
          <p:spPr>
            <a:xfrm>
              <a:off x="10646509" y="52448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D014P08_2</a:t>
              </a:r>
            </a:p>
          </p:txBody>
        </p:sp>
        <p:sp>
          <p:nvSpPr>
            <p:cNvPr id="1453" name="tx1453"/>
            <p:cNvSpPr/>
            <p:nvPr/>
          </p:nvSpPr>
          <p:spPr>
            <a:xfrm>
              <a:off x="10646509" y="53845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D053P02_1</a:t>
              </a:r>
            </a:p>
          </p:txBody>
        </p:sp>
        <p:sp>
          <p:nvSpPr>
            <p:cNvPr id="1454" name="tx1454"/>
            <p:cNvSpPr/>
            <p:nvPr/>
          </p:nvSpPr>
          <p:spPr>
            <a:xfrm>
              <a:off x="10646509" y="55242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D053P02_2</a:t>
              </a:r>
            </a:p>
          </p:txBody>
        </p:sp>
        <p:sp>
          <p:nvSpPr>
            <p:cNvPr id="1455" name="tx1455"/>
            <p:cNvSpPr/>
            <p:nvPr/>
          </p:nvSpPr>
          <p:spPr>
            <a:xfrm>
              <a:off x="10646509" y="56639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D053P02_3</a:t>
              </a:r>
            </a:p>
          </p:txBody>
        </p:sp>
        <p:sp>
          <p:nvSpPr>
            <p:cNvPr id="1456" name="tx1456"/>
            <p:cNvSpPr/>
            <p:nvPr/>
          </p:nvSpPr>
          <p:spPr>
            <a:xfrm>
              <a:off x="10646509" y="58036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D112P05_2</a:t>
              </a:r>
            </a:p>
          </p:txBody>
        </p:sp>
        <p:sp>
          <p:nvSpPr>
            <p:cNvPr id="1457" name="tx1457"/>
            <p:cNvSpPr/>
            <p:nvPr/>
          </p:nvSpPr>
          <p:spPr>
            <a:xfrm>
              <a:off x="10646509" y="59433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D112P05_1</a:t>
              </a:r>
            </a:p>
          </p:txBody>
        </p:sp>
        <p:sp>
          <p:nvSpPr>
            <p:cNvPr id="1458" name="tx1458"/>
            <p:cNvSpPr/>
            <p:nvPr/>
          </p:nvSpPr>
          <p:spPr>
            <a:xfrm>
              <a:off x="10646509" y="60830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D112P05_3</a:t>
              </a:r>
            </a:p>
          </p:txBody>
        </p:sp>
        <p:sp>
          <p:nvSpPr>
            <p:cNvPr id="1459" name="rc1459"/>
            <p:cNvSpPr/>
            <p:nvPr/>
          </p:nvSpPr>
          <p:spPr>
            <a:xfrm>
              <a:off x="2328009" y="36753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0" name="rc1460"/>
            <p:cNvSpPr/>
            <p:nvPr/>
          </p:nvSpPr>
          <p:spPr>
            <a:xfrm>
              <a:off x="2328009" y="38150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1" name="rc1461"/>
            <p:cNvSpPr/>
            <p:nvPr/>
          </p:nvSpPr>
          <p:spPr>
            <a:xfrm>
              <a:off x="2328009" y="39547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2" name="rc1462"/>
            <p:cNvSpPr/>
            <p:nvPr/>
          </p:nvSpPr>
          <p:spPr>
            <a:xfrm>
              <a:off x="2328009" y="40944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3" name="rc1463"/>
            <p:cNvSpPr/>
            <p:nvPr/>
          </p:nvSpPr>
          <p:spPr>
            <a:xfrm>
              <a:off x="2328009" y="42341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4" name="rc1464"/>
            <p:cNvSpPr/>
            <p:nvPr/>
          </p:nvSpPr>
          <p:spPr>
            <a:xfrm>
              <a:off x="2328009" y="43738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5" name="rc1465"/>
            <p:cNvSpPr/>
            <p:nvPr/>
          </p:nvSpPr>
          <p:spPr>
            <a:xfrm>
              <a:off x="2328009" y="45135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6" name="rc1466"/>
            <p:cNvSpPr/>
            <p:nvPr/>
          </p:nvSpPr>
          <p:spPr>
            <a:xfrm>
              <a:off x="2328009" y="46532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7" name="rc1467"/>
            <p:cNvSpPr/>
            <p:nvPr/>
          </p:nvSpPr>
          <p:spPr>
            <a:xfrm>
              <a:off x="2328009" y="47929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8" name="rc1468"/>
            <p:cNvSpPr/>
            <p:nvPr/>
          </p:nvSpPr>
          <p:spPr>
            <a:xfrm>
              <a:off x="2328009" y="49326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9" name="rc1469"/>
            <p:cNvSpPr/>
            <p:nvPr/>
          </p:nvSpPr>
          <p:spPr>
            <a:xfrm>
              <a:off x="2328009" y="50723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0" name="rc1470"/>
            <p:cNvSpPr/>
            <p:nvPr/>
          </p:nvSpPr>
          <p:spPr>
            <a:xfrm>
              <a:off x="2328009" y="52120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1" name="rc1471"/>
            <p:cNvSpPr/>
            <p:nvPr/>
          </p:nvSpPr>
          <p:spPr>
            <a:xfrm>
              <a:off x="2328009" y="53517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2" name="rc1472"/>
            <p:cNvSpPr/>
            <p:nvPr/>
          </p:nvSpPr>
          <p:spPr>
            <a:xfrm>
              <a:off x="2328009" y="54914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3" name="rc1473"/>
            <p:cNvSpPr/>
            <p:nvPr/>
          </p:nvSpPr>
          <p:spPr>
            <a:xfrm>
              <a:off x="2328009" y="56311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4" name="rc1474"/>
            <p:cNvSpPr/>
            <p:nvPr/>
          </p:nvSpPr>
          <p:spPr>
            <a:xfrm>
              <a:off x="2328009" y="57708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5" name="rc1475"/>
            <p:cNvSpPr/>
            <p:nvPr/>
          </p:nvSpPr>
          <p:spPr>
            <a:xfrm>
              <a:off x="2328009" y="59105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6" name="rc1476"/>
            <p:cNvSpPr/>
            <p:nvPr/>
          </p:nvSpPr>
          <p:spPr>
            <a:xfrm>
              <a:off x="2328009" y="60502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7" name="tx1477"/>
            <p:cNvSpPr/>
            <p:nvPr/>
          </p:nvSpPr>
          <p:spPr>
            <a:xfrm rot="-16200000">
              <a:off x="2168075" y="6405172"/>
              <a:ext cx="446867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Genus</a:t>
              </a:r>
            </a:p>
          </p:txBody>
        </p:sp>
        <p:sp>
          <p:nvSpPr>
            <p:cNvPr id="1478" name="tx1478"/>
            <p:cNvSpPr/>
            <p:nvPr/>
          </p:nvSpPr>
          <p:spPr>
            <a:xfrm>
              <a:off x="11832835" y="3675353"/>
              <a:ext cx="446867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Genus</a:t>
              </a:r>
            </a:p>
          </p:txBody>
        </p:sp>
        <p:sp>
          <p:nvSpPr>
            <p:cNvPr id="1479" name="rc1479"/>
            <p:cNvSpPr/>
            <p:nvPr/>
          </p:nvSpPr>
          <p:spPr>
            <a:xfrm>
              <a:off x="11832835" y="3814296"/>
              <a:ext cx="185257" cy="185257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0" name="rc1480"/>
            <p:cNvSpPr/>
            <p:nvPr/>
          </p:nvSpPr>
          <p:spPr>
            <a:xfrm>
              <a:off x="11832835" y="3999554"/>
              <a:ext cx="185257" cy="185257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1" name="tx1481"/>
            <p:cNvSpPr/>
            <p:nvPr/>
          </p:nvSpPr>
          <p:spPr>
            <a:xfrm>
              <a:off x="12055144" y="3860611"/>
              <a:ext cx="51279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1482" name="tx1482"/>
            <p:cNvSpPr/>
            <p:nvPr/>
          </p:nvSpPr>
          <p:spPr>
            <a:xfrm>
              <a:off x="12055144" y="4045868"/>
              <a:ext cx="810981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1483" name="rc1483"/>
            <p:cNvSpPr/>
            <p:nvPr/>
          </p:nvSpPr>
          <p:spPr>
            <a:xfrm>
              <a:off x="11328306" y="5561303"/>
              <a:ext cx="127000" cy="1905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4" name="rc1484"/>
            <p:cNvSpPr/>
            <p:nvPr/>
          </p:nvSpPr>
          <p:spPr>
            <a:xfrm>
              <a:off x="11328306" y="5542253"/>
              <a:ext cx="127000" cy="1905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5" name="rc1485"/>
            <p:cNvSpPr/>
            <p:nvPr/>
          </p:nvSpPr>
          <p:spPr>
            <a:xfrm>
              <a:off x="11328306" y="5523203"/>
              <a:ext cx="127000" cy="1905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6" name="rc1486"/>
            <p:cNvSpPr/>
            <p:nvPr/>
          </p:nvSpPr>
          <p:spPr>
            <a:xfrm>
              <a:off x="11328306" y="5504153"/>
              <a:ext cx="127000" cy="1905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7" name="rc1487"/>
            <p:cNvSpPr/>
            <p:nvPr/>
          </p:nvSpPr>
          <p:spPr>
            <a:xfrm>
              <a:off x="11328306" y="5485103"/>
              <a:ext cx="127000" cy="1905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8" name="rc1488"/>
            <p:cNvSpPr/>
            <p:nvPr/>
          </p:nvSpPr>
          <p:spPr>
            <a:xfrm>
              <a:off x="11328306" y="5466053"/>
              <a:ext cx="127000" cy="1905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9" name="rc1489"/>
            <p:cNvSpPr/>
            <p:nvPr/>
          </p:nvSpPr>
          <p:spPr>
            <a:xfrm>
              <a:off x="11328306" y="5447003"/>
              <a:ext cx="127000" cy="1905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0" name="rc1490"/>
            <p:cNvSpPr/>
            <p:nvPr/>
          </p:nvSpPr>
          <p:spPr>
            <a:xfrm>
              <a:off x="11328306" y="5427953"/>
              <a:ext cx="127000" cy="1905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1" name="rc1491"/>
            <p:cNvSpPr/>
            <p:nvPr/>
          </p:nvSpPr>
          <p:spPr>
            <a:xfrm>
              <a:off x="11328306" y="5408903"/>
              <a:ext cx="127000" cy="1905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2" name="rc1492"/>
            <p:cNvSpPr/>
            <p:nvPr/>
          </p:nvSpPr>
          <p:spPr>
            <a:xfrm>
              <a:off x="11328306" y="5389853"/>
              <a:ext cx="127000" cy="19049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3" name="rc1493"/>
            <p:cNvSpPr/>
            <p:nvPr/>
          </p:nvSpPr>
          <p:spPr>
            <a:xfrm>
              <a:off x="11328306" y="5370803"/>
              <a:ext cx="127000" cy="1905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4" name="rc1494"/>
            <p:cNvSpPr/>
            <p:nvPr/>
          </p:nvSpPr>
          <p:spPr>
            <a:xfrm>
              <a:off x="11328306" y="5351753"/>
              <a:ext cx="127000" cy="1905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5" name="rc1495"/>
            <p:cNvSpPr/>
            <p:nvPr/>
          </p:nvSpPr>
          <p:spPr>
            <a:xfrm>
              <a:off x="11328306" y="5332703"/>
              <a:ext cx="127000" cy="19049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6" name="rc1496"/>
            <p:cNvSpPr/>
            <p:nvPr/>
          </p:nvSpPr>
          <p:spPr>
            <a:xfrm>
              <a:off x="11328306" y="5313653"/>
              <a:ext cx="127000" cy="1905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7" name="rc1497"/>
            <p:cNvSpPr/>
            <p:nvPr/>
          </p:nvSpPr>
          <p:spPr>
            <a:xfrm>
              <a:off x="11328306" y="5294603"/>
              <a:ext cx="127000" cy="1905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8" name="rc1498"/>
            <p:cNvSpPr/>
            <p:nvPr/>
          </p:nvSpPr>
          <p:spPr>
            <a:xfrm>
              <a:off x="11328306" y="5275553"/>
              <a:ext cx="127000" cy="19049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9" name="rc1499"/>
            <p:cNvSpPr/>
            <p:nvPr/>
          </p:nvSpPr>
          <p:spPr>
            <a:xfrm>
              <a:off x="11328306" y="5256503"/>
              <a:ext cx="127000" cy="1905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0" name="rc1500"/>
            <p:cNvSpPr/>
            <p:nvPr/>
          </p:nvSpPr>
          <p:spPr>
            <a:xfrm>
              <a:off x="11328306" y="5237453"/>
              <a:ext cx="127000" cy="1905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1" name="rc1501"/>
            <p:cNvSpPr/>
            <p:nvPr/>
          </p:nvSpPr>
          <p:spPr>
            <a:xfrm>
              <a:off x="11328306" y="5218403"/>
              <a:ext cx="127000" cy="19049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2" name="rc1502"/>
            <p:cNvSpPr/>
            <p:nvPr/>
          </p:nvSpPr>
          <p:spPr>
            <a:xfrm>
              <a:off x="11328306" y="5199353"/>
              <a:ext cx="127000" cy="1905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3" name="rc1503"/>
            <p:cNvSpPr/>
            <p:nvPr/>
          </p:nvSpPr>
          <p:spPr>
            <a:xfrm>
              <a:off x="11328306" y="5180303"/>
              <a:ext cx="127000" cy="1905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4" name="rc1504"/>
            <p:cNvSpPr/>
            <p:nvPr/>
          </p:nvSpPr>
          <p:spPr>
            <a:xfrm>
              <a:off x="11328306" y="5161253"/>
              <a:ext cx="127000" cy="19049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5" name="rc1505"/>
            <p:cNvSpPr/>
            <p:nvPr/>
          </p:nvSpPr>
          <p:spPr>
            <a:xfrm>
              <a:off x="11328306" y="5142203"/>
              <a:ext cx="127000" cy="19050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6" name="rc1506"/>
            <p:cNvSpPr/>
            <p:nvPr/>
          </p:nvSpPr>
          <p:spPr>
            <a:xfrm>
              <a:off x="11328306" y="5123153"/>
              <a:ext cx="127000" cy="19050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7" name="rc1507"/>
            <p:cNvSpPr/>
            <p:nvPr/>
          </p:nvSpPr>
          <p:spPr>
            <a:xfrm>
              <a:off x="11328306" y="5104103"/>
              <a:ext cx="127000" cy="19049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8" name="rc1508"/>
            <p:cNvSpPr/>
            <p:nvPr/>
          </p:nvSpPr>
          <p:spPr>
            <a:xfrm>
              <a:off x="11328306" y="5085053"/>
              <a:ext cx="127000" cy="19050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9" name="rc1509"/>
            <p:cNvSpPr/>
            <p:nvPr/>
          </p:nvSpPr>
          <p:spPr>
            <a:xfrm>
              <a:off x="11328306" y="5066003"/>
              <a:ext cx="127000" cy="1905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0" name="rc1510"/>
            <p:cNvSpPr/>
            <p:nvPr/>
          </p:nvSpPr>
          <p:spPr>
            <a:xfrm>
              <a:off x="11328306" y="5046953"/>
              <a:ext cx="127000" cy="19049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1" name="rc1511"/>
            <p:cNvSpPr/>
            <p:nvPr/>
          </p:nvSpPr>
          <p:spPr>
            <a:xfrm>
              <a:off x="11328306" y="5027903"/>
              <a:ext cx="127000" cy="1905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2" name="rc1512"/>
            <p:cNvSpPr/>
            <p:nvPr/>
          </p:nvSpPr>
          <p:spPr>
            <a:xfrm>
              <a:off x="11328306" y="5008853"/>
              <a:ext cx="127000" cy="1905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3" name="rc1513"/>
            <p:cNvSpPr/>
            <p:nvPr/>
          </p:nvSpPr>
          <p:spPr>
            <a:xfrm>
              <a:off x="11328306" y="4989803"/>
              <a:ext cx="127000" cy="19049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4" name="rc1514"/>
            <p:cNvSpPr/>
            <p:nvPr/>
          </p:nvSpPr>
          <p:spPr>
            <a:xfrm>
              <a:off x="11328306" y="4970753"/>
              <a:ext cx="127000" cy="1905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5" name="rc1515"/>
            <p:cNvSpPr/>
            <p:nvPr/>
          </p:nvSpPr>
          <p:spPr>
            <a:xfrm>
              <a:off x="11328306" y="4951703"/>
              <a:ext cx="127000" cy="1905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6" name="rc1516"/>
            <p:cNvSpPr/>
            <p:nvPr/>
          </p:nvSpPr>
          <p:spPr>
            <a:xfrm>
              <a:off x="11328306" y="4932653"/>
              <a:ext cx="127000" cy="19049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7" name="rc1517"/>
            <p:cNvSpPr/>
            <p:nvPr/>
          </p:nvSpPr>
          <p:spPr>
            <a:xfrm>
              <a:off x="11328306" y="4913603"/>
              <a:ext cx="127000" cy="1905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8" name="rc1518"/>
            <p:cNvSpPr/>
            <p:nvPr/>
          </p:nvSpPr>
          <p:spPr>
            <a:xfrm>
              <a:off x="11328306" y="4894553"/>
              <a:ext cx="127000" cy="1905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9" name="rc1519"/>
            <p:cNvSpPr/>
            <p:nvPr/>
          </p:nvSpPr>
          <p:spPr>
            <a:xfrm>
              <a:off x="11328306" y="4875503"/>
              <a:ext cx="127000" cy="19049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0" name="rc1520"/>
            <p:cNvSpPr/>
            <p:nvPr/>
          </p:nvSpPr>
          <p:spPr>
            <a:xfrm>
              <a:off x="11328306" y="4856453"/>
              <a:ext cx="127000" cy="1905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1" name="rc1521"/>
            <p:cNvSpPr/>
            <p:nvPr/>
          </p:nvSpPr>
          <p:spPr>
            <a:xfrm>
              <a:off x="11328306" y="4837403"/>
              <a:ext cx="127000" cy="1905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2" name="rc1522"/>
            <p:cNvSpPr/>
            <p:nvPr/>
          </p:nvSpPr>
          <p:spPr>
            <a:xfrm>
              <a:off x="11328306" y="4818353"/>
              <a:ext cx="127000" cy="19049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3" name="rc1523"/>
            <p:cNvSpPr/>
            <p:nvPr/>
          </p:nvSpPr>
          <p:spPr>
            <a:xfrm>
              <a:off x="11328306" y="4799303"/>
              <a:ext cx="127000" cy="1905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4" name="rc1524"/>
            <p:cNvSpPr/>
            <p:nvPr/>
          </p:nvSpPr>
          <p:spPr>
            <a:xfrm>
              <a:off x="11328306" y="4780253"/>
              <a:ext cx="127000" cy="1905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5" name="rc1525"/>
            <p:cNvSpPr/>
            <p:nvPr/>
          </p:nvSpPr>
          <p:spPr>
            <a:xfrm>
              <a:off x="11328306" y="4761203"/>
              <a:ext cx="127000" cy="19049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6" name="rc1526"/>
            <p:cNvSpPr/>
            <p:nvPr/>
          </p:nvSpPr>
          <p:spPr>
            <a:xfrm>
              <a:off x="11328306" y="4742153"/>
              <a:ext cx="127000" cy="1905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7" name="rc1527"/>
            <p:cNvSpPr/>
            <p:nvPr/>
          </p:nvSpPr>
          <p:spPr>
            <a:xfrm>
              <a:off x="11328306" y="4723103"/>
              <a:ext cx="127000" cy="1905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8" name="rc1528"/>
            <p:cNvSpPr/>
            <p:nvPr/>
          </p:nvSpPr>
          <p:spPr>
            <a:xfrm>
              <a:off x="11328306" y="4704053"/>
              <a:ext cx="127000" cy="19049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9" name="rc1529"/>
            <p:cNvSpPr/>
            <p:nvPr/>
          </p:nvSpPr>
          <p:spPr>
            <a:xfrm>
              <a:off x="11328306" y="4685003"/>
              <a:ext cx="127000" cy="1905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0" name="rc1530"/>
            <p:cNvSpPr/>
            <p:nvPr/>
          </p:nvSpPr>
          <p:spPr>
            <a:xfrm>
              <a:off x="11328306" y="4665953"/>
              <a:ext cx="127000" cy="1905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1" name="rc1531"/>
            <p:cNvSpPr/>
            <p:nvPr/>
          </p:nvSpPr>
          <p:spPr>
            <a:xfrm>
              <a:off x="11328306" y="4646903"/>
              <a:ext cx="127000" cy="19049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2" name="rc1532"/>
            <p:cNvSpPr/>
            <p:nvPr/>
          </p:nvSpPr>
          <p:spPr>
            <a:xfrm>
              <a:off x="11328306" y="4627853"/>
              <a:ext cx="127000" cy="1905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3" name="rc1533"/>
            <p:cNvSpPr/>
            <p:nvPr/>
          </p:nvSpPr>
          <p:spPr>
            <a:xfrm>
              <a:off x="11328306" y="4608803"/>
              <a:ext cx="127000" cy="1905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4" name="rc1534"/>
            <p:cNvSpPr/>
            <p:nvPr/>
          </p:nvSpPr>
          <p:spPr>
            <a:xfrm>
              <a:off x="11328306" y="4589753"/>
              <a:ext cx="127000" cy="19049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5" name="rc1535"/>
            <p:cNvSpPr/>
            <p:nvPr/>
          </p:nvSpPr>
          <p:spPr>
            <a:xfrm>
              <a:off x="11328306" y="4570703"/>
              <a:ext cx="127000" cy="1905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6" name="rc1536"/>
            <p:cNvSpPr/>
            <p:nvPr/>
          </p:nvSpPr>
          <p:spPr>
            <a:xfrm>
              <a:off x="11328306" y="4551653"/>
              <a:ext cx="127000" cy="1905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7" name="rc1537"/>
            <p:cNvSpPr/>
            <p:nvPr/>
          </p:nvSpPr>
          <p:spPr>
            <a:xfrm>
              <a:off x="11328306" y="4532603"/>
              <a:ext cx="127000" cy="19049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8" name="rc1538"/>
            <p:cNvSpPr/>
            <p:nvPr/>
          </p:nvSpPr>
          <p:spPr>
            <a:xfrm>
              <a:off x="11328306" y="4513553"/>
              <a:ext cx="127000" cy="1905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9" name="rc1539"/>
            <p:cNvSpPr/>
            <p:nvPr/>
          </p:nvSpPr>
          <p:spPr>
            <a:xfrm>
              <a:off x="11328306" y="4494503"/>
              <a:ext cx="127000" cy="1905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0" name="rc1540"/>
            <p:cNvSpPr/>
            <p:nvPr/>
          </p:nvSpPr>
          <p:spPr>
            <a:xfrm>
              <a:off x="11328306" y="4475453"/>
              <a:ext cx="127000" cy="19049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1" name="rc1541"/>
            <p:cNvSpPr/>
            <p:nvPr/>
          </p:nvSpPr>
          <p:spPr>
            <a:xfrm>
              <a:off x="11328306" y="4456403"/>
              <a:ext cx="127000" cy="1905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2" name="rc1542"/>
            <p:cNvSpPr/>
            <p:nvPr/>
          </p:nvSpPr>
          <p:spPr>
            <a:xfrm>
              <a:off x="11328306" y="4437353"/>
              <a:ext cx="127000" cy="1905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3" name="rc1543"/>
            <p:cNvSpPr/>
            <p:nvPr/>
          </p:nvSpPr>
          <p:spPr>
            <a:xfrm>
              <a:off x="11328306" y="4418303"/>
              <a:ext cx="127000" cy="19049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4" name="rc1544"/>
            <p:cNvSpPr/>
            <p:nvPr/>
          </p:nvSpPr>
          <p:spPr>
            <a:xfrm>
              <a:off x="11328306" y="4399253"/>
              <a:ext cx="127000" cy="1905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5" name="rc1545"/>
            <p:cNvSpPr/>
            <p:nvPr/>
          </p:nvSpPr>
          <p:spPr>
            <a:xfrm>
              <a:off x="11328306" y="4380203"/>
              <a:ext cx="127000" cy="1905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6" name="rc1546"/>
            <p:cNvSpPr/>
            <p:nvPr/>
          </p:nvSpPr>
          <p:spPr>
            <a:xfrm>
              <a:off x="11328306" y="4361153"/>
              <a:ext cx="127000" cy="19049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7" name="rc1547"/>
            <p:cNvSpPr/>
            <p:nvPr/>
          </p:nvSpPr>
          <p:spPr>
            <a:xfrm>
              <a:off x="11328306" y="4342103"/>
              <a:ext cx="127000" cy="1905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8" name="rc1548"/>
            <p:cNvSpPr/>
            <p:nvPr/>
          </p:nvSpPr>
          <p:spPr>
            <a:xfrm>
              <a:off x="11328306" y="4323053"/>
              <a:ext cx="127000" cy="1905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9" name="rc1549"/>
            <p:cNvSpPr/>
            <p:nvPr/>
          </p:nvSpPr>
          <p:spPr>
            <a:xfrm>
              <a:off x="11328306" y="4304003"/>
              <a:ext cx="127000" cy="19049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0" name="rc1550"/>
            <p:cNvSpPr/>
            <p:nvPr/>
          </p:nvSpPr>
          <p:spPr>
            <a:xfrm>
              <a:off x="11328306" y="4284953"/>
              <a:ext cx="127000" cy="1905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1" name="rc1551"/>
            <p:cNvSpPr/>
            <p:nvPr/>
          </p:nvSpPr>
          <p:spPr>
            <a:xfrm>
              <a:off x="11328306" y="4265903"/>
              <a:ext cx="127000" cy="1905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2" name="rc1552"/>
            <p:cNvSpPr/>
            <p:nvPr/>
          </p:nvSpPr>
          <p:spPr>
            <a:xfrm>
              <a:off x="11328306" y="4246853"/>
              <a:ext cx="127000" cy="19049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3" name="rc1553"/>
            <p:cNvSpPr/>
            <p:nvPr/>
          </p:nvSpPr>
          <p:spPr>
            <a:xfrm>
              <a:off x="11328306" y="4227803"/>
              <a:ext cx="127000" cy="1905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4" name="rc1554"/>
            <p:cNvSpPr/>
            <p:nvPr/>
          </p:nvSpPr>
          <p:spPr>
            <a:xfrm>
              <a:off x="11328306" y="4208753"/>
              <a:ext cx="127000" cy="1905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5" name="rc1555"/>
            <p:cNvSpPr/>
            <p:nvPr/>
          </p:nvSpPr>
          <p:spPr>
            <a:xfrm>
              <a:off x="11328306" y="4189703"/>
              <a:ext cx="127000" cy="1905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6" name="rc1556"/>
            <p:cNvSpPr/>
            <p:nvPr/>
          </p:nvSpPr>
          <p:spPr>
            <a:xfrm>
              <a:off x="11328306" y="4170653"/>
              <a:ext cx="127000" cy="1905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7" name="rc1557"/>
            <p:cNvSpPr/>
            <p:nvPr/>
          </p:nvSpPr>
          <p:spPr>
            <a:xfrm>
              <a:off x="11328306" y="4151603"/>
              <a:ext cx="127000" cy="1905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8" name="rc1558"/>
            <p:cNvSpPr/>
            <p:nvPr/>
          </p:nvSpPr>
          <p:spPr>
            <a:xfrm>
              <a:off x="11328306" y="4132553"/>
              <a:ext cx="127000" cy="19049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9" name="rc1559"/>
            <p:cNvSpPr/>
            <p:nvPr/>
          </p:nvSpPr>
          <p:spPr>
            <a:xfrm>
              <a:off x="11328306" y="4113503"/>
              <a:ext cx="127000" cy="1905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0" name="rc1560"/>
            <p:cNvSpPr/>
            <p:nvPr/>
          </p:nvSpPr>
          <p:spPr>
            <a:xfrm>
              <a:off x="11328306" y="4094453"/>
              <a:ext cx="127000" cy="19050"/>
            </a:xfrm>
            <a:prstGeom prst="rect">
              <a:avLst/>
            </a:prstGeom>
            <a:solidFill>
              <a:srgbClr val="FCA86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1" name="rc1561"/>
            <p:cNvSpPr/>
            <p:nvPr/>
          </p:nvSpPr>
          <p:spPr>
            <a:xfrm>
              <a:off x="11328306" y="4075403"/>
              <a:ext cx="127000" cy="19049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2" name="rc1562"/>
            <p:cNvSpPr/>
            <p:nvPr/>
          </p:nvSpPr>
          <p:spPr>
            <a:xfrm>
              <a:off x="11328306" y="4056353"/>
              <a:ext cx="127000" cy="1905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3" name="rc1563"/>
            <p:cNvSpPr/>
            <p:nvPr/>
          </p:nvSpPr>
          <p:spPr>
            <a:xfrm>
              <a:off x="11328306" y="4037303"/>
              <a:ext cx="127000" cy="1905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4" name="rc1564"/>
            <p:cNvSpPr/>
            <p:nvPr/>
          </p:nvSpPr>
          <p:spPr>
            <a:xfrm>
              <a:off x="11328306" y="4018253"/>
              <a:ext cx="127000" cy="19049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5" name="rc1565"/>
            <p:cNvSpPr/>
            <p:nvPr/>
          </p:nvSpPr>
          <p:spPr>
            <a:xfrm>
              <a:off x="11328306" y="3999203"/>
              <a:ext cx="127000" cy="1905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6" name="rc1566"/>
            <p:cNvSpPr/>
            <p:nvPr/>
          </p:nvSpPr>
          <p:spPr>
            <a:xfrm>
              <a:off x="11328306" y="3980153"/>
              <a:ext cx="127000" cy="19049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7" name="rc1567"/>
            <p:cNvSpPr/>
            <p:nvPr/>
          </p:nvSpPr>
          <p:spPr>
            <a:xfrm>
              <a:off x="11328306" y="3961103"/>
              <a:ext cx="127000" cy="19049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8" name="rc1568"/>
            <p:cNvSpPr/>
            <p:nvPr/>
          </p:nvSpPr>
          <p:spPr>
            <a:xfrm>
              <a:off x="11328306" y="3942053"/>
              <a:ext cx="127000" cy="19050"/>
            </a:xfrm>
            <a:prstGeom prst="rect">
              <a:avLst/>
            </a:prstGeom>
            <a:solidFill>
              <a:srgbClr val="F67E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9" name="rc1569"/>
            <p:cNvSpPr/>
            <p:nvPr/>
          </p:nvSpPr>
          <p:spPr>
            <a:xfrm>
              <a:off x="11328306" y="3923003"/>
              <a:ext cx="127000" cy="19050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0" name="rc1570"/>
            <p:cNvSpPr/>
            <p:nvPr/>
          </p:nvSpPr>
          <p:spPr>
            <a:xfrm>
              <a:off x="11328306" y="3903953"/>
              <a:ext cx="127000" cy="1905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1" name="rc1571"/>
            <p:cNvSpPr/>
            <p:nvPr/>
          </p:nvSpPr>
          <p:spPr>
            <a:xfrm>
              <a:off x="11328306" y="3884903"/>
              <a:ext cx="127000" cy="19050"/>
            </a:xfrm>
            <a:prstGeom prst="rect">
              <a:avLst/>
            </a:prstGeom>
            <a:solidFill>
              <a:srgbClr val="EF6D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2" name="rc1572"/>
            <p:cNvSpPr/>
            <p:nvPr/>
          </p:nvSpPr>
          <p:spPr>
            <a:xfrm>
              <a:off x="11328306" y="3865853"/>
              <a:ext cx="127000" cy="19050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3" name="rc1573"/>
            <p:cNvSpPr/>
            <p:nvPr/>
          </p:nvSpPr>
          <p:spPr>
            <a:xfrm>
              <a:off x="11328306" y="3846803"/>
              <a:ext cx="127000" cy="19049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4" name="rc1574"/>
            <p:cNvSpPr/>
            <p:nvPr/>
          </p:nvSpPr>
          <p:spPr>
            <a:xfrm>
              <a:off x="11328306" y="3827753"/>
              <a:ext cx="127000" cy="19050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5" name="rc1575"/>
            <p:cNvSpPr/>
            <p:nvPr/>
          </p:nvSpPr>
          <p:spPr>
            <a:xfrm>
              <a:off x="11328306" y="3808703"/>
              <a:ext cx="127000" cy="19050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6" name="rc1576"/>
            <p:cNvSpPr/>
            <p:nvPr/>
          </p:nvSpPr>
          <p:spPr>
            <a:xfrm>
              <a:off x="11328306" y="3789653"/>
              <a:ext cx="127000" cy="19049"/>
            </a:xfrm>
            <a:prstGeom prst="rect">
              <a:avLst/>
            </a:prstGeom>
            <a:solidFill>
              <a:srgbClr val="E4513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7" name="rc1577"/>
            <p:cNvSpPr/>
            <p:nvPr/>
          </p:nvSpPr>
          <p:spPr>
            <a:xfrm>
              <a:off x="11328306" y="3770603"/>
              <a:ext cx="127000" cy="19050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8" name="rc1578"/>
            <p:cNvSpPr/>
            <p:nvPr/>
          </p:nvSpPr>
          <p:spPr>
            <a:xfrm>
              <a:off x="11328306" y="3751553"/>
              <a:ext cx="127000" cy="19050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9" name="rc1579"/>
            <p:cNvSpPr/>
            <p:nvPr/>
          </p:nvSpPr>
          <p:spPr>
            <a:xfrm>
              <a:off x="11328306" y="3732503"/>
              <a:ext cx="127000" cy="19049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0" name="rc1580"/>
            <p:cNvSpPr/>
            <p:nvPr/>
          </p:nvSpPr>
          <p:spPr>
            <a:xfrm>
              <a:off x="11328306" y="3713453"/>
              <a:ext cx="127000" cy="1905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1" name="rc1581"/>
            <p:cNvSpPr/>
            <p:nvPr/>
          </p:nvSpPr>
          <p:spPr>
            <a:xfrm>
              <a:off x="11328306" y="3694403"/>
              <a:ext cx="127000" cy="19050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2" name="rc1582"/>
            <p:cNvSpPr/>
            <p:nvPr/>
          </p:nvSpPr>
          <p:spPr>
            <a:xfrm>
              <a:off x="11328306" y="3675353"/>
              <a:ext cx="127000" cy="1905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3" name="tx1583"/>
            <p:cNvSpPr/>
            <p:nvPr/>
          </p:nvSpPr>
          <p:spPr>
            <a:xfrm>
              <a:off x="11506106" y="5534039"/>
              <a:ext cx="8083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584" name="tx1584"/>
            <p:cNvSpPr/>
            <p:nvPr/>
          </p:nvSpPr>
          <p:spPr>
            <a:xfrm>
              <a:off x="11506106" y="5280360"/>
              <a:ext cx="20208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1585" name="tx1585"/>
            <p:cNvSpPr/>
            <p:nvPr/>
          </p:nvSpPr>
          <p:spPr>
            <a:xfrm>
              <a:off x="11506106" y="5026681"/>
              <a:ext cx="20208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1586" name="tx1586"/>
            <p:cNvSpPr/>
            <p:nvPr/>
          </p:nvSpPr>
          <p:spPr>
            <a:xfrm>
              <a:off x="11506106" y="4773003"/>
              <a:ext cx="20208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1587" name="tx1587"/>
            <p:cNvSpPr/>
            <p:nvPr/>
          </p:nvSpPr>
          <p:spPr>
            <a:xfrm>
              <a:off x="11506106" y="4519324"/>
              <a:ext cx="20208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1588" name="tx1588"/>
            <p:cNvSpPr/>
            <p:nvPr/>
          </p:nvSpPr>
          <p:spPr>
            <a:xfrm>
              <a:off x="11506106" y="4265645"/>
              <a:ext cx="8083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1589" name="tx1589"/>
            <p:cNvSpPr/>
            <p:nvPr/>
          </p:nvSpPr>
          <p:spPr>
            <a:xfrm>
              <a:off x="11506106" y="4011967"/>
              <a:ext cx="20208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1.2</a:t>
              </a:r>
            </a:p>
          </p:txBody>
        </p:sp>
        <p:sp>
          <p:nvSpPr>
            <p:cNvPr id="1590" name="tx1590"/>
            <p:cNvSpPr/>
            <p:nvPr/>
          </p:nvSpPr>
          <p:spPr>
            <a:xfrm>
              <a:off x="11506106" y="3758288"/>
              <a:ext cx="20208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1.4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7</cp:revision>
  <dcterms:created xsi:type="dcterms:W3CDTF">2015-07-14T21:05:00Z</dcterms:created>
  <dcterms:modified xsi:type="dcterms:W3CDTF">2026-10-14T10:39:53Z</dcterms:modified>
</cp:coreProperties>
</file>