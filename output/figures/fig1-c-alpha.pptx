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18287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22047" y="1088835"/>
              <a:ext cx="1347624" cy="5135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22047" y="6029805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22047" y="4817589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22047" y="3605372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22047" y="239315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122047" y="1180939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374726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95859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216991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74726" y="1544604"/>
              <a:ext cx="0" cy="786122"/>
            </a:xfrm>
            <a:custGeom>
              <a:avLst/>
              <a:pathLst>
                <a:path w="0" h="786122">
                  <a:moveTo>
                    <a:pt x="0" y="78612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4726" y="3348988"/>
              <a:ext cx="0" cy="1024928"/>
            </a:xfrm>
            <a:custGeom>
              <a:avLst/>
              <a:pathLst>
                <a:path w="0" h="1024928">
                  <a:moveTo>
                    <a:pt x="0" y="0"/>
                  </a:moveTo>
                  <a:lnTo>
                    <a:pt x="0" y="1024928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227330" y="2330727"/>
              <a:ext cx="294792" cy="1018261"/>
            </a:xfrm>
            <a:custGeom>
              <a:avLst/>
              <a:pathLst>
                <a:path w="294792" h="1018261">
                  <a:moveTo>
                    <a:pt x="0" y="0"/>
                  </a:moveTo>
                  <a:lnTo>
                    <a:pt x="0" y="1018261"/>
                  </a:lnTo>
                  <a:lnTo>
                    <a:pt x="294792" y="1018261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227330" y="2464677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95859" y="4769100"/>
              <a:ext cx="0" cy="407304"/>
            </a:xfrm>
            <a:custGeom>
              <a:avLst/>
              <a:pathLst>
                <a:path w="0" h="407304">
                  <a:moveTo>
                    <a:pt x="0" y="40730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95859" y="5597044"/>
              <a:ext cx="0" cy="253353"/>
            </a:xfrm>
            <a:custGeom>
              <a:avLst/>
              <a:pathLst>
                <a:path w="0" h="253353">
                  <a:moveTo>
                    <a:pt x="0" y="0"/>
                  </a:moveTo>
                  <a:lnTo>
                    <a:pt x="0" y="253353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648462" y="5176405"/>
              <a:ext cx="294792" cy="420639"/>
            </a:xfrm>
            <a:custGeom>
              <a:avLst/>
              <a:pathLst>
                <a:path w="294792" h="420639">
                  <a:moveTo>
                    <a:pt x="0" y="0"/>
                  </a:moveTo>
                  <a:lnTo>
                    <a:pt x="0" y="420639"/>
                  </a:lnTo>
                  <a:lnTo>
                    <a:pt x="294792" y="420639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8462" y="5375208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16991" y="5804333"/>
              <a:ext cx="0" cy="89704"/>
            </a:xfrm>
            <a:custGeom>
              <a:avLst/>
              <a:pathLst>
                <a:path w="0" h="89704">
                  <a:moveTo>
                    <a:pt x="0" y="8970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216991" y="5969194"/>
              <a:ext cx="0" cy="21819"/>
            </a:xfrm>
            <a:custGeom>
              <a:avLst/>
              <a:pathLst>
                <a:path w="0" h="21819">
                  <a:moveTo>
                    <a:pt x="0" y="0"/>
                  </a:moveTo>
                  <a:lnTo>
                    <a:pt x="0" y="21819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069595" y="5894037"/>
              <a:ext cx="294792" cy="75157"/>
            </a:xfrm>
            <a:custGeom>
              <a:avLst/>
              <a:pathLst>
                <a:path w="294792" h="75157">
                  <a:moveTo>
                    <a:pt x="0" y="0"/>
                  </a:moveTo>
                  <a:lnTo>
                    <a:pt x="0" y="75157"/>
                  </a:lnTo>
                  <a:lnTo>
                    <a:pt x="294792" y="75157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69595" y="5930403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743252" y="552329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827601" y="548257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763702" y="535861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843556" y="561273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853233" y="554777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702483" y="570098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783770" y="486187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845140" y="520047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787700" y="475243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771727" y="583301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55990" y="511913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771174" y="530517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808948" y="497195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791271" y="535277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712147" y="575524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267520" y="589239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157396" y="589247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23026" y="582357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71181" y="578781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276730" y="587690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265787" y="586544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232646" y="590448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23837" y="592273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283429" y="594346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226397" y="596213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235295" y="596689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207591" y="594490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16026" y="596966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164651" y="596936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140723" y="59660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278166" y="589664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267936" y="589100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232293" y="591520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249940" y="59497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120088" y="59598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196428" y="595305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243706" y="592000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52396" y="596003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169540" y="593382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154959" y="571633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39996" y="587678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185773" y="589245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185635" y="574377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178075" y="574298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141621" y="565400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139324" y="592346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155197" y="588904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194434" y="585331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160745" y="593334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60445" y="596261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123662" y="597444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190431" y="591264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250523" y="59724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136476" y="594831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210435" y="591427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50732" y="595685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137424" y="590850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242838" y="586190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66714" y="589627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179021" y="584281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385717" y="230840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289653" y="238087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338357" y="236843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319897" y="251397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410905" y="1839602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349230" y="152789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410134" y="435745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10526" y="417543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407486" y="338099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347767" y="230663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400770" y="318785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379671" y="372726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393309" y="233077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273782" y="260989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2331795" y="1271215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2752928" y="4495710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172551" y="5397599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2122047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2011849" y="599277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1882553" y="4780555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817905" y="3568339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817905" y="2356123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1817905" y="1143906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2000</a:t>
              </a:r>
            </a:p>
          </p:txBody>
        </p:sp>
        <p:sp>
          <p:nvSpPr>
            <p:cNvPr id="109" name="pl109"/>
            <p:cNvSpPr/>
            <p:nvPr/>
          </p:nvSpPr>
          <p:spPr>
            <a:xfrm>
              <a:off x="2096742" y="602980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096742" y="481758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096742" y="360537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096742" y="239315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096742" y="118093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122047" y="622471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374726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95859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216991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8"/>
            <p:cNvSpPr/>
            <p:nvPr/>
          </p:nvSpPr>
          <p:spPr>
            <a:xfrm>
              <a:off x="2288910" y="6270266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720421" y="6270266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48731" y="6270266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5400000">
              <a:off x="1483523" y="3615125"/>
              <a:ext cx="5498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Observed</a:t>
              </a:r>
            </a:p>
          </p:txBody>
        </p:sp>
        <p:sp>
          <p:nvSpPr>
            <p:cNvPr id="122" name="rc122"/>
            <p:cNvSpPr/>
            <p:nvPr/>
          </p:nvSpPr>
          <p:spPr>
            <a:xfrm>
              <a:off x="3520281" y="1038225"/>
              <a:ext cx="18288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950847" y="1088835"/>
              <a:ext cx="1347624" cy="5135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950847" y="602988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950847" y="4821469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950847" y="3613053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950847" y="240463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3950847" y="1196219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203526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624659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045791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203526" y="1544614"/>
              <a:ext cx="0" cy="791184"/>
            </a:xfrm>
            <a:custGeom>
              <a:avLst/>
              <a:pathLst>
                <a:path w="0" h="791184">
                  <a:moveTo>
                    <a:pt x="0" y="79118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203526" y="3349917"/>
              <a:ext cx="0" cy="1026174"/>
            </a:xfrm>
            <a:custGeom>
              <a:avLst/>
              <a:pathLst>
                <a:path w="0" h="1026174">
                  <a:moveTo>
                    <a:pt x="0" y="0"/>
                  </a:moveTo>
                  <a:lnTo>
                    <a:pt x="0" y="1026174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056130" y="2335798"/>
              <a:ext cx="294792" cy="1014118"/>
            </a:xfrm>
            <a:custGeom>
              <a:avLst/>
              <a:pathLst>
                <a:path w="294792" h="1014118">
                  <a:moveTo>
                    <a:pt x="0" y="0"/>
                  </a:moveTo>
                  <a:lnTo>
                    <a:pt x="0" y="1014118"/>
                  </a:lnTo>
                  <a:lnTo>
                    <a:pt x="294792" y="1014118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056130" y="2468930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624659" y="4772034"/>
              <a:ext cx="0" cy="407126"/>
            </a:xfrm>
            <a:custGeom>
              <a:avLst/>
              <a:pathLst>
                <a:path w="0" h="407126">
                  <a:moveTo>
                    <a:pt x="0" y="40712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624659" y="5598481"/>
              <a:ext cx="0" cy="252559"/>
            </a:xfrm>
            <a:custGeom>
              <a:avLst/>
              <a:pathLst>
                <a:path w="0" h="252559">
                  <a:moveTo>
                    <a:pt x="0" y="0"/>
                  </a:moveTo>
                  <a:lnTo>
                    <a:pt x="0" y="252559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4477262" y="5179161"/>
              <a:ext cx="294792" cy="419320"/>
            </a:xfrm>
            <a:custGeom>
              <a:avLst/>
              <a:pathLst>
                <a:path w="294792" h="419320">
                  <a:moveTo>
                    <a:pt x="0" y="0"/>
                  </a:moveTo>
                  <a:lnTo>
                    <a:pt x="0" y="419320"/>
                  </a:lnTo>
                  <a:lnTo>
                    <a:pt x="294792" y="419320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477262" y="5377341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45791" y="5803912"/>
              <a:ext cx="0" cy="90631"/>
            </a:xfrm>
            <a:custGeom>
              <a:avLst/>
              <a:pathLst>
                <a:path w="0" h="90631">
                  <a:moveTo>
                    <a:pt x="0" y="9063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5791" y="5969465"/>
              <a:ext cx="0" cy="21751"/>
            </a:xfrm>
            <a:custGeom>
              <a:avLst/>
              <a:pathLst>
                <a:path w="0" h="21751">
                  <a:moveTo>
                    <a:pt x="0" y="0"/>
                  </a:moveTo>
                  <a:lnTo>
                    <a:pt x="0" y="21751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4898395" y="5894543"/>
              <a:ext cx="294792" cy="74921"/>
            </a:xfrm>
            <a:custGeom>
              <a:avLst/>
              <a:pathLst>
                <a:path w="294792" h="74921">
                  <a:moveTo>
                    <a:pt x="0" y="0"/>
                  </a:moveTo>
                  <a:lnTo>
                    <a:pt x="0" y="74921"/>
                  </a:lnTo>
                  <a:lnTo>
                    <a:pt x="294792" y="74921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98395" y="5930796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72052" y="552463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656401" y="548307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592502" y="536056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672356" y="561424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682033" y="554908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531283" y="570144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612570" y="486486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673940" y="520335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16500" y="475524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600527" y="583410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684790" y="512140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599974" y="530737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637748" y="497572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620071" y="535533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540947" y="575672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096320" y="589234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986196" y="589236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951826" y="582449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999981" y="578714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5105530" y="587766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094587" y="586570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061446" y="590442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052637" y="592353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5112229" y="594313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055197" y="596232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064095" y="596713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036391" y="594535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044826" y="596962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993451" y="596956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969523" y="596696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106966" y="589706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096736" y="589207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061093" y="591622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078740" y="595018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948888" y="595992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025228" y="595277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072506" y="592105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981196" y="595996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998340" y="593347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983759" y="57180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968796" y="587763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014573" y="589235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014435" y="574477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006875" y="574413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970421" y="565326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968124" y="592367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983997" y="588974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5023234" y="585362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989545" y="593338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089245" y="596241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952462" y="597444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019231" y="591378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5079323" y="597211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965276" y="594796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039235" y="591411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979532" y="595740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966224" y="590909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071638" y="586306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95514" y="589698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007821" y="584379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214517" y="231529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118453" y="238333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167157" y="237043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148697" y="252070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239705" y="183761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178030" y="152781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238934" y="435934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239326" y="417823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236286" y="338121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76567" y="230988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229570" y="3189152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208471" y="372980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222109" y="2330102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4102582" y="261547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tx218"/>
            <p:cNvSpPr/>
            <p:nvPr/>
          </p:nvSpPr>
          <p:spPr>
            <a:xfrm>
              <a:off x="4160595" y="1271215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4581728" y="4498635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5001351" y="5396724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221" name="pl221"/>
            <p:cNvSpPr/>
            <p:nvPr/>
          </p:nvSpPr>
          <p:spPr>
            <a:xfrm>
              <a:off x="3950847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tx222"/>
            <p:cNvSpPr/>
            <p:nvPr/>
          </p:nvSpPr>
          <p:spPr>
            <a:xfrm>
              <a:off x="3840649" y="599285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3711353" y="4784436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646705" y="3576020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3646705" y="2367603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646705" y="1159186"/>
              <a:ext cx="25859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2000</a:t>
              </a:r>
            </a:p>
          </p:txBody>
        </p:sp>
        <p:sp>
          <p:nvSpPr>
            <p:cNvPr id="227" name="pl227"/>
            <p:cNvSpPr/>
            <p:nvPr/>
          </p:nvSpPr>
          <p:spPr>
            <a:xfrm>
              <a:off x="3925542" y="602988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3925542" y="482146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3925542" y="361305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3925542" y="240463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3925542" y="119621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950847" y="622471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4203526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4624659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5045791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4117710" y="6270266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549221" y="6270266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4977531" y="6270266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239" name="tx239"/>
            <p:cNvSpPr/>
            <p:nvPr/>
          </p:nvSpPr>
          <p:spPr>
            <a:xfrm rot="-5400000">
              <a:off x="3404769" y="3615125"/>
              <a:ext cx="364937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Chao1</a:t>
              </a:r>
            </a:p>
          </p:txBody>
        </p:sp>
        <p:sp>
          <p:nvSpPr>
            <p:cNvPr id="240" name="rc240"/>
            <p:cNvSpPr/>
            <p:nvPr/>
          </p:nvSpPr>
          <p:spPr>
            <a:xfrm>
              <a:off x="5349081" y="1038225"/>
              <a:ext cx="18288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5779647" y="1088835"/>
              <a:ext cx="1347624" cy="5135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779647" y="6030222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779647" y="470001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779647" y="3369810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779647" y="2039603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6032326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6453459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6874591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6032326" y="1544616"/>
              <a:ext cx="0" cy="158342"/>
            </a:xfrm>
            <a:custGeom>
              <a:avLst/>
              <a:pathLst>
                <a:path w="0" h="158342">
                  <a:moveTo>
                    <a:pt x="0" y="15834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6032326" y="2025332"/>
              <a:ext cx="0" cy="369118"/>
            </a:xfrm>
            <a:custGeom>
              <a:avLst/>
              <a:pathLst>
                <a:path w="0" h="369118">
                  <a:moveTo>
                    <a:pt x="0" y="0"/>
                  </a:moveTo>
                  <a:lnTo>
                    <a:pt x="0" y="369118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884930" y="1702959"/>
              <a:ext cx="294792" cy="322373"/>
            </a:xfrm>
            <a:custGeom>
              <a:avLst/>
              <a:pathLst>
                <a:path w="294792" h="322373">
                  <a:moveTo>
                    <a:pt x="0" y="0"/>
                  </a:moveTo>
                  <a:lnTo>
                    <a:pt x="0" y="322373"/>
                  </a:lnTo>
                  <a:lnTo>
                    <a:pt x="294792" y="322373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884930" y="1735071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453459" y="2463047"/>
              <a:ext cx="0" cy="561262"/>
            </a:xfrm>
            <a:custGeom>
              <a:avLst/>
              <a:pathLst>
                <a:path w="0" h="561262">
                  <a:moveTo>
                    <a:pt x="0" y="56126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6453459" y="4385684"/>
              <a:ext cx="0" cy="379804"/>
            </a:xfrm>
            <a:custGeom>
              <a:avLst/>
              <a:pathLst>
                <a:path w="0" h="379804">
                  <a:moveTo>
                    <a:pt x="0" y="0"/>
                  </a:moveTo>
                  <a:lnTo>
                    <a:pt x="0" y="379804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06062" y="3024310"/>
              <a:ext cx="294792" cy="1361374"/>
            </a:xfrm>
            <a:custGeom>
              <a:avLst/>
              <a:pathLst>
                <a:path w="294792" h="1361374">
                  <a:moveTo>
                    <a:pt x="0" y="0"/>
                  </a:moveTo>
                  <a:lnTo>
                    <a:pt x="0" y="1361374"/>
                  </a:lnTo>
                  <a:lnTo>
                    <a:pt x="294792" y="1361374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6306062" y="3302702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6874591" y="3557015"/>
              <a:ext cx="0" cy="1000050"/>
            </a:xfrm>
            <a:custGeom>
              <a:avLst/>
              <a:pathLst>
                <a:path w="0" h="1000050">
                  <a:moveTo>
                    <a:pt x="0" y="100005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6874591" y="5305675"/>
              <a:ext cx="0" cy="685592"/>
            </a:xfrm>
            <a:custGeom>
              <a:avLst/>
              <a:pathLst>
                <a:path w="0" h="685592">
                  <a:moveTo>
                    <a:pt x="0" y="0"/>
                  </a:moveTo>
                  <a:lnTo>
                    <a:pt x="0" y="685592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727195" y="4557066"/>
              <a:ext cx="294792" cy="748609"/>
            </a:xfrm>
            <a:custGeom>
              <a:avLst/>
              <a:pathLst>
                <a:path w="294792" h="748609">
                  <a:moveTo>
                    <a:pt x="0" y="0"/>
                  </a:moveTo>
                  <a:lnTo>
                    <a:pt x="0" y="748609"/>
                  </a:lnTo>
                  <a:lnTo>
                    <a:pt x="294792" y="748609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6727195" y="4940687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400852" y="466739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485201" y="4569861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6421302" y="291970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501156" y="336948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6510833" y="416787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360083" y="474867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441370" y="244623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502740" y="320757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445300" y="252233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429327" y="470424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513590" y="328588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428774" y="319543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466548" y="285342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6448871" y="3095260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369747" y="414943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925120" y="492387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814996" y="490769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780626" y="397367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828781" y="397302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6934330" y="515167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923387" y="423850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890246" y="580581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881437" y="486563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941029" y="528886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883997" y="529757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892895" y="534989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865191" y="532481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873626" y="483485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822251" y="549460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798323" y="597443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6935766" y="491594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925536" y="472361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889893" y="49253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907540" y="591767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777688" y="543656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854028" y="530326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901306" y="491846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6809996" y="500991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827140" y="52021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6812559" y="379807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6797596" y="443085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843373" y="404827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6843235" y="396989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35675" y="395938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799221" y="354018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6796924" y="461281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6812797" y="432276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852034" y="454675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6818345" y="450992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918045" y="517948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781262" y="535995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6848031" y="517043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908123" y="520210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794076" y="502952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868035" y="537906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808332" y="506454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795024" y="467246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6900438" y="474321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6924314" y="49661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836621" y="45402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043317" y="170829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5947253" y="161271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995957" y="168510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5977497" y="172819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6068505" y="154667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6006830" y="152779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67734" y="264526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6068126" y="2377629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6065086" y="201849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6005367" y="168922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6058370" y="1978581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037271" y="217979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050909" y="169307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5931382" y="1782845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tx335"/>
            <p:cNvSpPr/>
            <p:nvPr/>
          </p:nvSpPr>
          <p:spPr>
            <a:xfrm>
              <a:off x="5989395" y="1271215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6409019" y="2189646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6836095" y="3283613"/>
              <a:ext cx="7699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338" name="pl338"/>
            <p:cNvSpPr/>
            <p:nvPr/>
          </p:nvSpPr>
          <p:spPr>
            <a:xfrm>
              <a:off x="5779647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tx339"/>
            <p:cNvSpPr/>
            <p:nvPr/>
          </p:nvSpPr>
          <p:spPr>
            <a:xfrm>
              <a:off x="5669449" y="599318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5669449" y="466298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5669449" y="333277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5669449" y="2002570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43" name="pl343"/>
            <p:cNvSpPr/>
            <p:nvPr/>
          </p:nvSpPr>
          <p:spPr>
            <a:xfrm>
              <a:off x="5754342" y="603022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5754342" y="470001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5754342" y="336981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5754342" y="20396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5779647" y="622471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6032326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6453459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6874591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tx351"/>
            <p:cNvSpPr/>
            <p:nvPr/>
          </p:nvSpPr>
          <p:spPr>
            <a:xfrm>
              <a:off x="5946510" y="6270266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6378021" y="6270266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6806331" y="6270266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354" name="tx354"/>
            <p:cNvSpPr/>
            <p:nvPr/>
          </p:nvSpPr>
          <p:spPr>
            <a:xfrm rot="-5400000">
              <a:off x="5164943" y="3615125"/>
              <a:ext cx="50218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Shannon</a:t>
              </a:r>
            </a:p>
          </p:txBody>
        </p:sp>
        <p:sp>
          <p:nvSpPr>
            <p:cNvPr id="355" name="rc355"/>
            <p:cNvSpPr/>
            <p:nvPr/>
          </p:nvSpPr>
          <p:spPr>
            <a:xfrm>
              <a:off x="7177881" y="1038225"/>
              <a:ext cx="18288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7608447" y="1088835"/>
              <a:ext cx="1347624" cy="51358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608447" y="6055650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7608447" y="4925561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608447" y="3795471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08447" y="2665382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7608447" y="1535292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  <a:lnTo>
                    <a:pt x="134762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861126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8282259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8703391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861126" y="1544616"/>
              <a:ext cx="0" cy="3188"/>
            </a:xfrm>
            <a:custGeom>
              <a:avLst/>
              <a:pathLst>
                <a:path w="0" h="3188">
                  <a:moveTo>
                    <a:pt x="0" y="318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7861126" y="1565291"/>
              <a:ext cx="0" cy="18010"/>
            </a:xfrm>
            <a:custGeom>
              <a:avLst/>
              <a:pathLst>
                <a:path w="0" h="18010">
                  <a:moveTo>
                    <a:pt x="0" y="0"/>
                  </a:moveTo>
                  <a:lnTo>
                    <a:pt x="0" y="1801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7713730" y="1547805"/>
              <a:ext cx="294792" cy="17486"/>
            </a:xfrm>
            <a:custGeom>
              <a:avLst/>
              <a:pathLst>
                <a:path w="294792" h="17486">
                  <a:moveTo>
                    <a:pt x="0" y="0"/>
                  </a:moveTo>
                  <a:lnTo>
                    <a:pt x="0" y="17486"/>
                  </a:lnTo>
                  <a:lnTo>
                    <a:pt x="294792" y="17486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713730" y="1548980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8282259" y="1569387"/>
              <a:ext cx="0" cy="111624"/>
            </a:xfrm>
            <a:custGeom>
              <a:avLst/>
              <a:pathLst>
                <a:path w="0" h="111624">
                  <a:moveTo>
                    <a:pt x="0" y="11162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8282259" y="2427170"/>
              <a:ext cx="0" cy="748322"/>
            </a:xfrm>
            <a:custGeom>
              <a:avLst/>
              <a:pathLst>
                <a:path w="0" h="748322">
                  <a:moveTo>
                    <a:pt x="0" y="0"/>
                  </a:moveTo>
                  <a:lnTo>
                    <a:pt x="0" y="748322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8134862" y="1681012"/>
              <a:ext cx="294792" cy="746158"/>
            </a:xfrm>
            <a:custGeom>
              <a:avLst/>
              <a:pathLst>
                <a:path w="294792" h="746158">
                  <a:moveTo>
                    <a:pt x="0" y="0"/>
                  </a:moveTo>
                  <a:lnTo>
                    <a:pt x="0" y="746158"/>
                  </a:lnTo>
                  <a:lnTo>
                    <a:pt x="294792" y="746158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8134862" y="1783648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8703391" y="1749785"/>
              <a:ext cx="0" cy="636246"/>
            </a:xfrm>
            <a:custGeom>
              <a:avLst/>
              <a:pathLst>
                <a:path w="0" h="636246">
                  <a:moveTo>
                    <a:pt x="0" y="63624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8703391" y="3430936"/>
              <a:ext cx="0" cy="613301"/>
            </a:xfrm>
            <a:custGeom>
              <a:avLst/>
              <a:pathLst>
                <a:path w="0" h="613301">
                  <a:moveTo>
                    <a:pt x="0" y="0"/>
                  </a:moveTo>
                  <a:lnTo>
                    <a:pt x="0" y="613301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8555995" y="2386031"/>
              <a:ext cx="294792" cy="1044905"/>
            </a:xfrm>
            <a:custGeom>
              <a:avLst/>
              <a:pathLst>
                <a:path w="294792" h="1044905">
                  <a:moveTo>
                    <a:pt x="0" y="0"/>
                  </a:moveTo>
                  <a:lnTo>
                    <a:pt x="0" y="1044905"/>
                  </a:lnTo>
                  <a:lnTo>
                    <a:pt x="294792" y="1044905"/>
                  </a:lnTo>
                  <a:lnTo>
                    <a:pt x="2947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8555995" y="2863816"/>
              <a:ext cx="294792" cy="0"/>
            </a:xfrm>
            <a:custGeom>
              <a:avLst/>
              <a:pathLst>
                <a:path w="294792" h="0">
                  <a:moveTo>
                    <a:pt x="0" y="0"/>
                  </a:moveTo>
                  <a:lnTo>
                    <a:pt x="294792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8229652" y="261542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8314001" y="315868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8250102" y="157872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8329956" y="167187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8339633" y="2205277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8188883" y="2925112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8270170" y="155257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8331540" y="176681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8274100" y="1592084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8258127" y="2828478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8342390" y="1766925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8257574" y="171450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8295348" y="1656463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8277671" y="1695926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8198547" y="2002339"/>
              <a:ext cx="33646" cy="33646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6545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8753920" y="307226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8643796" y="278314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8609426" y="191815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8657581" y="193851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8763130" y="333065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8752187" y="210367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8719046" y="560197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8710237" y="276823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8769829" y="402743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8712797" y="333517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8721695" y="345150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8693991" y="342132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8702426" y="244120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8651051" y="399021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8627123" y="597441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8764566" y="3414114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8754336" y="284696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8718693" y="333958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8736340" y="586060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8606488" y="36440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8682828" y="32123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8730106" y="275058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8638796" y="316911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8655940" y="377750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8641359" y="184475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8626396" y="218940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8672173" y="187303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8672035" y="204043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8664475" y="207474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8628021" y="173295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8625724" y="236921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8641597" y="212623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8680834" y="258587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8647145" y="2158712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8746845" y="3478037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8610062" y="339935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8676831" y="333316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8736923" y="336237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8622876" y="2831550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8696835" y="3581718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8637132" y="2800385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8623824" y="2414659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729238" y="2663813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8753114" y="2946976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8665421" y="2382721"/>
              <a:ext cx="33646" cy="33646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6545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7872117" y="153156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7776053" y="1528702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7824757" y="153092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7806297" y="153190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7897305" y="152776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7835630" y="1528340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7896534" y="1646166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7896926" y="156648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7893886" y="1552388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7834167" y="153240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7887170" y="154756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7866071" y="1548777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7879709" y="1531114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7760182" y="1534283"/>
              <a:ext cx="33646" cy="33646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6545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tx451"/>
            <p:cNvSpPr/>
            <p:nvPr/>
          </p:nvSpPr>
          <p:spPr>
            <a:xfrm>
              <a:off x="7818195" y="1271215"/>
              <a:ext cx="8586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8237819" y="1295986"/>
              <a:ext cx="88879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8664895" y="1476383"/>
              <a:ext cx="76992" cy="10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454" name="pl454"/>
            <p:cNvSpPr/>
            <p:nvPr/>
          </p:nvSpPr>
          <p:spPr>
            <a:xfrm>
              <a:off x="7608447" y="1088835"/>
              <a:ext cx="0" cy="5135881"/>
            </a:xfrm>
            <a:custGeom>
              <a:avLst/>
              <a:pathLst>
                <a:path w="0" h="5135881">
                  <a:moveTo>
                    <a:pt x="0" y="51358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tx455"/>
            <p:cNvSpPr/>
            <p:nvPr/>
          </p:nvSpPr>
          <p:spPr>
            <a:xfrm>
              <a:off x="7336675" y="6018617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7336675" y="4888527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0.25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7336675" y="3758438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0.50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7336675" y="2628348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0.75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7336675" y="149825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1.00</a:t>
              </a:r>
            </a:p>
          </p:txBody>
        </p:sp>
        <p:sp>
          <p:nvSpPr>
            <p:cNvPr id="460" name="pl460"/>
            <p:cNvSpPr/>
            <p:nvPr/>
          </p:nvSpPr>
          <p:spPr>
            <a:xfrm>
              <a:off x="7583142" y="605565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7583142" y="492556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583142" y="379547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7583142" y="266538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583142" y="153529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608447" y="6224716"/>
              <a:ext cx="1347624" cy="0"/>
            </a:xfrm>
            <a:custGeom>
              <a:avLst/>
              <a:pathLst>
                <a:path w="1347624" h="0">
                  <a:moveTo>
                    <a:pt x="0" y="0"/>
                  </a:moveTo>
                  <a:lnTo>
                    <a:pt x="134762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7861126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8282259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8703391" y="622471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tx469"/>
            <p:cNvSpPr/>
            <p:nvPr/>
          </p:nvSpPr>
          <p:spPr>
            <a:xfrm>
              <a:off x="7775310" y="6270266"/>
              <a:ext cx="17163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soil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8206821" y="6270266"/>
              <a:ext cx="15087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OC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8635131" y="6270266"/>
              <a:ext cx="1365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RC</a:t>
              </a:r>
            </a:p>
          </p:txBody>
        </p:sp>
        <p:sp>
          <p:nvSpPr>
            <p:cNvPr id="472" name="tx472"/>
            <p:cNvSpPr/>
            <p:nvPr/>
          </p:nvSpPr>
          <p:spPr>
            <a:xfrm rot="-5400000">
              <a:off x="6999824" y="3615125"/>
              <a:ext cx="4900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Simpson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2026-10-14T10:32:27Z</dcterms:modified>
</cp:coreProperties>
</file>