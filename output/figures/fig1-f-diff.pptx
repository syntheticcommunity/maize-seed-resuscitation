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858300" y="1107814"/>
              <a:ext cx="6078792" cy="50767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17841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884307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050772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217238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383703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34608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01074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467539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634005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800470" y="1107814"/>
              <a:ext cx="0" cy="5076792"/>
            </a:xfrm>
            <a:custGeom>
              <a:avLst/>
              <a:pathLst>
                <a:path w="0" h="5076792">
                  <a:moveTo>
                    <a:pt x="0" y="50767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547769" y="3320774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65569" y="3353318"/>
              <a:ext cx="382200" cy="0"/>
            </a:xfrm>
            <a:custGeom>
              <a:avLst/>
              <a:pathLst>
                <a:path w="382200" h="0">
                  <a:moveTo>
                    <a:pt x="38220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65569" y="3320774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831234" y="1368162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964003" y="1400705"/>
              <a:ext cx="867231" cy="0"/>
            </a:xfrm>
            <a:custGeom>
              <a:avLst/>
              <a:pathLst>
                <a:path w="867231" h="0">
                  <a:moveTo>
                    <a:pt x="867231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964003" y="1368162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134999" y="2344468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134608" y="2377012"/>
              <a:ext cx="390" cy="0"/>
            </a:xfrm>
            <a:custGeom>
              <a:avLst/>
              <a:pathLst>
                <a:path w="390" h="0">
                  <a:moveTo>
                    <a:pt x="39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134608" y="2344468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34608" y="5273387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134608" y="53059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34608" y="5273387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32157" y="4297081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250207" y="4329624"/>
              <a:ext cx="381949" cy="0"/>
            </a:xfrm>
            <a:custGeom>
              <a:avLst/>
              <a:pathLst>
                <a:path w="381949" h="0">
                  <a:moveTo>
                    <a:pt x="38194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250207" y="4297081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53488" y="3613666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39514" y="3646210"/>
              <a:ext cx="1413974" cy="0"/>
            </a:xfrm>
            <a:custGeom>
              <a:avLst/>
              <a:pathLst>
                <a:path w="1413974" h="0">
                  <a:moveTo>
                    <a:pt x="1413974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639514" y="3613666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892758" y="1661054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931529" y="1693597"/>
              <a:ext cx="961229" cy="0"/>
            </a:xfrm>
            <a:custGeom>
              <a:avLst/>
              <a:pathLst>
                <a:path w="961229" h="0">
                  <a:moveTo>
                    <a:pt x="96122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931529" y="1661054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845465" y="2637360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224796" y="2669904"/>
              <a:ext cx="1620668" cy="0"/>
            </a:xfrm>
            <a:custGeom>
              <a:avLst/>
              <a:pathLst>
                <a:path w="1620668" h="0">
                  <a:moveTo>
                    <a:pt x="1620668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224796" y="2637360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24498" y="5566279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137758" y="5598823"/>
              <a:ext cx="186740" cy="0"/>
            </a:xfrm>
            <a:custGeom>
              <a:avLst/>
              <a:pathLst>
                <a:path w="186740" h="0">
                  <a:moveTo>
                    <a:pt x="18674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137758" y="5566279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826802" y="4589973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414353" y="4622516"/>
              <a:ext cx="412449" cy="0"/>
            </a:xfrm>
            <a:custGeom>
              <a:avLst/>
              <a:pathLst>
                <a:path w="412449" h="0">
                  <a:moveTo>
                    <a:pt x="41244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414353" y="4589973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158404" y="3906558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015940" y="3939102"/>
              <a:ext cx="1142463" cy="0"/>
            </a:xfrm>
            <a:custGeom>
              <a:avLst/>
              <a:pathLst>
                <a:path w="1142463" h="0">
                  <a:moveTo>
                    <a:pt x="1142463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015940" y="3906558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888028" y="1953946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380340" y="1986489"/>
              <a:ext cx="507688" cy="0"/>
            </a:xfrm>
            <a:custGeom>
              <a:avLst/>
              <a:pathLst>
                <a:path w="507688" h="0">
                  <a:moveTo>
                    <a:pt x="507688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380340" y="1953946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414273" y="2930252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33580" y="2962796"/>
              <a:ext cx="180692" cy="0"/>
            </a:xfrm>
            <a:custGeom>
              <a:avLst/>
              <a:pathLst>
                <a:path w="180692" h="0">
                  <a:moveTo>
                    <a:pt x="180692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33580" y="2930252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891235" y="5859171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303246" y="5891714"/>
              <a:ext cx="587988" cy="0"/>
            </a:xfrm>
            <a:custGeom>
              <a:avLst/>
              <a:pathLst>
                <a:path w="587988" h="0">
                  <a:moveTo>
                    <a:pt x="587988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303246" y="5859171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407662" y="4882865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89466" y="4915408"/>
              <a:ext cx="218195" cy="0"/>
            </a:xfrm>
            <a:custGeom>
              <a:avLst/>
              <a:pathLst>
                <a:path w="218195" h="0">
                  <a:moveTo>
                    <a:pt x="218195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89466" y="4882865"/>
              <a:ext cx="0" cy="65087"/>
            </a:xfrm>
            <a:custGeom>
              <a:avLst/>
              <a:pathLst>
                <a:path w="0" h="65087">
                  <a:moveTo>
                    <a:pt x="0" y="6508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331843" y="3328492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372792" y="1375879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09978" y="2352186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109782" y="5281105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416356" y="4304798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321675" y="3621384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387317" y="1668771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010305" y="2645078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206302" y="5573997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95751" y="4597690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562346" y="3914276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609358" y="1961663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299100" y="2937970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72414" y="5866888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273738" y="4890582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8555719" y="1642528"/>
              <a:ext cx="21012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***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555719" y="2618834"/>
              <a:ext cx="21012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***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555719" y="3595141"/>
              <a:ext cx="21012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***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8555719" y="4571447"/>
              <a:ext cx="21012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***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590740" y="5547753"/>
              <a:ext cx="140086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2858300" y="1107814"/>
              <a:ext cx="6078792" cy="5076792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1998130" y="5561789"/>
              <a:ext cx="7975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92785" y="4585483"/>
              <a:ext cx="40288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Massilia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385470" y="3609177"/>
              <a:ext cx="4101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71774" y="2632870"/>
              <a:ext cx="6238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Lactococcus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042387" y="1656564"/>
              <a:ext cx="7532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87" name="pl87"/>
            <p:cNvSpPr/>
            <p:nvPr/>
          </p:nvSpPr>
          <p:spPr>
            <a:xfrm>
              <a:off x="2823505" y="55988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823505" y="46225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823505" y="36462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823505" y="26699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823505" y="16935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134608" y="618460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301074" y="618460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467539" y="618460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634005" y="618460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7800470" y="618460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7"/>
            <p:cNvSpPr/>
            <p:nvPr/>
          </p:nvSpPr>
          <p:spPr>
            <a:xfrm>
              <a:off x="3078601" y="6247236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245067" y="6247236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411532" y="6247236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6577998" y="6247236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7744463" y="6247236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331316" y="6347959"/>
              <a:ext cx="113275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Relative abundance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2026-10-14T10:33:44Z</dcterms:modified>
</cp:coreProperties>
</file>