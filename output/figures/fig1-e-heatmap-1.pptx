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2638425"/>
            <a:ext cx="7315200" cy="2286000"/>
            <a:chOff x="1691481" y="2638425"/>
            <a:chExt cx="7315200" cy="2286000"/>
          </a:xfrm>
        </p:grpSpPr>
        <p:sp>
          <p:nvSpPr>
            <p:cNvPr id="3" name="rc3"/>
            <p:cNvSpPr/>
            <p:nvPr/>
          </p:nvSpPr>
          <p:spPr>
            <a:xfrm>
              <a:off x="1691481" y="2638425"/>
              <a:ext cx="7315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2638425"/>
              <a:ext cx="7315200" cy="228599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475083" y="2892033"/>
              <a:ext cx="71708" cy="391"/>
            </a:xfrm>
            <a:custGeom>
              <a:avLst/>
              <a:pathLst>
                <a:path w="71708" h="391">
                  <a:moveTo>
                    <a:pt x="0" y="391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391"/>
                  </a:lnTo>
                  <a:lnTo>
                    <a:pt x="71708" y="3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403375" y="2891057"/>
              <a:ext cx="107562" cy="1367"/>
            </a:xfrm>
            <a:custGeom>
              <a:avLst/>
              <a:pathLst>
                <a:path w="107562" h="1367">
                  <a:moveTo>
                    <a:pt x="0" y="1367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9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419025" y="2890903"/>
              <a:ext cx="71708" cy="1521"/>
            </a:xfrm>
            <a:custGeom>
              <a:avLst/>
              <a:pathLst>
                <a:path w="71708" h="1521">
                  <a:moveTo>
                    <a:pt x="0" y="1521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521"/>
                  </a:lnTo>
                  <a:lnTo>
                    <a:pt x="71708" y="15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203901" y="2890416"/>
              <a:ext cx="71708" cy="2008"/>
            </a:xfrm>
            <a:custGeom>
              <a:avLst/>
              <a:pathLst>
                <a:path w="71708" h="2008">
                  <a:moveTo>
                    <a:pt x="0" y="2008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008"/>
                  </a:lnTo>
                  <a:lnTo>
                    <a:pt x="71708" y="20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80952" y="2889598"/>
              <a:ext cx="71708" cy="2826"/>
            </a:xfrm>
            <a:custGeom>
              <a:avLst/>
              <a:pathLst>
                <a:path w="71708" h="2826">
                  <a:moveTo>
                    <a:pt x="0" y="282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826"/>
                  </a:lnTo>
                  <a:lnTo>
                    <a:pt x="71708" y="28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347317" y="2888516"/>
              <a:ext cx="107562" cy="3908"/>
            </a:xfrm>
            <a:custGeom>
              <a:avLst/>
              <a:pathLst>
                <a:path w="107562" h="3908">
                  <a:moveTo>
                    <a:pt x="0" y="3908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23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18499" y="2887768"/>
              <a:ext cx="71708" cy="4656"/>
            </a:xfrm>
            <a:custGeom>
              <a:avLst/>
              <a:pathLst>
                <a:path w="71708" h="4656">
                  <a:moveTo>
                    <a:pt x="0" y="465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4656"/>
                  </a:lnTo>
                  <a:lnTo>
                    <a:pt x="71708" y="46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71697" y="2887678"/>
              <a:ext cx="71708" cy="4746"/>
            </a:xfrm>
            <a:custGeom>
              <a:avLst/>
              <a:pathLst>
                <a:path w="71708" h="4746">
                  <a:moveTo>
                    <a:pt x="0" y="474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4746"/>
                  </a:lnTo>
                  <a:lnTo>
                    <a:pt x="71708" y="47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239755" y="2887424"/>
              <a:ext cx="161343" cy="2991"/>
            </a:xfrm>
            <a:custGeom>
              <a:avLst/>
              <a:pathLst>
                <a:path w="161343" h="2991">
                  <a:moveTo>
                    <a:pt x="0" y="2991"/>
                  </a:moveTo>
                  <a:lnTo>
                    <a:pt x="0" y="0"/>
                  </a:lnTo>
                  <a:lnTo>
                    <a:pt x="161343" y="0"/>
                  </a:lnTo>
                  <a:lnTo>
                    <a:pt x="161343" y="10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988777" y="2886877"/>
              <a:ext cx="71708" cy="5547"/>
            </a:xfrm>
            <a:custGeom>
              <a:avLst/>
              <a:pathLst>
                <a:path w="71708" h="5547">
                  <a:moveTo>
                    <a:pt x="0" y="5547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5547"/>
                  </a:lnTo>
                  <a:lnTo>
                    <a:pt x="71708" y="55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34149" y="2885893"/>
              <a:ext cx="71708" cy="6531"/>
            </a:xfrm>
            <a:custGeom>
              <a:avLst/>
              <a:pathLst>
                <a:path w="71708" h="6531">
                  <a:moveTo>
                    <a:pt x="0" y="6531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6531"/>
                  </a:lnTo>
                  <a:lnTo>
                    <a:pt x="71708" y="65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57156" y="2885068"/>
              <a:ext cx="197197" cy="5989"/>
            </a:xfrm>
            <a:custGeom>
              <a:avLst/>
              <a:pathLst>
                <a:path w="197197" h="5989">
                  <a:moveTo>
                    <a:pt x="0" y="5989"/>
                  </a:moveTo>
                  <a:lnTo>
                    <a:pt x="0" y="0"/>
                  </a:lnTo>
                  <a:lnTo>
                    <a:pt x="197197" y="0"/>
                  </a:lnTo>
                  <a:lnTo>
                    <a:pt x="197197" y="2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07813" y="2884868"/>
              <a:ext cx="71708" cy="7556"/>
            </a:xfrm>
            <a:custGeom>
              <a:avLst/>
              <a:pathLst>
                <a:path w="71708" h="7556">
                  <a:moveTo>
                    <a:pt x="0" y="755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7556"/>
                  </a:lnTo>
                  <a:lnTo>
                    <a:pt x="71708" y="75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01945" y="2884838"/>
              <a:ext cx="71708" cy="7586"/>
            </a:xfrm>
            <a:custGeom>
              <a:avLst/>
              <a:pathLst>
                <a:path w="71708" h="7586">
                  <a:moveTo>
                    <a:pt x="0" y="758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7586"/>
                  </a:lnTo>
                  <a:lnTo>
                    <a:pt x="71708" y="75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17069" y="2884783"/>
              <a:ext cx="107562" cy="7641"/>
            </a:xfrm>
            <a:custGeom>
              <a:avLst/>
              <a:pathLst>
                <a:path w="107562" h="7641">
                  <a:moveTo>
                    <a:pt x="0" y="7641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20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65828" y="2884541"/>
              <a:ext cx="71708" cy="7883"/>
            </a:xfrm>
            <a:custGeom>
              <a:avLst/>
              <a:pathLst>
                <a:path w="71708" h="7883">
                  <a:moveTo>
                    <a:pt x="0" y="7883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7883"/>
                  </a:lnTo>
                  <a:lnTo>
                    <a:pt x="71708" y="78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30237" y="2883595"/>
              <a:ext cx="107562" cy="8829"/>
            </a:xfrm>
            <a:custGeom>
              <a:avLst/>
              <a:pathLst>
                <a:path w="107562" h="8829">
                  <a:moveTo>
                    <a:pt x="0" y="8829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1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50704" y="2883557"/>
              <a:ext cx="71708" cy="8867"/>
            </a:xfrm>
            <a:custGeom>
              <a:avLst/>
              <a:pathLst>
                <a:path w="71708" h="8867">
                  <a:moveTo>
                    <a:pt x="0" y="8867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8867"/>
                  </a:lnTo>
                  <a:lnTo>
                    <a:pt x="71708" y="8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45361" y="2883019"/>
              <a:ext cx="125489" cy="9405"/>
            </a:xfrm>
            <a:custGeom>
              <a:avLst/>
              <a:pathLst>
                <a:path w="125489" h="9405">
                  <a:moveTo>
                    <a:pt x="0" y="9405"/>
                  </a:moveTo>
                  <a:lnTo>
                    <a:pt x="0" y="0"/>
                  </a:lnTo>
                  <a:lnTo>
                    <a:pt x="125489" y="0"/>
                  </a:lnTo>
                  <a:lnTo>
                    <a:pt x="125489" y="17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132193" y="2881982"/>
              <a:ext cx="188233" cy="10442"/>
            </a:xfrm>
            <a:custGeom>
              <a:avLst/>
              <a:pathLst>
                <a:path w="188233" h="10442">
                  <a:moveTo>
                    <a:pt x="0" y="10442"/>
                  </a:moveTo>
                  <a:lnTo>
                    <a:pt x="0" y="0"/>
                  </a:lnTo>
                  <a:lnTo>
                    <a:pt x="188233" y="0"/>
                  </a:lnTo>
                  <a:lnTo>
                    <a:pt x="188233" y="54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56572" y="2881635"/>
              <a:ext cx="71708" cy="10789"/>
            </a:xfrm>
            <a:custGeom>
              <a:avLst/>
              <a:pathLst>
                <a:path w="71708" h="10789">
                  <a:moveTo>
                    <a:pt x="0" y="10789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0789"/>
                  </a:lnTo>
                  <a:lnTo>
                    <a:pt x="71708" y="107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908105" y="2879821"/>
              <a:ext cx="318204" cy="3197"/>
            </a:xfrm>
            <a:custGeom>
              <a:avLst/>
              <a:pathLst>
                <a:path w="318204" h="3197">
                  <a:moveTo>
                    <a:pt x="0" y="3197"/>
                  </a:moveTo>
                  <a:lnTo>
                    <a:pt x="0" y="0"/>
                  </a:lnTo>
                  <a:lnTo>
                    <a:pt x="318204" y="0"/>
                  </a:lnTo>
                  <a:lnTo>
                    <a:pt x="318204" y="21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909244" y="2879119"/>
              <a:ext cx="107562" cy="13305"/>
            </a:xfrm>
            <a:custGeom>
              <a:avLst/>
              <a:pathLst>
                <a:path w="107562" h="13305">
                  <a:moveTo>
                    <a:pt x="0" y="13305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104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441" y="2878836"/>
              <a:ext cx="107562" cy="13588"/>
            </a:xfrm>
            <a:custGeom>
              <a:avLst/>
              <a:pathLst>
                <a:path w="107562" h="13588">
                  <a:moveTo>
                    <a:pt x="0" y="13588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70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841448" y="2878140"/>
              <a:ext cx="71708" cy="14284"/>
            </a:xfrm>
            <a:custGeom>
              <a:avLst/>
              <a:pathLst>
                <a:path w="71708" h="14284">
                  <a:moveTo>
                    <a:pt x="0" y="14284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4284"/>
                  </a:lnTo>
                  <a:lnTo>
                    <a:pt x="71708" y="142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478996" y="2877842"/>
              <a:ext cx="107562" cy="14582"/>
            </a:xfrm>
            <a:custGeom>
              <a:avLst/>
              <a:pathLst>
                <a:path w="107562" h="14582">
                  <a:moveTo>
                    <a:pt x="0" y="14582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5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482908" y="2876412"/>
              <a:ext cx="71708" cy="16012"/>
            </a:xfrm>
            <a:custGeom>
              <a:avLst/>
              <a:pathLst>
                <a:path w="71708" h="16012">
                  <a:moveTo>
                    <a:pt x="0" y="16012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6012"/>
                  </a:lnTo>
                  <a:lnTo>
                    <a:pt x="71708" y="160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777565" y="2875949"/>
              <a:ext cx="71708" cy="16475"/>
            </a:xfrm>
            <a:custGeom>
              <a:avLst/>
              <a:pathLst>
                <a:path w="71708" h="16475">
                  <a:moveTo>
                    <a:pt x="0" y="16475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6475"/>
                  </a:lnTo>
                  <a:lnTo>
                    <a:pt x="71708" y="16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84018" y="2875236"/>
              <a:ext cx="383189" cy="8359"/>
            </a:xfrm>
            <a:custGeom>
              <a:avLst/>
              <a:pathLst>
                <a:path w="383189" h="8359">
                  <a:moveTo>
                    <a:pt x="0" y="8359"/>
                  </a:moveTo>
                  <a:lnTo>
                    <a:pt x="0" y="0"/>
                  </a:lnTo>
                  <a:lnTo>
                    <a:pt x="383189" y="0"/>
                  </a:lnTo>
                  <a:lnTo>
                    <a:pt x="383189" y="45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801682" y="2875188"/>
              <a:ext cx="161343" cy="9353"/>
            </a:xfrm>
            <a:custGeom>
              <a:avLst/>
              <a:pathLst>
                <a:path w="161343" h="9353">
                  <a:moveTo>
                    <a:pt x="0" y="9353"/>
                  </a:moveTo>
                  <a:lnTo>
                    <a:pt x="0" y="0"/>
                  </a:lnTo>
                  <a:lnTo>
                    <a:pt x="161343" y="0"/>
                  </a:lnTo>
                  <a:lnTo>
                    <a:pt x="161343" y="39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984864" y="2875183"/>
              <a:ext cx="107562" cy="17241"/>
            </a:xfrm>
            <a:custGeom>
              <a:avLst/>
              <a:pathLst>
                <a:path w="107562" h="17241">
                  <a:moveTo>
                    <a:pt x="0" y="17241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64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116543" y="2875149"/>
              <a:ext cx="71708" cy="17275"/>
            </a:xfrm>
            <a:custGeom>
              <a:avLst/>
              <a:pathLst>
                <a:path w="71708" h="17275">
                  <a:moveTo>
                    <a:pt x="0" y="17275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7275"/>
                  </a:lnTo>
                  <a:lnTo>
                    <a:pt x="71708" y="17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31667" y="2873942"/>
              <a:ext cx="224087" cy="18482"/>
            </a:xfrm>
            <a:custGeom>
              <a:avLst/>
              <a:pathLst>
                <a:path w="224087" h="18482">
                  <a:moveTo>
                    <a:pt x="0" y="18482"/>
                  </a:moveTo>
                  <a:lnTo>
                    <a:pt x="0" y="0"/>
                  </a:lnTo>
                  <a:lnTo>
                    <a:pt x="224087" y="0"/>
                  </a:lnTo>
                  <a:lnTo>
                    <a:pt x="224087" y="111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977039" y="2873588"/>
              <a:ext cx="71708" cy="18836"/>
            </a:xfrm>
            <a:custGeom>
              <a:avLst/>
              <a:pathLst>
                <a:path w="71708" h="18836">
                  <a:moveTo>
                    <a:pt x="0" y="18836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8836"/>
                  </a:lnTo>
                  <a:lnTo>
                    <a:pt x="71708" y="18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58529" y="2873003"/>
              <a:ext cx="317083" cy="19421"/>
            </a:xfrm>
            <a:custGeom>
              <a:avLst/>
              <a:pathLst>
                <a:path w="317083" h="19421">
                  <a:moveTo>
                    <a:pt x="0" y="19421"/>
                  </a:moveTo>
                  <a:lnTo>
                    <a:pt x="0" y="0"/>
                  </a:lnTo>
                  <a:lnTo>
                    <a:pt x="317083" y="0"/>
                  </a:lnTo>
                  <a:lnTo>
                    <a:pt x="317083" y="22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120456" y="2872939"/>
              <a:ext cx="71708" cy="19485"/>
            </a:xfrm>
            <a:custGeom>
              <a:avLst/>
              <a:pathLst>
                <a:path w="71708" h="19485">
                  <a:moveTo>
                    <a:pt x="0" y="19485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9485"/>
                  </a:lnTo>
                  <a:lnTo>
                    <a:pt x="71708" y="194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39492" y="2868379"/>
              <a:ext cx="71708" cy="24045"/>
            </a:xfrm>
            <a:custGeom>
              <a:avLst/>
              <a:pathLst>
                <a:path w="71708" h="24045">
                  <a:moveTo>
                    <a:pt x="0" y="24045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4045"/>
                  </a:lnTo>
                  <a:lnTo>
                    <a:pt x="71708" y="240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698032" y="2867260"/>
              <a:ext cx="71708" cy="25164"/>
            </a:xfrm>
            <a:custGeom>
              <a:avLst/>
              <a:pathLst>
                <a:path w="71708" h="25164">
                  <a:moveTo>
                    <a:pt x="0" y="25164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5164"/>
                  </a:lnTo>
                  <a:lnTo>
                    <a:pt x="71708" y="251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92689" y="2867162"/>
              <a:ext cx="71708" cy="25262"/>
            </a:xfrm>
            <a:custGeom>
              <a:avLst/>
              <a:pathLst>
                <a:path w="71708" h="25262">
                  <a:moveTo>
                    <a:pt x="0" y="25262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5262"/>
                  </a:lnTo>
                  <a:lnTo>
                    <a:pt x="71708" y="252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61915" y="2866640"/>
              <a:ext cx="71708" cy="25784"/>
            </a:xfrm>
            <a:custGeom>
              <a:avLst/>
              <a:pathLst>
                <a:path w="71708" h="25784">
                  <a:moveTo>
                    <a:pt x="0" y="25784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25784"/>
                  </a:lnTo>
                  <a:lnTo>
                    <a:pt x="71708" y="25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136105" y="2865741"/>
              <a:ext cx="107562" cy="26683"/>
            </a:xfrm>
            <a:custGeom>
              <a:avLst/>
              <a:pathLst>
                <a:path w="107562" h="26683">
                  <a:moveTo>
                    <a:pt x="0" y="26683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19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616222" y="2863338"/>
              <a:ext cx="197197" cy="15497"/>
            </a:xfrm>
            <a:custGeom>
              <a:avLst/>
              <a:pathLst>
                <a:path w="197197" h="15497">
                  <a:moveTo>
                    <a:pt x="0" y="15497"/>
                  </a:moveTo>
                  <a:lnTo>
                    <a:pt x="0" y="0"/>
                  </a:lnTo>
                  <a:lnTo>
                    <a:pt x="197197" y="0"/>
                  </a:lnTo>
                  <a:lnTo>
                    <a:pt x="197197" y="126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407288" y="2862201"/>
              <a:ext cx="125489" cy="30223"/>
            </a:xfrm>
            <a:custGeom>
              <a:avLst/>
              <a:pathLst>
                <a:path w="125489" h="30223">
                  <a:moveTo>
                    <a:pt x="0" y="30223"/>
                  </a:moveTo>
                  <a:lnTo>
                    <a:pt x="0" y="0"/>
                  </a:lnTo>
                  <a:lnTo>
                    <a:pt x="125489" y="0"/>
                  </a:lnTo>
                  <a:lnTo>
                    <a:pt x="125489" y="156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44835" y="2861439"/>
              <a:ext cx="107562" cy="30985"/>
            </a:xfrm>
            <a:custGeom>
              <a:avLst/>
              <a:pathLst>
                <a:path w="107562" h="30985">
                  <a:moveTo>
                    <a:pt x="0" y="30985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137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877302" y="2857324"/>
              <a:ext cx="161343" cy="20816"/>
            </a:xfrm>
            <a:custGeom>
              <a:avLst/>
              <a:pathLst>
                <a:path w="161343" h="20816">
                  <a:moveTo>
                    <a:pt x="0" y="20816"/>
                  </a:moveTo>
                  <a:lnTo>
                    <a:pt x="0" y="0"/>
                  </a:lnTo>
                  <a:lnTo>
                    <a:pt x="161343" y="0"/>
                  </a:lnTo>
                  <a:lnTo>
                    <a:pt x="161343" y="178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717071" y="2856239"/>
              <a:ext cx="997750" cy="16763"/>
            </a:xfrm>
            <a:custGeom>
              <a:avLst/>
              <a:pathLst>
                <a:path w="997750" h="16763">
                  <a:moveTo>
                    <a:pt x="0" y="16763"/>
                  </a:moveTo>
                  <a:lnTo>
                    <a:pt x="0" y="0"/>
                  </a:lnTo>
                  <a:lnTo>
                    <a:pt x="997750" y="0"/>
                  </a:lnTo>
                  <a:lnTo>
                    <a:pt x="997750" y="70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028543" y="2854731"/>
              <a:ext cx="161343" cy="12431"/>
            </a:xfrm>
            <a:custGeom>
              <a:avLst/>
              <a:pathLst>
                <a:path w="161343" h="12431">
                  <a:moveTo>
                    <a:pt x="0" y="12431"/>
                  </a:moveTo>
                  <a:lnTo>
                    <a:pt x="0" y="0"/>
                  </a:lnTo>
                  <a:lnTo>
                    <a:pt x="161343" y="0"/>
                  </a:lnTo>
                  <a:lnTo>
                    <a:pt x="161343" y="110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63872" y="2851436"/>
              <a:ext cx="71708" cy="40988"/>
            </a:xfrm>
            <a:custGeom>
              <a:avLst/>
              <a:pathLst>
                <a:path w="71708" h="40988">
                  <a:moveTo>
                    <a:pt x="0" y="40988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40988"/>
                  </a:lnTo>
                  <a:lnTo>
                    <a:pt x="71708" y="409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259959" y="2849858"/>
              <a:ext cx="183751" cy="42566"/>
            </a:xfrm>
            <a:custGeom>
              <a:avLst/>
              <a:pathLst>
                <a:path w="183751" h="42566">
                  <a:moveTo>
                    <a:pt x="0" y="42566"/>
                  </a:moveTo>
                  <a:lnTo>
                    <a:pt x="0" y="0"/>
                  </a:lnTo>
                  <a:lnTo>
                    <a:pt x="183751" y="0"/>
                  </a:lnTo>
                  <a:lnTo>
                    <a:pt x="183751" y="240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99988" y="2849151"/>
              <a:ext cx="107562" cy="43273"/>
            </a:xfrm>
            <a:custGeom>
              <a:avLst/>
              <a:pathLst>
                <a:path w="107562" h="43273">
                  <a:moveTo>
                    <a:pt x="0" y="43273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385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56310" y="2846482"/>
              <a:ext cx="143416" cy="26457"/>
            </a:xfrm>
            <a:custGeom>
              <a:avLst/>
              <a:pathLst>
                <a:path w="143416" h="26457">
                  <a:moveTo>
                    <a:pt x="0" y="26457"/>
                  </a:moveTo>
                  <a:lnTo>
                    <a:pt x="0" y="0"/>
                  </a:lnTo>
                  <a:lnTo>
                    <a:pt x="143416" y="0"/>
                  </a:lnTo>
                  <a:lnTo>
                    <a:pt x="143416" y="49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920981" y="2846188"/>
              <a:ext cx="188233" cy="46236"/>
            </a:xfrm>
            <a:custGeom>
              <a:avLst/>
              <a:pathLst>
                <a:path w="188233" h="46236">
                  <a:moveTo>
                    <a:pt x="0" y="46236"/>
                  </a:moveTo>
                  <a:lnTo>
                    <a:pt x="0" y="0"/>
                  </a:lnTo>
                  <a:lnTo>
                    <a:pt x="188233" y="0"/>
                  </a:lnTo>
                  <a:lnTo>
                    <a:pt x="188233" y="85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694120" y="2844316"/>
              <a:ext cx="188233" cy="48108"/>
            </a:xfrm>
            <a:custGeom>
              <a:avLst/>
              <a:pathLst>
                <a:path w="188233" h="48108">
                  <a:moveTo>
                    <a:pt x="0" y="48108"/>
                  </a:moveTo>
                  <a:lnTo>
                    <a:pt x="0" y="0"/>
                  </a:lnTo>
                  <a:lnTo>
                    <a:pt x="188233" y="0"/>
                  </a:lnTo>
                  <a:lnTo>
                    <a:pt x="188233" y="308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733886" y="2843608"/>
              <a:ext cx="224087" cy="23651"/>
            </a:xfrm>
            <a:custGeom>
              <a:avLst/>
              <a:pathLst>
                <a:path w="224087" h="23651">
                  <a:moveTo>
                    <a:pt x="0" y="23651"/>
                  </a:moveTo>
                  <a:lnTo>
                    <a:pt x="0" y="0"/>
                  </a:lnTo>
                  <a:lnTo>
                    <a:pt x="224087" y="0"/>
                  </a:lnTo>
                  <a:lnTo>
                    <a:pt x="224087" y="137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626324" y="2840392"/>
              <a:ext cx="219605" cy="52032"/>
            </a:xfrm>
            <a:custGeom>
              <a:avLst/>
              <a:pathLst>
                <a:path w="219605" h="52032">
                  <a:moveTo>
                    <a:pt x="0" y="52032"/>
                  </a:moveTo>
                  <a:lnTo>
                    <a:pt x="0" y="0"/>
                  </a:lnTo>
                  <a:lnTo>
                    <a:pt x="219605" y="0"/>
                  </a:lnTo>
                  <a:lnTo>
                    <a:pt x="219605" y="32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05331" y="2838621"/>
              <a:ext cx="107562" cy="53803"/>
            </a:xfrm>
            <a:custGeom>
              <a:avLst/>
              <a:pathLst>
                <a:path w="107562" h="53803">
                  <a:moveTo>
                    <a:pt x="0" y="53803"/>
                  </a:moveTo>
                  <a:lnTo>
                    <a:pt x="0" y="0"/>
                  </a:lnTo>
                  <a:lnTo>
                    <a:pt x="107562" y="0"/>
                  </a:lnTo>
                  <a:lnTo>
                    <a:pt x="107562" y="349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098616" y="2838619"/>
              <a:ext cx="253218" cy="22819"/>
            </a:xfrm>
            <a:custGeom>
              <a:avLst/>
              <a:pathLst>
                <a:path w="253218" h="22819">
                  <a:moveTo>
                    <a:pt x="0" y="22819"/>
                  </a:moveTo>
                  <a:lnTo>
                    <a:pt x="0" y="0"/>
                  </a:lnTo>
                  <a:lnTo>
                    <a:pt x="253218" y="0"/>
                  </a:lnTo>
                  <a:lnTo>
                    <a:pt x="253218" y="112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18762" y="2830619"/>
              <a:ext cx="217364" cy="45792"/>
            </a:xfrm>
            <a:custGeom>
              <a:avLst/>
              <a:pathLst>
                <a:path w="217364" h="45792">
                  <a:moveTo>
                    <a:pt x="0" y="45792"/>
                  </a:moveTo>
                  <a:lnTo>
                    <a:pt x="0" y="0"/>
                  </a:lnTo>
                  <a:lnTo>
                    <a:pt x="217364" y="0"/>
                  </a:lnTo>
                  <a:lnTo>
                    <a:pt x="217364" y="97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70032" y="2830412"/>
              <a:ext cx="318204" cy="31789"/>
            </a:xfrm>
            <a:custGeom>
              <a:avLst/>
              <a:pathLst>
                <a:path w="318204" h="31789">
                  <a:moveTo>
                    <a:pt x="0" y="31789"/>
                  </a:moveTo>
                  <a:lnTo>
                    <a:pt x="0" y="0"/>
                  </a:lnTo>
                  <a:lnTo>
                    <a:pt x="318204" y="0"/>
                  </a:lnTo>
                  <a:lnTo>
                    <a:pt x="318204" y="139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415113" y="2825671"/>
              <a:ext cx="71708" cy="66753"/>
            </a:xfrm>
            <a:custGeom>
              <a:avLst/>
              <a:pathLst>
                <a:path w="71708" h="66753">
                  <a:moveTo>
                    <a:pt x="0" y="66753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66753"/>
                  </a:lnTo>
                  <a:lnTo>
                    <a:pt x="71708" y="667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97769" y="2825421"/>
              <a:ext cx="161343" cy="41219"/>
            </a:xfrm>
            <a:custGeom>
              <a:avLst/>
              <a:pathLst>
                <a:path w="161343" h="41219">
                  <a:moveTo>
                    <a:pt x="0" y="41219"/>
                  </a:moveTo>
                  <a:lnTo>
                    <a:pt x="0" y="0"/>
                  </a:lnTo>
                  <a:lnTo>
                    <a:pt x="161343" y="0"/>
                  </a:lnTo>
                  <a:lnTo>
                    <a:pt x="161343" y="131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215946" y="2825324"/>
              <a:ext cx="799152" cy="30915"/>
            </a:xfrm>
            <a:custGeom>
              <a:avLst/>
              <a:pathLst>
                <a:path w="799152" h="30915">
                  <a:moveTo>
                    <a:pt x="0" y="30915"/>
                  </a:moveTo>
                  <a:lnTo>
                    <a:pt x="0" y="0"/>
                  </a:lnTo>
                  <a:lnTo>
                    <a:pt x="799152" y="0"/>
                  </a:lnTo>
                  <a:lnTo>
                    <a:pt x="799152" y="208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450967" y="2811256"/>
              <a:ext cx="1164555" cy="14415"/>
            </a:xfrm>
            <a:custGeom>
              <a:avLst/>
              <a:pathLst>
                <a:path w="1164555" h="14415">
                  <a:moveTo>
                    <a:pt x="0" y="14415"/>
                  </a:moveTo>
                  <a:lnTo>
                    <a:pt x="0" y="0"/>
                  </a:lnTo>
                  <a:lnTo>
                    <a:pt x="1164555" y="0"/>
                  </a:lnTo>
                  <a:lnTo>
                    <a:pt x="1164555" y="140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8018" y="2799869"/>
              <a:ext cx="401116" cy="46613"/>
            </a:xfrm>
            <a:custGeom>
              <a:avLst/>
              <a:pathLst>
                <a:path w="401116" h="46613">
                  <a:moveTo>
                    <a:pt x="0" y="46613"/>
                  </a:moveTo>
                  <a:lnTo>
                    <a:pt x="0" y="0"/>
                  </a:lnTo>
                  <a:lnTo>
                    <a:pt x="401116" y="0"/>
                  </a:lnTo>
                  <a:lnTo>
                    <a:pt x="401116" y="305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253770" y="2791927"/>
              <a:ext cx="779474" cy="57223"/>
            </a:xfrm>
            <a:custGeom>
              <a:avLst/>
              <a:pathLst>
                <a:path w="779474" h="57223">
                  <a:moveTo>
                    <a:pt x="0" y="57223"/>
                  </a:moveTo>
                  <a:lnTo>
                    <a:pt x="0" y="0"/>
                  </a:lnTo>
                  <a:lnTo>
                    <a:pt x="779474" y="0"/>
                  </a:lnTo>
                  <a:lnTo>
                    <a:pt x="779474" y="193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24368" y="2790550"/>
              <a:ext cx="71708" cy="101874"/>
            </a:xfrm>
            <a:custGeom>
              <a:avLst/>
              <a:pathLst>
                <a:path w="71708" h="101874">
                  <a:moveTo>
                    <a:pt x="0" y="101874"/>
                  </a:moveTo>
                  <a:lnTo>
                    <a:pt x="0" y="0"/>
                  </a:lnTo>
                  <a:lnTo>
                    <a:pt x="71708" y="0"/>
                  </a:lnTo>
                  <a:lnTo>
                    <a:pt x="71708" y="101874"/>
                  </a:lnTo>
                  <a:lnTo>
                    <a:pt x="71708" y="1018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627445" y="2772202"/>
              <a:ext cx="1016062" cy="58416"/>
            </a:xfrm>
            <a:custGeom>
              <a:avLst/>
              <a:pathLst>
                <a:path w="1016062" h="58416">
                  <a:moveTo>
                    <a:pt x="0" y="58416"/>
                  </a:moveTo>
                  <a:lnTo>
                    <a:pt x="0" y="0"/>
                  </a:lnTo>
                  <a:lnTo>
                    <a:pt x="1016062" y="0"/>
                  </a:lnTo>
                  <a:lnTo>
                    <a:pt x="1016062" y="197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78441" y="2752502"/>
              <a:ext cx="550135" cy="72919"/>
            </a:xfrm>
            <a:custGeom>
              <a:avLst/>
              <a:pathLst>
                <a:path w="550135" h="72919">
                  <a:moveTo>
                    <a:pt x="0" y="72919"/>
                  </a:moveTo>
                  <a:lnTo>
                    <a:pt x="0" y="0"/>
                  </a:lnTo>
                  <a:lnTo>
                    <a:pt x="550135" y="0"/>
                  </a:lnTo>
                  <a:lnTo>
                    <a:pt x="550135" y="473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375346" y="2729139"/>
              <a:ext cx="760129" cy="139240"/>
            </a:xfrm>
            <a:custGeom>
              <a:avLst/>
              <a:pathLst>
                <a:path w="760129" h="139240">
                  <a:moveTo>
                    <a:pt x="0" y="139240"/>
                  </a:moveTo>
                  <a:lnTo>
                    <a:pt x="0" y="0"/>
                  </a:lnTo>
                  <a:lnTo>
                    <a:pt x="760129" y="0"/>
                  </a:lnTo>
                  <a:lnTo>
                    <a:pt x="760129" y="430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67784" y="2690275"/>
              <a:ext cx="487626" cy="202149"/>
            </a:xfrm>
            <a:custGeom>
              <a:avLst/>
              <a:pathLst>
                <a:path w="487626" h="202149">
                  <a:moveTo>
                    <a:pt x="0" y="202149"/>
                  </a:moveTo>
                  <a:lnTo>
                    <a:pt x="0" y="0"/>
                  </a:lnTo>
                  <a:lnTo>
                    <a:pt x="487626" y="0"/>
                  </a:lnTo>
                  <a:lnTo>
                    <a:pt x="487626" y="388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160222" y="2678205"/>
              <a:ext cx="351375" cy="112344"/>
            </a:xfrm>
            <a:custGeom>
              <a:avLst/>
              <a:pathLst>
                <a:path w="351375" h="112344">
                  <a:moveTo>
                    <a:pt x="0" y="112344"/>
                  </a:moveTo>
                  <a:lnTo>
                    <a:pt x="0" y="0"/>
                  </a:lnTo>
                  <a:lnTo>
                    <a:pt x="351375" y="0"/>
                  </a:lnTo>
                  <a:lnTo>
                    <a:pt x="351375" y="120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53508" y="2652868"/>
              <a:ext cx="1182401" cy="99633"/>
            </a:xfrm>
            <a:custGeom>
              <a:avLst/>
              <a:pathLst>
                <a:path w="1182401" h="99633">
                  <a:moveTo>
                    <a:pt x="0" y="99633"/>
                  </a:moveTo>
                  <a:lnTo>
                    <a:pt x="0" y="0"/>
                  </a:lnTo>
                  <a:lnTo>
                    <a:pt x="1182401" y="0"/>
                  </a:lnTo>
                  <a:lnTo>
                    <a:pt x="1182401" y="253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225226" y="2650520"/>
              <a:ext cx="1519483" cy="188099"/>
            </a:xfrm>
            <a:custGeom>
              <a:avLst/>
              <a:pathLst>
                <a:path w="1519483" h="188099">
                  <a:moveTo>
                    <a:pt x="0" y="188099"/>
                  </a:moveTo>
                  <a:lnTo>
                    <a:pt x="0" y="0"/>
                  </a:lnTo>
                  <a:lnTo>
                    <a:pt x="1519483" y="0"/>
                  </a:lnTo>
                  <a:lnTo>
                    <a:pt x="1519483" y="23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994353" y="4389686"/>
              <a:ext cx="14627" cy="128082"/>
            </a:xfrm>
            <a:custGeom>
              <a:avLst/>
              <a:pathLst>
                <a:path w="14627" h="128082">
                  <a:moveTo>
                    <a:pt x="14627" y="0"/>
                  </a:moveTo>
                  <a:lnTo>
                    <a:pt x="0" y="0"/>
                  </a:lnTo>
                  <a:lnTo>
                    <a:pt x="0" y="128082"/>
                  </a:lnTo>
                  <a:lnTo>
                    <a:pt x="14627" y="128082"/>
                  </a:lnTo>
                  <a:lnTo>
                    <a:pt x="14627" y="1280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991203" y="4261604"/>
              <a:ext cx="17777" cy="192123"/>
            </a:xfrm>
            <a:custGeom>
              <a:avLst/>
              <a:pathLst>
                <a:path w="17777" h="192123">
                  <a:moveTo>
                    <a:pt x="17777" y="0"/>
                  </a:moveTo>
                  <a:lnTo>
                    <a:pt x="0" y="0"/>
                  </a:lnTo>
                  <a:lnTo>
                    <a:pt x="0" y="192123"/>
                  </a:lnTo>
                  <a:lnTo>
                    <a:pt x="3149" y="1921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977750" y="3877358"/>
              <a:ext cx="31231" cy="128082"/>
            </a:xfrm>
            <a:custGeom>
              <a:avLst/>
              <a:pathLst>
                <a:path w="31231" h="128082">
                  <a:moveTo>
                    <a:pt x="31231" y="0"/>
                  </a:moveTo>
                  <a:lnTo>
                    <a:pt x="0" y="0"/>
                  </a:lnTo>
                  <a:lnTo>
                    <a:pt x="0" y="128082"/>
                  </a:lnTo>
                  <a:lnTo>
                    <a:pt x="31231" y="128082"/>
                  </a:lnTo>
                  <a:lnTo>
                    <a:pt x="31231" y="1280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977468" y="4133522"/>
              <a:ext cx="31512" cy="224143"/>
            </a:xfrm>
            <a:custGeom>
              <a:avLst/>
              <a:pathLst>
                <a:path w="31512" h="224143">
                  <a:moveTo>
                    <a:pt x="31512" y="0"/>
                  </a:moveTo>
                  <a:lnTo>
                    <a:pt x="0" y="0"/>
                  </a:lnTo>
                  <a:lnTo>
                    <a:pt x="0" y="224143"/>
                  </a:lnTo>
                  <a:lnTo>
                    <a:pt x="13735" y="2241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967051" y="3941399"/>
              <a:ext cx="10698" cy="304194"/>
            </a:xfrm>
            <a:custGeom>
              <a:avLst/>
              <a:pathLst>
                <a:path w="10698" h="304194">
                  <a:moveTo>
                    <a:pt x="10698" y="0"/>
                  </a:moveTo>
                  <a:lnTo>
                    <a:pt x="0" y="0"/>
                  </a:lnTo>
                  <a:lnTo>
                    <a:pt x="0" y="304194"/>
                  </a:lnTo>
                  <a:lnTo>
                    <a:pt x="10416" y="3041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940173" y="3749276"/>
              <a:ext cx="68807" cy="344220"/>
            </a:xfrm>
            <a:custGeom>
              <a:avLst/>
              <a:pathLst>
                <a:path w="68807" h="344220">
                  <a:moveTo>
                    <a:pt x="68807" y="0"/>
                  </a:moveTo>
                  <a:lnTo>
                    <a:pt x="0" y="0"/>
                  </a:lnTo>
                  <a:lnTo>
                    <a:pt x="0" y="344220"/>
                  </a:lnTo>
                  <a:lnTo>
                    <a:pt x="26877" y="3442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901539" y="3621194"/>
              <a:ext cx="107442" cy="300192"/>
            </a:xfrm>
            <a:custGeom>
              <a:avLst/>
              <a:pathLst>
                <a:path w="107442" h="300192">
                  <a:moveTo>
                    <a:pt x="107442" y="0"/>
                  </a:moveTo>
                  <a:lnTo>
                    <a:pt x="0" y="0"/>
                  </a:lnTo>
                  <a:lnTo>
                    <a:pt x="0" y="300192"/>
                  </a:lnTo>
                  <a:lnTo>
                    <a:pt x="38634" y="3001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85656" y="3493112"/>
              <a:ext cx="123325" cy="278178"/>
            </a:xfrm>
            <a:custGeom>
              <a:avLst/>
              <a:pathLst>
                <a:path w="123325" h="278178">
                  <a:moveTo>
                    <a:pt x="123325" y="0"/>
                  </a:moveTo>
                  <a:lnTo>
                    <a:pt x="0" y="0"/>
                  </a:lnTo>
                  <a:lnTo>
                    <a:pt x="0" y="278178"/>
                  </a:lnTo>
                  <a:lnTo>
                    <a:pt x="15883" y="2781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1876958" y="3365030"/>
              <a:ext cx="132023" cy="267171"/>
            </a:xfrm>
            <a:custGeom>
              <a:avLst/>
              <a:pathLst>
                <a:path w="132023" h="267171">
                  <a:moveTo>
                    <a:pt x="132023" y="0"/>
                  </a:moveTo>
                  <a:lnTo>
                    <a:pt x="0" y="0"/>
                  </a:lnTo>
                  <a:lnTo>
                    <a:pt x="0" y="267171"/>
                  </a:lnTo>
                  <a:lnTo>
                    <a:pt x="8697" y="2671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1780218" y="3236948"/>
              <a:ext cx="228762" cy="261667"/>
            </a:xfrm>
            <a:custGeom>
              <a:avLst/>
              <a:pathLst>
                <a:path w="228762" h="261667">
                  <a:moveTo>
                    <a:pt x="228762" y="0"/>
                  </a:moveTo>
                  <a:lnTo>
                    <a:pt x="0" y="0"/>
                  </a:lnTo>
                  <a:lnTo>
                    <a:pt x="0" y="261667"/>
                  </a:lnTo>
                  <a:lnTo>
                    <a:pt x="96739" y="2616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706600" y="3108866"/>
              <a:ext cx="302380" cy="258915"/>
            </a:xfrm>
            <a:custGeom>
              <a:avLst/>
              <a:pathLst>
                <a:path w="302380" h="258915">
                  <a:moveTo>
                    <a:pt x="302380" y="0"/>
                  </a:moveTo>
                  <a:lnTo>
                    <a:pt x="0" y="0"/>
                  </a:lnTo>
                  <a:lnTo>
                    <a:pt x="0" y="258915"/>
                  </a:lnTo>
                  <a:lnTo>
                    <a:pt x="73617" y="2589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008981" y="3044825"/>
              <a:ext cx="71708" cy="128082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00898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00898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00898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008981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00898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008981" y="3813317"/>
              <a:ext cx="71708" cy="128082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00898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00898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00898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00898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00898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080689" y="3044825"/>
              <a:ext cx="71708" cy="128082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08068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08068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08068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080689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08068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08068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08068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08068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08068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08068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08068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152397" y="3044825"/>
              <a:ext cx="71708" cy="128082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15239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15239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15239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152397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15239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15239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15239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15239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15239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15239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15239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224105" y="3044825"/>
              <a:ext cx="71708" cy="128082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224105" y="3172907"/>
              <a:ext cx="71708" cy="128082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22410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22410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224105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22410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22410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22410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22410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224105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22410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22410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295813" y="3044825"/>
              <a:ext cx="71708" cy="128082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29581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29581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29581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295813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29581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29581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29581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29581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29581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29581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29581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367521" y="3044825"/>
              <a:ext cx="71708" cy="12808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36752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36752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36752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367521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36752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36752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36752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36752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36752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36752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36752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439229" y="3044825"/>
              <a:ext cx="71708" cy="12808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43922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43922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43922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439229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43922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43922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43922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43922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43922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43922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43922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510937" y="3044825"/>
              <a:ext cx="71708" cy="12808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51093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51093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51093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510937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51093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51093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51093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51093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251093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251093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251093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2582645" y="3044825"/>
              <a:ext cx="71708" cy="128082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2582645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258264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2582645" y="3429071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2582645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258264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258264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258264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258264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2582645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258264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258264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2654353" y="3044825"/>
              <a:ext cx="71708" cy="128082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265435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265435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265435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2654353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265435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265435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265435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265435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265435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265435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265435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2726061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2726061" y="3172907"/>
              <a:ext cx="71708" cy="12808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272606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272606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2726061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72606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72606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72606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72606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272606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272606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272606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2797769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2797769" y="3172907"/>
              <a:ext cx="71708" cy="128082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279776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279776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2797769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79776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79776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279776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2797769" y="4069481"/>
              <a:ext cx="71708" cy="128082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279776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279776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279776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2869477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2869477" y="3172907"/>
              <a:ext cx="71708" cy="128082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286947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286947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2869477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286947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286947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286947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2869477" y="4069481"/>
              <a:ext cx="71708" cy="128082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286947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286947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286947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2941185" y="3044825"/>
              <a:ext cx="71708" cy="128082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2941185" y="3172907"/>
              <a:ext cx="71708" cy="128082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294118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294118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2941185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294118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294118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294118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294118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2941185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294118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294118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3012893" y="3044825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3012893" y="3172907"/>
              <a:ext cx="71708" cy="128082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301289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301289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3012893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301289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301289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301289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301289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301289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301289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301289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3084602" y="3044825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3084602" y="3172907"/>
              <a:ext cx="71708" cy="128082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08460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3084602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084602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08460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308460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308460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08460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08460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084602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08460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156310" y="3044825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156310" y="3172907"/>
              <a:ext cx="71708" cy="128082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15631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156310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156310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156310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156310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15631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15631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15631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315631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315631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3228018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3228018" y="3172907"/>
              <a:ext cx="71708" cy="128082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3228018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3228018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3228018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322801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322801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22801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22801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322801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3228018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3228018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3299726" y="3044825"/>
              <a:ext cx="71708" cy="128082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3299726" y="3172907"/>
              <a:ext cx="71708" cy="128082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3299726" y="3300989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329972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3299726" y="355715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3299726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329972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329972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3299726" y="4069481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329972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299726" y="432564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299726" y="4453727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371434" y="3044825"/>
              <a:ext cx="71708" cy="128082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371434" y="3172907"/>
              <a:ext cx="71708" cy="128082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37143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371434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371434" y="355715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371434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37143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37143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37143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37143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371434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371434" y="445372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443142" y="3044825"/>
              <a:ext cx="71708" cy="128082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443142" y="3172907"/>
              <a:ext cx="71708" cy="128082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44314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443142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443142" y="3557153"/>
              <a:ext cx="71708" cy="128082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344314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344314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344314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344314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344314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3443142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344314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514850" y="3044825"/>
              <a:ext cx="71708" cy="128082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3514850" y="3172907"/>
              <a:ext cx="71708" cy="128082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351485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3514850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3514850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3514850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3514850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351485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351485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351485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351485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351485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3586558" y="3044825"/>
              <a:ext cx="71708" cy="128082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3586558" y="3172907"/>
              <a:ext cx="71708" cy="128082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3586558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3586558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3586558" y="355715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358655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58655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358655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358655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358655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3586558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3586558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658266" y="3044825"/>
              <a:ext cx="71708" cy="128082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3658266" y="3172907"/>
              <a:ext cx="71708" cy="128082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3658266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365826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3658266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3658266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365826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365826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3658266" y="4069481"/>
              <a:ext cx="71708" cy="128082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365826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3658266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3658266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3729974" y="3044825"/>
              <a:ext cx="71708" cy="128082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3729974" y="3172907"/>
              <a:ext cx="71708" cy="128082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372997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3729974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3729974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3729974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372997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372997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372997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372997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3729974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3729974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3801682" y="3044825"/>
              <a:ext cx="71708" cy="128082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3801682" y="3172907"/>
              <a:ext cx="71708" cy="128082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380168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3801682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3801682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380168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380168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380168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380168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380168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3801682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380168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3873390" y="3044825"/>
              <a:ext cx="71708" cy="128082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873390" y="3172907"/>
              <a:ext cx="71708" cy="128082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87339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3873390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3873390" y="355715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3873390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3873390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387339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387339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387339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387339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387339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3945098" y="3044825"/>
              <a:ext cx="71708" cy="128082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3945098" y="3172907"/>
              <a:ext cx="71708" cy="128082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3945098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3945098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3945098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394509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394509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394509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394509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394509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3945098" y="432564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3945098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4016806" y="3044825"/>
              <a:ext cx="71708" cy="128082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4016806" y="3172907"/>
              <a:ext cx="71708" cy="128082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4016806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401680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4016806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4016806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401680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401680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016806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01680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4016806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4016806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4088514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4088514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08851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4088514" y="3429071"/>
              <a:ext cx="71708" cy="128082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4088514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4088514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408851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408851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408851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08851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088514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088514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160222" y="3044825"/>
              <a:ext cx="71708" cy="128082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160222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16022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160222" y="3429071"/>
              <a:ext cx="71708" cy="128082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160222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416022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416022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16022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16022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416022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4160222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16022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4231930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4231930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423193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4231930" y="3429071"/>
              <a:ext cx="71708" cy="128082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4231930" y="3557153"/>
              <a:ext cx="71708" cy="128082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4231930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4231930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423193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423193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423193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423193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423193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4303638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303638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303638" y="3300989"/>
              <a:ext cx="71708" cy="128082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303638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303638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30363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30363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30363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30363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30363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303638" y="432564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303638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375346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375346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375346" y="3300989"/>
              <a:ext cx="71708" cy="128082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37534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375346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4375346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437534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437534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4375346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437534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4375346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4375346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4447054" y="3044825"/>
              <a:ext cx="71708" cy="128082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4447054" y="317290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444705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447054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447054" y="3557153"/>
              <a:ext cx="71708" cy="128082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4447054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444705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444705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444705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444705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4447054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4447054" y="4453727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4518762" y="3044825"/>
              <a:ext cx="71708" cy="128082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4518762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451876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4518762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4518762" y="3557153"/>
              <a:ext cx="71708" cy="128082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451876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451876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451876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451876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451876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4518762" y="4325645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451876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4590470" y="3044825"/>
              <a:ext cx="71708" cy="128082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4590470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459047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4590470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4590470" y="3557153"/>
              <a:ext cx="71708" cy="128082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4590470" y="3685235"/>
              <a:ext cx="71708" cy="128082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4590470" y="3813317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459047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459047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459047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459047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459047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4662178" y="3044825"/>
              <a:ext cx="71708" cy="128082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4662178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4662178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4662178" y="3429071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4662178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466217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466217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466217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466217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466217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4662178" y="4325645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4662178" y="4453727"/>
              <a:ext cx="71708" cy="128082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4733886" y="3044825"/>
              <a:ext cx="71708" cy="128082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4733886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4733886" y="3300989"/>
              <a:ext cx="71708" cy="128082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473388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4733886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4733886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473388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473388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4733886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473388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4733886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4733886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4805594" y="3044825"/>
              <a:ext cx="71708" cy="128082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4805594" y="3172907"/>
              <a:ext cx="71708" cy="128082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480559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4805594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4805594" y="3557153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4805594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480559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480559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480559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480559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4805594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4805594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4877302" y="3044825"/>
              <a:ext cx="71708" cy="128082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4877302" y="3172907"/>
              <a:ext cx="71708" cy="128082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4877302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4877302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4877302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4877302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4877302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4877302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4877302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4877302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4877302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4877302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4949010" y="3044825"/>
              <a:ext cx="71708" cy="128082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4949010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4949010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4949010" y="3429071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4949010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4949010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4949010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4949010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4949010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4949010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4949010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4949010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020718" y="3044825"/>
              <a:ext cx="71708" cy="128082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020718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020718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020718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020718" y="3557153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020718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020718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020718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020718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020718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5020718" y="432564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5020718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5092426" y="3044825"/>
              <a:ext cx="71708" cy="128082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5092426" y="317290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5092426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5092426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5092426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5092426" y="368523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5092426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5092426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5092426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5092426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092426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092426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5164134" y="3044825"/>
              <a:ext cx="71708" cy="128082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5164134" y="3172907"/>
              <a:ext cx="71708" cy="128082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5164134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5164134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5164134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5164134" y="3685235"/>
              <a:ext cx="71708" cy="128082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5164134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5164134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5164134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5164134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164134" y="4325645"/>
              <a:ext cx="71708" cy="128082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164134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235843" y="304482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23584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235843" y="3300989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23584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235843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235843" y="3685235"/>
              <a:ext cx="71708" cy="128082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23584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23584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23584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23584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235843" y="432564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235843" y="445372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307551" y="304482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30755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307551" y="3300989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30755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307551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307551" y="3685235"/>
              <a:ext cx="71708" cy="128082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30755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30755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30755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30755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5307551" y="432564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5307551" y="445372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5379259" y="3044825"/>
              <a:ext cx="71708" cy="128082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537925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537925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537925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5379259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537925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537925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5379259" y="3941399"/>
              <a:ext cx="71708" cy="128082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537925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537925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5379259" y="4325645"/>
              <a:ext cx="71708" cy="128082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537925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5450967" y="304482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545096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5450967" y="3300989"/>
              <a:ext cx="71708" cy="128082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545096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5450967" y="355715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545096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5450967" y="3813317"/>
              <a:ext cx="71708" cy="128082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5450967" y="3941399"/>
              <a:ext cx="71708" cy="128082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545096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545096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545096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545096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5522675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5522675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552267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552267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5522675" y="3557153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552267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552267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552267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552267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5522675" y="4197563"/>
              <a:ext cx="71708" cy="128082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552267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552267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5594383" y="3044825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559438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559438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559438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5594383" y="355715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559438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5594383" y="381331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559438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559438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559438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559438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559438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5666091" y="304482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566609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566609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566609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5666091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566609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566609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566609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566609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566609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566609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566609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5737799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5737799" y="3172907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573779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573779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5737799" y="355715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573779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573779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573779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573779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5737799" y="419756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573779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573779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5809507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580950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580950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580950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5809507" y="3557153"/>
              <a:ext cx="71708" cy="128082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580950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580950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580950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580950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5809507" y="419756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580950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580950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5881215" y="3044825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5881215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588121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588121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5881215" y="3557153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588121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588121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588121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588121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5881215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588121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588121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5952923" y="304482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595292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5952923" y="3300989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595292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5952923" y="3557153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595292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5952923" y="381331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595292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595292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595292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595292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5952923" y="445372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6024631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602463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602463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602463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6024631" y="3557153"/>
              <a:ext cx="71708" cy="128082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602463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602463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602463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02463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02463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602463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602463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6096339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6096339" y="3172907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609633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609633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6096339" y="3557153"/>
              <a:ext cx="71708" cy="128082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609633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609633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609633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609633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6096339" y="419756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609633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609633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6168047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616804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616804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616804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6168047" y="3557153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616804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616804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616804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616804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168047" y="419756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16804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616804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6239755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6239755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623975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623975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6239755" y="3557153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623975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623975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623975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623975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6239755" y="419756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623975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623975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6311463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631146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631146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631146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6311463" y="3557153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631146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631146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631146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631146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6311463" y="4197563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631146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631146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6383171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6383171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6383171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638317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6383171" y="3557153"/>
              <a:ext cx="71708" cy="128082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638317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6383171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638317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638317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6383171" y="419756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638317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6383171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6454879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645487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6454879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645487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6454879" y="3557153"/>
              <a:ext cx="71708" cy="128082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645487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645487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645487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645487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6454879" y="419756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645487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645487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6526587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652658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6526587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652658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6526587" y="3557153"/>
              <a:ext cx="71708" cy="128082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652658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652658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652658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652658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6526587" y="419756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652658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652658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6598295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6598295" y="317290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6598295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659829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6598295" y="3557153"/>
              <a:ext cx="71708" cy="128082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659829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6598295" y="381331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659829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659829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6598295" y="419756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6598295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659829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6670003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6670003" y="317290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6670003" y="330098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667000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6670003" y="3557153"/>
              <a:ext cx="71708" cy="128082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667000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6670003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667000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667000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6670003" y="4197563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667000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6670003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6741711" y="304482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6741711" y="317290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6741711" y="3300989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674171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6741711" y="3557153"/>
              <a:ext cx="71708" cy="128082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674171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6741711" y="3813317"/>
              <a:ext cx="71708" cy="128082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674171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674171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674171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674171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6741711" y="445372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6813419" y="304482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681341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6813419" y="3300989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6813419" y="3429071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6813419" y="3557153"/>
              <a:ext cx="71708" cy="128082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681341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6813419" y="3813317"/>
              <a:ext cx="71708" cy="128082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681341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681341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681341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681341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6813419" y="445372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6885127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688512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6885127" y="3300989"/>
              <a:ext cx="71708" cy="128082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688512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6885127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6885127" y="3685235"/>
              <a:ext cx="71708" cy="128082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6885127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688512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688512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688512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6885127" y="4325645"/>
              <a:ext cx="71708" cy="128082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6885127" y="4453727"/>
              <a:ext cx="71708" cy="128082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6956835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6956835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6956835" y="3300989"/>
              <a:ext cx="71708" cy="128082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6956835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6956835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6956835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6956835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6956835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6956835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6956835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6956835" y="432564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6956835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7028543" y="3044825"/>
              <a:ext cx="71708" cy="128082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7028543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7028543" y="3300989"/>
              <a:ext cx="71708" cy="128082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7028543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7028543" y="3557153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7028543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7028543" y="3813317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028543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028543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7028543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7028543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7028543" y="4453727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7100251" y="3044825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7100251" y="3172907"/>
              <a:ext cx="71708" cy="128082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7100251" y="3300989"/>
              <a:ext cx="71708" cy="128082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7100251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7100251" y="355715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7100251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7100251" y="381331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7100251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7100251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7100251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7100251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7100251" y="4453727"/>
              <a:ext cx="71708" cy="128082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171959" y="304482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171959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7171959" y="3300989"/>
              <a:ext cx="71708" cy="128082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7171959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7171959" y="355715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7171959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7171959" y="381331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7171959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7171959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7171959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7171959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7171959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7243667" y="3044825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7243667" y="317290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7243667" y="3300989"/>
              <a:ext cx="71708" cy="128082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243667" y="342907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243667" y="3557153"/>
              <a:ext cx="71708" cy="128082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7243667" y="368523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7243667" y="3813317"/>
              <a:ext cx="71708" cy="128082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7243667" y="3941399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7243667" y="4069481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7243667" y="4197563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7243667" y="4325645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7243667" y="4453727"/>
              <a:ext cx="71708" cy="12808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tx977"/>
            <p:cNvSpPr/>
            <p:nvPr/>
          </p:nvSpPr>
          <p:spPr>
            <a:xfrm rot="-16200000">
              <a:off x="1959247" y="468698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mYC_2</a:t>
              </a:r>
            </a:p>
          </p:txBody>
        </p:sp>
        <p:sp>
          <p:nvSpPr>
            <p:cNvPr id="978" name="tx978"/>
            <p:cNvSpPr/>
            <p:nvPr/>
          </p:nvSpPr>
          <p:spPr>
            <a:xfrm rot="-16200000">
              <a:off x="2031275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mYE_3</a:t>
              </a:r>
            </a:p>
          </p:txBody>
        </p:sp>
        <p:sp>
          <p:nvSpPr>
            <p:cNvPr id="979" name="tx979"/>
            <p:cNvSpPr/>
            <p:nvPr/>
          </p:nvSpPr>
          <p:spPr>
            <a:xfrm rot="-16200000">
              <a:off x="2139742" y="4649901"/>
              <a:ext cx="9701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pCF</a:t>
              </a:r>
            </a:p>
          </p:txBody>
        </p:sp>
        <p:sp>
          <p:nvSpPr>
            <p:cNvPr id="980" name="tx980"/>
            <p:cNvSpPr/>
            <p:nvPr/>
          </p:nvSpPr>
          <p:spPr>
            <a:xfrm rot="-16200000">
              <a:off x="2174463" y="4686889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mRL_3</a:t>
              </a:r>
            </a:p>
          </p:txBody>
        </p:sp>
        <p:sp>
          <p:nvSpPr>
            <p:cNvPr id="981" name="tx981"/>
            <p:cNvSpPr/>
            <p:nvPr/>
          </p:nvSpPr>
          <p:spPr>
            <a:xfrm rot="-16200000">
              <a:off x="2240867" y="469219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mGB_2</a:t>
              </a:r>
            </a:p>
          </p:txBody>
        </p:sp>
        <p:sp>
          <p:nvSpPr>
            <p:cNvPr id="982" name="tx982"/>
            <p:cNvSpPr/>
            <p:nvPr/>
          </p:nvSpPr>
          <p:spPr>
            <a:xfrm rot="-16200000">
              <a:off x="2295567" y="470920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mGCK_3</a:t>
              </a:r>
            </a:p>
          </p:txBody>
        </p:sp>
        <p:sp>
          <p:nvSpPr>
            <p:cNvPr id="983" name="tx983"/>
            <p:cNvSpPr/>
            <p:nvPr/>
          </p:nvSpPr>
          <p:spPr>
            <a:xfrm rot="-16200000">
              <a:off x="2367275" y="470920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mGCK_2</a:t>
              </a:r>
            </a:p>
          </p:txBody>
        </p:sp>
        <p:sp>
          <p:nvSpPr>
            <p:cNvPr id="984" name="tx984"/>
            <p:cNvSpPr/>
            <p:nvPr/>
          </p:nvSpPr>
          <p:spPr>
            <a:xfrm rot="-16200000">
              <a:off x="2438252" y="4709932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mGCZ_3</a:t>
              </a:r>
            </a:p>
          </p:txBody>
        </p:sp>
        <p:sp>
          <p:nvSpPr>
            <p:cNvPr id="985" name="tx985"/>
            <p:cNvSpPr/>
            <p:nvPr/>
          </p:nvSpPr>
          <p:spPr>
            <a:xfrm rot="-16200000">
              <a:off x="2509960" y="4709932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mGCZ_2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16200000">
              <a:off x="2604711" y="4686889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mRL_2</a:t>
              </a:r>
            </a:p>
          </p:txBody>
        </p:sp>
        <p:sp>
          <p:nvSpPr>
            <p:cNvPr id="987" name="tx987"/>
            <p:cNvSpPr/>
            <p:nvPr/>
          </p:nvSpPr>
          <p:spPr>
            <a:xfrm rot="-16200000">
              <a:off x="2676419" y="4686889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mRL_1</a:t>
              </a:r>
            </a:p>
          </p:txBody>
        </p:sp>
        <p:sp>
          <p:nvSpPr>
            <p:cNvPr id="988" name="tx988"/>
            <p:cNvSpPr/>
            <p:nvPr/>
          </p:nvSpPr>
          <p:spPr>
            <a:xfrm rot="-16200000">
              <a:off x="2746070" y="468894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mSC_3</a:t>
              </a:r>
            </a:p>
          </p:txBody>
        </p:sp>
        <p:sp>
          <p:nvSpPr>
            <p:cNvPr id="989" name="tx989"/>
            <p:cNvSpPr/>
            <p:nvPr/>
          </p:nvSpPr>
          <p:spPr>
            <a:xfrm rot="-16200000">
              <a:off x="2817778" y="468894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mSC_2</a:t>
              </a:r>
            </a:p>
          </p:txBody>
        </p:sp>
        <p:sp>
          <p:nvSpPr>
            <p:cNvPr id="990" name="tx990"/>
            <p:cNvSpPr/>
            <p:nvPr/>
          </p:nvSpPr>
          <p:spPr>
            <a:xfrm rot="-16200000">
              <a:off x="2886971" y="4691461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mGK_1</a:t>
              </a:r>
            </a:p>
          </p:txBody>
        </p:sp>
        <p:sp>
          <p:nvSpPr>
            <p:cNvPr id="991" name="tx991"/>
            <p:cNvSpPr/>
            <p:nvPr/>
          </p:nvSpPr>
          <p:spPr>
            <a:xfrm rot="-16200000">
              <a:off x="2958679" y="4691461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mGK_3</a:t>
              </a:r>
            </a:p>
          </p:txBody>
        </p:sp>
        <p:sp>
          <p:nvSpPr>
            <p:cNvPr id="992" name="tx992"/>
            <p:cNvSpPr/>
            <p:nvPr/>
          </p:nvSpPr>
          <p:spPr>
            <a:xfrm rot="-16200000">
              <a:off x="3034410" y="468743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mCF_1</a:t>
              </a:r>
            </a:p>
          </p:txBody>
        </p:sp>
        <p:sp>
          <p:nvSpPr>
            <p:cNvPr id="993" name="tx993"/>
            <p:cNvSpPr/>
            <p:nvPr/>
          </p:nvSpPr>
          <p:spPr>
            <a:xfrm rot="-16200000">
              <a:off x="3106119" y="468743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mCF_2</a:t>
              </a:r>
            </a:p>
          </p:txBody>
        </p:sp>
        <p:sp>
          <p:nvSpPr>
            <p:cNvPr id="994" name="tx994"/>
            <p:cNvSpPr/>
            <p:nvPr/>
          </p:nvSpPr>
          <p:spPr>
            <a:xfrm rot="-16200000">
              <a:off x="3155332" y="4709932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mGCZ_1</a:t>
              </a:r>
            </a:p>
          </p:txBody>
        </p:sp>
        <p:sp>
          <p:nvSpPr>
            <p:cNvPr id="995" name="tx995"/>
            <p:cNvSpPr/>
            <p:nvPr/>
          </p:nvSpPr>
          <p:spPr>
            <a:xfrm rot="-16200000">
              <a:off x="3285562" y="4651410"/>
              <a:ext cx="1000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pSC</a:t>
              </a:r>
            </a:p>
          </p:txBody>
        </p:sp>
        <p:sp>
          <p:nvSpPr>
            <p:cNvPr id="996" name="tx996"/>
            <p:cNvSpPr/>
            <p:nvPr/>
          </p:nvSpPr>
          <p:spPr>
            <a:xfrm rot="-16200000">
              <a:off x="3316168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mXQ_2</a:t>
              </a:r>
            </a:p>
          </p:txBody>
        </p:sp>
        <p:sp>
          <p:nvSpPr>
            <p:cNvPr id="997" name="tx997"/>
            <p:cNvSpPr/>
            <p:nvPr/>
          </p:nvSpPr>
          <p:spPr>
            <a:xfrm rot="-16200000">
              <a:off x="3387876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mGC_2</a:t>
              </a:r>
            </a:p>
          </p:txBody>
        </p:sp>
        <p:sp>
          <p:nvSpPr>
            <p:cNvPr id="998" name="tx998"/>
            <p:cNvSpPr/>
            <p:nvPr/>
          </p:nvSpPr>
          <p:spPr>
            <a:xfrm rot="-16200000">
              <a:off x="3461915" y="4690181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mYD_3</a:t>
              </a:r>
            </a:p>
          </p:txBody>
        </p:sp>
        <p:sp>
          <p:nvSpPr>
            <p:cNvPr id="999" name="tx999"/>
            <p:cNvSpPr/>
            <p:nvPr/>
          </p:nvSpPr>
          <p:spPr>
            <a:xfrm rot="-16200000">
              <a:off x="3536687" y="468711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mZF_2</a:t>
              </a:r>
            </a:p>
          </p:txBody>
        </p:sp>
        <p:sp>
          <p:nvSpPr>
            <p:cNvPr id="1000" name="tx1000"/>
            <p:cNvSpPr/>
            <p:nvPr/>
          </p:nvSpPr>
          <p:spPr>
            <a:xfrm rot="-16200000">
              <a:off x="3606566" y="468894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mSC_1</a:t>
              </a:r>
            </a:p>
          </p:txBody>
        </p:sp>
        <p:sp>
          <p:nvSpPr>
            <p:cNvPr id="1001" name="tx1001"/>
            <p:cNvSpPr/>
            <p:nvPr/>
          </p:nvSpPr>
          <p:spPr>
            <a:xfrm rot="-16200000">
              <a:off x="3677040" y="4690181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mYD_1</a:t>
              </a:r>
            </a:p>
          </p:txBody>
        </p:sp>
        <p:sp>
          <p:nvSpPr>
            <p:cNvPr id="1002" name="tx1002"/>
            <p:cNvSpPr/>
            <p:nvPr/>
          </p:nvSpPr>
          <p:spPr>
            <a:xfrm rot="-16200000">
              <a:off x="3752268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mYE_2</a:t>
              </a:r>
            </a:p>
          </p:txBody>
        </p:sp>
        <p:sp>
          <p:nvSpPr>
            <p:cNvPr id="1003" name="tx1003"/>
            <p:cNvSpPr/>
            <p:nvPr/>
          </p:nvSpPr>
          <p:spPr>
            <a:xfrm rot="-16200000">
              <a:off x="3812775" y="4697862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mWR_2</a:t>
              </a:r>
            </a:p>
          </p:txBody>
        </p:sp>
        <p:sp>
          <p:nvSpPr>
            <p:cNvPr id="1004" name="tx1004"/>
            <p:cNvSpPr/>
            <p:nvPr/>
          </p:nvSpPr>
          <p:spPr>
            <a:xfrm rot="-16200000">
              <a:off x="3890884" y="4691461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mGK_2</a:t>
              </a:r>
            </a:p>
          </p:txBody>
        </p:sp>
        <p:sp>
          <p:nvSpPr>
            <p:cNvPr id="1005" name="tx1005"/>
            <p:cNvSpPr/>
            <p:nvPr/>
          </p:nvSpPr>
          <p:spPr>
            <a:xfrm rot="-16200000">
              <a:off x="3963872" y="4690181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mYD_2</a:t>
              </a:r>
            </a:p>
          </p:txBody>
        </p:sp>
        <p:sp>
          <p:nvSpPr>
            <p:cNvPr id="1006" name="tx1006"/>
            <p:cNvSpPr/>
            <p:nvPr/>
          </p:nvSpPr>
          <p:spPr>
            <a:xfrm rot="-16200000">
              <a:off x="4033248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mGC_1</a:t>
              </a:r>
            </a:p>
          </p:txBody>
        </p:sp>
        <p:sp>
          <p:nvSpPr>
            <p:cNvPr id="1007" name="tx1007"/>
            <p:cNvSpPr/>
            <p:nvPr/>
          </p:nvSpPr>
          <p:spPr>
            <a:xfrm rot="-16200000">
              <a:off x="4110808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mYE_1</a:t>
              </a:r>
            </a:p>
          </p:txBody>
        </p:sp>
        <p:sp>
          <p:nvSpPr>
            <p:cNvPr id="1008" name="tx1008"/>
            <p:cNvSpPr/>
            <p:nvPr/>
          </p:nvSpPr>
          <p:spPr>
            <a:xfrm rot="-16200000">
              <a:off x="4176664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mGC_3</a:t>
              </a:r>
            </a:p>
          </p:txBody>
        </p:sp>
        <p:sp>
          <p:nvSpPr>
            <p:cNvPr id="1009" name="tx1009"/>
            <p:cNvSpPr/>
            <p:nvPr/>
          </p:nvSpPr>
          <p:spPr>
            <a:xfrm rot="-16200000">
              <a:off x="4286228" y="4654656"/>
              <a:ext cx="10652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pGB</a:t>
              </a:r>
            </a:p>
          </p:txBody>
        </p:sp>
        <p:sp>
          <p:nvSpPr>
            <p:cNvPr id="1010" name="tx1010"/>
            <p:cNvSpPr/>
            <p:nvPr/>
          </p:nvSpPr>
          <p:spPr>
            <a:xfrm rot="-16200000">
              <a:off x="4363468" y="4649124"/>
              <a:ext cx="9546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pXL</a:t>
              </a:r>
            </a:p>
          </p:txBody>
        </p:sp>
        <p:sp>
          <p:nvSpPr>
            <p:cNvPr id="1011" name="tx1011"/>
            <p:cNvSpPr/>
            <p:nvPr/>
          </p:nvSpPr>
          <p:spPr>
            <a:xfrm rot="-16200000">
              <a:off x="4386439" y="4697862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mWR_1</a:t>
              </a:r>
            </a:p>
          </p:txBody>
        </p:sp>
        <p:sp>
          <p:nvSpPr>
            <p:cNvPr id="1012" name="tx1012"/>
            <p:cNvSpPr/>
            <p:nvPr/>
          </p:nvSpPr>
          <p:spPr>
            <a:xfrm rot="-16200000">
              <a:off x="4463496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mXQ_1</a:t>
              </a:r>
            </a:p>
          </p:txBody>
        </p:sp>
        <p:sp>
          <p:nvSpPr>
            <p:cNvPr id="1013" name="tx1013"/>
            <p:cNvSpPr/>
            <p:nvPr/>
          </p:nvSpPr>
          <p:spPr>
            <a:xfrm rot="-16200000">
              <a:off x="4529855" y="4697862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mWR_3</a:t>
              </a:r>
            </a:p>
          </p:txBody>
        </p:sp>
        <p:sp>
          <p:nvSpPr>
            <p:cNvPr id="1014" name="tx1014"/>
            <p:cNvSpPr/>
            <p:nvPr/>
          </p:nvSpPr>
          <p:spPr>
            <a:xfrm rot="-16200000">
              <a:off x="4607232" y="469219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mGB_1</a:t>
              </a:r>
            </a:p>
          </p:txBody>
        </p:sp>
        <p:sp>
          <p:nvSpPr>
            <p:cNvPr id="1015" name="tx1015"/>
            <p:cNvSpPr/>
            <p:nvPr/>
          </p:nvSpPr>
          <p:spPr>
            <a:xfrm rot="-16200000">
              <a:off x="4716156" y="4654976"/>
              <a:ext cx="10716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pXQ</a:t>
              </a:r>
            </a:p>
          </p:txBody>
        </p:sp>
        <p:sp>
          <p:nvSpPr>
            <p:cNvPr id="1016" name="tx1016"/>
            <p:cNvSpPr/>
            <p:nvPr/>
          </p:nvSpPr>
          <p:spPr>
            <a:xfrm rot="-16200000">
              <a:off x="4755723" y="468711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mZF_1</a:t>
              </a:r>
            </a:p>
          </p:txBody>
        </p:sp>
        <p:sp>
          <p:nvSpPr>
            <p:cNvPr id="1017" name="tx1017"/>
            <p:cNvSpPr/>
            <p:nvPr/>
          </p:nvSpPr>
          <p:spPr>
            <a:xfrm rot="-16200000">
              <a:off x="4864967" y="4649581"/>
              <a:ext cx="9637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pZF</a:t>
              </a:r>
            </a:p>
          </p:txBody>
        </p:sp>
        <p:sp>
          <p:nvSpPr>
            <p:cNvPr id="1018" name="tx1018"/>
            <p:cNvSpPr/>
            <p:nvPr/>
          </p:nvSpPr>
          <p:spPr>
            <a:xfrm rot="-16200000">
              <a:off x="4877057" y="470920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mGCK_1</a:t>
              </a:r>
            </a:p>
          </p:txBody>
        </p:sp>
        <p:sp>
          <p:nvSpPr>
            <p:cNvPr id="1019" name="tx1019"/>
            <p:cNvSpPr/>
            <p:nvPr/>
          </p:nvSpPr>
          <p:spPr>
            <a:xfrm rot="-16200000">
              <a:off x="4965452" y="469251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mXQ_3</a:t>
              </a:r>
            </a:p>
          </p:txBody>
        </p:sp>
        <p:sp>
          <p:nvSpPr>
            <p:cNvPr id="1020" name="tx1020"/>
            <p:cNvSpPr/>
            <p:nvPr/>
          </p:nvSpPr>
          <p:spPr>
            <a:xfrm rot="-16200000">
              <a:off x="5042555" y="468711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mZF_3</a:t>
              </a:r>
            </a:p>
          </p:txBody>
        </p:sp>
        <p:sp>
          <p:nvSpPr>
            <p:cNvPr id="1021" name="tx1021"/>
            <p:cNvSpPr/>
            <p:nvPr/>
          </p:nvSpPr>
          <p:spPr>
            <a:xfrm rot="-16200000">
              <a:off x="5113943" y="468743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mCF_3</a:t>
              </a:r>
            </a:p>
          </p:txBody>
        </p:sp>
        <p:sp>
          <p:nvSpPr>
            <p:cNvPr id="1022" name="tx1022"/>
            <p:cNvSpPr/>
            <p:nvPr/>
          </p:nvSpPr>
          <p:spPr>
            <a:xfrm rot="-16200000">
              <a:off x="5186429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mXL_1</a:t>
              </a:r>
            </a:p>
          </p:txBody>
        </p:sp>
        <p:sp>
          <p:nvSpPr>
            <p:cNvPr id="1023" name="tx1023"/>
            <p:cNvSpPr/>
            <p:nvPr/>
          </p:nvSpPr>
          <p:spPr>
            <a:xfrm rot="-16200000">
              <a:off x="5258137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mXL_2</a:t>
              </a:r>
            </a:p>
          </p:txBody>
        </p:sp>
        <p:sp>
          <p:nvSpPr>
            <p:cNvPr id="1024" name="tx1024"/>
            <p:cNvSpPr/>
            <p:nvPr/>
          </p:nvSpPr>
          <p:spPr>
            <a:xfrm rot="-16200000">
              <a:off x="5324313" y="469219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mGB_3</a:t>
              </a:r>
            </a:p>
          </p:txBody>
        </p:sp>
        <p:sp>
          <p:nvSpPr>
            <p:cNvPr id="1025" name="tx1025"/>
            <p:cNvSpPr/>
            <p:nvPr/>
          </p:nvSpPr>
          <p:spPr>
            <a:xfrm rot="-16200000">
              <a:off x="5401233" y="468698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mYC_1</a:t>
              </a:r>
            </a:p>
          </p:txBody>
        </p:sp>
        <p:sp>
          <p:nvSpPr>
            <p:cNvPr id="1026" name="tx1026"/>
            <p:cNvSpPr/>
            <p:nvPr/>
          </p:nvSpPr>
          <p:spPr>
            <a:xfrm rot="-16200000">
              <a:off x="5508145" y="4651776"/>
              <a:ext cx="10076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sGB</a:t>
              </a:r>
            </a:p>
          </p:txBody>
        </p:sp>
        <p:sp>
          <p:nvSpPr>
            <p:cNvPr id="1027" name="tx1027"/>
            <p:cNvSpPr/>
            <p:nvPr/>
          </p:nvSpPr>
          <p:spPr>
            <a:xfrm rot="-16200000">
              <a:off x="5579533" y="4652096"/>
              <a:ext cx="10140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sXQ</a:t>
              </a:r>
            </a:p>
          </p:txBody>
        </p:sp>
        <p:sp>
          <p:nvSpPr>
            <p:cNvPr id="1028" name="tx1028"/>
            <p:cNvSpPr/>
            <p:nvPr/>
          </p:nvSpPr>
          <p:spPr>
            <a:xfrm rot="-16200000">
              <a:off x="5649412" y="4653925"/>
              <a:ext cx="10506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pGK</a:t>
              </a:r>
            </a:p>
          </p:txBody>
        </p:sp>
        <p:sp>
          <p:nvSpPr>
            <p:cNvPr id="1029" name="tx1029"/>
            <p:cNvSpPr/>
            <p:nvPr/>
          </p:nvSpPr>
          <p:spPr>
            <a:xfrm rot="-16200000">
              <a:off x="5722949" y="4652096"/>
              <a:ext cx="10140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</a:t>
              </a:r>
            </a:p>
          </p:txBody>
        </p:sp>
        <p:sp>
          <p:nvSpPr>
            <p:cNvPr id="1030" name="tx1030"/>
            <p:cNvSpPr/>
            <p:nvPr/>
          </p:nvSpPr>
          <p:spPr>
            <a:xfrm rot="-16200000">
              <a:off x="5800509" y="4646244"/>
              <a:ext cx="8970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sYE</a:t>
              </a:r>
            </a:p>
          </p:txBody>
        </p:sp>
        <p:sp>
          <p:nvSpPr>
            <p:cNvPr id="1031" name="tx1031"/>
            <p:cNvSpPr/>
            <p:nvPr/>
          </p:nvSpPr>
          <p:spPr>
            <a:xfrm rot="-16200000">
              <a:off x="5863485" y="4654976"/>
              <a:ext cx="10716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</a:t>
              </a:r>
            </a:p>
          </p:txBody>
        </p:sp>
        <p:sp>
          <p:nvSpPr>
            <p:cNvPr id="1032" name="tx1032"/>
            <p:cNvSpPr/>
            <p:nvPr/>
          </p:nvSpPr>
          <p:spPr>
            <a:xfrm rot="-16200000">
              <a:off x="5940817" y="4649353"/>
              <a:ext cx="9592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pRL</a:t>
              </a:r>
            </a:p>
          </p:txBody>
        </p:sp>
        <p:sp>
          <p:nvSpPr>
            <p:cNvPr id="1033" name="tx1033"/>
            <p:cNvSpPr/>
            <p:nvPr/>
          </p:nvSpPr>
          <p:spPr>
            <a:xfrm rot="-16200000">
              <a:off x="6013348" y="4648530"/>
              <a:ext cx="9427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sSC</a:t>
              </a:r>
            </a:p>
          </p:txBody>
        </p:sp>
        <p:sp>
          <p:nvSpPr>
            <p:cNvPr id="1034" name="tx1034"/>
            <p:cNvSpPr/>
            <p:nvPr/>
          </p:nvSpPr>
          <p:spPr>
            <a:xfrm rot="-16200000">
              <a:off x="6076140" y="4657445"/>
              <a:ext cx="11210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sWR</a:t>
              </a:r>
            </a:p>
          </p:txBody>
        </p:sp>
        <p:sp>
          <p:nvSpPr>
            <p:cNvPr id="1035" name="tx1035"/>
            <p:cNvSpPr/>
            <p:nvPr/>
          </p:nvSpPr>
          <p:spPr>
            <a:xfrm rot="-16200000">
              <a:off x="6158272" y="4647021"/>
              <a:ext cx="9125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sCF</a:t>
              </a:r>
            </a:p>
          </p:txBody>
        </p:sp>
        <p:sp>
          <p:nvSpPr>
            <p:cNvPr id="1036" name="tx1036"/>
            <p:cNvSpPr/>
            <p:nvPr/>
          </p:nvSpPr>
          <p:spPr>
            <a:xfrm rot="-16200000">
              <a:off x="6230529" y="4646472"/>
              <a:ext cx="9015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sRL</a:t>
              </a:r>
            </a:p>
          </p:txBody>
        </p:sp>
        <p:sp>
          <p:nvSpPr>
            <p:cNvPr id="1037" name="tx1037"/>
            <p:cNvSpPr/>
            <p:nvPr/>
          </p:nvSpPr>
          <p:spPr>
            <a:xfrm rot="-16200000">
              <a:off x="6279194" y="4669515"/>
              <a:ext cx="13624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sGCZ</a:t>
              </a:r>
            </a:p>
          </p:txBody>
        </p:sp>
        <p:sp>
          <p:nvSpPr>
            <p:cNvPr id="1038" name="tx1038"/>
            <p:cNvSpPr/>
            <p:nvPr/>
          </p:nvSpPr>
          <p:spPr>
            <a:xfrm rot="-16200000">
              <a:off x="6369373" y="4651044"/>
              <a:ext cx="9930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sGK</a:t>
              </a:r>
            </a:p>
          </p:txBody>
        </p:sp>
        <p:sp>
          <p:nvSpPr>
            <p:cNvPr id="1039" name="tx1039"/>
            <p:cNvSpPr/>
            <p:nvPr/>
          </p:nvSpPr>
          <p:spPr>
            <a:xfrm rot="-16200000">
              <a:off x="6445425" y="4646701"/>
              <a:ext cx="9061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sZF</a:t>
              </a:r>
            </a:p>
          </p:txBody>
        </p:sp>
        <p:sp>
          <p:nvSpPr>
            <p:cNvPr id="1040" name="tx1040"/>
            <p:cNvSpPr/>
            <p:nvPr/>
          </p:nvSpPr>
          <p:spPr>
            <a:xfrm rot="-16200000">
              <a:off x="6517270" y="4646564"/>
              <a:ext cx="9034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sYC</a:t>
              </a:r>
            </a:p>
          </p:txBody>
        </p:sp>
        <p:sp>
          <p:nvSpPr>
            <p:cNvPr id="1041" name="tx1041"/>
            <p:cNvSpPr/>
            <p:nvPr/>
          </p:nvSpPr>
          <p:spPr>
            <a:xfrm rot="-16200000">
              <a:off x="6589298" y="4646244"/>
              <a:ext cx="8970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sXL</a:t>
              </a:r>
            </a:p>
          </p:txBody>
        </p:sp>
        <p:sp>
          <p:nvSpPr>
            <p:cNvPr id="1042" name="tx1042"/>
            <p:cNvSpPr/>
            <p:nvPr/>
          </p:nvSpPr>
          <p:spPr>
            <a:xfrm rot="-16200000">
              <a:off x="6657485" y="4649764"/>
              <a:ext cx="9674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sYD</a:t>
              </a:r>
            </a:p>
          </p:txBody>
        </p:sp>
        <p:sp>
          <p:nvSpPr>
            <p:cNvPr id="1043" name="tx1043"/>
            <p:cNvSpPr/>
            <p:nvPr/>
          </p:nvSpPr>
          <p:spPr>
            <a:xfrm rot="-16200000">
              <a:off x="6718632" y="4660325"/>
              <a:ext cx="11786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pWR</a:t>
              </a:r>
            </a:p>
          </p:txBody>
        </p:sp>
        <p:sp>
          <p:nvSpPr>
            <p:cNvPr id="1044" name="tx1044"/>
            <p:cNvSpPr/>
            <p:nvPr/>
          </p:nvSpPr>
          <p:spPr>
            <a:xfrm rot="-16200000">
              <a:off x="6801222" y="4649444"/>
              <a:ext cx="9610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pYC</a:t>
              </a:r>
            </a:p>
          </p:txBody>
        </p:sp>
        <p:sp>
          <p:nvSpPr>
            <p:cNvPr id="1045" name="tx1045"/>
            <p:cNvSpPr/>
            <p:nvPr/>
          </p:nvSpPr>
          <p:spPr>
            <a:xfrm rot="-16200000">
              <a:off x="6835713" y="468666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mXL_3</a:t>
              </a:r>
            </a:p>
          </p:txBody>
        </p:sp>
        <p:sp>
          <p:nvSpPr>
            <p:cNvPr id="1046" name="tx1046"/>
            <p:cNvSpPr/>
            <p:nvPr/>
          </p:nvSpPr>
          <p:spPr>
            <a:xfrm rot="-16200000">
              <a:off x="6922418" y="4671664"/>
              <a:ext cx="14054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pGCK</a:t>
              </a:r>
            </a:p>
          </p:txBody>
        </p:sp>
        <p:sp>
          <p:nvSpPr>
            <p:cNvPr id="1047" name="tx1047"/>
            <p:cNvSpPr/>
            <p:nvPr/>
          </p:nvSpPr>
          <p:spPr>
            <a:xfrm rot="-16200000">
              <a:off x="7016666" y="4649124"/>
              <a:ext cx="9546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pYE</a:t>
              </a:r>
            </a:p>
          </p:txBody>
        </p:sp>
        <p:sp>
          <p:nvSpPr>
            <p:cNvPr id="1048" name="tx1048"/>
            <p:cNvSpPr/>
            <p:nvPr/>
          </p:nvSpPr>
          <p:spPr>
            <a:xfrm rot="-16200000">
              <a:off x="7084853" y="4652645"/>
              <a:ext cx="10250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pYD</a:t>
              </a:r>
            </a:p>
          </p:txBody>
        </p:sp>
        <p:sp>
          <p:nvSpPr>
            <p:cNvPr id="1049" name="tx1049"/>
            <p:cNvSpPr/>
            <p:nvPr/>
          </p:nvSpPr>
          <p:spPr>
            <a:xfrm rot="-16200000">
              <a:off x="7122226" y="468698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mYC_3</a:t>
              </a:r>
            </a:p>
          </p:txBody>
        </p:sp>
        <p:sp>
          <p:nvSpPr>
            <p:cNvPr id="1050" name="tx1050"/>
            <p:cNvSpPr/>
            <p:nvPr/>
          </p:nvSpPr>
          <p:spPr>
            <a:xfrm rot="-16200000">
              <a:off x="7208564" y="4672350"/>
              <a:ext cx="14191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pGCA</a:t>
              </a:r>
            </a:p>
          </p:txBody>
        </p:sp>
        <p:sp>
          <p:nvSpPr>
            <p:cNvPr id="1051" name="tx1051"/>
            <p:cNvSpPr/>
            <p:nvPr/>
          </p:nvSpPr>
          <p:spPr>
            <a:xfrm>
              <a:off x="7353475" y="3071832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052" name="tx1052"/>
            <p:cNvSpPr/>
            <p:nvPr/>
          </p:nvSpPr>
          <p:spPr>
            <a:xfrm>
              <a:off x="7353475" y="3199914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053" name="tx1053"/>
            <p:cNvSpPr/>
            <p:nvPr/>
          </p:nvSpPr>
          <p:spPr>
            <a:xfrm>
              <a:off x="7353475" y="3327996"/>
              <a:ext cx="6238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1054" name="tx1054"/>
            <p:cNvSpPr/>
            <p:nvPr/>
          </p:nvSpPr>
          <p:spPr>
            <a:xfrm>
              <a:off x="7353475" y="3456078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1055" name="tx1055"/>
            <p:cNvSpPr/>
            <p:nvPr/>
          </p:nvSpPr>
          <p:spPr>
            <a:xfrm>
              <a:off x="7353475" y="3584160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1056" name="tx1056"/>
            <p:cNvSpPr/>
            <p:nvPr/>
          </p:nvSpPr>
          <p:spPr>
            <a:xfrm>
              <a:off x="7353475" y="3712243"/>
              <a:ext cx="706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7353475" y="3840325"/>
              <a:ext cx="40288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7353475" y="3968407"/>
              <a:ext cx="61456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Phytobacter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7353475" y="4096489"/>
              <a:ext cx="5208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Acidisoma</a:t>
              </a:r>
            </a:p>
          </p:txBody>
        </p:sp>
        <p:sp>
          <p:nvSpPr>
            <p:cNvPr id="1060" name="tx1060"/>
            <p:cNvSpPr/>
            <p:nvPr/>
          </p:nvSpPr>
          <p:spPr>
            <a:xfrm>
              <a:off x="7353475" y="4224571"/>
              <a:ext cx="47192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Ellin6067</a:t>
              </a:r>
            </a:p>
          </p:txBody>
        </p:sp>
        <p:sp>
          <p:nvSpPr>
            <p:cNvPr id="1061" name="tx1061"/>
            <p:cNvSpPr/>
            <p:nvPr/>
          </p:nvSpPr>
          <p:spPr>
            <a:xfrm>
              <a:off x="7353475" y="4352653"/>
              <a:ext cx="4844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1062" name="tx1062"/>
            <p:cNvSpPr/>
            <p:nvPr/>
          </p:nvSpPr>
          <p:spPr>
            <a:xfrm>
              <a:off x="7353475" y="4480735"/>
              <a:ext cx="65882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1063" name="rc1063"/>
            <p:cNvSpPr/>
            <p:nvPr/>
          </p:nvSpPr>
          <p:spPr>
            <a:xfrm>
              <a:off x="2008981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2080689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2152397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2224105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2295813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2367521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2439229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2510937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2582645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2654353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2726061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2797769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2869477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2941185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3012893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3084602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315631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3228018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3299726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337143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3443142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351485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3586558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3658266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372997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3801682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387339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3945098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4016806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408851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4160222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423193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4303638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4375346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444705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4518762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459047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4662178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4733886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480559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4877302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4949010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5020718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5092426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5164134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5235843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5307551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5379259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5450967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5522675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5594383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5666091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5737799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5809507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5881215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5952923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6024631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6096339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6168047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6239755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6311463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6383171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6454879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6526587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6598295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6670003" y="2905125"/>
              <a:ext cx="71708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6741711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6813419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6885127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6956835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7028543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7100251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7171959" y="2905125"/>
              <a:ext cx="71708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7243667" y="2905125"/>
              <a:ext cx="71708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tx1137"/>
            <p:cNvSpPr/>
            <p:nvPr/>
          </p:nvSpPr>
          <p:spPr>
            <a:xfrm>
              <a:off x="7353475" y="2918891"/>
              <a:ext cx="25639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1138" name="tx1138"/>
            <p:cNvSpPr/>
            <p:nvPr/>
          </p:nvSpPr>
          <p:spPr>
            <a:xfrm>
              <a:off x="8648322" y="2892425"/>
              <a:ext cx="25639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1139" name="rc1139"/>
            <p:cNvSpPr/>
            <p:nvPr/>
          </p:nvSpPr>
          <p:spPr>
            <a:xfrm>
              <a:off x="8648322" y="3003524"/>
              <a:ext cx="148132" cy="1481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8648322" y="3151657"/>
              <a:ext cx="148132" cy="1481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8648322" y="3299790"/>
              <a:ext cx="148132" cy="1481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tx1142"/>
            <p:cNvSpPr/>
            <p:nvPr/>
          </p:nvSpPr>
          <p:spPr>
            <a:xfrm>
              <a:off x="8826081" y="3040557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143" name="tx1143"/>
            <p:cNvSpPr/>
            <p:nvPr/>
          </p:nvSpPr>
          <p:spPr>
            <a:xfrm>
              <a:off x="8826081" y="3188690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144" name="tx1144"/>
            <p:cNvSpPr/>
            <p:nvPr/>
          </p:nvSpPr>
          <p:spPr>
            <a:xfrm>
              <a:off x="8826081" y="3336823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145" name="rc1145"/>
            <p:cNvSpPr/>
            <p:nvPr/>
          </p:nvSpPr>
          <p:spPr>
            <a:xfrm>
              <a:off x="8239915" y="4778375"/>
              <a:ext cx="127000" cy="1905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8239915" y="4759325"/>
              <a:ext cx="127000" cy="1904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8239915" y="4740275"/>
              <a:ext cx="127000" cy="1905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8239915" y="4721225"/>
              <a:ext cx="127000" cy="1905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8239915" y="4702175"/>
              <a:ext cx="127000" cy="1904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8239915" y="4683125"/>
              <a:ext cx="127000" cy="1905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8239915" y="4664075"/>
              <a:ext cx="127000" cy="1905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8239915" y="4645025"/>
              <a:ext cx="127000" cy="1904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8239915" y="4625975"/>
              <a:ext cx="127000" cy="1905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8239915" y="4606925"/>
              <a:ext cx="127000" cy="1905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8239915" y="4587875"/>
              <a:ext cx="127000" cy="19049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8239915" y="4568825"/>
              <a:ext cx="127000" cy="1905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8239915" y="4549775"/>
              <a:ext cx="127000" cy="1905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8239915" y="4530725"/>
              <a:ext cx="127000" cy="1904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8239915" y="4511675"/>
              <a:ext cx="127000" cy="1905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8239915" y="4492625"/>
              <a:ext cx="127000" cy="1905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8239915" y="4473575"/>
              <a:ext cx="127000" cy="1904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8239915" y="4454525"/>
              <a:ext cx="127000" cy="1905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8239915" y="4435475"/>
              <a:ext cx="127000" cy="1905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8239915" y="4416425"/>
              <a:ext cx="127000" cy="19049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8239915" y="4397375"/>
              <a:ext cx="127000" cy="1905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8239915" y="4378325"/>
              <a:ext cx="127000" cy="1905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8239915" y="4359275"/>
              <a:ext cx="127000" cy="19049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8239915" y="4340225"/>
              <a:ext cx="127000" cy="1905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8239915" y="4321175"/>
              <a:ext cx="127000" cy="1905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8239915" y="4302125"/>
              <a:ext cx="127000" cy="19049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8239915" y="4283075"/>
              <a:ext cx="127000" cy="1905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8239915" y="4264025"/>
              <a:ext cx="127000" cy="1905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8239915" y="4244975"/>
              <a:ext cx="127000" cy="19049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8239915" y="4225925"/>
              <a:ext cx="127000" cy="1905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8239915" y="4206875"/>
              <a:ext cx="127000" cy="1905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8239915" y="4187825"/>
              <a:ext cx="127000" cy="19049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8239915" y="4168775"/>
              <a:ext cx="127000" cy="1905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8239915" y="4149725"/>
              <a:ext cx="127000" cy="1905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8239915" y="4130675"/>
              <a:ext cx="127000" cy="1905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8239915" y="4111625"/>
              <a:ext cx="127000" cy="1905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8239915" y="4092575"/>
              <a:ext cx="127000" cy="1905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8239915" y="4073525"/>
              <a:ext cx="127000" cy="1905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8239915" y="4054475"/>
              <a:ext cx="127000" cy="1905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8239915" y="4035425"/>
              <a:ext cx="127000" cy="1905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8239915" y="4016375"/>
              <a:ext cx="127000" cy="1905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8239915" y="3997325"/>
              <a:ext cx="127000" cy="1905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8239915" y="3978275"/>
              <a:ext cx="127000" cy="1905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8239915" y="3959225"/>
              <a:ext cx="127000" cy="1905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8239915" y="3940175"/>
              <a:ext cx="127000" cy="1905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8239915" y="3921125"/>
              <a:ext cx="127000" cy="1905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8239915" y="3902075"/>
              <a:ext cx="127000" cy="1905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8239915" y="3883025"/>
              <a:ext cx="127000" cy="1905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8239915" y="3863975"/>
              <a:ext cx="127000" cy="1905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8239915" y="3844925"/>
              <a:ext cx="127000" cy="1905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8239915" y="3825875"/>
              <a:ext cx="127000" cy="1905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8239915" y="3806825"/>
              <a:ext cx="127000" cy="1905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8239915" y="3787775"/>
              <a:ext cx="127000" cy="1905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8239915" y="3768725"/>
              <a:ext cx="127000" cy="1905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8239915" y="3749675"/>
              <a:ext cx="127000" cy="1905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8239915" y="3730625"/>
              <a:ext cx="127000" cy="1905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8239915" y="3711575"/>
              <a:ext cx="127000" cy="1905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8239915" y="3692525"/>
              <a:ext cx="127000" cy="1905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8239915" y="3673475"/>
              <a:ext cx="127000" cy="1905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8239915" y="3654425"/>
              <a:ext cx="127000" cy="1905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8239915" y="3635375"/>
              <a:ext cx="127000" cy="1905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8239915" y="3616325"/>
              <a:ext cx="127000" cy="1905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8239915" y="3597275"/>
              <a:ext cx="127000" cy="1905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8239915" y="3578225"/>
              <a:ext cx="127000" cy="1905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8239915" y="3559175"/>
              <a:ext cx="127000" cy="1905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8239915" y="3540125"/>
              <a:ext cx="127000" cy="1905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8239915" y="3521075"/>
              <a:ext cx="127000" cy="1905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8239915" y="3502025"/>
              <a:ext cx="127000" cy="1905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8239915" y="3482975"/>
              <a:ext cx="127000" cy="1905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8239915" y="3463925"/>
              <a:ext cx="127000" cy="1905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8239915" y="3444875"/>
              <a:ext cx="127000" cy="1905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8239915" y="3425825"/>
              <a:ext cx="127000" cy="1905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8239915" y="3406775"/>
              <a:ext cx="127000" cy="1905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8239915" y="3387725"/>
              <a:ext cx="127000" cy="19049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8239915" y="3368675"/>
              <a:ext cx="127000" cy="1905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8239915" y="3349625"/>
              <a:ext cx="127000" cy="1905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8239915" y="3330575"/>
              <a:ext cx="127000" cy="1905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8239915" y="3311525"/>
              <a:ext cx="127000" cy="1905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8239915" y="3292475"/>
              <a:ext cx="127000" cy="1905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8239915" y="3273425"/>
              <a:ext cx="127000" cy="1905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8239915" y="3254375"/>
              <a:ext cx="127000" cy="1905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8239915" y="3235325"/>
              <a:ext cx="127000" cy="1905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8239915" y="3216275"/>
              <a:ext cx="127000" cy="1905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8239915" y="3197225"/>
              <a:ext cx="127000" cy="1905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8239915" y="3178175"/>
              <a:ext cx="127000" cy="1905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8239915" y="3159125"/>
              <a:ext cx="127000" cy="19049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8239915" y="3140075"/>
              <a:ext cx="127000" cy="1905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8239915" y="3121025"/>
              <a:ext cx="127000" cy="1905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8239915" y="3101975"/>
              <a:ext cx="127000" cy="19049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8239915" y="3082925"/>
              <a:ext cx="127000" cy="1905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8239915" y="3063875"/>
              <a:ext cx="127000" cy="1905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8239915" y="3044825"/>
              <a:ext cx="127000" cy="1905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8239915" y="3025775"/>
              <a:ext cx="127000" cy="1905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8239915" y="3006725"/>
              <a:ext cx="127000" cy="1905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8239915" y="2987675"/>
              <a:ext cx="127000" cy="1905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8239915" y="2968625"/>
              <a:ext cx="127000" cy="19049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8239915" y="2949575"/>
              <a:ext cx="127000" cy="1905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8239915" y="2930525"/>
              <a:ext cx="127000" cy="1905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8239915" y="2911475"/>
              <a:ext cx="127000" cy="1904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8239915" y="2892425"/>
              <a:ext cx="127000" cy="1905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tx1245"/>
            <p:cNvSpPr/>
            <p:nvPr/>
          </p:nvSpPr>
          <p:spPr>
            <a:xfrm>
              <a:off x="8417715" y="476039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46" name="tx1246"/>
            <p:cNvSpPr/>
            <p:nvPr/>
          </p:nvSpPr>
          <p:spPr>
            <a:xfrm>
              <a:off x="8417715" y="437939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247" name="tx1247"/>
            <p:cNvSpPr/>
            <p:nvPr/>
          </p:nvSpPr>
          <p:spPr>
            <a:xfrm>
              <a:off x="8417715" y="399839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1248" name="tx1248"/>
            <p:cNvSpPr/>
            <p:nvPr/>
          </p:nvSpPr>
          <p:spPr>
            <a:xfrm>
              <a:off x="8417715" y="361739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1249" name="tx1249"/>
            <p:cNvSpPr/>
            <p:nvPr/>
          </p:nvSpPr>
          <p:spPr>
            <a:xfrm>
              <a:off x="8417715" y="323639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1250" name="tx1250"/>
            <p:cNvSpPr/>
            <p:nvPr/>
          </p:nvSpPr>
          <p:spPr>
            <a:xfrm>
              <a:off x="8417715" y="2855391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2026-10-14T10:33:38Z</dcterms:modified>
</cp:coreProperties>
</file>