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3886200" y="1691481"/>
            <a:ext cx="7315200" cy="7315200"/>
            <a:chOff x="3886200" y="1691481"/>
            <a:chExt cx="7315200" cy="7315200"/>
          </a:xfrm>
        </p:grpSpPr>
        <p:sp>
          <p:nvSpPr>
            <p:cNvPr id="3" name="rc3"/>
            <p:cNvSpPr/>
            <p:nvPr/>
          </p:nvSpPr>
          <p:spPr>
            <a:xfrm>
              <a:off x="3886200" y="1691481"/>
              <a:ext cx="7315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886200" y="2541652"/>
              <a:ext cx="7315200" cy="561485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955789" y="2611241"/>
              <a:ext cx="5475679" cy="54756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693628" y="5209086"/>
              <a:ext cx="1432565" cy="139994"/>
            </a:xfrm>
            <a:custGeom>
              <a:avLst/>
              <a:pathLst>
                <a:path w="1432565" h="139994">
                  <a:moveTo>
                    <a:pt x="0" y="139994"/>
                  </a:moveTo>
                  <a:lnTo>
                    <a:pt x="68217" y="133328"/>
                  </a:lnTo>
                  <a:lnTo>
                    <a:pt x="136434" y="126661"/>
                  </a:lnTo>
                  <a:lnTo>
                    <a:pt x="204652" y="119995"/>
                  </a:lnTo>
                  <a:lnTo>
                    <a:pt x="272869" y="113329"/>
                  </a:lnTo>
                  <a:lnTo>
                    <a:pt x="341087" y="106662"/>
                  </a:lnTo>
                  <a:lnTo>
                    <a:pt x="409304" y="99996"/>
                  </a:lnTo>
                  <a:lnTo>
                    <a:pt x="477521" y="93329"/>
                  </a:lnTo>
                  <a:lnTo>
                    <a:pt x="545739" y="86663"/>
                  </a:lnTo>
                  <a:lnTo>
                    <a:pt x="613956" y="79996"/>
                  </a:lnTo>
                  <a:lnTo>
                    <a:pt x="682174" y="73330"/>
                  </a:lnTo>
                  <a:lnTo>
                    <a:pt x="750391" y="66664"/>
                  </a:lnTo>
                  <a:lnTo>
                    <a:pt x="818609" y="59997"/>
                  </a:lnTo>
                  <a:lnTo>
                    <a:pt x="886826" y="53331"/>
                  </a:lnTo>
                  <a:lnTo>
                    <a:pt x="955043" y="46664"/>
                  </a:lnTo>
                  <a:lnTo>
                    <a:pt x="1023261" y="39998"/>
                  </a:lnTo>
                  <a:lnTo>
                    <a:pt x="1091478" y="33332"/>
                  </a:lnTo>
                  <a:lnTo>
                    <a:pt x="1159696" y="26665"/>
                  </a:lnTo>
                  <a:lnTo>
                    <a:pt x="1227913" y="19999"/>
                  </a:lnTo>
                  <a:lnTo>
                    <a:pt x="1296131" y="13332"/>
                  </a:lnTo>
                  <a:lnTo>
                    <a:pt x="1364348" y="6666"/>
                  </a:lnTo>
                  <a:lnTo>
                    <a:pt x="1432565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693628" y="5122180"/>
              <a:ext cx="1421393" cy="226901"/>
            </a:xfrm>
            <a:custGeom>
              <a:avLst/>
              <a:pathLst>
                <a:path w="1421393" h="226901">
                  <a:moveTo>
                    <a:pt x="0" y="226901"/>
                  </a:moveTo>
                  <a:lnTo>
                    <a:pt x="67685" y="216096"/>
                  </a:lnTo>
                  <a:lnTo>
                    <a:pt x="135370" y="205291"/>
                  </a:lnTo>
                  <a:lnTo>
                    <a:pt x="203056" y="194486"/>
                  </a:lnTo>
                  <a:lnTo>
                    <a:pt x="270741" y="183681"/>
                  </a:lnTo>
                  <a:lnTo>
                    <a:pt x="338427" y="172877"/>
                  </a:lnTo>
                  <a:lnTo>
                    <a:pt x="406112" y="162072"/>
                  </a:lnTo>
                  <a:lnTo>
                    <a:pt x="473797" y="151267"/>
                  </a:lnTo>
                  <a:lnTo>
                    <a:pt x="541483" y="140462"/>
                  </a:lnTo>
                  <a:lnTo>
                    <a:pt x="609168" y="129657"/>
                  </a:lnTo>
                  <a:lnTo>
                    <a:pt x="676854" y="118852"/>
                  </a:lnTo>
                  <a:lnTo>
                    <a:pt x="744539" y="108048"/>
                  </a:lnTo>
                  <a:lnTo>
                    <a:pt x="812224" y="97243"/>
                  </a:lnTo>
                  <a:lnTo>
                    <a:pt x="879910" y="86438"/>
                  </a:lnTo>
                  <a:lnTo>
                    <a:pt x="947595" y="75633"/>
                  </a:lnTo>
                  <a:lnTo>
                    <a:pt x="1015281" y="64828"/>
                  </a:lnTo>
                  <a:lnTo>
                    <a:pt x="1082966" y="54024"/>
                  </a:lnTo>
                  <a:lnTo>
                    <a:pt x="1150651" y="43219"/>
                  </a:lnTo>
                  <a:lnTo>
                    <a:pt x="1218337" y="32414"/>
                  </a:lnTo>
                  <a:lnTo>
                    <a:pt x="1286022" y="21609"/>
                  </a:lnTo>
                  <a:lnTo>
                    <a:pt x="1353708" y="10804"/>
                  </a:lnTo>
                  <a:lnTo>
                    <a:pt x="1421393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272431" y="6583780"/>
              <a:ext cx="32155" cy="68594"/>
            </a:xfrm>
            <a:custGeom>
              <a:avLst/>
              <a:pathLst>
                <a:path w="32155" h="68594">
                  <a:moveTo>
                    <a:pt x="0" y="0"/>
                  </a:moveTo>
                  <a:lnTo>
                    <a:pt x="32155" y="68594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346485" y="6546274"/>
              <a:ext cx="36269" cy="66510"/>
            </a:xfrm>
            <a:custGeom>
              <a:avLst/>
              <a:pathLst>
                <a:path w="36269" h="66510">
                  <a:moveTo>
                    <a:pt x="0" y="0"/>
                  </a:moveTo>
                  <a:lnTo>
                    <a:pt x="36269" y="6651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418120" y="6504332"/>
              <a:ext cx="40249" cy="64180"/>
            </a:xfrm>
            <a:custGeom>
              <a:avLst/>
              <a:pathLst>
                <a:path w="40249" h="64180">
                  <a:moveTo>
                    <a:pt x="0" y="0"/>
                  </a:moveTo>
                  <a:lnTo>
                    <a:pt x="40249" y="6418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487070" y="6458109"/>
              <a:ext cx="44080" cy="61612"/>
            </a:xfrm>
            <a:custGeom>
              <a:avLst/>
              <a:pathLst>
                <a:path w="44080" h="61612">
                  <a:moveTo>
                    <a:pt x="0" y="0"/>
                  </a:moveTo>
                  <a:lnTo>
                    <a:pt x="44080" y="6161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553080" y="6407777"/>
              <a:ext cx="47747" cy="58816"/>
            </a:xfrm>
            <a:custGeom>
              <a:avLst/>
              <a:pathLst>
                <a:path w="47747" h="58816">
                  <a:moveTo>
                    <a:pt x="0" y="0"/>
                  </a:moveTo>
                  <a:lnTo>
                    <a:pt x="47747" y="5881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615905" y="6353521"/>
              <a:ext cx="51237" cy="55802"/>
            </a:xfrm>
            <a:custGeom>
              <a:avLst/>
              <a:pathLst>
                <a:path w="51237" h="55802">
                  <a:moveTo>
                    <a:pt x="0" y="0"/>
                  </a:moveTo>
                  <a:lnTo>
                    <a:pt x="51237" y="5580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835974" y="5754390"/>
              <a:ext cx="214189" cy="75995"/>
            </a:xfrm>
            <a:custGeom>
              <a:avLst/>
              <a:pathLst>
                <a:path w="214189" h="75995">
                  <a:moveTo>
                    <a:pt x="0" y="0"/>
                  </a:moveTo>
                  <a:lnTo>
                    <a:pt x="107094" y="37997"/>
                  </a:lnTo>
                  <a:lnTo>
                    <a:pt x="214189" y="7599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004130" y="5726013"/>
              <a:ext cx="72805" cy="20940"/>
            </a:xfrm>
            <a:custGeom>
              <a:avLst/>
              <a:pathLst>
                <a:path w="72805" h="20940">
                  <a:moveTo>
                    <a:pt x="0" y="0"/>
                  </a:moveTo>
                  <a:lnTo>
                    <a:pt x="72805" y="2094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024637" y="5645576"/>
              <a:ext cx="73944" cy="16471"/>
            </a:xfrm>
            <a:custGeom>
              <a:avLst/>
              <a:pathLst>
                <a:path w="73944" h="16471">
                  <a:moveTo>
                    <a:pt x="0" y="0"/>
                  </a:moveTo>
                  <a:lnTo>
                    <a:pt x="73944" y="1647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040211" y="5564040"/>
              <a:ext cx="74810" cy="11942"/>
            </a:xfrm>
            <a:custGeom>
              <a:avLst/>
              <a:pathLst>
                <a:path w="74810" h="11942">
                  <a:moveTo>
                    <a:pt x="0" y="0"/>
                  </a:moveTo>
                  <a:lnTo>
                    <a:pt x="74810" y="1194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050796" y="5481708"/>
              <a:ext cx="75398" cy="7368"/>
            </a:xfrm>
            <a:custGeom>
              <a:avLst/>
              <a:pathLst>
                <a:path w="75398" h="7368">
                  <a:moveTo>
                    <a:pt x="0" y="0"/>
                  </a:moveTo>
                  <a:lnTo>
                    <a:pt x="75398" y="736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808961" y="5993019"/>
              <a:ext cx="131215" cy="75757"/>
            </a:xfrm>
            <a:custGeom>
              <a:avLst/>
              <a:pathLst>
                <a:path w="131215" h="75757">
                  <a:moveTo>
                    <a:pt x="0" y="0"/>
                  </a:moveTo>
                  <a:lnTo>
                    <a:pt x="131215" y="7575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13866" y="5957779"/>
              <a:ext cx="67791" cy="33816"/>
            </a:xfrm>
            <a:custGeom>
              <a:avLst/>
              <a:pathLst>
                <a:path w="67791" h="33816">
                  <a:moveTo>
                    <a:pt x="0" y="0"/>
                  </a:moveTo>
                  <a:lnTo>
                    <a:pt x="67791" y="3381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948642" y="5882404"/>
              <a:ext cx="69723" cy="29629"/>
            </a:xfrm>
            <a:custGeom>
              <a:avLst/>
              <a:pathLst>
                <a:path w="69723" h="29629">
                  <a:moveTo>
                    <a:pt x="0" y="0"/>
                  </a:moveTo>
                  <a:lnTo>
                    <a:pt x="69723" y="2962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783007" y="6169294"/>
              <a:ext cx="60521" cy="45567"/>
            </a:xfrm>
            <a:custGeom>
              <a:avLst/>
              <a:pathLst>
                <a:path w="60521" h="45567">
                  <a:moveTo>
                    <a:pt x="0" y="0"/>
                  </a:moveTo>
                  <a:lnTo>
                    <a:pt x="60521" y="455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830895" y="6101490"/>
              <a:ext cx="63181" cy="41800"/>
            </a:xfrm>
            <a:custGeom>
              <a:avLst/>
              <a:pathLst>
                <a:path w="63181" h="41800">
                  <a:moveTo>
                    <a:pt x="0" y="0"/>
                  </a:moveTo>
                  <a:lnTo>
                    <a:pt x="63181" y="4180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675312" y="6295543"/>
              <a:ext cx="54537" cy="52581"/>
            </a:xfrm>
            <a:custGeom>
              <a:avLst/>
              <a:pathLst>
                <a:path w="54537" h="52581">
                  <a:moveTo>
                    <a:pt x="0" y="0"/>
                  </a:moveTo>
                  <a:lnTo>
                    <a:pt x="54537" y="5258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731082" y="6234058"/>
              <a:ext cx="57636" cy="49165"/>
            </a:xfrm>
            <a:custGeom>
              <a:avLst/>
              <a:pathLst>
                <a:path w="57636" h="49165">
                  <a:moveTo>
                    <a:pt x="0" y="0"/>
                  </a:moveTo>
                  <a:lnTo>
                    <a:pt x="57636" y="4916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019375" y="6595079"/>
              <a:ext cx="38323" cy="146588"/>
            </a:xfrm>
            <a:custGeom>
              <a:avLst/>
              <a:pathLst>
                <a:path w="38323" h="146588">
                  <a:moveTo>
                    <a:pt x="0" y="0"/>
                  </a:moveTo>
                  <a:lnTo>
                    <a:pt x="38323" y="14658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118171" y="6644943"/>
              <a:ext cx="23585" cy="71992"/>
            </a:xfrm>
            <a:custGeom>
              <a:avLst/>
              <a:pathLst>
                <a:path w="23585" h="71992">
                  <a:moveTo>
                    <a:pt x="0" y="0"/>
                  </a:moveTo>
                  <a:lnTo>
                    <a:pt x="23585" y="7199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196232" y="6616710"/>
              <a:ext cx="27922" cy="70423"/>
            </a:xfrm>
            <a:custGeom>
              <a:avLst/>
              <a:pathLst>
                <a:path w="27922" h="70423">
                  <a:moveTo>
                    <a:pt x="0" y="0"/>
                  </a:moveTo>
                  <a:lnTo>
                    <a:pt x="27922" y="70423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28291" y="6538267"/>
              <a:ext cx="43999" cy="222972"/>
            </a:xfrm>
            <a:custGeom>
              <a:avLst/>
              <a:pathLst>
                <a:path w="43999" h="222972">
                  <a:moveTo>
                    <a:pt x="0" y="0"/>
                  </a:moveTo>
                  <a:lnTo>
                    <a:pt x="21999" y="111486"/>
                  </a:lnTo>
                  <a:lnTo>
                    <a:pt x="43999" y="22297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845382" y="6475263"/>
              <a:ext cx="40467" cy="300315"/>
            </a:xfrm>
            <a:custGeom>
              <a:avLst/>
              <a:pathLst>
                <a:path w="40467" h="300315">
                  <a:moveTo>
                    <a:pt x="0" y="0"/>
                  </a:moveTo>
                  <a:lnTo>
                    <a:pt x="13489" y="100105"/>
                  </a:lnTo>
                  <a:lnTo>
                    <a:pt x="26978" y="200210"/>
                  </a:lnTo>
                  <a:lnTo>
                    <a:pt x="40467" y="30031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771047" y="6406855"/>
              <a:ext cx="27649" cy="377776"/>
            </a:xfrm>
            <a:custGeom>
              <a:avLst/>
              <a:pathLst>
                <a:path w="27649" h="377776">
                  <a:moveTo>
                    <a:pt x="0" y="0"/>
                  </a:moveTo>
                  <a:lnTo>
                    <a:pt x="6912" y="94444"/>
                  </a:lnTo>
                  <a:lnTo>
                    <a:pt x="13824" y="188888"/>
                  </a:lnTo>
                  <a:lnTo>
                    <a:pt x="20737" y="283332"/>
                  </a:lnTo>
                  <a:lnTo>
                    <a:pt x="27649" y="37777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623548" y="6711097"/>
              <a:ext cx="3688" cy="75667"/>
            </a:xfrm>
            <a:custGeom>
              <a:avLst/>
              <a:pathLst>
                <a:path w="3688" h="75667">
                  <a:moveTo>
                    <a:pt x="3688" y="0"/>
                  </a:moveTo>
                  <a:lnTo>
                    <a:pt x="0" y="756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710232" y="6712613"/>
              <a:ext cx="922" cy="75751"/>
            </a:xfrm>
            <a:custGeom>
              <a:avLst/>
              <a:pathLst>
                <a:path w="922" h="75751">
                  <a:moveTo>
                    <a:pt x="0" y="0"/>
                  </a:moveTo>
                  <a:lnTo>
                    <a:pt x="922" y="7575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536200" y="6629230"/>
              <a:ext cx="16571" cy="150605"/>
            </a:xfrm>
            <a:custGeom>
              <a:avLst/>
              <a:pathLst>
                <a:path w="16571" h="150605">
                  <a:moveTo>
                    <a:pt x="16571" y="0"/>
                  </a:moveTo>
                  <a:lnTo>
                    <a:pt x="0" y="15060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363577" y="6676381"/>
              <a:ext cx="17371" cy="73738"/>
            </a:xfrm>
            <a:custGeom>
              <a:avLst/>
              <a:pathLst>
                <a:path w="17371" h="73738">
                  <a:moveTo>
                    <a:pt x="17371" y="0"/>
                  </a:moveTo>
                  <a:lnTo>
                    <a:pt x="0" y="7373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6449436" y="6692947"/>
              <a:ext cx="12852" cy="74659"/>
            </a:xfrm>
            <a:custGeom>
              <a:avLst/>
              <a:pathLst>
                <a:path w="12852" h="74659">
                  <a:moveTo>
                    <a:pt x="12852" y="0"/>
                  </a:moveTo>
                  <a:lnTo>
                    <a:pt x="0" y="7465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278941" y="6001989"/>
              <a:ext cx="218256" cy="725453"/>
            </a:xfrm>
            <a:custGeom>
              <a:avLst/>
              <a:pathLst>
                <a:path w="218256" h="725453">
                  <a:moveTo>
                    <a:pt x="218256" y="0"/>
                  </a:moveTo>
                  <a:lnTo>
                    <a:pt x="194005" y="80605"/>
                  </a:lnTo>
                  <a:lnTo>
                    <a:pt x="169754" y="161211"/>
                  </a:lnTo>
                  <a:lnTo>
                    <a:pt x="145504" y="241817"/>
                  </a:lnTo>
                  <a:lnTo>
                    <a:pt x="121253" y="322423"/>
                  </a:lnTo>
                  <a:lnTo>
                    <a:pt x="97002" y="403029"/>
                  </a:lnTo>
                  <a:lnTo>
                    <a:pt x="72752" y="483635"/>
                  </a:lnTo>
                  <a:lnTo>
                    <a:pt x="48501" y="564241"/>
                  </a:lnTo>
                  <a:lnTo>
                    <a:pt x="24250" y="644847"/>
                  </a:lnTo>
                  <a:lnTo>
                    <a:pt x="0" y="725453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114587" y="6597508"/>
              <a:ext cx="30475" cy="69357"/>
            </a:xfrm>
            <a:custGeom>
              <a:avLst/>
              <a:pathLst>
                <a:path w="30475" h="69357">
                  <a:moveTo>
                    <a:pt x="30475" y="0"/>
                  </a:moveTo>
                  <a:lnTo>
                    <a:pt x="0" y="6935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195842" y="6628573"/>
              <a:ext cx="26199" cy="71082"/>
            </a:xfrm>
            <a:custGeom>
              <a:avLst/>
              <a:pathLst>
                <a:path w="26199" h="71082">
                  <a:moveTo>
                    <a:pt x="26199" y="0"/>
                  </a:moveTo>
                  <a:lnTo>
                    <a:pt x="0" y="7108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035478" y="6494443"/>
              <a:ext cx="69278" cy="134748"/>
            </a:xfrm>
            <a:custGeom>
              <a:avLst/>
              <a:pathLst>
                <a:path w="69278" h="134748">
                  <a:moveTo>
                    <a:pt x="69278" y="0"/>
                  </a:moveTo>
                  <a:lnTo>
                    <a:pt x="0" y="13474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884861" y="6477102"/>
              <a:ext cx="42566" cy="62667"/>
            </a:xfrm>
            <a:custGeom>
              <a:avLst/>
              <a:pathLst>
                <a:path w="42566" h="62667">
                  <a:moveTo>
                    <a:pt x="42566" y="0"/>
                  </a:moveTo>
                  <a:lnTo>
                    <a:pt x="0" y="626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958808" y="6521632"/>
              <a:ext cx="38674" cy="65141"/>
            </a:xfrm>
            <a:custGeom>
              <a:avLst/>
              <a:pathLst>
                <a:path w="38674" h="65141">
                  <a:moveTo>
                    <a:pt x="38674" y="0"/>
                  </a:moveTo>
                  <a:lnTo>
                    <a:pt x="0" y="6514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256905" y="5427443"/>
              <a:ext cx="151234" cy="9219"/>
            </a:xfrm>
            <a:custGeom>
              <a:avLst/>
              <a:pathLst>
                <a:path w="151234" h="9219">
                  <a:moveTo>
                    <a:pt x="151234" y="0"/>
                  </a:moveTo>
                  <a:lnTo>
                    <a:pt x="0" y="9219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264896" y="5514717"/>
              <a:ext cx="75196" cy="9201"/>
            </a:xfrm>
            <a:custGeom>
              <a:avLst/>
              <a:pathLst>
                <a:path w="75196" h="9201">
                  <a:moveTo>
                    <a:pt x="75196" y="0"/>
                  </a:moveTo>
                  <a:lnTo>
                    <a:pt x="0" y="9201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278181" y="5596767"/>
              <a:ext cx="74497" cy="13760"/>
            </a:xfrm>
            <a:custGeom>
              <a:avLst/>
              <a:pathLst>
                <a:path w="74497" h="13760">
                  <a:moveTo>
                    <a:pt x="74497" y="0"/>
                  </a:moveTo>
                  <a:lnTo>
                    <a:pt x="0" y="1376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296712" y="5677899"/>
              <a:ext cx="73521" cy="18267"/>
            </a:xfrm>
            <a:custGeom>
              <a:avLst/>
              <a:pathLst>
                <a:path w="73521" h="18267">
                  <a:moveTo>
                    <a:pt x="73521" y="0"/>
                  </a:moveTo>
                  <a:lnTo>
                    <a:pt x="0" y="18267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320419" y="5757813"/>
              <a:ext cx="72274" cy="22707"/>
            </a:xfrm>
            <a:custGeom>
              <a:avLst/>
              <a:pathLst>
                <a:path w="72274" h="22707">
                  <a:moveTo>
                    <a:pt x="72274" y="0"/>
                  </a:moveTo>
                  <a:lnTo>
                    <a:pt x="0" y="22707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349215" y="5836213"/>
              <a:ext cx="70758" cy="27062"/>
            </a:xfrm>
            <a:custGeom>
              <a:avLst/>
              <a:pathLst>
                <a:path w="70758" h="27062">
                  <a:moveTo>
                    <a:pt x="70758" y="0"/>
                  </a:moveTo>
                  <a:lnTo>
                    <a:pt x="0" y="27062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382992" y="5912807"/>
              <a:ext cx="68980" cy="31318"/>
            </a:xfrm>
            <a:custGeom>
              <a:avLst/>
              <a:pathLst>
                <a:path w="68980" h="31318">
                  <a:moveTo>
                    <a:pt x="68980" y="0"/>
                  </a:moveTo>
                  <a:lnTo>
                    <a:pt x="0" y="31318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464975" y="6059452"/>
              <a:ext cx="64665" cy="39465"/>
            </a:xfrm>
            <a:custGeom>
              <a:avLst/>
              <a:pathLst>
                <a:path w="64665" h="39465">
                  <a:moveTo>
                    <a:pt x="64665" y="0"/>
                  </a:moveTo>
                  <a:lnTo>
                    <a:pt x="0" y="39465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512876" y="6128960"/>
              <a:ext cx="62144" cy="43326"/>
            </a:xfrm>
            <a:custGeom>
              <a:avLst/>
              <a:pathLst>
                <a:path w="62144" h="43326">
                  <a:moveTo>
                    <a:pt x="62144" y="0"/>
                  </a:moveTo>
                  <a:lnTo>
                    <a:pt x="0" y="43326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746221" y="6375682"/>
              <a:ext cx="49863" cy="57033"/>
            </a:xfrm>
            <a:custGeom>
              <a:avLst/>
              <a:pathLst>
                <a:path w="49863" h="57033">
                  <a:moveTo>
                    <a:pt x="49863" y="0"/>
                  </a:moveTo>
                  <a:lnTo>
                    <a:pt x="0" y="57033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813911" y="6428391"/>
              <a:ext cx="46300" cy="59961"/>
            </a:xfrm>
            <a:custGeom>
              <a:avLst/>
              <a:pathLst>
                <a:path w="46300" h="59961">
                  <a:moveTo>
                    <a:pt x="46300" y="0"/>
                  </a:moveTo>
                  <a:lnTo>
                    <a:pt x="0" y="59961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682041" y="6265274"/>
              <a:ext cx="106482" cy="107787"/>
            </a:xfrm>
            <a:custGeom>
              <a:avLst/>
              <a:pathLst>
                <a:path w="106482" h="107787">
                  <a:moveTo>
                    <a:pt x="106482" y="0"/>
                  </a:moveTo>
                  <a:lnTo>
                    <a:pt x="0" y="107787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621610" y="6157950"/>
              <a:ext cx="169265" cy="151662"/>
            </a:xfrm>
            <a:custGeom>
              <a:avLst/>
              <a:pathLst>
                <a:path w="169265" h="151662">
                  <a:moveTo>
                    <a:pt x="169265" y="0"/>
                  </a:moveTo>
                  <a:lnTo>
                    <a:pt x="84632" y="75831"/>
                  </a:lnTo>
                  <a:lnTo>
                    <a:pt x="0" y="151662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565152" y="6054495"/>
              <a:ext cx="237573" cy="188110"/>
            </a:xfrm>
            <a:custGeom>
              <a:avLst/>
              <a:pathLst>
                <a:path w="237573" h="188110">
                  <a:moveTo>
                    <a:pt x="237573" y="0"/>
                  </a:moveTo>
                  <a:lnTo>
                    <a:pt x="158382" y="62703"/>
                  </a:lnTo>
                  <a:lnTo>
                    <a:pt x="79191" y="125406"/>
                  </a:lnTo>
                  <a:lnTo>
                    <a:pt x="0" y="18811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421627" y="5810026"/>
              <a:ext cx="401684" cy="212743"/>
            </a:xfrm>
            <a:custGeom>
              <a:avLst/>
              <a:pathLst>
                <a:path w="401684" h="212743">
                  <a:moveTo>
                    <a:pt x="401684" y="0"/>
                  </a:moveTo>
                  <a:lnTo>
                    <a:pt x="321347" y="42548"/>
                  </a:lnTo>
                  <a:lnTo>
                    <a:pt x="241010" y="85097"/>
                  </a:lnTo>
                  <a:lnTo>
                    <a:pt x="160673" y="127646"/>
                  </a:lnTo>
                  <a:lnTo>
                    <a:pt x="80336" y="170194"/>
                  </a:lnTo>
                  <a:lnTo>
                    <a:pt x="0" y="212743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54238" y="5349081"/>
              <a:ext cx="606058" cy="0"/>
            </a:xfrm>
            <a:custGeom>
              <a:avLst/>
              <a:pathLst>
                <a:path w="606058" h="0">
                  <a:moveTo>
                    <a:pt x="606058" y="0"/>
                  </a:moveTo>
                  <a:lnTo>
                    <a:pt x="519479" y="0"/>
                  </a:lnTo>
                  <a:lnTo>
                    <a:pt x="432899" y="0"/>
                  </a:lnTo>
                  <a:lnTo>
                    <a:pt x="346319" y="0"/>
                  </a:lnTo>
                  <a:lnTo>
                    <a:pt x="259739" y="0"/>
                  </a:lnTo>
                  <a:lnTo>
                    <a:pt x="173159" y="0"/>
                  </a:lnTo>
                  <a:lnTo>
                    <a:pt x="86579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64896" y="5174243"/>
              <a:ext cx="75196" cy="9201"/>
            </a:xfrm>
            <a:custGeom>
              <a:avLst/>
              <a:pathLst>
                <a:path w="75196" h="9201">
                  <a:moveTo>
                    <a:pt x="75196" y="920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256905" y="5261500"/>
              <a:ext cx="75617" cy="4609"/>
            </a:xfrm>
            <a:custGeom>
              <a:avLst/>
              <a:pathLst>
                <a:path w="75617" h="4609">
                  <a:moveTo>
                    <a:pt x="75617" y="460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278181" y="5087635"/>
              <a:ext cx="148994" cy="27520"/>
            </a:xfrm>
            <a:custGeom>
              <a:avLst/>
              <a:pathLst>
                <a:path w="148994" h="27520">
                  <a:moveTo>
                    <a:pt x="148994" y="2752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296712" y="5001995"/>
              <a:ext cx="220565" cy="54803"/>
            </a:xfrm>
            <a:custGeom>
              <a:avLst/>
              <a:pathLst>
                <a:path w="220565" h="54803">
                  <a:moveTo>
                    <a:pt x="220565" y="54803"/>
                  </a:moveTo>
                  <a:lnTo>
                    <a:pt x="110282" y="27401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195842" y="3998506"/>
              <a:ext cx="26199" cy="71082"/>
            </a:xfrm>
            <a:custGeom>
              <a:avLst/>
              <a:pathLst>
                <a:path w="26199" h="71082">
                  <a:moveTo>
                    <a:pt x="26199" y="7108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114587" y="4031297"/>
              <a:ext cx="30475" cy="69357"/>
            </a:xfrm>
            <a:custGeom>
              <a:avLst/>
              <a:pathLst>
                <a:path w="30475" h="69357">
                  <a:moveTo>
                    <a:pt x="30475" y="6935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813911" y="4209809"/>
              <a:ext cx="46300" cy="59961"/>
            </a:xfrm>
            <a:custGeom>
              <a:avLst/>
              <a:pathLst>
                <a:path w="46300" h="59961">
                  <a:moveTo>
                    <a:pt x="46300" y="5996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746221" y="4265447"/>
              <a:ext cx="49863" cy="57033"/>
            </a:xfrm>
            <a:custGeom>
              <a:avLst/>
              <a:pathLst>
                <a:path w="49863" h="57033">
                  <a:moveTo>
                    <a:pt x="49863" y="5703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82041" y="4325101"/>
              <a:ext cx="53241" cy="53893"/>
            </a:xfrm>
            <a:custGeom>
              <a:avLst/>
              <a:pathLst>
                <a:path w="53241" h="53893">
                  <a:moveTo>
                    <a:pt x="53241" y="5389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21610" y="4388549"/>
              <a:ext cx="56421" cy="50554"/>
            </a:xfrm>
            <a:custGeom>
              <a:avLst/>
              <a:pathLst>
                <a:path w="56421" h="50554">
                  <a:moveTo>
                    <a:pt x="56421" y="5055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035478" y="4068971"/>
              <a:ext cx="69278" cy="134748"/>
            </a:xfrm>
            <a:custGeom>
              <a:avLst/>
              <a:pathLst>
                <a:path w="69278" h="134748">
                  <a:moveTo>
                    <a:pt x="69278" y="13474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958808" y="4111388"/>
              <a:ext cx="38674" cy="65141"/>
            </a:xfrm>
            <a:custGeom>
              <a:avLst/>
              <a:pathLst>
                <a:path w="38674" h="65141">
                  <a:moveTo>
                    <a:pt x="38674" y="6514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884861" y="4158392"/>
              <a:ext cx="42566" cy="62667"/>
            </a:xfrm>
            <a:custGeom>
              <a:avLst/>
              <a:pathLst>
                <a:path w="42566" h="62667">
                  <a:moveTo>
                    <a:pt x="42566" y="626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565152" y="4455557"/>
              <a:ext cx="59393" cy="47027"/>
            </a:xfrm>
            <a:custGeom>
              <a:avLst/>
              <a:pathLst>
                <a:path w="59393" h="47027">
                  <a:moveTo>
                    <a:pt x="59393" y="4702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512876" y="4525875"/>
              <a:ext cx="62144" cy="43326"/>
            </a:xfrm>
            <a:custGeom>
              <a:avLst/>
              <a:pathLst>
                <a:path w="62144" h="43326">
                  <a:moveTo>
                    <a:pt x="62144" y="4332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349215" y="4834886"/>
              <a:ext cx="70758" cy="27062"/>
            </a:xfrm>
            <a:custGeom>
              <a:avLst/>
              <a:pathLst>
                <a:path w="70758" h="27062">
                  <a:moveTo>
                    <a:pt x="70758" y="2706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320419" y="4917641"/>
              <a:ext cx="72274" cy="22707"/>
            </a:xfrm>
            <a:custGeom>
              <a:avLst/>
              <a:pathLst>
                <a:path w="72274" h="22707">
                  <a:moveTo>
                    <a:pt x="72274" y="2270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382992" y="4754037"/>
              <a:ext cx="137961" cy="62636"/>
            </a:xfrm>
            <a:custGeom>
              <a:avLst/>
              <a:pathLst>
                <a:path w="137961" h="62636">
                  <a:moveTo>
                    <a:pt x="137961" y="6263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464975" y="4599245"/>
              <a:ext cx="64665" cy="39465"/>
            </a:xfrm>
            <a:custGeom>
              <a:avLst/>
              <a:pathLst>
                <a:path w="64665" h="39465">
                  <a:moveTo>
                    <a:pt x="64665" y="3946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421627" y="4675393"/>
              <a:ext cx="66947" cy="35457"/>
            </a:xfrm>
            <a:custGeom>
              <a:avLst/>
              <a:pathLst>
                <a:path w="66947" h="35457">
                  <a:moveTo>
                    <a:pt x="66947" y="3545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536200" y="3918326"/>
              <a:ext cx="24857" cy="225908"/>
            </a:xfrm>
            <a:custGeom>
              <a:avLst/>
              <a:pathLst>
                <a:path w="24857" h="225908">
                  <a:moveTo>
                    <a:pt x="24857" y="225908"/>
                  </a:moveTo>
                  <a:lnTo>
                    <a:pt x="12428" y="112954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449436" y="3930556"/>
              <a:ext cx="25704" cy="149318"/>
            </a:xfrm>
            <a:custGeom>
              <a:avLst/>
              <a:pathLst>
                <a:path w="25704" h="149318">
                  <a:moveTo>
                    <a:pt x="25704" y="14931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363577" y="3948042"/>
              <a:ext cx="17371" cy="73738"/>
            </a:xfrm>
            <a:custGeom>
              <a:avLst/>
              <a:pathLst>
                <a:path w="17371" h="73738">
                  <a:moveTo>
                    <a:pt x="17371" y="7373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278941" y="3970720"/>
              <a:ext cx="21825" cy="72545"/>
            </a:xfrm>
            <a:custGeom>
              <a:avLst/>
              <a:pathLst>
                <a:path w="21825" h="72545">
                  <a:moveTo>
                    <a:pt x="21825" y="7254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6623548" y="3911398"/>
              <a:ext cx="14753" cy="302670"/>
            </a:xfrm>
            <a:custGeom>
              <a:avLst/>
              <a:pathLst>
                <a:path w="14753" h="302670">
                  <a:moveTo>
                    <a:pt x="14753" y="302670"/>
                  </a:moveTo>
                  <a:lnTo>
                    <a:pt x="9835" y="201780"/>
                  </a:lnTo>
                  <a:lnTo>
                    <a:pt x="4917" y="10089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6697318" y="3909798"/>
              <a:ext cx="13836" cy="1136276"/>
            </a:xfrm>
            <a:custGeom>
              <a:avLst/>
              <a:pathLst>
                <a:path w="13836" h="1136276">
                  <a:moveTo>
                    <a:pt x="0" y="1136276"/>
                  </a:moveTo>
                  <a:lnTo>
                    <a:pt x="988" y="1055113"/>
                  </a:lnTo>
                  <a:lnTo>
                    <a:pt x="1976" y="973951"/>
                  </a:lnTo>
                  <a:lnTo>
                    <a:pt x="2965" y="892788"/>
                  </a:lnTo>
                  <a:lnTo>
                    <a:pt x="3953" y="811625"/>
                  </a:lnTo>
                  <a:lnTo>
                    <a:pt x="4941" y="730463"/>
                  </a:lnTo>
                  <a:lnTo>
                    <a:pt x="5930" y="649300"/>
                  </a:lnTo>
                  <a:lnTo>
                    <a:pt x="6918" y="568138"/>
                  </a:lnTo>
                  <a:lnTo>
                    <a:pt x="7906" y="486975"/>
                  </a:lnTo>
                  <a:lnTo>
                    <a:pt x="8895" y="405812"/>
                  </a:lnTo>
                  <a:lnTo>
                    <a:pt x="9883" y="324650"/>
                  </a:lnTo>
                  <a:lnTo>
                    <a:pt x="10871" y="243487"/>
                  </a:lnTo>
                  <a:lnTo>
                    <a:pt x="11860" y="162325"/>
                  </a:lnTo>
                  <a:lnTo>
                    <a:pt x="12848" y="81162"/>
                  </a:lnTo>
                  <a:lnTo>
                    <a:pt x="13836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6710218" y="3913531"/>
              <a:ext cx="88478" cy="1208884"/>
            </a:xfrm>
            <a:custGeom>
              <a:avLst/>
              <a:pathLst>
                <a:path w="88478" h="1208884">
                  <a:moveTo>
                    <a:pt x="0" y="1208884"/>
                  </a:moveTo>
                  <a:lnTo>
                    <a:pt x="5529" y="1133329"/>
                  </a:lnTo>
                  <a:lnTo>
                    <a:pt x="11059" y="1057773"/>
                  </a:lnTo>
                  <a:lnTo>
                    <a:pt x="16589" y="982218"/>
                  </a:lnTo>
                  <a:lnTo>
                    <a:pt x="22119" y="906663"/>
                  </a:lnTo>
                  <a:lnTo>
                    <a:pt x="27649" y="831108"/>
                  </a:lnTo>
                  <a:lnTo>
                    <a:pt x="33179" y="755552"/>
                  </a:lnTo>
                  <a:lnTo>
                    <a:pt x="38709" y="679997"/>
                  </a:lnTo>
                  <a:lnTo>
                    <a:pt x="44239" y="604442"/>
                  </a:lnTo>
                  <a:lnTo>
                    <a:pt x="49769" y="528886"/>
                  </a:lnTo>
                  <a:lnTo>
                    <a:pt x="55299" y="453331"/>
                  </a:lnTo>
                  <a:lnTo>
                    <a:pt x="60829" y="377776"/>
                  </a:lnTo>
                  <a:lnTo>
                    <a:pt x="66359" y="302221"/>
                  </a:lnTo>
                  <a:lnTo>
                    <a:pt x="71889" y="226665"/>
                  </a:lnTo>
                  <a:lnTo>
                    <a:pt x="77419" y="151110"/>
                  </a:lnTo>
                  <a:lnTo>
                    <a:pt x="82948" y="75555"/>
                  </a:lnTo>
                  <a:lnTo>
                    <a:pt x="88478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6713862" y="3922584"/>
              <a:ext cx="171987" cy="1276339"/>
            </a:xfrm>
            <a:custGeom>
              <a:avLst/>
              <a:pathLst>
                <a:path w="171987" h="1276339">
                  <a:moveTo>
                    <a:pt x="0" y="1276339"/>
                  </a:moveTo>
                  <a:lnTo>
                    <a:pt x="10116" y="1201260"/>
                  </a:lnTo>
                  <a:lnTo>
                    <a:pt x="20233" y="1126182"/>
                  </a:lnTo>
                  <a:lnTo>
                    <a:pt x="30350" y="1051103"/>
                  </a:lnTo>
                  <a:lnTo>
                    <a:pt x="40467" y="976024"/>
                  </a:lnTo>
                  <a:lnTo>
                    <a:pt x="50584" y="900945"/>
                  </a:lnTo>
                  <a:lnTo>
                    <a:pt x="60701" y="825866"/>
                  </a:lnTo>
                  <a:lnTo>
                    <a:pt x="70818" y="750788"/>
                  </a:lnTo>
                  <a:lnTo>
                    <a:pt x="80935" y="675709"/>
                  </a:lnTo>
                  <a:lnTo>
                    <a:pt x="91052" y="600630"/>
                  </a:lnTo>
                  <a:lnTo>
                    <a:pt x="101169" y="525551"/>
                  </a:lnTo>
                  <a:lnTo>
                    <a:pt x="111286" y="450472"/>
                  </a:lnTo>
                  <a:lnTo>
                    <a:pt x="121403" y="375394"/>
                  </a:lnTo>
                  <a:lnTo>
                    <a:pt x="131519" y="300315"/>
                  </a:lnTo>
                  <a:lnTo>
                    <a:pt x="141636" y="225236"/>
                  </a:lnTo>
                  <a:lnTo>
                    <a:pt x="151753" y="150157"/>
                  </a:lnTo>
                  <a:lnTo>
                    <a:pt x="161870" y="75078"/>
                  </a:lnTo>
                  <a:lnTo>
                    <a:pt x="171987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7063353" y="5036114"/>
              <a:ext cx="1035229" cy="230607"/>
            </a:xfrm>
            <a:custGeom>
              <a:avLst/>
              <a:pathLst>
                <a:path w="1035229" h="230607">
                  <a:moveTo>
                    <a:pt x="0" y="230607"/>
                  </a:moveTo>
                  <a:lnTo>
                    <a:pt x="79633" y="212868"/>
                  </a:lnTo>
                  <a:lnTo>
                    <a:pt x="159266" y="195129"/>
                  </a:lnTo>
                  <a:lnTo>
                    <a:pt x="238899" y="177390"/>
                  </a:lnTo>
                  <a:lnTo>
                    <a:pt x="318532" y="159651"/>
                  </a:lnTo>
                  <a:lnTo>
                    <a:pt x="398165" y="141912"/>
                  </a:lnTo>
                  <a:lnTo>
                    <a:pt x="477798" y="124173"/>
                  </a:lnTo>
                  <a:lnTo>
                    <a:pt x="557431" y="106434"/>
                  </a:lnTo>
                  <a:lnTo>
                    <a:pt x="637064" y="88695"/>
                  </a:lnTo>
                  <a:lnTo>
                    <a:pt x="716697" y="70956"/>
                  </a:lnTo>
                  <a:lnTo>
                    <a:pt x="796330" y="53217"/>
                  </a:lnTo>
                  <a:lnTo>
                    <a:pt x="875963" y="35478"/>
                  </a:lnTo>
                  <a:lnTo>
                    <a:pt x="955596" y="17739"/>
                  </a:lnTo>
                  <a:lnTo>
                    <a:pt x="1035229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7038536" y="3956495"/>
              <a:ext cx="19161" cy="73294"/>
            </a:xfrm>
            <a:custGeom>
              <a:avLst/>
              <a:pathLst>
                <a:path w="19161" h="73294">
                  <a:moveTo>
                    <a:pt x="0" y="73294"/>
                  </a:moveTo>
                  <a:lnTo>
                    <a:pt x="19161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6957624" y="3936923"/>
              <a:ext cx="14666" cy="74324"/>
            </a:xfrm>
            <a:custGeom>
              <a:avLst/>
              <a:pathLst>
                <a:path w="14666" h="74324">
                  <a:moveTo>
                    <a:pt x="0" y="74324"/>
                  </a:moveTo>
                  <a:lnTo>
                    <a:pt x="14666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7094585" y="3981227"/>
              <a:ext cx="47171" cy="143984"/>
            </a:xfrm>
            <a:custGeom>
              <a:avLst/>
              <a:pathLst>
                <a:path w="47171" h="143984">
                  <a:moveTo>
                    <a:pt x="0" y="143984"/>
                  </a:moveTo>
                  <a:lnTo>
                    <a:pt x="47171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7140387" y="4011028"/>
              <a:ext cx="83767" cy="211271"/>
            </a:xfrm>
            <a:custGeom>
              <a:avLst/>
              <a:pathLst>
                <a:path w="83767" h="211271">
                  <a:moveTo>
                    <a:pt x="0" y="211271"/>
                  </a:moveTo>
                  <a:lnTo>
                    <a:pt x="41883" y="105635"/>
                  </a:lnTo>
                  <a:lnTo>
                    <a:pt x="83767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7175964" y="4045788"/>
              <a:ext cx="128622" cy="274377"/>
            </a:xfrm>
            <a:custGeom>
              <a:avLst/>
              <a:pathLst>
                <a:path w="128622" h="274377">
                  <a:moveTo>
                    <a:pt x="0" y="274377"/>
                  </a:moveTo>
                  <a:lnTo>
                    <a:pt x="42874" y="182918"/>
                  </a:lnTo>
                  <a:lnTo>
                    <a:pt x="85748" y="91459"/>
                  </a:lnTo>
                  <a:lnTo>
                    <a:pt x="12862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7201406" y="4085377"/>
              <a:ext cx="181349" cy="332553"/>
            </a:xfrm>
            <a:custGeom>
              <a:avLst/>
              <a:pathLst>
                <a:path w="181349" h="332553">
                  <a:moveTo>
                    <a:pt x="0" y="332553"/>
                  </a:moveTo>
                  <a:lnTo>
                    <a:pt x="45337" y="249415"/>
                  </a:lnTo>
                  <a:lnTo>
                    <a:pt x="90674" y="166276"/>
                  </a:lnTo>
                  <a:lnTo>
                    <a:pt x="136011" y="83138"/>
                  </a:lnTo>
                  <a:lnTo>
                    <a:pt x="181349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7216872" y="4129649"/>
              <a:ext cx="241497" cy="385083"/>
            </a:xfrm>
            <a:custGeom>
              <a:avLst/>
              <a:pathLst>
                <a:path w="241497" h="385083">
                  <a:moveTo>
                    <a:pt x="0" y="385083"/>
                  </a:moveTo>
                  <a:lnTo>
                    <a:pt x="48299" y="308067"/>
                  </a:lnTo>
                  <a:lnTo>
                    <a:pt x="96598" y="231050"/>
                  </a:lnTo>
                  <a:lnTo>
                    <a:pt x="144898" y="154033"/>
                  </a:lnTo>
                  <a:lnTo>
                    <a:pt x="193197" y="77016"/>
                  </a:lnTo>
                  <a:lnTo>
                    <a:pt x="241497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7222589" y="4178440"/>
              <a:ext cx="308560" cy="431288"/>
            </a:xfrm>
            <a:custGeom>
              <a:avLst/>
              <a:pathLst>
                <a:path w="308560" h="431288">
                  <a:moveTo>
                    <a:pt x="0" y="431288"/>
                  </a:moveTo>
                  <a:lnTo>
                    <a:pt x="51426" y="359407"/>
                  </a:lnTo>
                  <a:lnTo>
                    <a:pt x="102853" y="287525"/>
                  </a:lnTo>
                  <a:lnTo>
                    <a:pt x="154280" y="215644"/>
                  </a:lnTo>
                  <a:lnTo>
                    <a:pt x="205707" y="143762"/>
                  </a:lnTo>
                  <a:lnTo>
                    <a:pt x="257133" y="71881"/>
                  </a:lnTo>
                  <a:lnTo>
                    <a:pt x="30856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7218849" y="4231569"/>
              <a:ext cx="381978" cy="470531"/>
            </a:xfrm>
            <a:custGeom>
              <a:avLst/>
              <a:pathLst>
                <a:path w="381978" h="470531">
                  <a:moveTo>
                    <a:pt x="0" y="470531"/>
                  </a:moveTo>
                  <a:lnTo>
                    <a:pt x="54568" y="403312"/>
                  </a:lnTo>
                  <a:lnTo>
                    <a:pt x="109136" y="336093"/>
                  </a:lnTo>
                  <a:lnTo>
                    <a:pt x="163705" y="268875"/>
                  </a:lnTo>
                  <a:lnTo>
                    <a:pt x="218273" y="201656"/>
                  </a:lnTo>
                  <a:lnTo>
                    <a:pt x="272841" y="134437"/>
                  </a:lnTo>
                  <a:lnTo>
                    <a:pt x="327410" y="67218"/>
                  </a:lnTo>
                  <a:lnTo>
                    <a:pt x="381978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7206004" y="4288839"/>
              <a:ext cx="461138" cy="502220"/>
            </a:xfrm>
            <a:custGeom>
              <a:avLst/>
              <a:pathLst>
                <a:path w="461138" h="502220">
                  <a:moveTo>
                    <a:pt x="0" y="502220"/>
                  </a:moveTo>
                  <a:lnTo>
                    <a:pt x="57642" y="439442"/>
                  </a:lnTo>
                  <a:lnTo>
                    <a:pt x="115284" y="376665"/>
                  </a:lnTo>
                  <a:lnTo>
                    <a:pt x="172926" y="313887"/>
                  </a:lnTo>
                  <a:lnTo>
                    <a:pt x="230569" y="251110"/>
                  </a:lnTo>
                  <a:lnTo>
                    <a:pt x="288211" y="188332"/>
                  </a:lnTo>
                  <a:lnTo>
                    <a:pt x="345853" y="125555"/>
                  </a:lnTo>
                  <a:lnTo>
                    <a:pt x="403496" y="62777"/>
                  </a:lnTo>
                  <a:lnTo>
                    <a:pt x="461138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7184470" y="4350037"/>
              <a:ext cx="545379" cy="525812"/>
            </a:xfrm>
            <a:custGeom>
              <a:avLst/>
              <a:pathLst>
                <a:path w="545379" h="525812">
                  <a:moveTo>
                    <a:pt x="0" y="525812"/>
                  </a:moveTo>
                  <a:lnTo>
                    <a:pt x="60597" y="467388"/>
                  </a:lnTo>
                  <a:lnTo>
                    <a:pt x="121195" y="408965"/>
                  </a:lnTo>
                  <a:lnTo>
                    <a:pt x="181793" y="350541"/>
                  </a:lnTo>
                  <a:lnTo>
                    <a:pt x="242391" y="292117"/>
                  </a:lnTo>
                  <a:lnTo>
                    <a:pt x="302988" y="233694"/>
                  </a:lnTo>
                  <a:lnTo>
                    <a:pt x="363586" y="175270"/>
                  </a:lnTo>
                  <a:lnTo>
                    <a:pt x="424184" y="116847"/>
                  </a:lnTo>
                  <a:lnTo>
                    <a:pt x="484782" y="58423"/>
                  </a:lnTo>
                  <a:lnTo>
                    <a:pt x="545379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7154719" y="4414938"/>
              <a:ext cx="633999" cy="540819"/>
            </a:xfrm>
            <a:custGeom>
              <a:avLst/>
              <a:pathLst>
                <a:path w="633999" h="540819">
                  <a:moveTo>
                    <a:pt x="0" y="540819"/>
                  </a:moveTo>
                  <a:lnTo>
                    <a:pt x="63399" y="486737"/>
                  </a:lnTo>
                  <a:lnTo>
                    <a:pt x="126799" y="432655"/>
                  </a:lnTo>
                  <a:lnTo>
                    <a:pt x="190199" y="378573"/>
                  </a:lnTo>
                  <a:lnTo>
                    <a:pt x="253599" y="324491"/>
                  </a:lnTo>
                  <a:lnTo>
                    <a:pt x="316999" y="270409"/>
                  </a:lnTo>
                  <a:lnTo>
                    <a:pt x="380399" y="216327"/>
                  </a:lnTo>
                  <a:lnTo>
                    <a:pt x="443799" y="162245"/>
                  </a:lnTo>
                  <a:lnTo>
                    <a:pt x="507199" y="108163"/>
                  </a:lnTo>
                  <a:lnTo>
                    <a:pt x="570599" y="54081"/>
                  </a:lnTo>
                  <a:lnTo>
                    <a:pt x="633999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7830895" y="4554872"/>
              <a:ext cx="63181" cy="41800"/>
            </a:xfrm>
            <a:custGeom>
              <a:avLst/>
              <a:pathLst>
                <a:path w="63181" h="41800">
                  <a:moveTo>
                    <a:pt x="0" y="41800"/>
                  </a:moveTo>
                  <a:lnTo>
                    <a:pt x="63181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7783007" y="4483301"/>
              <a:ext cx="60521" cy="45567"/>
            </a:xfrm>
            <a:custGeom>
              <a:avLst/>
              <a:pathLst>
                <a:path w="60521" h="45567">
                  <a:moveTo>
                    <a:pt x="0" y="45567"/>
                  </a:moveTo>
                  <a:lnTo>
                    <a:pt x="60521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7808961" y="4629386"/>
              <a:ext cx="131215" cy="75757"/>
            </a:xfrm>
            <a:custGeom>
              <a:avLst/>
              <a:pathLst>
                <a:path w="131215" h="75757">
                  <a:moveTo>
                    <a:pt x="0" y="75757"/>
                  </a:moveTo>
                  <a:lnTo>
                    <a:pt x="131215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7948642" y="4786129"/>
              <a:ext cx="69723" cy="29629"/>
            </a:xfrm>
            <a:custGeom>
              <a:avLst/>
              <a:pathLst>
                <a:path w="69723" h="29629">
                  <a:moveTo>
                    <a:pt x="0" y="29629"/>
                  </a:moveTo>
                  <a:lnTo>
                    <a:pt x="69723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7913866" y="4706567"/>
              <a:ext cx="67791" cy="33816"/>
            </a:xfrm>
            <a:custGeom>
              <a:avLst/>
              <a:pathLst>
                <a:path w="67791" h="33816">
                  <a:moveTo>
                    <a:pt x="0" y="33816"/>
                  </a:moveTo>
                  <a:lnTo>
                    <a:pt x="67791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7907371" y="4867777"/>
              <a:ext cx="142793" cy="50663"/>
            </a:xfrm>
            <a:custGeom>
              <a:avLst/>
              <a:pathLst>
                <a:path w="142793" h="50663">
                  <a:moveTo>
                    <a:pt x="0" y="50663"/>
                  </a:moveTo>
                  <a:lnTo>
                    <a:pt x="142793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7858519" y="4951208"/>
              <a:ext cx="218417" cy="62822"/>
            </a:xfrm>
            <a:custGeom>
              <a:avLst/>
              <a:pathLst>
                <a:path w="218417" h="62822">
                  <a:moveTo>
                    <a:pt x="0" y="62822"/>
                  </a:moveTo>
                  <a:lnTo>
                    <a:pt x="109208" y="31411"/>
                  </a:lnTo>
                  <a:lnTo>
                    <a:pt x="218417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693628" y="53490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693628" y="5285715"/>
              <a:ext cx="41519" cy="63366"/>
            </a:xfrm>
            <a:custGeom>
              <a:avLst/>
              <a:pathLst>
                <a:path w="41519" h="63366">
                  <a:moveTo>
                    <a:pt x="0" y="63366"/>
                  </a:moveTo>
                  <a:lnTo>
                    <a:pt x="20759" y="31683"/>
                  </a:lnTo>
                  <a:lnTo>
                    <a:pt x="41519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685945" y="5197761"/>
              <a:ext cx="3841" cy="75659"/>
            </a:xfrm>
            <a:custGeom>
              <a:avLst/>
              <a:pathLst>
                <a:path w="3841" h="75659">
                  <a:moveTo>
                    <a:pt x="3841" y="7565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640620" y="5128077"/>
              <a:ext cx="17669" cy="73667"/>
            </a:xfrm>
            <a:custGeom>
              <a:avLst/>
              <a:pathLst>
                <a:path w="17669" h="73667">
                  <a:moveTo>
                    <a:pt x="17669" y="7366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536824" y="5089775"/>
              <a:ext cx="39200" cy="64826"/>
            </a:xfrm>
            <a:custGeom>
              <a:avLst/>
              <a:pathLst>
                <a:path w="39200" h="64826">
                  <a:moveTo>
                    <a:pt x="39200" y="6482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356064" y="5177238"/>
              <a:ext cx="67512" cy="34368"/>
            </a:xfrm>
            <a:custGeom>
              <a:avLst/>
              <a:pathLst>
                <a:path w="67512" h="34368">
                  <a:moveTo>
                    <a:pt x="67512" y="3436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255868" y="5451062"/>
              <a:ext cx="72960" cy="20396"/>
            </a:xfrm>
            <a:custGeom>
              <a:avLst/>
              <a:pathLst>
                <a:path w="72960" h="20396">
                  <a:moveTo>
                    <a:pt x="72960" y="0"/>
                  </a:moveTo>
                  <a:lnTo>
                    <a:pt x="0" y="20396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6300394" y="5654044"/>
              <a:ext cx="56176" cy="50827"/>
            </a:xfrm>
            <a:custGeom>
              <a:avLst/>
              <a:pathLst>
                <a:path w="56176" h="50827">
                  <a:moveTo>
                    <a:pt x="56176" y="0"/>
                  </a:moveTo>
                  <a:lnTo>
                    <a:pt x="0" y="5082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6515954" y="5856083"/>
              <a:ext cx="22209" cy="72428"/>
            </a:xfrm>
            <a:custGeom>
              <a:avLst/>
              <a:pathLst>
                <a:path w="22209" h="72428">
                  <a:moveTo>
                    <a:pt x="22209" y="0"/>
                  </a:moveTo>
                  <a:lnTo>
                    <a:pt x="0" y="7242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6627363" y="5952271"/>
              <a:ext cx="7362" cy="75398"/>
            </a:xfrm>
            <a:custGeom>
              <a:avLst/>
              <a:pathLst>
                <a:path w="7362" h="75398">
                  <a:moveTo>
                    <a:pt x="7362" y="0"/>
                  </a:moveTo>
                  <a:lnTo>
                    <a:pt x="0" y="7539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6760038" y="6027655"/>
              <a:ext cx="7378" cy="75397"/>
            </a:xfrm>
            <a:custGeom>
              <a:avLst/>
              <a:pathLst>
                <a:path w="7378" h="75397">
                  <a:moveTo>
                    <a:pt x="0" y="0"/>
                  </a:moveTo>
                  <a:lnTo>
                    <a:pt x="7378" y="7539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6985868" y="6048019"/>
              <a:ext cx="29223" cy="69893"/>
            </a:xfrm>
            <a:custGeom>
              <a:avLst/>
              <a:pathLst>
                <a:path w="29223" h="69893">
                  <a:moveTo>
                    <a:pt x="0" y="0"/>
                  </a:moveTo>
                  <a:lnTo>
                    <a:pt x="29223" y="69893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7266519" y="5954256"/>
              <a:ext cx="52080" cy="55015"/>
            </a:xfrm>
            <a:custGeom>
              <a:avLst/>
              <a:pathLst>
                <a:path w="52080" h="55015">
                  <a:moveTo>
                    <a:pt x="0" y="0"/>
                  </a:moveTo>
                  <a:lnTo>
                    <a:pt x="52080" y="5501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7176623" y="6119249"/>
              <a:ext cx="160998" cy="256722"/>
            </a:xfrm>
            <a:custGeom>
              <a:avLst/>
              <a:pathLst>
                <a:path w="160998" h="256722">
                  <a:moveTo>
                    <a:pt x="0" y="0"/>
                  </a:moveTo>
                  <a:lnTo>
                    <a:pt x="53666" y="85574"/>
                  </a:lnTo>
                  <a:lnTo>
                    <a:pt x="107332" y="171148"/>
                  </a:lnTo>
                  <a:lnTo>
                    <a:pt x="160998" y="25672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7241286" y="6430423"/>
              <a:ext cx="68457" cy="135167"/>
            </a:xfrm>
            <a:custGeom>
              <a:avLst/>
              <a:pathLst>
                <a:path w="68457" h="135167">
                  <a:moveTo>
                    <a:pt x="0" y="0"/>
                  </a:moveTo>
                  <a:lnTo>
                    <a:pt x="68457" y="1351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7428588" y="6312961"/>
              <a:ext cx="45934" cy="60242"/>
            </a:xfrm>
            <a:custGeom>
              <a:avLst/>
              <a:pathLst>
                <a:path w="45934" h="60242">
                  <a:moveTo>
                    <a:pt x="0" y="0"/>
                  </a:moveTo>
                  <a:lnTo>
                    <a:pt x="45934" y="6024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7410762" y="6418820"/>
              <a:ext cx="42184" cy="62925"/>
            </a:xfrm>
            <a:custGeom>
              <a:avLst/>
              <a:pathLst>
                <a:path w="42184" h="62925">
                  <a:moveTo>
                    <a:pt x="0" y="0"/>
                  </a:moveTo>
                  <a:lnTo>
                    <a:pt x="42184" y="6292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7535390" y="6323791"/>
              <a:ext cx="49515" cy="57335"/>
            </a:xfrm>
            <a:custGeom>
              <a:avLst/>
              <a:pathLst>
                <a:path w="49515" h="57335">
                  <a:moveTo>
                    <a:pt x="0" y="0"/>
                  </a:moveTo>
                  <a:lnTo>
                    <a:pt x="49515" y="5733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7436187" y="5873531"/>
              <a:ext cx="61879" cy="43704"/>
            </a:xfrm>
            <a:custGeom>
              <a:avLst/>
              <a:pathLst>
                <a:path w="61879" h="43704">
                  <a:moveTo>
                    <a:pt x="0" y="0"/>
                  </a:moveTo>
                  <a:lnTo>
                    <a:pt x="61879" y="43704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7561122" y="5815316"/>
              <a:ext cx="66730" cy="35864"/>
            </a:xfrm>
            <a:custGeom>
              <a:avLst/>
              <a:pathLst>
                <a:path w="66730" h="35864">
                  <a:moveTo>
                    <a:pt x="0" y="0"/>
                  </a:moveTo>
                  <a:lnTo>
                    <a:pt x="66730" y="35864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7681923" y="5733985"/>
              <a:ext cx="70592" cy="27493"/>
            </a:xfrm>
            <a:custGeom>
              <a:avLst/>
              <a:pathLst>
                <a:path w="70592" h="27493">
                  <a:moveTo>
                    <a:pt x="0" y="0"/>
                  </a:moveTo>
                  <a:lnTo>
                    <a:pt x="70592" y="27493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7790368" y="5646533"/>
              <a:ext cx="73115" cy="19830"/>
            </a:xfrm>
            <a:custGeom>
              <a:avLst/>
              <a:pathLst>
                <a:path w="73115" h="19830">
                  <a:moveTo>
                    <a:pt x="0" y="0"/>
                  </a:moveTo>
                  <a:lnTo>
                    <a:pt x="73115" y="1983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7884221" y="5576499"/>
              <a:ext cx="74412" cy="14213"/>
            </a:xfrm>
            <a:custGeom>
              <a:avLst/>
              <a:pathLst>
                <a:path w="74412" h="14213">
                  <a:moveTo>
                    <a:pt x="0" y="0"/>
                  </a:moveTo>
                  <a:lnTo>
                    <a:pt x="74412" y="14213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7941587" y="5667236"/>
              <a:ext cx="73409" cy="18714"/>
            </a:xfrm>
            <a:custGeom>
              <a:avLst/>
              <a:pathLst>
                <a:path w="73409" h="18714">
                  <a:moveTo>
                    <a:pt x="0" y="0"/>
                  </a:moveTo>
                  <a:lnTo>
                    <a:pt x="73409" y="18714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7970991" y="5513295"/>
              <a:ext cx="75139" cy="9659"/>
            </a:xfrm>
            <a:custGeom>
              <a:avLst/>
              <a:pathLst>
                <a:path w="75139" h="9659">
                  <a:moveTo>
                    <a:pt x="0" y="0"/>
                  </a:moveTo>
                  <a:lnTo>
                    <a:pt x="75139" y="965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7702655" y="5871747"/>
              <a:ext cx="134536" cy="69688"/>
            </a:xfrm>
            <a:custGeom>
              <a:avLst/>
              <a:pathLst>
                <a:path w="134536" h="69688">
                  <a:moveTo>
                    <a:pt x="0" y="0"/>
                  </a:moveTo>
                  <a:lnTo>
                    <a:pt x="134536" y="6968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7863039" y="5888619"/>
              <a:ext cx="68788" cy="31737"/>
            </a:xfrm>
            <a:custGeom>
              <a:avLst/>
              <a:pathLst>
                <a:path w="68788" h="31737">
                  <a:moveTo>
                    <a:pt x="0" y="0"/>
                  </a:moveTo>
                  <a:lnTo>
                    <a:pt x="68788" y="3173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7559947" y="5960939"/>
              <a:ext cx="247519" cy="174816"/>
            </a:xfrm>
            <a:custGeom>
              <a:avLst/>
              <a:pathLst>
                <a:path w="247519" h="174816">
                  <a:moveTo>
                    <a:pt x="0" y="0"/>
                  </a:moveTo>
                  <a:lnTo>
                    <a:pt x="82506" y="58272"/>
                  </a:lnTo>
                  <a:lnTo>
                    <a:pt x="165013" y="116544"/>
                  </a:lnTo>
                  <a:lnTo>
                    <a:pt x="247519" y="17481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7423099" y="6010741"/>
              <a:ext cx="280565" cy="254484"/>
            </a:xfrm>
            <a:custGeom>
              <a:avLst/>
              <a:pathLst>
                <a:path w="280565" h="254484">
                  <a:moveTo>
                    <a:pt x="0" y="0"/>
                  </a:moveTo>
                  <a:lnTo>
                    <a:pt x="70141" y="63621"/>
                  </a:lnTo>
                  <a:lnTo>
                    <a:pt x="140282" y="127242"/>
                  </a:lnTo>
                  <a:lnTo>
                    <a:pt x="210424" y="190863"/>
                  </a:lnTo>
                  <a:lnTo>
                    <a:pt x="280565" y="254484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6722003" y="6181929"/>
              <a:ext cx="5159" cy="151426"/>
            </a:xfrm>
            <a:custGeom>
              <a:avLst/>
              <a:pathLst>
                <a:path w="5159" h="151426">
                  <a:moveTo>
                    <a:pt x="0" y="0"/>
                  </a:moveTo>
                  <a:lnTo>
                    <a:pt x="5159" y="15142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6823291" y="6325354"/>
              <a:ext cx="9974" cy="75097"/>
            </a:xfrm>
            <a:custGeom>
              <a:avLst/>
              <a:pathLst>
                <a:path w="9974" h="75097">
                  <a:moveTo>
                    <a:pt x="0" y="0"/>
                  </a:moveTo>
                  <a:lnTo>
                    <a:pt x="9974" y="7509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6894997" y="6390393"/>
              <a:ext cx="14383" cy="74379"/>
            </a:xfrm>
            <a:custGeom>
              <a:avLst/>
              <a:pathLst>
                <a:path w="14383" h="74379">
                  <a:moveTo>
                    <a:pt x="0" y="0"/>
                  </a:moveTo>
                  <a:lnTo>
                    <a:pt x="14383" y="7437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6972676" y="6450647"/>
              <a:ext cx="18603" cy="73437"/>
            </a:xfrm>
            <a:custGeom>
              <a:avLst/>
              <a:pathLst>
                <a:path w="18603" h="73437">
                  <a:moveTo>
                    <a:pt x="0" y="0"/>
                  </a:moveTo>
                  <a:lnTo>
                    <a:pt x="18603" y="7343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7053424" y="6506568"/>
              <a:ext cx="22487" cy="72342"/>
            </a:xfrm>
            <a:custGeom>
              <a:avLst/>
              <a:pathLst>
                <a:path w="22487" h="72342">
                  <a:moveTo>
                    <a:pt x="0" y="0"/>
                  </a:moveTo>
                  <a:lnTo>
                    <a:pt x="22487" y="7234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7131650" y="6560179"/>
              <a:ext cx="25766" cy="71241"/>
            </a:xfrm>
            <a:custGeom>
              <a:avLst/>
              <a:pathLst>
                <a:path w="25766" h="71241">
                  <a:moveTo>
                    <a:pt x="0" y="0"/>
                  </a:moveTo>
                  <a:lnTo>
                    <a:pt x="25766" y="7124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6611353" y="6331915"/>
              <a:ext cx="19358" cy="302410"/>
            </a:xfrm>
            <a:custGeom>
              <a:avLst/>
              <a:pathLst>
                <a:path w="19358" h="302410">
                  <a:moveTo>
                    <a:pt x="19358" y="0"/>
                  </a:moveTo>
                  <a:lnTo>
                    <a:pt x="12905" y="100803"/>
                  </a:lnTo>
                  <a:lnTo>
                    <a:pt x="6452" y="201606"/>
                  </a:lnTo>
                  <a:lnTo>
                    <a:pt x="0" y="30241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6668723" y="6636742"/>
              <a:ext cx="1383" cy="75744"/>
            </a:xfrm>
            <a:custGeom>
              <a:avLst/>
              <a:pathLst>
                <a:path w="1383" h="75744">
                  <a:moveTo>
                    <a:pt x="1383" y="0"/>
                  </a:moveTo>
                  <a:lnTo>
                    <a:pt x="0" y="75744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6421492" y="6091416"/>
              <a:ext cx="120949" cy="593867"/>
            </a:xfrm>
            <a:custGeom>
              <a:avLst/>
              <a:pathLst>
                <a:path w="120949" h="593867">
                  <a:moveTo>
                    <a:pt x="120949" y="0"/>
                  </a:moveTo>
                  <a:lnTo>
                    <a:pt x="103670" y="84838"/>
                  </a:lnTo>
                  <a:lnTo>
                    <a:pt x="86392" y="169676"/>
                  </a:lnTo>
                  <a:lnTo>
                    <a:pt x="69113" y="254514"/>
                  </a:lnTo>
                  <a:lnTo>
                    <a:pt x="51835" y="339352"/>
                  </a:lnTo>
                  <a:lnTo>
                    <a:pt x="34556" y="424191"/>
                  </a:lnTo>
                  <a:lnTo>
                    <a:pt x="17278" y="509029"/>
                  </a:lnTo>
                  <a:lnTo>
                    <a:pt x="0" y="5938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6114931" y="5881608"/>
              <a:ext cx="289348" cy="532526"/>
            </a:xfrm>
            <a:custGeom>
              <a:avLst/>
              <a:pathLst>
                <a:path w="289348" h="532526">
                  <a:moveTo>
                    <a:pt x="289348" y="0"/>
                  </a:moveTo>
                  <a:lnTo>
                    <a:pt x="248012" y="76075"/>
                  </a:lnTo>
                  <a:lnTo>
                    <a:pt x="206677" y="152150"/>
                  </a:lnTo>
                  <a:lnTo>
                    <a:pt x="165341" y="228225"/>
                  </a:lnTo>
                  <a:lnTo>
                    <a:pt x="124006" y="304301"/>
                  </a:lnTo>
                  <a:lnTo>
                    <a:pt x="82670" y="380376"/>
                  </a:lnTo>
                  <a:lnTo>
                    <a:pt x="41335" y="456451"/>
                  </a:lnTo>
                  <a:lnTo>
                    <a:pt x="0" y="53252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6157653" y="6451244"/>
              <a:ext cx="31527" cy="68885"/>
            </a:xfrm>
            <a:custGeom>
              <a:avLst/>
              <a:pathLst>
                <a:path w="31527" h="68885">
                  <a:moveTo>
                    <a:pt x="31527" y="0"/>
                  </a:moveTo>
                  <a:lnTo>
                    <a:pt x="0" y="6888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6183316" y="6543374"/>
              <a:ext cx="28350" cy="70252"/>
            </a:xfrm>
            <a:custGeom>
              <a:avLst/>
              <a:pathLst>
                <a:path w="28350" h="70252">
                  <a:moveTo>
                    <a:pt x="28350" y="0"/>
                  </a:moveTo>
                  <a:lnTo>
                    <a:pt x="0" y="7025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962116" y="6372031"/>
              <a:ext cx="81279" cy="127868"/>
            </a:xfrm>
            <a:custGeom>
              <a:avLst/>
              <a:pathLst>
                <a:path w="81279" h="127868">
                  <a:moveTo>
                    <a:pt x="81279" y="0"/>
                  </a:moveTo>
                  <a:lnTo>
                    <a:pt x="0" y="12786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876519" y="5453206"/>
              <a:ext cx="297130" cy="59499"/>
            </a:xfrm>
            <a:custGeom>
              <a:avLst/>
              <a:pathLst>
                <a:path w="297130" h="59499">
                  <a:moveTo>
                    <a:pt x="297130" y="0"/>
                  </a:moveTo>
                  <a:lnTo>
                    <a:pt x="222848" y="14874"/>
                  </a:lnTo>
                  <a:lnTo>
                    <a:pt x="148565" y="29749"/>
                  </a:lnTo>
                  <a:lnTo>
                    <a:pt x="74282" y="44624"/>
                  </a:lnTo>
                  <a:lnTo>
                    <a:pt x="0" y="5949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854636" y="5669959"/>
              <a:ext cx="69915" cy="29170"/>
            </a:xfrm>
            <a:custGeom>
              <a:avLst/>
              <a:pathLst>
                <a:path w="69915" h="29170">
                  <a:moveTo>
                    <a:pt x="69915" y="0"/>
                  </a:moveTo>
                  <a:lnTo>
                    <a:pt x="0" y="29170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510912" y="5548095"/>
              <a:ext cx="295679" cy="66337"/>
            </a:xfrm>
            <a:custGeom>
              <a:avLst/>
              <a:pathLst>
                <a:path w="295679" h="66337">
                  <a:moveTo>
                    <a:pt x="295679" y="0"/>
                  </a:moveTo>
                  <a:lnTo>
                    <a:pt x="197119" y="22112"/>
                  </a:lnTo>
                  <a:lnTo>
                    <a:pt x="98559" y="44225"/>
                  </a:lnTo>
                  <a:lnTo>
                    <a:pt x="0" y="66337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413056" y="5477983"/>
              <a:ext cx="75327" cy="8056"/>
            </a:xfrm>
            <a:custGeom>
              <a:avLst/>
              <a:pathLst>
                <a:path w="75327" h="8056">
                  <a:moveTo>
                    <a:pt x="75327" y="0"/>
                  </a:moveTo>
                  <a:lnTo>
                    <a:pt x="0" y="8056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345761" y="5544351"/>
              <a:ext cx="74881" cy="11486"/>
            </a:xfrm>
            <a:custGeom>
              <a:avLst/>
              <a:pathLst>
                <a:path w="74881" h="11486">
                  <a:moveTo>
                    <a:pt x="74881" y="0"/>
                  </a:moveTo>
                  <a:lnTo>
                    <a:pt x="0" y="11486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477286" y="5747427"/>
              <a:ext cx="71549" cy="24896"/>
            </a:xfrm>
            <a:custGeom>
              <a:avLst/>
              <a:pathLst>
                <a:path w="71549" h="24896">
                  <a:moveTo>
                    <a:pt x="71549" y="0"/>
                  </a:moveTo>
                  <a:lnTo>
                    <a:pt x="0" y="24896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380855" y="5697530"/>
              <a:ext cx="72931" cy="20497"/>
            </a:xfrm>
            <a:custGeom>
              <a:avLst/>
              <a:pathLst>
                <a:path w="72931" h="20497">
                  <a:moveTo>
                    <a:pt x="72931" y="0"/>
                  </a:moveTo>
                  <a:lnTo>
                    <a:pt x="0" y="20497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435390" y="5845549"/>
              <a:ext cx="69902" cy="29204"/>
            </a:xfrm>
            <a:custGeom>
              <a:avLst/>
              <a:pathLst>
                <a:path w="69902" h="29204">
                  <a:moveTo>
                    <a:pt x="69902" y="0"/>
                  </a:moveTo>
                  <a:lnTo>
                    <a:pt x="0" y="29204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864396" y="5839526"/>
              <a:ext cx="63787" cy="40870"/>
            </a:xfrm>
            <a:custGeom>
              <a:avLst/>
              <a:pathLst>
                <a:path w="63787" h="40870">
                  <a:moveTo>
                    <a:pt x="63787" y="0"/>
                  </a:moveTo>
                  <a:lnTo>
                    <a:pt x="0" y="4087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5850968" y="5947130"/>
              <a:ext cx="60190" cy="46003"/>
            </a:xfrm>
            <a:custGeom>
              <a:avLst/>
              <a:pathLst>
                <a:path w="60190" h="46003">
                  <a:moveTo>
                    <a:pt x="60190" y="0"/>
                  </a:moveTo>
                  <a:lnTo>
                    <a:pt x="0" y="46003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551802" y="5928891"/>
              <a:ext cx="253739" cy="165660"/>
            </a:xfrm>
            <a:custGeom>
              <a:avLst/>
              <a:pathLst>
                <a:path w="253739" h="165660">
                  <a:moveTo>
                    <a:pt x="253739" y="0"/>
                  </a:moveTo>
                  <a:lnTo>
                    <a:pt x="169159" y="55220"/>
                  </a:lnTo>
                  <a:lnTo>
                    <a:pt x="84579" y="110440"/>
                  </a:lnTo>
                  <a:lnTo>
                    <a:pt x="0" y="16566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844419" y="6053831"/>
              <a:ext cx="56613" cy="50339"/>
            </a:xfrm>
            <a:custGeom>
              <a:avLst/>
              <a:pathLst>
                <a:path w="56613" h="50339">
                  <a:moveTo>
                    <a:pt x="56613" y="0"/>
                  </a:moveTo>
                  <a:lnTo>
                    <a:pt x="0" y="50339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835228" y="6151385"/>
              <a:ext cx="53650" cy="53486"/>
            </a:xfrm>
            <a:custGeom>
              <a:avLst/>
              <a:pathLst>
                <a:path w="53650" h="53486">
                  <a:moveTo>
                    <a:pt x="53650" y="0"/>
                  </a:moveTo>
                  <a:lnTo>
                    <a:pt x="0" y="53486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5831289" y="6249366"/>
              <a:ext cx="50725" cy="56267"/>
            </a:xfrm>
            <a:custGeom>
              <a:avLst/>
              <a:pathLst>
                <a:path w="50725" h="56267">
                  <a:moveTo>
                    <a:pt x="50725" y="0"/>
                  </a:moveTo>
                  <a:lnTo>
                    <a:pt x="0" y="56267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827747" y="6344000"/>
              <a:ext cx="48104" cy="58524"/>
            </a:xfrm>
            <a:custGeom>
              <a:avLst/>
              <a:pathLst>
                <a:path w="48104" h="58524">
                  <a:moveTo>
                    <a:pt x="48104" y="0"/>
                  </a:moveTo>
                  <a:lnTo>
                    <a:pt x="0" y="58524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503383" y="5119851"/>
              <a:ext cx="743903" cy="143268"/>
            </a:xfrm>
            <a:custGeom>
              <a:avLst/>
              <a:pathLst>
                <a:path w="743903" h="143268">
                  <a:moveTo>
                    <a:pt x="743903" y="143268"/>
                  </a:moveTo>
                  <a:lnTo>
                    <a:pt x="661247" y="127350"/>
                  </a:lnTo>
                  <a:lnTo>
                    <a:pt x="578591" y="111431"/>
                  </a:lnTo>
                  <a:lnTo>
                    <a:pt x="495935" y="95512"/>
                  </a:lnTo>
                  <a:lnTo>
                    <a:pt x="413279" y="79593"/>
                  </a:lnTo>
                  <a:lnTo>
                    <a:pt x="330623" y="63675"/>
                  </a:lnTo>
                  <a:lnTo>
                    <a:pt x="247967" y="47756"/>
                  </a:lnTo>
                  <a:lnTo>
                    <a:pt x="165311" y="31837"/>
                  </a:lnTo>
                  <a:lnTo>
                    <a:pt x="82655" y="15918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417818" y="5173209"/>
              <a:ext cx="75047" cy="10345"/>
            </a:xfrm>
            <a:custGeom>
              <a:avLst/>
              <a:pathLst>
                <a:path w="75047" h="10345">
                  <a:moveTo>
                    <a:pt x="75047" y="1034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335678" y="5224720"/>
              <a:ext cx="75441" cy="6908"/>
            </a:xfrm>
            <a:custGeom>
              <a:avLst/>
              <a:pathLst>
                <a:path w="75441" h="6908">
                  <a:moveTo>
                    <a:pt x="75441" y="690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6376398" y="4497138"/>
              <a:ext cx="185050" cy="496966"/>
            </a:xfrm>
            <a:custGeom>
              <a:avLst/>
              <a:pathLst>
                <a:path w="185050" h="496966">
                  <a:moveTo>
                    <a:pt x="185050" y="496966"/>
                  </a:moveTo>
                  <a:lnTo>
                    <a:pt x="158614" y="425971"/>
                  </a:lnTo>
                  <a:lnTo>
                    <a:pt x="132179" y="354976"/>
                  </a:lnTo>
                  <a:lnTo>
                    <a:pt x="105743" y="283981"/>
                  </a:lnTo>
                  <a:lnTo>
                    <a:pt x="79307" y="212985"/>
                  </a:lnTo>
                  <a:lnTo>
                    <a:pt x="52871" y="141990"/>
                  </a:lnTo>
                  <a:lnTo>
                    <a:pt x="26435" y="70995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6131766" y="4540234"/>
              <a:ext cx="43220" cy="62218"/>
            </a:xfrm>
            <a:custGeom>
              <a:avLst/>
              <a:pathLst>
                <a:path w="43220" h="62218">
                  <a:moveTo>
                    <a:pt x="43220" y="6221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6183316" y="4084536"/>
              <a:ext cx="141753" cy="351262"/>
            </a:xfrm>
            <a:custGeom>
              <a:avLst/>
              <a:pathLst>
                <a:path w="141753" h="351262">
                  <a:moveTo>
                    <a:pt x="141753" y="351262"/>
                  </a:moveTo>
                  <a:lnTo>
                    <a:pt x="106315" y="263446"/>
                  </a:lnTo>
                  <a:lnTo>
                    <a:pt x="70876" y="175631"/>
                  </a:lnTo>
                  <a:lnTo>
                    <a:pt x="35438" y="87815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5910489" y="4633838"/>
              <a:ext cx="55938" cy="51088"/>
            </a:xfrm>
            <a:custGeom>
              <a:avLst/>
              <a:pathLst>
                <a:path w="55938" h="51088">
                  <a:moveTo>
                    <a:pt x="55938" y="5108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5974909" y="4373032"/>
              <a:ext cx="89839" cy="122006"/>
            </a:xfrm>
            <a:custGeom>
              <a:avLst/>
              <a:pathLst>
                <a:path w="89839" h="122006">
                  <a:moveTo>
                    <a:pt x="89839" y="12200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5816830" y="4405764"/>
              <a:ext cx="51576" cy="55489"/>
            </a:xfrm>
            <a:custGeom>
              <a:avLst/>
              <a:pathLst>
                <a:path w="51576" h="55489">
                  <a:moveTo>
                    <a:pt x="51576" y="5548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5827747" y="4295637"/>
              <a:ext cx="48104" cy="58524"/>
            </a:xfrm>
            <a:custGeom>
              <a:avLst/>
              <a:pathLst>
                <a:path w="48104" h="58524">
                  <a:moveTo>
                    <a:pt x="48104" y="5852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5706200" y="4408613"/>
              <a:ext cx="54857" cy="52248"/>
            </a:xfrm>
            <a:custGeom>
              <a:avLst/>
              <a:pathLst>
                <a:path w="54857" h="52248">
                  <a:moveTo>
                    <a:pt x="54857" y="5224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6053089" y="4231793"/>
              <a:ext cx="37678" cy="65722"/>
            </a:xfrm>
            <a:custGeom>
              <a:avLst/>
              <a:pathLst>
                <a:path w="37678" h="65722">
                  <a:moveTo>
                    <a:pt x="37678" y="6572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5962116" y="4198262"/>
              <a:ext cx="40639" cy="63934"/>
            </a:xfrm>
            <a:custGeom>
              <a:avLst/>
              <a:pathLst>
                <a:path w="40639" h="63934">
                  <a:moveTo>
                    <a:pt x="40639" y="6393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5721393" y="4760800"/>
              <a:ext cx="64815" cy="39218"/>
            </a:xfrm>
            <a:custGeom>
              <a:avLst/>
              <a:pathLst>
                <a:path w="64815" h="39218">
                  <a:moveTo>
                    <a:pt x="64815" y="3921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5599276" y="4535516"/>
              <a:ext cx="182392" cy="135594"/>
            </a:xfrm>
            <a:custGeom>
              <a:avLst/>
              <a:pathLst>
                <a:path w="182392" h="135594">
                  <a:moveTo>
                    <a:pt x="182392" y="135594"/>
                  </a:moveTo>
                  <a:lnTo>
                    <a:pt x="91196" y="67797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5601662" y="4822925"/>
              <a:ext cx="68247" cy="32884"/>
            </a:xfrm>
            <a:custGeom>
              <a:avLst/>
              <a:pathLst>
                <a:path w="68247" h="32884">
                  <a:moveTo>
                    <a:pt x="68247" y="3288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5497874" y="4870757"/>
              <a:ext cx="70338" cy="28136"/>
            </a:xfrm>
            <a:custGeom>
              <a:avLst/>
              <a:pathLst>
                <a:path w="70338" h="28136">
                  <a:moveTo>
                    <a:pt x="70338" y="2813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5405736" y="4900941"/>
              <a:ext cx="71549" cy="24896"/>
            </a:xfrm>
            <a:custGeom>
              <a:avLst/>
              <a:pathLst>
                <a:path w="71549" h="24896">
                  <a:moveTo>
                    <a:pt x="71549" y="2489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5508558" y="4674467"/>
              <a:ext cx="131674" cy="74957"/>
            </a:xfrm>
            <a:custGeom>
              <a:avLst/>
              <a:pathLst>
                <a:path w="131674" h="74957">
                  <a:moveTo>
                    <a:pt x="131674" y="7495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6573642" y="4219073"/>
              <a:ext cx="23997" cy="226001"/>
            </a:xfrm>
            <a:custGeom>
              <a:avLst/>
              <a:pathLst>
                <a:path w="23997" h="226001">
                  <a:moveTo>
                    <a:pt x="23997" y="226001"/>
                  </a:moveTo>
                  <a:lnTo>
                    <a:pt x="11998" y="11300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6497090" y="4153003"/>
              <a:ext cx="12283" cy="74754"/>
            </a:xfrm>
            <a:custGeom>
              <a:avLst/>
              <a:pathLst>
                <a:path w="12283" h="74754">
                  <a:moveTo>
                    <a:pt x="12283" y="7475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6417433" y="4091170"/>
              <a:ext cx="16246" cy="73994"/>
            </a:xfrm>
            <a:custGeom>
              <a:avLst/>
              <a:pathLst>
                <a:path w="16246" h="73994">
                  <a:moveTo>
                    <a:pt x="16246" y="7399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6340694" y="4031913"/>
              <a:ext cx="19607" cy="73176"/>
            </a:xfrm>
            <a:custGeom>
              <a:avLst/>
              <a:pathLst>
                <a:path w="19607" h="73176">
                  <a:moveTo>
                    <a:pt x="19607" y="7317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6764530" y="5215655"/>
              <a:ext cx="283607" cy="106741"/>
            </a:xfrm>
            <a:custGeom>
              <a:avLst/>
              <a:pathLst>
                <a:path w="283607" h="106741">
                  <a:moveTo>
                    <a:pt x="0" y="106741"/>
                  </a:moveTo>
                  <a:lnTo>
                    <a:pt x="56721" y="85392"/>
                  </a:lnTo>
                  <a:lnTo>
                    <a:pt x="113442" y="64044"/>
                  </a:lnTo>
                  <a:lnTo>
                    <a:pt x="170164" y="42696"/>
                  </a:lnTo>
                  <a:lnTo>
                    <a:pt x="226885" y="21348"/>
                  </a:lnTo>
                  <a:lnTo>
                    <a:pt x="283607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7025907" y="5130858"/>
              <a:ext cx="66455" cy="36370"/>
            </a:xfrm>
            <a:custGeom>
              <a:avLst/>
              <a:pathLst>
                <a:path w="66455" h="36370">
                  <a:moveTo>
                    <a:pt x="0" y="36370"/>
                  </a:moveTo>
                  <a:lnTo>
                    <a:pt x="66455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7050422" y="5020527"/>
              <a:ext cx="59465" cy="46936"/>
            </a:xfrm>
            <a:custGeom>
              <a:avLst/>
              <a:pathLst>
                <a:path w="59465" h="46936">
                  <a:moveTo>
                    <a:pt x="0" y="46936"/>
                  </a:moveTo>
                  <a:lnTo>
                    <a:pt x="59465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7075405" y="4928444"/>
              <a:ext cx="54539" cy="52579"/>
            </a:xfrm>
            <a:custGeom>
              <a:avLst/>
              <a:pathLst>
                <a:path w="54539" h="52579">
                  <a:moveTo>
                    <a:pt x="0" y="52579"/>
                  </a:moveTo>
                  <a:lnTo>
                    <a:pt x="54539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7103555" y="4846888"/>
              <a:ext cx="51240" cy="55799"/>
            </a:xfrm>
            <a:custGeom>
              <a:avLst/>
              <a:pathLst>
                <a:path w="51240" h="55799">
                  <a:moveTo>
                    <a:pt x="0" y="55799"/>
                  </a:moveTo>
                  <a:lnTo>
                    <a:pt x="5124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7123417" y="4760973"/>
              <a:ext cx="47754" cy="58810"/>
            </a:xfrm>
            <a:custGeom>
              <a:avLst/>
              <a:pathLst>
                <a:path w="47754" h="58810">
                  <a:moveTo>
                    <a:pt x="0" y="58810"/>
                  </a:moveTo>
                  <a:lnTo>
                    <a:pt x="47754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7134576" y="4671457"/>
              <a:ext cx="44094" cy="61602"/>
            </a:xfrm>
            <a:custGeom>
              <a:avLst/>
              <a:pathLst>
                <a:path w="44094" h="61602">
                  <a:moveTo>
                    <a:pt x="0" y="61602"/>
                  </a:moveTo>
                  <a:lnTo>
                    <a:pt x="44094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7136709" y="4579143"/>
              <a:ext cx="40280" cy="64161"/>
            </a:xfrm>
            <a:custGeom>
              <a:avLst/>
              <a:pathLst>
                <a:path w="40280" h="64161">
                  <a:moveTo>
                    <a:pt x="0" y="64161"/>
                  </a:moveTo>
                  <a:lnTo>
                    <a:pt x="4028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7129625" y="4484890"/>
              <a:ext cx="36333" cy="66476"/>
            </a:xfrm>
            <a:custGeom>
              <a:avLst/>
              <a:pathLst>
                <a:path w="36333" h="66476">
                  <a:moveTo>
                    <a:pt x="0" y="66476"/>
                  </a:moveTo>
                  <a:lnTo>
                    <a:pt x="36333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7113348" y="4389618"/>
              <a:ext cx="32286" cy="68533"/>
            </a:xfrm>
            <a:custGeom>
              <a:avLst/>
              <a:pathLst>
                <a:path w="32286" h="68533">
                  <a:moveTo>
                    <a:pt x="0" y="68533"/>
                  </a:moveTo>
                  <a:lnTo>
                    <a:pt x="32286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7088291" y="4294325"/>
              <a:ext cx="28190" cy="70317"/>
            </a:xfrm>
            <a:custGeom>
              <a:avLst/>
              <a:pathLst>
                <a:path w="28190" h="70317">
                  <a:moveTo>
                    <a:pt x="0" y="70317"/>
                  </a:moveTo>
                  <a:lnTo>
                    <a:pt x="2819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7055622" y="4200109"/>
              <a:ext cx="24132" cy="71810"/>
            </a:xfrm>
            <a:custGeom>
              <a:avLst/>
              <a:pathLst>
                <a:path w="24132" h="71810">
                  <a:moveTo>
                    <a:pt x="0" y="71810"/>
                  </a:moveTo>
                  <a:lnTo>
                    <a:pt x="2413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7018027" y="4108185"/>
              <a:ext cx="20274" cy="72993"/>
            </a:xfrm>
            <a:custGeom>
              <a:avLst/>
              <a:pathLst>
                <a:path w="20274" h="72993">
                  <a:moveTo>
                    <a:pt x="0" y="72993"/>
                  </a:moveTo>
                  <a:lnTo>
                    <a:pt x="20274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6981299" y="4019902"/>
              <a:ext cx="16921" cy="73843"/>
            </a:xfrm>
            <a:custGeom>
              <a:avLst/>
              <a:pathLst>
                <a:path w="16921" h="73843">
                  <a:moveTo>
                    <a:pt x="0" y="73843"/>
                  </a:moveTo>
                  <a:lnTo>
                    <a:pt x="16921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7140301" y="4654903"/>
              <a:ext cx="638103" cy="408339"/>
            </a:xfrm>
            <a:custGeom>
              <a:avLst/>
              <a:pathLst>
                <a:path w="638103" h="408339">
                  <a:moveTo>
                    <a:pt x="0" y="408339"/>
                  </a:moveTo>
                  <a:lnTo>
                    <a:pt x="70900" y="362968"/>
                  </a:lnTo>
                  <a:lnTo>
                    <a:pt x="141800" y="317597"/>
                  </a:lnTo>
                  <a:lnTo>
                    <a:pt x="212701" y="272226"/>
                  </a:lnTo>
                  <a:lnTo>
                    <a:pt x="283601" y="226855"/>
                  </a:lnTo>
                  <a:lnTo>
                    <a:pt x="354502" y="181484"/>
                  </a:lnTo>
                  <a:lnTo>
                    <a:pt x="425402" y="136113"/>
                  </a:lnTo>
                  <a:lnTo>
                    <a:pt x="496302" y="90742"/>
                  </a:lnTo>
                  <a:lnTo>
                    <a:pt x="567203" y="45371"/>
                  </a:lnTo>
                  <a:lnTo>
                    <a:pt x="638103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7745587" y="4562406"/>
              <a:ext cx="61879" cy="43704"/>
            </a:xfrm>
            <a:custGeom>
              <a:avLst/>
              <a:pathLst>
                <a:path w="61879" h="43704">
                  <a:moveTo>
                    <a:pt x="0" y="43704"/>
                  </a:moveTo>
                  <a:lnTo>
                    <a:pt x="61879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7123152" y="4952478"/>
              <a:ext cx="715873" cy="247877"/>
            </a:xfrm>
            <a:custGeom>
              <a:avLst/>
              <a:pathLst>
                <a:path w="715873" h="247877">
                  <a:moveTo>
                    <a:pt x="0" y="247877"/>
                  </a:moveTo>
                  <a:lnTo>
                    <a:pt x="79541" y="220335"/>
                  </a:lnTo>
                  <a:lnTo>
                    <a:pt x="159082" y="192793"/>
                  </a:lnTo>
                  <a:lnTo>
                    <a:pt x="238624" y="165251"/>
                  </a:lnTo>
                  <a:lnTo>
                    <a:pt x="318165" y="137709"/>
                  </a:lnTo>
                  <a:lnTo>
                    <a:pt x="397707" y="110167"/>
                  </a:lnTo>
                  <a:lnTo>
                    <a:pt x="477248" y="82625"/>
                  </a:lnTo>
                  <a:lnTo>
                    <a:pt x="556790" y="55083"/>
                  </a:lnTo>
                  <a:lnTo>
                    <a:pt x="636331" y="27541"/>
                  </a:lnTo>
                  <a:lnTo>
                    <a:pt x="715873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7816282" y="4863486"/>
              <a:ext cx="70165" cy="28564"/>
            </a:xfrm>
            <a:custGeom>
              <a:avLst/>
              <a:pathLst>
                <a:path w="70165" h="28564">
                  <a:moveTo>
                    <a:pt x="0" y="28564"/>
                  </a:moveTo>
                  <a:lnTo>
                    <a:pt x="70165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7863039" y="4777806"/>
              <a:ext cx="68788" cy="31737"/>
            </a:xfrm>
            <a:custGeom>
              <a:avLst/>
              <a:pathLst>
                <a:path w="68788" h="31737">
                  <a:moveTo>
                    <a:pt x="0" y="31737"/>
                  </a:moveTo>
                  <a:lnTo>
                    <a:pt x="68788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6693628" y="53490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6693628" y="53490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7272431" y="6565591"/>
              <a:ext cx="37312" cy="18189"/>
            </a:xfrm>
            <a:custGeom>
              <a:avLst/>
              <a:pathLst>
                <a:path w="37312" h="18189">
                  <a:moveTo>
                    <a:pt x="37312" y="0"/>
                  </a:moveTo>
                  <a:lnTo>
                    <a:pt x="0" y="1818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7309744" y="6546274"/>
              <a:ext cx="36741" cy="19316"/>
            </a:xfrm>
            <a:custGeom>
              <a:avLst/>
              <a:pathLst>
                <a:path w="36741" h="19316">
                  <a:moveTo>
                    <a:pt x="0" y="19316"/>
                  </a:moveTo>
                  <a:lnTo>
                    <a:pt x="36741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7418120" y="6481746"/>
              <a:ext cx="34826" cy="22586"/>
            </a:xfrm>
            <a:custGeom>
              <a:avLst/>
              <a:pathLst>
                <a:path w="34826" h="22586">
                  <a:moveTo>
                    <a:pt x="34826" y="0"/>
                  </a:moveTo>
                  <a:lnTo>
                    <a:pt x="0" y="2258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7452947" y="6458109"/>
              <a:ext cx="34123" cy="23636"/>
            </a:xfrm>
            <a:custGeom>
              <a:avLst/>
              <a:pathLst>
                <a:path w="34123" h="23636">
                  <a:moveTo>
                    <a:pt x="0" y="23636"/>
                  </a:moveTo>
                  <a:lnTo>
                    <a:pt x="34123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7553080" y="6381127"/>
              <a:ext cx="31825" cy="26649"/>
            </a:xfrm>
            <a:custGeom>
              <a:avLst/>
              <a:pathLst>
                <a:path w="31825" h="26649">
                  <a:moveTo>
                    <a:pt x="31825" y="0"/>
                  </a:moveTo>
                  <a:lnTo>
                    <a:pt x="0" y="2664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7584905" y="6353521"/>
              <a:ext cx="30999" cy="27606"/>
            </a:xfrm>
            <a:custGeom>
              <a:avLst/>
              <a:pathLst>
                <a:path w="30999" h="27606">
                  <a:moveTo>
                    <a:pt x="0" y="27606"/>
                  </a:moveTo>
                  <a:lnTo>
                    <a:pt x="30999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7835974" y="5666363"/>
              <a:ext cx="27509" cy="88026"/>
            </a:xfrm>
            <a:custGeom>
              <a:avLst/>
              <a:pathLst>
                <a:path w="27509" h="88026">
                  <a:moveTo>
                    <a:pt x="27509" y="0"/>
                  </a:moveTo>
                  <a:lnTo>
                    <a:pt x="0" y="8802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8004130" y="5685951"/>
              <a:ext cx="10865" cy="40062"/>
            </a:xfrm>
            <a:custGeom>
              <a:avLst/>
              <a:pathLst>
                <a:path w="10865" h="40062">
                  <a:moveTo>
                    <a:pt x="10865" y="0"/>
                  </a:moveTo>
                  <a:lnTo>
                    <a:pt x="0" y="4006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8014996" y="5645576"/>
              <a:ext cx="9641" cy="40374"/>
            </a:xfrm>
            <a:custGeom>
              <a:avLst/>
              <a:pathLst>
                <a:path w="9641" h="40374">
                  <a:moveTo>
                    <a:pt x="0" y="40374"/>
                  </a:moveTo>
                  <a:lnTo>
                    <a:pt x="9641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8040211" y="5522954"/>
              <a:ext cx="5918" cy="41085"/>
            </a:xfrm>
            <a:custGeom>
              <a:avLst/>
              <a:pathLst>
                <a:path w="5918" h="41085">
                  <a:moveTo>
                    <a:pt x="5918" y="0"/>
                  </a:moveTo>
                  <a:lnTo>
                    <a:pt x="0" y="4108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8046130" y="5481708"/>
              <a:ext cx="4665" cy="41246"/>
            </a:xfrm>
            <a:custGeom>
              <a:avLst/>
              <a:pathLst>
                <a:path w="4665" h="41246">
                  <a:moveTo>
                    <a:pt x="0" y="41246"/>
                  </a:moveTo>
                  <a:lnTo>
                    <a:pt x="4665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7808961" y="5941436"/>
              <a:ext cx="28231" cy="51582"/>
            </a:xfrm>
            <a:custGeom>
              <a:avLst/>
              <a:pathLst>
                <a:path w="28231" h="51582">
                  <a:moveTo>
                    <a:pt x="28231" y="0"/>
                  </a:moveTo>
                  <a:lnTo>
                    <a:pt x="0" y="5158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7913866" y="5920356"/>
              <a:ext cx="17961" cy="37422"/>
            </a:xfrm>
            <a:custGeom>
              <a:avLst/>
              <a:pathLst>
                <a:path w="17961" h="37422">
                  <a:moveTo>
                    <a:pt x="17961" y="0"/>
                  </a:moveTo>
                  <a:lnTo>
                    <a:pt x="0" y="3742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7931828" y="5882404"/>
              <a:ext cx="16814" cy="37951"/>
            </a:xfrm>
            <a:custGeom>
              <a:avLst/>
              <a:pathLst>
                <a:path w="16814" h="37951">
                  <a:moveTo>
                    <a:pt x="0" y="37951"/>
                  </a:moveTo>
                  <a:lnTo>
                    <a:pt x="1681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7783007" y="6135756"/>
              <a:ext cx="24460" cy="33537"/>
            </a:xfrm>
            <a:custGeom>
              <a:avLst/>
              <a:pathLst>
                <a:path w="24460" h="33537">
                  <a:moveTo>
                    <a:pt x="24460" y="0"/>
                  </a:moveTo>
                  <a:lnTo>
                    <a:pt x="0" y="3353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7807467" y="6101490"/>
              <a:ext cx="23428" cy="34266"/>
            </a:xfrm>
            <a:custGeom>
              <a:avLst/>
              <a:pathLst>
                <a:path w="23428" h="34266">
                  <a:moveTo>
                    <a:pt x="0" y="34266"/>
                  </a:moveTo>
                  <a:lnTo>
                    <a:pt x="23428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7675312" y="6265225"/>
              <a:ext cx="28352" cy="30318"/>
            </a:xfrm>
            <a:custGeom>
              <a:avLst/>
              <a:pathLst>
                <a:path w="28352" h="30318">
                  <a:moveTo>
                    <a:pt x="28352" y="0"/>
                  </a:moveTo>
                  <a:lnTo>
                    <a:pt x="0" y="3031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7703665" y="6234058"/>
              <a:ext cx="27416" cy="31167"/>
            </a:xfrm>
            <a:custGeom>
              <a:avLst/>
              <a:pathLst>
                <a:path w="27416" h="31167">
                  <a:moveTo>
                    <a:pt x="0" y="31167"/>
                  </a:moveTo>
                  <a:lnTo>
                    <a:pt x="27416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7019375" y="6578911"/>
              <a:ext cx="56536" cy="16168"/>
            </a:xfrm>
            <a:custGeom>
              <a:avLst/>
              <a:pathLst>
                <a:path w="56536" h="16168">
                  <a:moveTo>
                    <a:pt x="56536" y="0"/>
                  </a:moveTo>
                  <a:lnTo>
                    <a:pt x="0" y="1616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7118171" y="6631420"/>
              <a:ext cx="39245" cy="13522"/>
            </a:xfrm>
            <a:custGeom>
              <a:avLst/>
              <a:pathLst>
                <a:path w="39245" h="13522">
                  <a:moveTo>
                    <a:pt x="39245" y="0"/>
                  </a:moveTo>
                  <a:lnTo>
                    <a:pt x="0" y="1352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7157416" y="6616710"/>
              <a:ext cx="38815" cy="14710"/>
            </a:xfrm>
            <a:custGeom>
              <a:avLst/>
              <a:pathLst>
                <a:path w="38815" h="14710">
                  <a:moveTo>
                    <a:pt x="0" y="14710"/>
                  </a:moveTo>
                  <a:lnTo>
                    <a:pt x="38815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6928291" y="6524085"/>
              <a:ext cx="62988" cy="14182"/>
            </a:xfrm>
            <a:custGeom>
              <a:avLst/>
              <a:pathLst>
                <a:path w="62988" h="14182">
                  <a:moveTo>
                    <a:pt x="62988" y="0"/>
                  </a:moveTo>
                  <a:lnTo>
                    <a:pt x="0" y="1418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6845382" y="6464772"/>
              <a:ext cx="63998" cy="10491"/>
            </a:xfrm>
            <a:custGeom>
              <a:avLst/>
              <a:pathLst>
                <a:path w="63998" h="10491">
                  <a:moveTo>
                    <a:pt x="63998" y="0"/>
                  </a:moveTo>
                  <a:lnTo>
                    <a:pt x="0" y="1049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6771047" y="6400452"/>
              <a:ext cx="62217" cy="6402"/>
            </a:xfrm>
            <a:custGeom>
              <a:avLst/>
              <a:pathLst>
                <a:path w="62217" h="6402">
                  <a:moveTo>
                    <a:pt x="62217" y="0"/>
                  </a:moveTo>
                  <a:lnTo>
                    <a:pt x="0" y="640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6627236" y="6711097"/>
              <a:ext cx="41486" cy="1389"/>
            </a:xfrm>
            <a:custGeom>
              <a:avLst/>
              <a:pathLst>
                <a:path w="41486" h="1389">
                  <a:moveTo>
                    <a:pt x="41486" y="138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6668723" y="6712486"/>
              <a:ext cx="41509" cy="126"/>
            </a:xfrm>
            <a:custGeom>
              <a:avLst/>
              <a:pathLst>
                <a:path w="41509" h="126">
                  <a:moveTo>
                    <a:pt x="0" y="0"/>
                  </a:moveTo>
                  <a:lnTo>
                    <a:pt x="41509" y="12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6552772" y="6629230"/>
              <a:ext cx="58581" cy="5095"/>
            </a:xfrm>
            <a:custGeom>
              <a:avLst/>
              <a:pathLst>
                <a:path w="58581" h="5095">
                  <a:moveTo>
                    <a:pt x="58581" y="509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6380948" y="6676381"/>
              <a:ext cx="40544" cy="8902"/>
            </a:xfrm>
            <a:custGeom>
              <a:avLst/>
              <a:pathLst>
                <a:path w="40544" h="8902">
                  <a:moveTo>
                    <a:pt x="40544" y="89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6421492" y="6685283"/>
              <a:ext cx="40796" cy="7663"/>
            </a:xfrm>
            <a:custGeom>
              <a:avLst/>
              <a:pathLst>
                <a:path w="40796" h="7663">
                  <a:moveTo>
                    <a:pt x="0" y="0"/>
                  </a:moveTo>
                  <a:lnTo>
                    <a:pt x="40796" y="7663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6497197" y="6001989"/>
              <a:ext cx="130165" cy="25680"/>
            </a:xfrm>
            <a:custGeom>
              <a:avLst/>
              <a:pathLst>
                <a:path w="130165" h="25680">
                  <a:moveTo>
                    <a:pt x="130165" y="25680"/>
                  </a:moveTo>
                  <a:lnTo>
                    <a:pt x="64456" y="16014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6145063" y="6597508"/>
              <a:ext cx="38252" cy="16118"/>
            </a:xfrm>
            <a:custGeom>
              <a:avLst/>
              <a:pathLst>
                <a:path w="38252" h="16118">
                  <a:moveTo>
                    <a:pt x="38252" y="1611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6183316" y="6613626"/>
              <a:ext cx="38725" cy="14946"/>
            </a:xfrm>
            <a:custGeom>
              <a:avLst/>
              <a:pathLst>
                <a:path w="38725" h="14946">
                  <a:moveTo>
                    <a:pt x="0" y="0"/>
                  </a:moveTo>
                  <a:lnTo>
                    <a:pt x="38725" y="1494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6104757" y="6494443"/>
              <a:ext cx="52895" cy="25686"/>
            </a:xfrm>
            <a:custGeom>
              <a:avLst/>
              <a:pathLst>
                <a:path w="52895" h="25686">
                  <a:moveTo>
                    <a:pt x="52895" y="2568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5927428" y="6477102"/>
              <a:ext cx="34688" cy="22798"/>
            </a:xfrm>
            <a:custGeom>
              <a:avLst/>
              <a:pathLst>
                <a:path w="34688" h="22798">
                  <a:moveTo>
                    <a:pt x="34688" y="2279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5962116" y="6499900"/>
              <a:ext cx="35366" cy="21731"/>
            </a:xfrm>
            <a:custGeom>
              <a:avLst/>
              <a:pathLst>
                <a:path w="35366" h="21731">
                  <a:moveTo>
                    <a:pt x="0" y="0"/>
                  </a:moveTo>
                  <a:lnTo>
                    <a:pt x="35366" y="2173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5408139" y="5427443"/>
              <a:ext cx="4916" cy="58596"/>
            </a:xfrm>
            <a:custGeom>
              <a:avLst/>
              <a:pathLst>
                <a:path w="4916" h="58596">
                  <a:moveTo>
                    <a:pt x="4916" y="5859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5340092" y="5514717"/>
              <a:ext cx="5668" cy="41120"/>
            </a:xfrm>
            <a:custGeom>
              <a:avLst/>
              <a:pathLst>
                <a:path w="5668" h="41120">
                  <a:moveTo>
                    <a:pt x="5668" y="4112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5345761" y="5555838"/>
              <a:ext cx="6917" cy="40929"/>
            </a:xfrm>
            <a:custGeom>
              <a:avLst/>
              <a:pathLst>
                <a:path w="6917" h="40929">
                  <a:moveTo>
                    <a:pt x="0" y="0"/>
                  </a:moveTo>
                  <a:lnTo>
                    <a:pt x="6917" y="40929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5370234" y="5677899"/>
              <a:ext cx="10621" cy="40127"/>
            </a:xfrm>
            <a:custGeom>
              <a:avLst/>
              <a:pathLst>
                <a:path w="10621" h="40127">
                  <a:moveTo>
                    <a:pt x="10621" y="4012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5380855" y="5718027"/>
              <a:ext cx="11837" cy="39786"/>
            </a:xfrm>
            <a:custGeom>
              <a:avLst/>
              <a:pathLst>
                <a:path w="11837" h="39786">
                  <a:moveTo>
                    <a:pt x="0" y="0"/>
                  </a:moveTo>
                  <a:lnTo>
                    <a:pt x="11837" y="39786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5419973" y="5836213"/>
              <a:ext cx="15416" cy="38540"/>
            </a:xfrm>
            <a:custGeom>
              <a:avLst/>
              <a:pathLst>
                <a:path w="15416" h="38540">
                  <a:moveTo>
                    <a:pt x="15416" y="3854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5435390" y="5874753"/>
              <a:ext cx="16582" cy="38053"/>
            </a:xfrm>
            <a:custGeom>
              <a:avLst/>
              <a:pathLst>
                <a:path w="16582" h="38053">
                  <a:moveTo>
                    <a:pt x="0" y="0"/>
                  </a:moveTo>
                  <a:lnTo>
                    <a:pt x="16582" y="38053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5529641" y="6059452"/>
              <a:ext cx="22160" cy="35099"/>
            </a:xfrm>
            <a:custGeom>
              <a:avLst/>
              <a:pathLst>
                <a:path w="22160" h="35099">
                  <a:moveTo>
                    <a:pt x="22160" y="3509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5551802" y="6094552"/>
              <a:ext cx="23218" cy="34408"/>
            </a:xfrm>
            <a:custGeom>
              <a:avLst/>
              <a:pathLst>
                <a:path w="23218" h="34408">
                  <a:moveTo>
                    <a:pt x="0" y="0"/>
                  </a:moveTo>
                  <a:lnTo>
                    <a:pt x="23218" y="34408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5796084" y="6375682"/>
              <a:ext cx="31662" cy="26842"/>
            </a:xfrm>
            <a:custGeom>
              <a:avLst/>
              <a:pathLst>
                <a:path w="31662" h="26842">
                  <a:moveTo>
                    <a:pt x="31662" y="2684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5827747" y="6402525"/>
              <a:ext cx="32464" cy="25866"/>
            </a:xfrm>
            <a:custGeom>
              <a:avLst/>
              <a:pathLst>
                <a:path w="32464" h="25866">
                  <a:moveTo>
                    <a:pt x="0" y="0"/>
                  </a:moveTo>
                  <a:lnTo>
                    <a:pt x="32464" y="25866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5788524" y="6265274"/>
              <a:ext cx="42764" cy="40360"/>
            </a:xfrm>
            <a:custGeom>
              <a:avLst/>
              <a:pathLst>
                <a:path w="42764" h="40360">
                  <a:moveTo>
                    <a:pt x="42764" y="4036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5790876" y="6157950"/>
              <a:ext cx="44351" cy="46922"/>
            </a:xfrm>
            <a:custGeom>
              <a:avLst/>
              <a:pathLst>
                <a:path w="44351" h="46922">
                  <a:moveTo>
                    <a:pt x="44351" y="4692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5802726" y="6054495"/>
              <a:ext cx="41692" cy="49674"/>
            </a:xfrm>
            <a:custGeom>
              <a:avLst/>
              <a:pathLst>
                <a:path w="41692" h="49674">
                  <a:moveTo>
                    <a:pt x="41692" y="4967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5823311" y="5810026"/>
              <a:ext cx="41084" cy="70370"/>
            </a:xfrm>
            <a:custGeom>
              <a:avLst/>
              <a:pathLst>
                <a:path w="41084" h="70370">
                  <a:moveTo>
                    <a:pt x="41084" y="703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5860297" y="5349081"/>
              <a:ext cx="16221" cy="163624"/>
            </a:xfrm>
            <a:custGeom>
              <a:avLst/>
              <a:pathLst>
                <a:path w="16221" h="163624">
                  <a:moveTo>
                    <a:pt x="16221" y="163624"/>
                  </a:moveTo>
                  <a:lnTo>
                    <a:pt x="4065" y="82213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5335678" y="5183445"/>
              <a:ext cx="4414" cy="41274"/>
            </a:xfrm>
            <a:custGeom>
              <a:avLst/>
              <a:pathLst>
                <a:path w="4414" h="41274">
                  <a:moveTo>
                    <a:pt x="0" y="41274"/>
                  </a:moveTo>
                  <a:lnTo>
                    <a:pt x="441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5332522" y="5224720"/>
              <a:ext cx="3156" cy="41389"/>
            </a:xfrm>
            <a:custGeom>
              <a:avLst/>
              <a:pathLst>
                <a:path w="3156" h="41389">
                  <a:moveTo>
                    <a:pt x="3156" y="0"/>
                  </a:moveTo>
                  <a:lnTo>
                    <a:pt x="0" y="41389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5417818" y="5115155"/>
              <a:ext cx="9357" cy="58053"/>
            </a:xfrm>
            <a:custGeom>
              <a:avLst/>
              <a:pathLst>
                <a:path w="9357" h="58053">
                  <a:moveTo>
                    <a:pt x="0" y="58053"/>
                  </a:moveTo>
                  <a:lnTo>
                    <a:pt x="9357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5503383" y="5056798"/>
              <a:ext cx="13894" cy="63052"/>
            </a:xfrm>
            <a:custGeom>
              <a:avLst/>
              <a:pathLst>
                <a:path w="13894" h="63052">
                  <a:moveTo>
                    <a:pt x="0" y="63052"/>
                  </a:moveTo>
                  <a:lnTo>
                    <a:pt x="1389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6183316" y="4069589"/>
              <a:ext cx="38725" cy="14946"/>
            </a:xfrm>
            <a:custGeom>
              <a:avLst/>
              <a:pathLst>
                <a:path w="38725" h="14946">
                  <a:moveTo>
                    <a:pt x="0" y="14946"/>
                  </a:moveTo>
                  <a:lnTo>
                    <a:pt x="38725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6145063" y="4084536"/>
              <a:ext cx="38252" cy="16118"/>
            </a:xfrm>
            <a:custGeom>
              <a:avLst/>
              <a:pathLst>
                <a:path w="38252" h="16118">
                  <a:moveTo>
                    <a:pt x="38252" y="0"/>
                  </a:moveTo>
                  <a:lnTo>
                    <a:pt x="0" y="16118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5827747" y="4269771"/>
              <a:ext cx="32464" cy="25866"/>
            </a:xfrm>
            <a:custGeom>
              <a:avLst/>
              <a:pathLst>
                <a:path w="32464" h="25866">
                  <a:moveTo>
                    <a:pt x="0" y="25866"/>
                  </a:moveTo>
                  <a:lnTo>
                    <a:pt x="32464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5796084" y="4295637"/>
              <a:ext cx="31662" cy="26842"/>
            </a:xfrm>
            <a:custGeom>
              <a:avLst/>
              <a:pathLst>
                <a:path w="31662" h="26842">
                  <a:moveTo>
                    <a:pt x="31662" y="0"/>
                  </a:moveTo>
                  <a:lnTo>
                    <a:pt x="0" y="26842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5706200" y="4378994"/>
              <a:ext cx="29082" cy="29618"/>
            </a:xfrm>
            <a:custGeom>
              <a:avLst/>
              <a:pathLst>
                <a:path w="29082" h="29618">
                  <a:moveTo>
                    <a:pt x="0" y="29618"/>
                  </a:moveTo>
                  <a:lnTo>
                    <a:pt x="29082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5678032" y="4408613"/>
              <a:ext cx="28167" cy="30490"/>
            </a:xfrm>
            <a:custGeom>
              <a:avLst/>
              <a:pathLst>
                <a:path w="28167" h="30490">
                  <a:moveTo>
                    <a:pt x="28167" y="0"/>
                  </a:moveTo>
                  <a:lnTo>
                    <a:pt x="0" y="3049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6053089" y="4203719"/>
              <a:ext cx="51668" cy="28073"/>
            </a:xfrm>
            <a:custGeom>
              <a:avLst/>
              <a:pathLst>
                <a:path w="51668" h="28073">
                  <a:moveTo>
                    <a:pt x="0" y="28073"/>
                  </a:moveTo>
                  <a:lnTo>
                    <a:pt x="51668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5962116" y="4176530"/>
              <a:ext cx="35366" cy="21731"/>
            </a:xfrm>
            <a:custGeom>
              <a:avLst/>
              <a:pathLst>
                <a:path w="35366" h="21731">
                  <a:moveTo>
                    <a:pt x="0" y="21731"/>
                  </a:moveTo>
                  <a:lnTo>
                    <a:pt x="35366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5927428" y="4198262"/>
              <a:ext cx="34688" cy="22798"/>
            </a:xfrm>
            <a:custGeom>
              <a:avLst/>
              <a:pathLst>
                <a:path w="34688" h="22798">
                  <a:moveTo>
                    <a:pt x="34688" y="0"/>
                  </a:moveTo>
                  <a:lnTo>
                    <a:pt x="0" y="22798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5599276" y="4502584"/>
              <a:ext cx="25269" cy="32931"/>
            </a:xfrm>
            <a:custGeom>
              <a:avLst/>
              <a:pathLst>
                <a:path w="25269" h="32931">
                  <a:moveTo>
                    <a:pt x="0" y="32931"/>
                  </a:moveTo>
                  <a:lnTo>
                    <a:pt x="25269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5575021" y="4535516"/>
              <a:ext cx="24255" cy="33685"/>
            </a:xfrm>
            <a:custGeom>
              <a:avLst/>
              <a:pathLst>
                <a:path w="24255" h="33685">
                  <a:moveTo>
                    <a:pt x="24255" y="0"/>
                  </a:moveTo>
                  <a:lnTo>
                    <a:pt x="0" y="33685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5405736" y="4861949"/>
              <a:ext cx="14236" cy="38992"/>
            </a:xfrm>
            <a:custGeom>
              <a:avLst/>
              <a:pathLst>
                <a:path w="14236" h="38992">
                  <a:moveTo>
                    <a:pt x="0" y="38992"/>
                  </a:moveTo>
                  <a:lnTo>
                    <a:pt x="14236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5392693" y="4900941"/>
              <a:ext cx="13043" cy="39407"/>
            </a:xfrm>
            <a:custGeom>
              <a:avLst/>
              <a:pathLst>
                <a:path w="13043" h="39407">
                  <a:moveTo>
                    <a:pt x="13043" y="0"/>
                  </a:moveTo>
                  <a:lnTo>
                    <a:pt x="0" y="39407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5497874" y="4816673"/>
              <a:ext cx="23080" cy="54083"/>
            </a:xfrm>
            <a:custGeom>
              <a:avLst/>
              <a:pathLst>
                <a:path w="23080" h="54083">
                  <a:moveTo>
                    <a:pt x="0" y="54083"/>
                  </a:moveTo>
                  <a:lnTo>
                    <a:pt x="2308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5508558" y="4638710"/>
              <a:ext cx="21082" cy="35757"/>
            </a:xfrm>
            <a:custGeom>
              <a:avLst/>
              <a:pathLst>
                <a:path w="21082" h="35757">
                  <a:moveTo>
                    <a:pt x="0" y="35757"/>
                  </a:moveTo>
                  <a:lnTo>
                    <a:pt x="21082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5488574" y="4674467"/>
              <a:ext cx="19984" cy="36382"/>
            </a:xfrm>
            <a:custGeom>
              <a:avLst/>
              <a:pathLst>
                <a:path w="19984" h="36382">
                  <a:moveTo>
                    <a:pt x="19984" y="0"/>
                  </a:moveTo>
                  <a:lnTo>
                    <a:pt x="0" y="36382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6497090" y="4144235"/>
              <a:ext cx="63967" cy="8768"/>
            </a:xfrm>
            <a:custGeom>
              <a:avLst/>
              <a:pathLst>
                <a:path w="63967" h="8768">
                  <a:moveTo>
                    <a:pt x="0" y="8768"/>
                  </a:moveTo>
                  <a:lnTo>
                    <a:pt x="63967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6417433" y="4079874"/>
              <a:ext cx="57707" cy="11296"/>
            </a:xfrm>
            <a:custGeom>
              <a:avLst/>
              <a:pathLst>
                <a:path w="57707" h="11296">
                  <a:moveTo>
                    <a:pt x="0" y="11296"/>
                  </a:moveTo>
                  <a:lnTo>
                    <a:pt x="57707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6340694" y="4021781"/>
              <a:ext cx="40254" cy="10132"/>
            </a:xfrm>
            <a:custGeom>
              <a:avLst/>
              <a:pathLst>
                <a:path w="40254" h="10132">
                  <a:moveTo>
                    <a:pt x="0" y="10132"/>
                  </a:moveTo>
                  <a:lnTo>
                    <a:pt x="40254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6300767" y="4031913"/>
              <a:ext cx="39927" cy="11352"/>
            </a:xfrm>
            <a:custGeom>
              <a:avLst/>
              <a:pathLst>
                <a:path w="39927" h="11352">
                  <a:moveTo>
                    <a:pt x="39927" y="0"/>
                  </a:moveTo>
                  <a:lnTo>
                    <a:pt x="0" y="11352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6573642" y="4214068"/>
              <a:ext cx="64659" cy="5004"/>
            </a:xfrm>
            <a:custGeom>
              <a:avLst/>
              <a:pathLst>
                <a:path w="64659" h="5004">
                  <a:moveTo>
                    <a:pt x="0" y="5004"/>
                  </a:moveTo>
                  <a:lnTo>
                    <a:pt x="64659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6536824" y="5046074"/>
              <a:ext cx="160493" cy="43701"/>
            </a:xfrm>
            <a:custGeom>
              <a:avLst/>
              <a:pathLst>
                <a:path w="160493" h="43701">
                  <a:moveTo>
                    <a:pt x="0" y="43701"/>
                  </a:moveTo>
                  <a:lnTo>
                    <a:pt x="50473" y="19245"/>
                  </a:lnTo>
                  <a:lnTo>
                    <a:pt x="104589" y="4509"/>
                  </a:lnTo>
                  <a:lnTo>
                    <a:pt x="160493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6640620" y="5122415"/>
              <a:ext cx="69598" cy="5661"/>
            </a:xfrm>
            <a:custGeom>
              <a:avLst/>
              <a:pathLst>
                <a:path w="69598" h="5661">
                  <a:moveTo>
                    <a:pt x="0" y="5661"/>
                  </a:moveTo>
                  <a:lnTo>
                    <a:pt x="69598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6685945" y="5197761"/>
              <a:ext cx="27917" cy="1162"/>
            </a:xfrm>
            <a:custGeom>
              <a:avLst/>
              <a:pathLst>
                <a:path w="27917" h="1162">
                  <a:moveTo>
                    <a:pt x="0" y="0"/>
                  </a:moveTo>
                  <a:lnTo>
                    <a:pt x="27917" y="1162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7048137" y="5215655"/>
              <a:ext cx="15215" cy="51066"/>
            </a:xfrm>
            <a:custGeom>
              <a:avLst/>
              <a:pathLst>
                <a:path w="15215" h="51066">
                  <a:moveTo>
                    <a:pt x="0" y="0"/>
                  </a:moveTo>
                  <a:lnTo>
                    <a:pt x="15215" y="51066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6998221" y="4019902"/>
              <a:ext cx="40315" cy="9886"/>
            </a:xfrm>
            <a:custGeom>
              <a:avLst/>
              <a:pathLst>
                <a:path w="40315" h="9886">
                  <a:moveTo>
                    <a:pt x="0" y="0"/>
                  </a:moveTo>
                  <a:lnTo>
                    <a:pt x="40315" y="9886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6957624" y="4011247"/>
              <a:ext cx="40597" cy="8655"/>
            </a:xfrm>
            <a:custGeom>
              <a:avLst/>
              <a:pathLst>
                <a:path w="40597" h="8655">
                  <a:moveTo>
                    <a:pt x="40597" y="865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7038302" y="4108185"/>
              <a:ext cx="56283" cy="17026"/>
            </a:xfrm>
            <a:custGeom>
              <a:avLst/>
              <a:pathLst>
                <a:path w="56283" h="17026">
                  <a:moveTo>
                    <a:pt x="0" y="0"/>
                  </a:moveTo>
                  <a:lnTo>
                    <a:pt x="56283" y="17026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7079755" y="4200109"/>
              <a:ext cx="60632" cy="22190"/>
            </a:xfrm>
            <a:custGeom>
              <a:avLst/>
              <a:pathLst>
                <a:path w="60632" h="22190">
                  <a:moveTo>
                    <a:pt x="0" y="0"/>
                  </a:moveTo>
                  <a:lnTo>
                    <a:pt x="60632" y="2219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7116482" y="4294325"/>
              <a:ext cx="59482" cy="25840"/>
            </a:xfrm>
            <a:custGeom>
              <a:avLst/>
              <a:pathLst>
                <a:path w="59482" h="25840">
                  <a:moveTo>
                    <a:pt x="0" y="0"/>
                  </a:moveTo>
                  <a:lnTo>
                    <a:pt x="59482" y="2584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7145635" y="4389618"/>
              <a:ext cx="55771" cy="28312"/>
            </a:xfrm>
            <a:custGeom>
              <a:avLst/>
              <a:pathLst>
                <a:path w="55771" h="28312">
                  <a:moveTo>
                    <a:pt x="0" y="0"/>
                  </a:moveTo>
                  <a:lnTo>
                    <a:pt x="55771" y="28312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7165958" y="4484890"/>
              <a:ext cx="50913" cy="29842"/>
            </a:xfrm>
            <a:custGeom>
              <a:avLst/>
              <a:pathLst>
                <a:path w="50913" h="29842">
                  <a:moveTo>
                    <a:pt x="0" y="0"/>
                  </a:moveTo>
                  <a:lnTo>
                    <a:pt x="50913" y="29842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7176989" y="4579143"/>
              <a:ext cx="45600" cy="30585"/>
            </a:xfrm>
            <a:custGeom>
              <a:avLst/>
              <a:pathLst>
                <a:path w="45600" h="30585">
                  <a:moveTo>
                    <a:pt x="0" y="0"/>
                  </a:moveTo>
                  <a:lnTo>
                    <a:pt x="45600" y="30585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7178670" y="4671457"/>
              <a:ext cx="40178" cy="30643"/>
            </a:xfrm>
            <a:custGeom>
              <a:avLst/>
              <a:pathLst>
                <a:path w="40178" h="30643">
                  <a:moveTo>
                    <a:pt x="0" y="0"/>
                  </a:moveTo>
                  <a:lnTo>
                    <a:pt x="40178" y="30643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7171171" y="4760973"/>
              <a:ext cx="34832" cy="30085"/>
            </a:xfrm>
            <a:custGeom>
              <a:avLst/>
              <a:pathLst>
                <a:path w="34832" h="30085">
                  <a:moveTo>
                    <a:pt x="0" y="0"/>
                  </a:moveTo>
                  <a:lnTo>
                    <a:pt x="34832" y="30085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7154796" y="4846888"/>
              <a:ext cx="29673" cy="28961"/>
            </a:xfrm>
            <a:custGeom>
              <a:avLst/>
              <a:pathLst>
                <a:path w="29673" h="28961">
                  <a:moveTo>
                    <a:pt x="0" y="0"/>
                  </a:moveTo>
                  <a:lnTo>
                    <a:pt x="29673" y="28961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7129945" y="4928444"/>
              <a:ext cx="24773" cy="27313"/>
            </a:xfrm>
            <a:custGeom>
              <a:avLst/>
              <a:pathLst>
                <a:path w="24773" h="27313">
                  <a:moveTo>
                    <a:pt x="0" y="0"/>
                  </a:moveTo>
                  <a:lnTo>
                    <a:pt x="24773" y="27313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7807467" y="4562406"/>
              <a:ext cx="23428" cy="34266"/>
            </a:xfrm>
            <a:custGeom>
              <a:avLst/>
              <a:pathLst>
                <a:path w="23428" h="34266">
                  <a:moveTo>
                    <a:pt x="0" y="0"/>
                  </a:moveTo>
                  <a:lnTo>
                    <a:pt x="23428" y="34266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7783007" y="4528868"/>
              <a:ext cx="24460" cy="33537"/>
            </a:xfrm>
            <a:custGeom>
              <a:avLst/>
              <a:pathLst>
                <a:path w="24460" h="33537">
                  <a:moveTo>
                    <a:pt x="24460" y="3353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7778405" y="4654903"/>
              <a:ext cx="30556" cy="50240"/>
            </a:xfrm>
            <a:custGeom>
              <a:avLst/>
              <a:pathLst>
                <a:path w="30556" h="50240">
                  <a:moveTo>
                    <a:pt x="0" y="0"/>
                  </a:moveTo>
                  <a:lnTo>
                    <a:pt x="30556" y="5024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7931828" y="4777806"/>
              <a:ext cx="16814" cy="37951"/>
            </a:xfrm>
            <a:custGeom>
              <a:avLst/>
              <a:pathLst>
                <a:path w="16814" h="37951">
                  <a:moveTo>
                    <a:pt x="0" y="0"/>
                  </a:moveTo>
                  <a:lnTo>
                    <a:pt x="16814" y="37951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7913866" y="4740383"/>
              <a:ext cx="17961" cy="37422"/>
            </a:xfrm>
            <a:custGeom>
              <a:avLst/>
              <a:pathLst>
                <a:path w="17961" h="37422">
                  <a:moveTo>
                    <a:pt x="17961" y="3742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7886448" y="4863486"/>
              <a:ext cx="20922" cy="54954"/>
            </a:xfrm>
            <a:custGeom>
              <a:avLst/>
              <a:pathLst>
                <a:path w="20922" h="54954">
                  <a:moveTo>
                    <a:pt x="0" y="0"/>
                  </a:moveTo>
                  <a:lnTo>
                    <a:pt x="20922" y="54954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7839026" y="4952478"/>
              <a:ext cx="19493" cy="61552"/>
            </a:xfrm>
            <a:custGeom>
              <a:avLst/>
              <a:pathLst>
                <a:path w="19493" h="61552">
                  <a:moveTo>
                    <a:pt x="0" y="0"/>
                  </a:moveTo>
                  <a:lnTo>
                    <a:pt x="19493" y="61552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6693628" y="53490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6693628" y="53490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6689786" y="5273421"/>
              <a:ext cx="45361" cy="12293"/>
            </a:xfrm>
            <a:custGeom>
              <a:avLst/>
              <a:pathLst>
                <a:path w="45361" h="12293">
                  <a:moveTo>
                    <a:pt x="45361" y="1229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6658289" y="5197761"/>
              <a:ext cx="27655" cy="3983"/>
            </a:xfrm>
            <a:custGeom>
              <a:avLst/>
              <a:pathLst>
                <a:path w="27655" h="3983">
                  <a:moveTo>
                    <a:pt x="27655" y="0"/>
                  </a:moveTo>
                  <a:lnTo>
                    <a:pt x="0" y="3983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6576025" y="5128077"/>
              <a:ext cx="64594" cy="26524"/>
            </a:xfrm>
            <a:custGeom>
              <a:avLst/>
              <a:pathLst>
                <a:path w="64594" h="26524">
                  <a:moveTo>
                    <a:pt x="64594" y="0"/>
                  </a:moveTo>
                  <a:lnTo>
                    <a:pt x="0" y="26524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6423577" y="5089775"/>
              <a:ext cx="113247" cy="121831"/>
            </a:xfrm>
            <a:custGeom>
              <a:avLst/>
              <a:pathLst>
                <a:path w="113247" h="121831">
                  <a:moveTo>
                    <a:pt x="113247" y="0"/>
                  </a:moveTo>
                  <a:lnTo>
                    <a:pt x="68145" y="33338"/>
                  </a:lnTo>
                  <a:lnTo>
                    <a:pt x="29960" y="74418"/>
                  </a:lnTo>
                  <a:lnTo>
                    <a:pt x="0" y="121831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6314958" y="5177238"/>
              <a:ext cx="41106" cy="273823"/>
            </a:xfrm>
            <a:custGeom>
              <a:avLst/>
              <a:pathLst>
                <a:path w="41106" h="273823">
                  <a:moveTo>
                    <a:pt x="41106" y="0"/>
                  </a:moveTo>
                  <a:lnTo>
                    <a:pt x="19373" y="51905"/>
                  </a:lnTo>
                  <a:lnTo>
                    <a:pt x="5569" y="106457"/>
                  </a:lnTo>
                  <a:lnTo>
                    <a:pt x="0" y="162452"/>
                  </a:lnTo>
                  <a:lnTo>
                    <a:pt x="2787" y="218654"/>
                  </a:lnTo>
                  <a:lnTo>
                    <a:pt x="13869" y="273823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6255868" y="5471458"/>
              <a:ext cx="100702" cy="182585"/>
            </a:xfrm>
            <a:custGeom>
              <a:avLst/>
              <a:pathLst>
                <a:path w="100702" h="182585">
                  <a:moveTo>
                    <a:pt x="0" y="0"/>
                  </a:moveTo>
                  <a:lnTo>
                    <a:pt x="17056" y="49723"/>
                  </a:lnTo>
                  <a:lnTo>
                    <a:pt x="39739" y="97145"/>
                  </a:lnTo>
                  <a:lnTo>
                    <a:pt x="67746" y="141631"/>
                  </a:lnTo>
                  <a:lnTo>
                    <a:pt x="100702" y="18258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6300394" y="5704871"/>
              <a:ext cx="237770" cy="151211"/>
            </a:xfrm>
            <a:custGeom>
              <a:avLst/>
              <a:pathLst>
                <a:path w="237770" h="151211">
                  <a:moveTo>
                    <a:pt x="0" y="0"/>
                  </a:moveTo>
                  <a:lnTo>
                    <a:pt x="40468" y="40159"/>
                  </a:lnTo>
                  <a:lnTo>
                    <a:pt x="85014" y="75742"/>
                  </a:lnTo>
                  <a:lnTo>
                    <a:pt x="133123" y="106337"/>
                  </a:lnTo>
                  <a:lnTo>
                    <a:pt x="184238" y="131591"/>
                  </a:lnTo>
                  <a:lnTo>
                    <a:pt x="237770" y="15121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6515954" y="5928511"/>
              <a:ext cx="118771" cy="23759"/>
            </a:xfrm>
            <a:custGeom>
              <a:avLst/>
              <a:pathLst>
                <a:path w="118771" h="23759">
                  <a:moveTo>
                    <a:pt x="0" y="0"/>
                  </a:moveTo>
                  <a:lnTo>
                    <a:pt x="58790" y="14854"/>
                  </a:lnTo>
                  <a:lnTo>
                    <a:pt x="118771" y="2375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6627363" y="6027655"/>
              <a:ext cx="132674" cy="3241"/>
            </a:xfrm>
            <a:custGeom>
              <a:avLst/>
              <a:pathLst>
                <a:path w="132674" h="3241">
                  <a:moveTo>
                    <a:pt x="0" y="14"/>
                  </a:moveTo>
                  <a:lnTo>
                    <a:pt x="66337" y="3241"/>
                  </a:lnTo>
                  <a:lnTo>
                    <a:pt x="13267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6767417" y="6048019"/>
              <a:ext cx="218450" cy="55033"/>
            </a:xfrm>
            <a:custGeom>
              <a:avLst/>
              <a:pathLst>
                <a:path w="218450" h="55033">
                  <a:moveTo>
                    <a:pt x="0" y="55033"/>
                  </a:moveTo>
                  <a:lnTo>
                    <a:pt x="74524" y="43976"/>
                  </a:lnTo>
                  <a:lnTo>
                    <a:pt x="147582" y="25570"/>
                  </a:lnTo>
                  <a:lnTo>
                    <a:pt x="21845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7015092" y="5954256"/>
              <a:ext cx="251427" cy="163656"/>
            </a:xfrm>
            <a:custGeom>
              <a:avLst/>
              <a:pathLst>
                <a:path w="251427" h="163656">
                  <a:moveTo>
                    <a:pt x="0" y="163656"/>
                  </a:moveTo>
                  <a:lnTo>
                    <a:pt x="54768" y="138390"/>
                  </a:lnTo>
                  <a:lnTo>
                    <a:pt x="107565" y="109229"/>
                  </a:lnTo>
                  <a:lnTo>
                    <a:pt x="158115" y="76326"/>
                  </a:lnTo>
                  <a:lnTo>
                    <a:pt x="206153" y="39852"/>
                  </a:lnTo>
                  <a:lnTo>
                    <a:pt x="251427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7176623" y="6009272"/>
              <a:ext cx="141977" cy="109976"/>
            </a:xfrm>
            <a:custGeom>
              <a:avLst/>
              <a:pathLst>
                <a:path w="141977" h="109976">
                  <a:moveTo>
                    <a:pt x="141977" y="0"/>
                  </a:moveTo>
                  <a:lnTo>
                    <a:pt x="97105" y="39756"/>
                  </a:lnTo>
                  <a:lnTo>
                    <a:pt x="49711" y="76468"/>
                  </a:lnTo>
                  <a:lnTo>
                    <a:pt x="0" y="10997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7241286" y="6375971"/>
              <a:ext cx="96334" cy="54451"/>
            </a:xfrm>
            <a:custGeom>
              <a:avLst/>
              <a:pathLst>
                <a:path w="96334" h="54451">
                  <a:moveTo>
                    <a:pt x="96334" y="0"/>
                  </a:moveTo>
                  <a:lnTo>
                    <a:pt x="0" y="5445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7337621" y="6312961"/>
              <a:ext cx="90967" cy="63010"/>
            </a:xfrm>
            <a:custGeom>
              <a:avLst/>
              <a:pathLst>
                <a:path w="90967" h="63010">
                  <a:moveTo>
                    <a:pt x="0" y="63010"/>
                  </a:moveTo>
                  <a:lnTo>
                    <a:pt x="90967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7410762" y="6373203"/>
              <a:ext cx="63760" cy="45616"/>
            </a:xfrm>
            <a:custGeom>
              <a:avLst/>
              <a:pathLst>
                <a:path w="63760" h="45616">
                  <a:moveTo>
                    <a:pt x="63760" y="0"/>
                  </a:moveTo>
                  <a:lnTo>
                    <a:pt x="0" y="4561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7474523" y="6323791"/>
              <a:ext cx="60866" cy="49411"/>
            </a:xfrm>
            <a:custGeom>
              <a:avLst/>
              <a:pathLst>
                <a:path w="60866" h="49411">
                  <a:moveTo>
                    <a:pt x="0" y="49411"/>
                  </a:moveTo>
                  <a:lnTo>
                    <a:pt x="60866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7318600" y="5873531"/>
              <a:ext cx="117587" cy="135740"/>
            </a:xfrm>
            <a:custGeom>
              <a:avLst/>
              <a:pathLst>
                <a:path w="117587" h="135740">
                  <a:moveTo>
                    <a:pt x="0" y="135740"/>
                  </a:moveTo>
                  <a:lnTo>
                    <a:pt x="42153" y="93113"/>
                  </a:lnTo>
                  <a:lnTo>
                    <a:pt x="81406" y="47801"/>
                  </a:lnTo>
                  <a:lnTo>
                    <a:pt x="117587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7498067" y="5815316"/>
              <a:ext cx="63055" cy="101919"/>
            </a:xfrm>
            <a:custGeom>
              <a:avLst/>
              <a:pathLst>
                <a:path w="63055" h="101919">
                  <a:moveTo>
                    <a:pt x="0" y="101919"/>
                  </a:moveTo>
                  <a:lnTo>
                    <a:pt x="63055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7627853" y="5733985"/>
              <a:ext cx="54070" cy="117194"/>
            </a:xfrm>
            <a:custGeom>
              <a:avLst/>
              <a:pathLst>
                <a:path w="54070" h="117194">
                  <a:moveTo>
                    <a:pt x="0" y="117194"/>
                  </a:moveTo>
                  <a:lnTo>
                    <a:pt x="28819" y="59420"/>
                  </a:lnTo>
                  <a:lnTo>
                    <a:pt x="5407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7752516" y="5646533"/>
              <a:ext cx="37851" cy="114945"/>
            </a:xfrm>
            <a:custGeom>
              <a:avLst/>
              <a:pathLst>
                <a:path w="37851" h="114945">
                  <a:moveTo>
                    <a:pt x="0" y="114945"/>
                  </a:moveTo>
                  <a:lnTo>
                    <a:pt x="37851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7863484" y="5576499"/>
              <a:ext cx="20737" cy="89863"/>
            </a:xfrm>
            <a:custGeom>
              <a:avLst/>
              <a:pathLst>
                <a:path w="20737" h="89863">
                  <a:moveTo>
                    <a:pt x="0" y="89863"/>
                  </a:moveTo>
                  <a:lnTo>
                    <a:pt x="20737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7941587" y="5590713"/>
              <a:ext cx="17046" cy="76522"/>
            </a:xfrm>
            <a:custGeom>
              <a:avLst/>
              <a:pathLst>
                <a:path w="17046" h="76522">
                  <a:moveTo>
                    <a:pt x="17046" y="0"/>
                  </a:moveTo>
                  <a:lnTo>
                    <a:pt x="0" y="7652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7958633" y="5513295"/>
              <a:ext cx="12358" cy="77418"/>
            </a:xfrm>
            <a:custGeom>
              <a:avLst/>
              <a:pathLst>
                <a:path w="12358" h="77418">
                  <a:moveTo>
                    <a:pt x="0" y="77418"/>
                  </a:moveTo>
                  <a:lnTo>
                    <a:pt x="12358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7702655" y="5761479"/>
              <a:ext cx="49860" cy="110268"/>
            </a:xfrm>
            <a:custGeom>
              <a:avLst/>
              <a:pathLst>
                <a:path w="49860" h="110268">
                  <a:moveTo>
                    <a:pt x="49860" y="0"/>
                  </a:moveTo>
                  <a:lnTo>
                    <a:pt x="0" y="11026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7837192" y="5888619"/>
              <a:ext cx="25847" cy="52817"/>
            </a:xfrm>
            <a:custGeom>
              <a:avLst/>
              <a:pathLst>
                <a:path w="25847" h="52817">
                  <a:moveTo>
                    <a:pt x="0" y="52817"/>
                  </a:moveTo>
                  <a:lnTo>
                    <a:pt x="25847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7559947" y="5851180"/>
              <a:ext cx="67905" cy="109759"/>
            </a:xfrm>
            <a:custGeom>
              <a:avLst/>
              <a:pathLst>
                <a:path w="67905" h="109759">
                  <a:moveTo>
                    <a:pt x="67905" y="0"/>
                  </a:moveTo>
                  <a:lnTo>
                    <a:pt x="35623" y="55913"/>
                  </a:lnTo>
                  <a:lnTo>
                    <a:pt x="0" y="10975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7423099" y="5917235"/>
              <a:ext cx="74968" cy="93505"/>
            </a:xfrm>
            <a:custGeom>
              <a:avLst/>
              <a:pathLst>
                <a:path w="74968" h="93505">
                  <a:moveTo>
                    <a:pt x="74968" y="0"/>
                  </a:moveTo>
                  <a:lnTo>
                    <a:pt x="0" y="9350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6722003" y="6117912"/>
              <a:ext cx="293088" cy="64016"/>
            </a:xfrm>
            <a:custGeom>
              <a:avLst/>
              <a:pathLst>
                <a:path w="293088" h="64016">
                  <a:moveTo>
                    <a:pt x="293088" y="0"/>
                  </a:moveTo>
                  <a:lnTo>
                    <a:pt x="236636" y="21238"/>
                  </a:lnTo>
                  <a:lnTo>
                    <a:pt x="178795" y="38337"/>
                  </a:lnTo>
                  <a:lnTo>
                    <a:pt x="119869" y="51207"/>
                  </a:lnTo>
                  <a:lnTo>
                    <a:pt x="60166" y="59782"/>
                  </a:lnTo>
                  <a:lnTo>
                    <a:pt x="0" y="6401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6727162" y="6325354"/>
              <a:ext cx="96128" cy="8001"/>
            </a:xfrm>
            <a:custGeom>
              <a:avLst/>
              <a:pathLst>
                <a:path w="96128" h="8001">
                  <a:moveTo>
                    <a:pt x="0" y="8001"/>
                  </a:moveTo>
                  <a:lnTo>
                    <a:pt x="96128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6833265" y="6390393"/>
              <a:ext cx="61732" cy="10059"/>
            </a:xfrm>
            <a:custGeom>
              <a:avLst/>
              <a:pathLst>
                <a:path w="61732" h="10059">
                  <a:moveTo>
                    <a:pt x="0" y="10059"/>
                  </a:moveTo>
                  <a:lnTo>
                    <a:pt x="6173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6909381" y="6450647"/>
              <a:ext cx="63295" cy="14125"/>
            </a:xfrm>
            <a:custGeom>
              <a:avLst/>
              <a:pathLst>
                <a:path w="63295" h="14125">
                  <a:moveTo>
                    <a:pt x="0" y="14125"/>
                  </a:moveTo>
                  <a:lnTo>
                    <a:pt x="63295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6991280" y="6506568"/>
              <a:ext cx="62144" cy="17516"/>
            </a:xfrm>
            <a:custGeom>
              <a:avLst/>
              <a:pathLst>
                <a:path w="62144" h="17516">
                  <a:moveTo>
                    <a:pt x="0" y="17516"/>
                  </a:moveTo>
                  <a:lnTo>
                    <a:pt x="6214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7075911" y="6560179"/>
              <a:ext cx="55739" cy="18731"/>
            </a:xfrm>
            <a:custGeom>
              <a:avLst/>
              <a:pathLst>
                <a:path w="55739" h="18731">
                  <a:moveTo>
                    <a:pt x="0" y="18731"/>
                  </a:moveTo>
                  <a:lnTo>
                    <a:pt x="55739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6630712" y="6331915"/>
              <a:ext cx="96450" cy="1440"/>
            </a:xfrm>
            <a:custGeom>
              <a:avLst/>
              <a:pathLst>
                <a:path w="96450" h="1440">
                  <a:moveTo>
                    <a:pt x="96450" y="144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6611353" y="6634326"/>
              <a:ext cx="58753" cy="2415"/>
            </a:xfrm>
            <a:custGeom>
              <a:avLst/>
              <a:pathLst>
                <a:path w="58753" h="2415">
                  <a:moveTo>
                    <a:pt x="0" y="0"/>
                  </a:moveTo>
                  <a:lnTo>
                    <a:pt x="58753" y="241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6542442" y="6091416"/>
              <a:ext cx="224975" cy="15237"/>
            </a:xfrm>
            <a:custGeom>
              <a:avLst/>
              <a:pathLst>
                <a:path w="224975" h="15237">
                  <a:moveTo>
                    <a:pt x="224975" y="11637"/>
                  </a:moveTo>
                  <a:lnTo>
                    <a:pt x="149721" y="15237"/>
                  </a:lnTo>
                  <a:lnTo>
                    <a:pt x="74481" y="11345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6404280" y="5881608"/>
              <a:ext cx="111674" cy="46903"/>
            </a:xfrm>
            <a:custGeom>
              <a:avLst/>
              <a:pathLst>
                <a:path w="111674" h="46903">
                  <a:moveTo>
                    <a:pt x="111674" y="46903"/>
                  </a:moveTo>
                  <a:lnTo>
                    <a:pt x="54662" y="26248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6114931" y="6414135"/>
              <a:ext cx="74249" cy="37108"/>
            </a:xfrm>
            <a:custGeom>
              <a:avLst/>
              <a:pathLst>
                <a:path w="74249" h="37108">
                  <a:moveTo>
                    <a:pt x="0" y="0"/>
                  </a:moveTo>
                  <a:lnTo>
                    <a:pt x="74249" y="3710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6157653" y="6520129"/>
              <a:ext cx="54013" cy="23244"/>
            </a:xfrm>
            <a:custGeom>
              <a:avLst/>
              <a:pathLst>
                <a:path w="54013" h="23244">
                  <a:moveTo>
                    <a:pt x="0" y="0"/>
                  </a:moveTo>
                  <a:lnTo>
                    <a:pt x="54013" y="23244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6043395" y="6372031"/>
              <a:ext cx="71535" cy="42103"/>
            </a:xfrm>
            <a:custGeom>
              <a:avLst/>
              <a:pathLst>
                <a:path w="71535" h="42103">
                  <a:moveTo>
                    <a:pt x="71535" y="4210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6173649" y="5453206"/>
              <a:ext cx="126744" cy="251665"/>
            </a:xfrm>
            <a:custGeom>
              <a:avLst/>
              <a:pathLst>
                <a:path w="126744" h="251665">
                  <a:moveTo>
                    <a:pt x="126744" y="251665"/>
                  </a:moveTo>
                  <a:lnTo>
                    <a:pt x="90820" y="207393"/>
                  </a:lnTo>
                  <a:lnTo>
                    <a:pt x="59857" y="159520"/>
                  </a:lnTo>
                  <a:lnTo>
                    <a:pt x="34213" y="108599"/>
                  </a:lnTo>
                  <a:lnTo>
                    <a:pt x="14183" y="5522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5876519" y="5512705"/>
              <a:ext cx="48033" cy="157254"/>
            </a:xfrm>
            <a:custGeom>
              <a:avLst/>
              <a:pathLst>
                <a:path w="48033" h="157254">
                  <a:moveTo>
                    <a:pt x="0" y="0"/>
                  </a:moveTo>
                  <a:lnTo>
                    <a:pt x="20128" y="79814"/>
                  </a:lnTo>
                  <a:lnTo>
                    <a:pt x="48033" y="157254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5806591" y="5548095"/>
              <a:ext cx="48045" cy="151035"/>
            </a:xfrm>
            <a:custGeom>
              <a:avLst/>
              <a:pathLst>
                <a:path w="48045" h="151035">
                  <a:moveTo>
                    <a:pt x="48045" y="151035"/>
                  </a:moveTo>
                  <a:lnTo>
                    <a:pt x="20724" y="76566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5488384" y="5477983"/>
              <a:ext cx="22527" cy="136449"/>
            </a:xfrm>
            <a:custGeom>
              <a:avLst/>
              <a:pathLst>
                <a:path w="22527" h="136449">
                  <a:moveTo>
                    <a:pt x="22527" y="136449"/>
                  </a:moveTo>
                  <a:lnTo>
                    <a:pt x="9316" y="68546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5413056" y="5486040"/>
              <a:ext cx="7586" cy="58311"/>
            </a:xfrm>
            <a:custGeom>
              <a:avLst/>
              <a:pathLst>
                <a:path w="7586" h="58311">
                  <a:moveTo>
                    <a:pt x="0" y="0"/>
                  </a:moveTo>
                  <a:lnTo>
                    <a:pt x="7586" y="58311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5510912" y="5614433"/>
              <a:ext cx="37923" cy="132994"/>
            </a:xfrm>
            <a:custGeom>
              <a:avLst/>
              <a:pathLst>
                <a:path w="37923" h="132994">
                  <a:moveTo>
                    <a:pt x="0" y="0"/>
                  </a:moveTo>
                  <a:lnTo>
                    <a:pt x="17063" y="67038"/>
                  </a:lnTo>
                  <a:lnTo>
                    <a:pt x="37923" y="132994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5453787" y="5697530"/>
              <a:ext cx="23498" cy="74793"/>
            </a:xfrm>
            <a:custGeom>
              <a:avLst/>
              <a:pathLst>
                <a:path w="23498" h="74793">
                  <a:moveTo>
                    <a:pt x="23498" y="7479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5477286" y="5772324"/>
              <a:ext cx="28006" cy="73225"/>
            </a:xfrm>
            <a:custGeom>
              <a:avLst/>
              <a:pathLst>
                <a:path w="28006" h="73225">
                  <a:moveTo>
                    <a:pt x="0" y="0"/>
                  </a:moveTo>
                  <a:lnTo>
                    <a:pt x="28006" y="73225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5854636" y="5699130"/>
              <a:ext cx="73547" cy="140395"/>
            </a:xfrm>
            <a:custGeom>
              <a:avLst/>
              <a:pathLst>
                <a:path w="73547" h="140395">
                  <a:moveTo>
                    <a:pt x="0" y="0"/>
                  </a:moveTo>
                  <a:lnTo>
                    <a:pt x="33708" y="71803"/>
                  </a:lnTo>
                  <a:lnTo>
                    <a:pt x="73547" y="140395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5864396" y="5880396"/>
              <a:ext cx="46761" cy="66733"/>
            </a:xfrm>
            <a:custGeom>
              <a:avLst/>
              <a:pathLst>
                <a:path w="46761" h="66733">
                  <a:moveTo>
                    <a:pt x="0" y="0"/>
                  </a:moveTo>
                  <a:lnTo>
                    <a:pt x="46761" y="66733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5805541" y="5928891"/>
              <a:ext cx="45427" cy="64241"/>
            </a:xfrm>
            <a:custGeom>
              <a:avLst/>
              <a:pathLst>
                <a:path w="45427" h="64241">
                  <a:moveTo>
                    <a:pt x="45427" y="6424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5850968" y="5993133"/>
              <a:ext cx="50064" cy="60697"/>
            </a:xfrm>
            <a:custGeom>
              <a:avLst/>
              <a:pathLst>
                <a:path w="50064" h="60697">
                  <a:moveTo>
                    <a:pt x="0" y="0"/>
                  </a:moveTo>
                  <a:lnTo>
                    <a:pt x="50064" y="60697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5844419" y="6104170"/>
              <a:ext cx="44458" cy="47215"/>
            </a:xfrm>
            <a:custGeom>
              <a:avLst/>
              <a:pathLst>
                <a:path w="44458" h="47215">
                  <a:moveTo>
                    <a:pt x="0" y="0"/>
                  </a:moveTo>
                  <a:lnTo>
                    <a:pt x="44458" y="47215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5835228" y="6204872"/>
              <a:ext cx="46786" cy="44493"/>
            </a:xfrm>
            <a:custGeom>
              <a:avLst/>
              <a:pathLst>
                <a:path w="46786" h="44493">
                  <a:moveTo>
                    <a:pt x="0" y="0"/>
                  </a:moveTo>
                  <a:lnTo>
                    <a:pt x="46786" y="44493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5831289" y="6305634"/>
              <a:ext cx="44562" cy="38365"/>
            </a:xfrm>
            <a:custGeom>
              <a:avLst/>
              <a:pathLst>
                <a:path w="44562" h="38365">
                  <a:moveTo>
                    <a:pt x="0" y="0"/>
                  </a:moveTo>
                  <a:lnTo>
                    <a:pt x="44562" y="38365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6239469" y="5263120"/>
              <a:ext cx="16398" cy="208338"/>
            </a:xfrm>
            <a:custGeom>
              <a:avLst/>
              <a:pathLst>
                <a:path w="16398" h="208338">
                  <a:moveTo>
                    <a:pt x="16398" y="208338"/>
                  </a:moveTo>
                  <a:lnTo>
                    <a:pt x="5196" y="156978"/>
                  </a:lnTo>
                  <a:lnTo>
                    <a:pt x="0" y="104667"/>
                  </a:lnTo>
                  <a:lnTo>
                    <a:pt x="877" y="52107"/>
                  </a:lnTo>
                  <a:lnTo>
                    <a:pt x="7817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5492866" y="5119851"/>
              <a:ext cx="10517" cy="63703"/>
            </a:xfrm>
            <a:custGeom>
              <a:avLst/>
              <a:pathLst>
                <a:path w="10517" h="63703">
                  <a:moveTo>
                    <a:pt x="10517" y="0"/>
                  </a:moveTo>
                  <a:lnTo>
                    <a:pt x="0" y="63703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5411120" y="5173209"/>
              <a:ext cx="6698" cy="58419"/>
            </a:xfrm>
            <a:custGeom>
              <a:avLst/>
              <a:pathLst>
                <a:path w="6698" h="58419">
                  <a:moveTo>
                    <a:pt x="6698" y="0"/>
                  </a:moveTo>
                  <a:lnTo>
                    <a:pt x="0" y="58419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6356064" y="4994105"/>
              <a:ext cx="205385" cy="183133"/>
            </a:xfrm>
            <a:custGeom>
              <a:avLst/>
              <a:pathLst>
                <a:path w="205385" h="183133">
                  <a:moveTo>
                    <a:pt x="0" y="183133"/>
                  </a:moveTo>
                  <a:lnTo>
                    <a:pt x="29182" y="135021"/>
                  </a:lnTo>
                  <a:lnTo>
                    <a:pt x="65171" y="91762"/>
                  </a:lnTo>
                  <a:lnTo>
                    <a:pt x="107170" y="54313"/>
                  </a:lnTo>
                  <a:lnTo>
                    <a:pt x="154255" y="23498"/>
                  </a:lnTo>
                  <a:lnTo>
                    <a:pt x="205385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6174986" y="4497138"/>
              <a:ext cx="201411" cy="105315"/>
            </a:xfrm>
            <a:custGeom>
              <a:avLst/>
              <a:pathLst>
                <a:path w="201411" h="105315">
                  <a:moveTo>
                    <a:pt x="201411" y="0"/>
                  </a:moveTo>
                  <a:lnTo>
                    <a:pt x="131416" y="29447"/>
                  </a:lnTo>
                  <a:lnTo>
                    <a:pt x="64122" y="64635"/>
                  </a:lnTo>
                  <a:lnTo>
                    <a:pt x="0" y="105315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6131766" y="4435798"/>
              <a:ext cx="193302" cy="104436"/>
            </a:xfrm>
            <a:custGeom>
              <a:avLst/>
              <a:pathLst>
                <a:path w="193302" h="104436">
                  <a:moveTo>
                    <a:pt x="0" y="104436"/>
                  </a:moveTo>
                  <a:lnTo>
                    <a:pt x="61777" y="64850"/>
                  </a:lnTo>
                  <a:lnTo>
                    <a:pt x="126331" y="29973"/>
                  </a:lnTo>
                  <a:lnTo>
                    <a:pt x="193302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5966427" y="4540234"/>
              <a:ext cx="165338" cy="144692"/>
            </a:xfrm>
            <a:custGeom>
              <a:avLst/>
              <a:pathLst>
                <a:path w="165338" h="144692">
                  <a:moveTo>
                    <a:pt x="165338" y="0"/>
                  </a:moveTo>
                  <a:lnTo>
                    <a:pt x="106679" y="44075"/>
                  </a:lnTo>
                  <a:lnTo>
                    <a:pt x="51464" y="92395"/>
                  </a:lnTo>
                  <a:lnTo>
                    <a:pt x="0" y="144692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5910489" y="4495038"/>
              <a:ext cx="154259" cy="138800"/>
            </a:xfrm>
            <a:custGeom>
              <a:avLst/>
              <a:pathLst>
                <a:path w="154259" h="138800">
                  <a:moveTo>
                    <a:pt x="0" y="138800"/>
                  </a:moveTo>
                  <a:lnTo>
                    <a:pt x="48358" y="89205"/>
                  </a:lnTo>
                  <a:lnTo>
                    <a:pt x="99851" y="42872"/>
                  </a:lnTo>
                  <a:lnTo>
                    <a:pt x="154259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5868406" y="4373032"/>
              <a:ext cx="106502" cy="88221"/>
            </a:xfrm>
            <a:custGeom>
              <a:avLst/>
              <a:pathLst>
                <a:path w="106502" h="88221">
                  <a:moveTo>
                    <a:pt x="106502" y="0"/>
                  </a:moveTo>
                  <a:lnTo>
                    <a:pt x="51992" y="42590"/>
                  </a:lnTo>
                  <a:lnTo>
                    <a:pt x="0" y="88221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5816830" y="4354162"/>
              <a:ext cx="59021" cy="51601"/>
            </a:xfrm>
            <a:custGeom>
              <a:avLst/>
              <a:pathLst>
                <a:path w="59021" h="51601">
                  <a:moveTo>
                    <a:pt x="0" y="51601"/>
                  </a:moveTo>
                  <a:lnTo>
                    <a:pt x="59021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5761057" y="4405764"/>
              <a:ext cx="55772" cy="55097"/>
            </a:xfrm>
            <a:custGeom>
              <a:avLst/>
              <a:pathLst>
                <a:path w="55772" h="55097">
                  <a:moveTo>
                    <a:pt x="55772" y="0"/>
                  </a:moveTo>
                  <a:lnTo>
                    <a:pt x="0" y="55097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5974909" y="4297516"/>
              <a:ext cx="115858" cy="75515"/>
            </a:xfrm>
            <a:custGeom>
              <a:avLst/>
              <a:pathLst>
                <a:path w="115858" h="75515">
                  <a:moveTo>
                    <a:pt x="0" y="75515"/>
                  </a:moveTo>
                  <a:lnTo>
                    <a:pt x="56851" y="36104"/>
                  </a:lnTo>
                  <a:lnTo>
                    <a:pt x="115858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6002756" y="4231793"/>
              <a:ext cx="50332" cy="30403"/>
            </a:xfrm>
            <a:custGeom>
              <a:avLst/>
              <a:pathLst>
                <a:path w="50332" h="30403">
                  <a:moveTo>
                    <a:pt x="50332" y="0"/>
                  </a:moveTo>
                  <a:lnTo>
                    <a:pt x="0" y="30403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5786209" y="4633838"/>
              <a:ext cx="124280" cy="166180"/>
            </a:xfrm>
            <a:custGeom>
              <a:avLst/>
              <a:pathLst>
                <a:path w="124280" h="166180">
                  <a:moveTo>
                    <a:pt x="124280" y="0"/>
                  </a:moveTo>
                  <a:lnTo>
                    <a:pt x="79261" y="52646"/>
                  </a:lnTo>
                  <a:lnTo>
                    <a:pt x="37776" y="108118"/>
                  </a:lnTo>
                  <a:lnTo>
                    <a:pt x="0" y="16618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5721393" y="4671110"/>
              <a:ext cx="60275" cy="89689"/>
            </a:xfrm>
            <a:custGeom>
              <a:avLst/>
              <a:pathLst>
                <a:path w="60275" h="89689">
                  <a:moveTo>
                    <a:pt x="0" y="89689"/>
                  </a:moveTo>
                  <a:lnTo>
                    <a:pt x="60275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5669910" y="4760800"/>
              <a:ext cx="51483" cy="95009"/>
            </a:xfrm>
            <a:custGeom>
              <a:avLst/>
              <a:pathLst>
                <a:path w="51483" h="95009">
                  <a:moveTo>
                    <a:pt x="51483" y="0"/>
                  </a:moveTo>
                  <a:lnTo>
                    <a:pt x="0" y="95009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5568212" y="4822925"/>
              <a:ext cx="33449" cy="75968"/>
            </a:xfrm>
            <a:custGeom>
              <a:avLst/>
              <a:pathLst>
                <a:path w="33449" h="75968">
                  <a:moveTo>
                    <a:pt x="33449" y="0"/>
                  </a:moveTo>
                  <a:lnTo>
                    <a:pt x="0" y="75968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5477286" y="4870757"/>
              <a:ext cx="20587" cy="55080"/>
            </a:xfrm>
            <a:custGeom>
              <a:avLst/>
              <a:pathLst>
                <a:path w="20587" h="55080">
                  <a:moveTo>
                    <a:pt x="20587" y="0"/>
                  </a:moveTo>
                  <a:lnTo>
                    <a:pt x="0" y="5508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5601662" y="4749424"/>
              <a:ext cx="38570" cy="73500"/>
            </a:xfrm>
            <a:custGeom>
              <a:avLst/>
              <a:pathLst>
                <a:path w="38570" h="73500">
                  <a:moveTo>
                    <a:pt x="0" y="73500"/>
                  </a:moveTo>
                  <a:lnTo>
                    <a:pt x="3857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6376398" y="4445074"/>
              <a:ext cx="221240" cy="52063"/>
            </a:xfrm>
            <a:custGeom>
              <a:avLst/>
              <a:pathLst>
                <a:path w="221240" h="52063">
                  <a:moveTo>
                    <a:pt x="0" y="52063"/>
                  </a:moveTo>
                  <a:lnTo>
                    <a:pt x="72209" y="28560"/>
                  </a:lnTo>
                  <a:lnTo>
                    <a:pt x="146128" y="11165"/>
                  </a:lnTo>
                  <a:lnTo>
                    <a:pt x="22124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6509373" y="4219073"/>
              <a:ext cx="64268" cy="8685"/>
            </a:xfrm>
            <a:custGeom>
              <a:avLst/>
              <a:pathLst>
                <a:path w="64268" h="8685">
                  <a:moveTo>
                    <a:pt x="64268" y="0"/>
                  </a:moveTo>
                  <a:lnTo>
                    <a:pt x="0" y="8685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6433680" y="4153003"/>
              <a:ext cx="63409" cy="12162"/>
            </a:xfrm>
            <a:custGeom>
              <a:avLst/>
              <a:pathLst>
                <a:path w="63409" h="12162">
                  <a:moveTo>
                    <a:pt x="63409" y="0"/>
                  </a:moveTo>
                  <a:lnTo>
                    <a:pt x="0" y="12162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6360301" y="4091170"/>
              <a:ext cx="57131" cy="13918"/>
            </a:xfrm>
            <a:custGeom>
              <a:avLst/>
              <a:pathLst>
                <a:path w="57131" h="13918">
                  <a:moveTo>
                    <a:pt x="57131" y="0"/>
                  </a:moveTo>
                  <a:lnTo>
                    <a:pt x="0" y="13918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6735148" y="5285715"/>
              <a:ext cx="29382" cy="36680"/>
            </a:xfrm>
            <a:custGeom>
              <a:avLst/>
              <a:pathLst>
                <a:path w="29382" h="36680">
                  <a:moveTo>
                    <a:pt x="0" y="0"/>
                  </a:moveTo>
                  <a:lnTo>
                    <a:pt x="29382" y="3668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7025907" y="5167228"/>
              <a:ext cx="22230" cy="48426"/>
            </a:xfrm>
            <a:custGeom>
              <a:avLst/>
              <a:pathLst>
                <a:path w="22230" h="48426">
                  <a:moveTo>
                    <a:pt x="22230" y="4842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7050422" y="5067463"/>
              <a:ext cx="41940" cy="63394"/>
            </a:xfrm>
            <a:custGeom>
              <a:avLst/>
              <a:pathLst>
                <a:path w="41940" h="63394">
                  <a:moveTo>
                    <a:pt x="41940" y="6339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7075405" y="4981024"/>
              <a:ext cx="34482" cy="39503"/>
            </a:xfrm>
            <a:custGeom>
              <a:avLst/>
              <a:pathLst>
                <a:path w="34482" h="39503">
                  <a:moveTo>
                    <a:pt x="34482" y="3950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7103555" y="4902688"/>
              <a:ext cx="26389" cy="25756"/>
            </a:xfrm>
            <a:custGeom>
              <a:avLst/>
              <a:pathLst>
                <a:path w="26389" h="25756">
                  <a:moveTo>
                    <a:pt x="26389" y="2575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7123417" y="4819784"/>
              <a:ext cx="31379" cy="27104"/>
            </a:xfrm>
            <a:custGeom>
              <a:avLst/>
              <a:pathLst>
                <a:path w="31379" h="27104">
                  <a:moveTo>
                    <a:pt x="31379" y="2710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7134576" y="4733059"/>
              <a:ext cx="36595" cy="27914"/>
            </a:xfrm>
            <a:custGeom>
              <a:avLst/>
              <a:pathLst>
                <a:path w="36595" h="27914">
                  <a:moveTo>
                    <a:pt x="36595" y="2791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7136709" y="4643305"/>
              <a:ext cx="41961" cy="28151"/>
            </a:xfrm>
            <a:custGeom>
              <a:avLst/>
              <a:pathLst>
                <a:path w="41961" h="28151">
                  <a:moveTo>
                    <a:pt x="41961" y="2815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7129625" y="4551367"/>
              <a:ext cx="47363" cy="27776"/>
            </a:xfrm>
            <a:custGeom>
              <a:avLst/>
              <a:pathLst>
                <a:path w="47363" h="27776">
                  <a:moveTo>
                    <a:pt x="47363" y="2777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7113348" y="4458151"/>
              <a:ext cx="52609" cy="26739"/>
            </a:xfrm>
            <a:custGeom>
              <a:avLst/>
              <a:pathLst>
                <a:path w="52609" h="26739">
                  <a:moveTo>
                    <a:pt x="52609" y="2673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7088291" y="4364642"/>
              <a:ext cx="57343" cy="24975"/>
            </a:xfrm>
            <a:custGeom>
              <a:avLst/>
              <a:pathLst>
                <a:path w="57343" h="24975">
                  <a:moveTo>
                    <a:pt x="57343" y="2497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7055622" y="4271920"/>
              <a:ext cx="60859" cy="22404"/>
            </a:xfrm>
            <a:custGeom>
              <a:avLst/>
              <a:pathLst>
                <a:path w="60859" h="22404">
                  <a:moveTo>
                    <a:pt x="60859" y="2240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7018027" y="4181179"/>
              <a:ext cx="61728" cy="18930"/>
            </a:xfrm>
            <a:custGeom>
              <a:avLst/>
              <a:pathLst>
                <a:path w="61728" h="18930">
                  <a:moveTo>
                    <a:pt x="61728" y="1893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6981299" y="4093745"/>
              <a:ext cx="57002" cy="14439"/>
            </a:xfrm>
            <a:custGeom>
              <a:avLst/>
              <a:pathLst>
                <a:path w="57002" h="14439">
                  <a:moveTo>
                    <a:pt x="57002" y="1443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7109888" y="5020527"/>
              <a:ext cx="30412" cy="42715"/>
            </a:xfrm>
            <a:custGeom>
              <a:avLst/>
              <a:pathLst>
                <a:path w="30412" h="42715">
                  <a:moveTo>
                    <a:pt x="0" y="0"/>
                  </a:moveTo>
                  <a:lnTo>
                    <a:pt x="30412" y="42715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7745587" y="4606110"/>
              <a:ext cx="32817" cy="48793"/>
            </a:xfrm>
            <a:custGeom>
              <a:avLst/>
              <a:pathLst>
                <a:path w="32817" h="48793">
                  <a:moveTo>
                    <a:pt x="32817" y="4879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7092362" y="5130858"/>
              <a:ext cx="30789" cy="69496"/>
            </a:xfrm>
            <a:custGeom>
              <a:avLst/>
              <a:pathLst>
                <a:path w="30789" h="69496">
                  <a:moveTo>
                    <a:pt x="0" y="0"/>
                  </a:moveTo>
                  <a:lnTo>
                    <a:pt x="30789" y="69496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7816282" y="4892050"/>
              <a:ext cx="22743" cy="60427"/>
            </a:xfrm>
            <a:custGeom>
              <a:avLst/>
              <a:pathLst>
                <a:path w="22743" h="60427">
                  <a:moveTo>
                    <a:pt x="22743" y="6042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7863039" y="4809543"/>
              <a:ext cx="23409" cy="53942"/>
            </a:xfrm>
            <a:custGeom>
              <a:avLst/>
              <a:pathLst>
                <a:path w="23409" h="53942">
                  <a:moveTo>
                    <a:pt x="23409" y="5394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tx406"/>
            <p:cNvSpPr/>
            <p:nvPr/>
          </p:nvSpPr>
          <p:spPr>
            <a:xfrm rot="-213861">
              <a:off x="8133054" y="5178914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A1_11_bin1</a:t>
              </a:r>
            </a:p>
          </p:txBody>
        </p:sp>
        <p:sp>
          <p:nvSpPr>
            <p:cNvPr id="407" name="tx407"/>
            <p:cNvSpPr/>
            <p:nvPr/>
          </p:nvSpPr>
          <p:spPr>
            <a:xfrm rot="-427722">
              <a:off x="8120920" y="5081890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A1_13_bin1</a:t>
              </a:r>
            </a:p>
          </p:txBody>
        </p:sp>
        <p:sp>
          <p:nvSpPr>
            <p:cNvPr id="408" name="tx408"/>
            <p:cNvSpPr/>
            <p:nvPr/>
          </p:nvSpPr>
          <p:spPr>
            <a:xfrm rot="-4918811">
              <a:off x="6767095" y="375793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A1_6_bin1</a:t>
              </a:r>
            </a:p>
          </p:txBody>
        </p:sp>
        <p:sp>
          <p:nvSpPr>
            <p:cNvPr id="409" name="tx409"/>
            <p:cNvSpPr/>
            <p:nvPr/>
          </p:nvSpPr>
          <p:spPr>
            <a:xfrm rot="-641584">
              <a:off x="8103191" y="498898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A1_2_bin4</a:t>
              </a:r>
            </a:p>
          </p:txBody>
        </p:sp>
        <p:sp>
          <p:nvSpPr>
            <p:cNvPr id="410" name="tx410"/>
            <p:cNvSpPr/>
            <p:nvPr/>
          </p:nvSpPr>
          <p:spPr>
            <a:xfrm rot="-4491089">
              <a:off x="6956749" y="379548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A1_5_bin2</a:t>
              </a:r>
            </a:p>
          </p:txBody>
        </p:sp>
        <p:sp>
          <p:nvSpPr>
            <p:cNvPr id="411" name="tx411"/>
            <p:cNvSpPr/>
            <p:nvPr/>
          </p:nvSpPr>
          <p:spPr>
            <a:xfrm rot="-4704950">
              <a:off x="6862495" y="377381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A2_4_bin3</a:t>
              </a:r>
            </a:p>
          </p:txBody>
        </p:sp>
        <p:sp>
          <p:nvSpPr>
            <p:cNvPr id="412" name="tx412"/>
            <p:cNvSpPr/>
            <p:nvPr/>
          </p:nvSpPr>
          <p:spPr>
            <a:xfrm rot="-4277227">
              <a:off x="7037800" y="3806540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A2_12_bin2</a:t>
              </a:r>
            </a:p>
          </p:txBody>
        </p:sp>
        <p:sp>
          <p:nvSpPr>
            <p:cNvPr id="413" name="tx413"/>
            <p:cNvSpPr/>
            <p:nvPr/>
          </p:nvSpPr>
          <p:spPr>
            <a:xfrm rot="-4063366">
              <a:off x="7140422" y="385584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A2_8_bin3</a:t>
              </a:r>
            </a:p>
          </p:txBody>
        </p:sp>
        <p:sp>
          <p:nvSpPr>
            <p:cNvPr id="414" name="tx414"/>
            <p:cNvSpPr/>
            <p:nvPr/>
          </p:nvSpPr>
          <p:spPr>
            <a:xfrm rot="-3849504">
              <a:off x="7219435" y="3878794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A2_13_bin1</a:t>
              </a:r>
            </a:p>
          </p:txBody>
        </p:sp>
        <p:sp>
          <p:nvSpPr>
            <p:cNvPr id="415" name="tx415"/>
            <p:cNvSpPr/>
            <p:nvPr/>
          </p:nvSpPr>
          <p:spPr>
            <a:xfrm rot="-3635643">
              <a:off x="7315385" y="3938106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A2_9_bin1</a:t>
              </a:r>
            </a:p>
          </p:txBody>
        </p:sp>
        <p:sp>
          <p:nvSpPr>
            <p:cNvPr id="416" name="tx416"/>
            <p:cNvSpPr/>
            <p:nvPr/>
          </p:nvSpPr>
          <p:spPr>
            <a:xfrm rot="-3421782">
              <a:off x="7398780" y="398708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A2_3_bin1</a:t>
              </a:r>
            </a:p>
          </p:txBody>
        </p:sp>
        <p:sp>
          <p:nvSpPr>
            <p:cNvPr id="417" name="tx417"/>
            <p:cNvSpPr/>
            <p:nvPr/>
          </p:nvSpPr>
          <p:spPr>
            <a:xfrm rot="-3207920">
              <a:off x="7479035" y="4041048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A2_7_bin2</a:t>
              </a:r>
            </a:p>
          </p:txBody>
        </p:sp>
        <p:sp>
          <p:nvSpPr>
            <p:cNvPr id="418" name="tx418"/>
            <p:cNvSpPr/>
            <p:nvPr/>
          </p:nvSpPr>
          <p:spPr>
            <a:xfrm rot="-2994059">
              <a:off x="7555850" y="4099808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A2_6_bin2</a:t>
              </a:r>
            </a:p>
          </p:txBody>
        </p:sp>
        <p:sp>
          <p:nvSpPr>
            <p:cNvPr id="419" name="tx419"/>
            <p:cNvSpPr/>
            <p:nvPr/>
          </p:nvSpPr>
          <p:spPr>
            <a:xfrm rot="-2780198">
              <a:off x="7623603" y="4150672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A2_10_bin2</a:t>
              </a:r>
            </a:p>
          </p:txBody>
        </p:sp>
        <p:sp>
          <p:nvSpPr>
            <p:cNvPr id="420" name="tx420"/>
            <p:cNvSpPr/>
            <p:nvPr/>
          </p:nvSpPr>
          <p:spPr>
            <a:xfrm rot="-2566336">
              <a:off x="7698032" y="423081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A5_4_bin1</a:t>
              </a:r>
            </a:p>
          </p:txBody>
        </p:sp>
        <p:sp>
          <p:nvSpPr>
            <p:cNvPr id="421" name="tx421"/>
            <p:cNvSpPr/>
            <p:nvPr/>
          </p:nvSpPr>
          <p:spPr>
            <a:xfrm rot="-2352475">
              <a:off x="7758989" y="4291674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A2_15_bin1</a:t>
              </a:r>
            </a:p>
          </p:txBody>
        </p:sp>
        <p:sp>
          <p:nvSpPr>
            <p:cNvPr id="422" name="tx422"/>
            <p:cNvSpPr/>
            <p:nvPr/>
          </p:nvSpPr>
          <p:spPr>
            <a:xfrm rot="-1924752">
              <a:off x="7876204" y="4448107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A5_15_bin2</a:t>
              </a:r>
            </a:p>
          </p:txBody>
        </p:sp>
        <p:sp>
          <p:nvSpPr>
            <p:cNvPr id="423" name="tx423"/>
            <p:cNvSpPr/>
            <p:nvPr/>
          </p:nvSpPr>
          <p:spPr>
            <a:xfrm rot="-2138613">
              <a:off x="7823213" y="437814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A5_2_bin4</a:t>
              </a:r>
            </a:p>
          </p:txBody>
        </p:sp>
        <p:sp>
          <p:nvSpPr>
            <p:cNvPr id="424" name="tx424"/>
            <p:cNvSpPr/>
            <p:nvPr/>
          </p:nvSpPr>
          <p:spPr>
            <a:xfrm rot="-1710891">
              <a:off x="7929532" y="453962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A5_6_bin2</a:t>
              </a:r>
            </a:p>
          </p:txBody>
        </p:sp>
        <p:sp>
          <p:nvSpPr>
            <p:cNvPr id="425" name="tx425"/>
            <p:cNvSpPr/>
            <p:nvPr/>
          </p:nvSpPr>
          <p:spPr>
            <a:xfrm rot="-1283168">
              <a:off x="8014222" y="4706545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A4_12_bin1</a:t>
              </a:r>
            </a:p>
          </p:txBody>
        </p:sp>
        <p:sp>
          <p:nvSpPr>
            <p:cNvPr id="426" name="tx426"/>
            <p:cNvSpPr/>
            <p:nvPr/>
          </p:nvSpPr>
          <p:spPr>
            <a:xfrm rot="-1497029">
              <a:off x="7975113" y="462491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A4_5_bin1</a:t>
              </a:r>
            </a:p>
          </p:txBody>
        </p:sp>
        <p:sp>
          <p:nvSpPr>
            <p:cNvPr id="427" name="tx427"/>
            <p:cNvSpPr/>
            <p:nvPr/>
          </p:nvSpPr>
          <p:spPr>
            <a:xfrm rot="-1069306">
              <a:off x="8050271" y="480303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A4_1_bin2</a:t>
              </a:r>
            </a:p>
          </p:txBody>
        </p:sp>
        <p:sp>
          <p:nvSpPr>
            <p:cNvPr id="428" name="tx428"/>
            <p:cNvSpPr/>
            <p:nvPr/>
          </p:nvSpPr>
          <p:spPr>
            <a:xfrm rot="-855445">
              <a:off x="8079037" y="4890959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A5_12_bin2</a:t>
              </a:r>
            </a:p>
          </p:txBody>
        </p:sp>
        <p:sp>
          <p:nvSpPr>
            <p:cNvPr id="429" name="tx429"/>
            <p:cNvSpPr/>
            <p:nvPr/>
          </p:nvSpPr>
          <p:spPr>
            <a:xfrm rot="-17964356">
              <a:off x="7236826" y="676034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A1_1_bin1</a:t>
              </a:r>
            </a:p>
          </p:txBody>
        </p:sp>
        <p:sp>
          <p:nvSpPr>
            <p:cNvPr id="430" name="tx430"/>
            <p:cNvSpPr/>
            <p:nvPr/>
          </p:nvSpPr>
          <p:spPr>
            <a:xfrm rot="-18178217">
              <a:off x="7322788" y="671607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A1_2_bin1</a:t>
              </a:r>
            </a:p>
          </p:txBody>
        </p:sp>
        <p:sp>
          <p:nvSpPr>
            <p:cNvPr id="431" name="tx431"/>
            <p:cNvSpPr/>
            <p:nvPr/>
          </p:nvSpPr>
          <p:spPr>
            <a:xfrm rot="-18392079">
              <a:off x="7405890" y="6666646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A2_4_bin2</a:t>
              </a:r>
            </a:p>
          </p:txBody>
        </p:sp>
        <p:sp>
          <p:nvSpPr>
            <p:cNvPr id="432" name="tx432"/>
            <p:cNvSpPr/>
            <p:nvPr/>
          </p:nvSpPr>
          <p:spPr>
            <a:xfrm rot="-18605940">
              <a:off x="7485824" y="6612246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A2_6_bin1</a:t>
              </a:r>
            </a:p>
          </p:txBody>
        </p:sp>
        <p:sp>
          <p:nvSpPr>
            <p:cNvPr id="433" name="tx433"/>
            <p:cNvSpPr/>
            <p:nvPr/>
          </p:nvSpPr>
          <p:spPr>
            <a:xfrm rot="-18819801">
              <a:off x="7562292" y="655307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A3_8_bin2</a:t>
              </a:r>
            </a:p>
          </p:txBody>
        </p:sp>
        <p:sp>
          <p:nvSpPr>
            <p:cNvPr id="434" name="tx434"/>
            <p:cNvSpPr/>
            <p:nvPr/>
          </p:nvSpPr>
          <p:spPr>
            <a:xfrm rot="-19033663">
              <a:off x="7630427" y="6501057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A4_12_bin3</a:t>
              </a:r>
            </a:p>
          </p:txBody>
        </p:sp>
        <p:sp>
          <p:nvSpPr>
            <p:cNvPr id="435" name="tx435"/>
            <p:cNvSpPr/>
            <p:nvPr/>
          </p:nvSpPr>
          <p:spPr>
            <a:xfrm rot="-20744554">
              <a:off x="8052662" y="584730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A1_5_bin1</a:t>
              </a:r>
            </a:p>
          </p:txBody>
        </p:sp>
        <p:sp>
          <p:nvSpPr>
            <p:cNvPr id="436" name="tx436"/>
            <p:cNvSpPr/>
            <p:nvPr/>
          </p:nvSpPr>
          <p:spPr>
            <a:xfrm rot="-20958415">
              <a:off x="8081137" y="5758205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A2_10_bin1</a:t>
              </a:r>
            </a:p>
          </p:txBody>
        </p:sp>
        <p:sp>
          <p:nvSpPr>
            <p:cNvPr id="437" name="tx437"/>
            <p:cNvSpPr/>
            <p:nvPr/>
          </p:nvSpPr>
          <p:spPr>
            <a:xfrm rot="-21172277">
              <a:off x="8104531" y="566112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A2_3_bin2</a:t>
              </a:r>
            </a:p>
          </p:txBody>
        </p:sp>
        <p:sp>
          <p:nvSpPr>
            <p:cNvPr id="438" name="tx438"/>
            <p:cNvSpPr/>
            <p:nvPr/>
          </p:nvSpPr>
          <p:spPr>
            <a:xfrm rot="-21386138">
              <a:off x="8121826" y="5567087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A2_15_bin2</a:t>
              </a:r>
            </a:p>
          </p:txBody>
        </p:sp>
        <p:sp>
          <p:nvSpPr>
            <p:cNvPr id="439" name="tx439"/>
            <p:cNvSpPr/>
            <p:nvPr/>
          </p:nvSpPr>
          <p:spPr>
            <a:xfrm rot="-21600000">
              <a:off x="8133357" y="547002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A2_7_bin1</a:t>
              </a:r>
            </a:p>
          </p:txBody>
        </p:sp>
        <p:sp>
          <p:nvSpPr>
            <p:cNvPr id="440" name="tx440"/>
            <p:cNvSpPr/>
            <p:nvPr/>
          </p:nvSpPr>
          <p:spPr>
            <a:xfrm rot="-20102970">
              <a:off x="7931816" y="6118583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A2_12_bin1</a:t>
              </a:r>
            </a:p>
          </p:txBody>
        </p:sp>
        <p:sp>
          <p:nvSpPr>
            <p:cNvPr id="441" name="tx441"/>
            <p:cNvSpPr/>
            <p:nvPr/>
          </p:nvSpPr>
          <p:spPr>
            <a:xfrm rot="-20316831">
              <a:off x="7978518" y="602578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A2_5_bin2</a:t>
              </a:r>
            </a:p>
          </p:txBody>
        </p:sp>
        <p:sp>
          <p:nvSpPr>
            <p:cNvPr id="442" name="tx442"/>
            <p:cNvSpPr/>
            <p:nvPr/>
          </p:nvSpPr>
          <p:spPr>
            <a:xfrm rot="-20530693">
              <a:off x="8018313" y="593767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A2_9_bin4</a:t>
              </a:r>
            </a:p>
          </p:txBody>
        </p:sp>
        <p:sp>
          <p:nvSpPr>
            <p:cNvPr id="443" name="tx443"/>
            <p:cNvSpPr/>
            <p:nvPr/>
          </p:nvSpPr>
          <p:spPr>
            <a:xfrm rot="-19675247">
              <a:off x="7828035" y="627332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A4_1_bin1</a:t>
              </a:r>
            </a:p>
          </p:txBody>
        </p:sp>
        <p:sp>
          <p:nvSpPr>
            <p:cNvPr id="444" name="tx444"/>
            <p:cNvSpPr/>
            <p:nvPr/>
          </p:nvSpPr>
          <p:spPr>
            <a:xfrm rot="-19889108">
              <a:off x="7883202" y="619392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A5_9_bin1</a:t>
              </a:r>
            </a:p>
          </p:txBody>
        </p:sp>
        <p:sp>
          <p:nvSpPr>
            <p:cNvPr id="445" name="tx445"/>
            <p:cNvSpPr/>
            <p:nvPr/>
          </p:nvSpPr>
          <p:spPr>
            <a:xfrm rot="-19247524">
              <a:off x="7703708" y="642131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A3_4_bin3</a:t>
              </a:r>
            </a:p>
          </p:txBody>
        </p:sp>
        <p:sp>
          <p:nvSpPr>
            <p:cNvPr id="446" name="tx446"/>
            <p:cNvSpPr/>
            <p:nvPr/>
          </p:nvSpPr>
          <p:spPr>
            <a:xfrm rot="-19461386">
              <a:off x="7768129" y="6349218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A5_6_bin1</a:t>
              </a:r>
            </a:p>
          </p:txBody>
        </p:sp>
        <p:sp>
          <p:nvSpPr>
            <p:cNvPr id="447" name="tx447"/>
            <p:cNvSpPr/>
            <p:nvPr/>
          </p:nvSpPr>
          <p:spPr>
            <a:xfrm rot="-17322772">
              <a:off x="6965027" y="686065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A1_3_bin2</a:t>
              </a:r>
            </a:p>
          </p:txBody>
        </p:sp>
        <p:sp>
          <p:nvSpPr>
            <p:cNvPr id="448" name="tx448"/>
            <p:cNvSpPr/>
            <p:nvPr/>
          </p:nvSpPr>
          <p:spPr>
            <a:xfrm rot="-17536633">
              <a:off x="7057612" y="683276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A2_8_bin1</a:t>
              </a:r>
            </a:p>
          </p:txBody>
        </p:sp>
        <p:sp>
          <p:nvSpPr>
            <p:cNvPr id="449" name="tx449"/>
            <p:cNvSpPr/>
            <p:nvPr/>
          </p:nvSpPr>
          <p:spPr>
            <a:xfrm rot="-17750495">
              <a:off x="7148324" y="679928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A3_9_bin2</a:t>
              </a:r>
            </a:p>
          </p:txBody>
        </p:sp>
        <p:sp>
          <p:nvSpPr>
            <p:cNvPr id="450" name="tx450"/>
            <p:cNvSpPr/>
            <p:nvPr/>
          </p:nvSpPr>
          <p:spPr>
            <a:xfrm rot="-17108910">
              <a:off x="6870914" y="688284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A3_7_bin3</a:t>
              </a:r>
            </a:p>
          </p:txBody>
        </p:sp>
        <p:sp>
          <p:nvSpPr>
            <p:cNvPr id="451" name="tx451"/>
            <p:cNvSpPr/>
            <p:nvPr/>
          </p:nvSpPr>
          <p:spPr>
            <a:xfrm rot="-16895049">
              <a:off x="6775622" y="689925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A3_2_bin1</a:t>
              </a:r>
            </a:p>
          </p:txBody>
        </p:sp>
        <p:sp>
          <p:nvSpPr>
            <p:cNvPr id="452" name="tx452"/>
            <p:cNvSpPr/>
            <p:nvPr/>
          </p:nvSpPr>
          <p:spPr>
            <a:xfrm rot="-16681188">
              <a:off x="6679506" y="690982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A4_5_bin2</a:t>
              </a:r>
            </a:p>
          </p:txBody>
        </p:sp>
        <p:sp>
          <p:nvSpPr>
            <p:cNvPr id="453" name="tx453"/>
            <p:cNvSpPr/>
            <p:nvPr/>
          </p:nvSpPr>
          <p:spPr>
            <a:xfrm rot="-16253465">
              <a:off x="6486235" y="691331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A1_7_bin1</a:t>
              </a:r>
            </a:p>
          </p:txBody>
        </p:sp>
        <p:sp>
          <p:nvSpPr>
            <p:cNvPr id="454" name="tx454"/>
            <p:cNvSpPr/>
            <p:nvPr/>
          </p:nvSpPr>
          <p:spPr>
            <a:xfrm rot="-16467326">
              <a:off x="6582924" y="691451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A3_6_bin3</a:t>
              </a:r>
            </a:p>
          </p:txBody>
        </p:sp>
        <p:sp>
          <p:nvSpPr>
            <p:cNvPr id="455" name="tx455"/>
            <p:cNvSpPr/>
            <p:nvPr/>
          </p:nvSpPr>
          <p:spPr>
            <a:xfrm rot="-5346534">
              <a:off x="6574280" y="374374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A2_6_bin4</a:t>
              </a:r>
            </a:p>
          </p:txBody>
        </p:sp>
        <p:sp>
          <p:nvSpPr>
            <p:cNvPr id="456" name="tx456"/>
            <p:cNvSpPr/>
            <p:nvPr/>
          </p:nvSpPr>
          <p:spPr>
            <a:xfrm rot="-5132673">
              <a:off x="6670904" y="3747896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A1_3_bin1</a:t>
              </a:r>
            </a:p>
          </p:txBody>
        </p:sp>
        <p:sp>
          <p:nvSpPr>
            <p:cNvPr id="457" name="tx457"/>
            <p:cNvSpPr/>
            <p:nvPr/>
          </p:nvSpPr>
          <p:spPr>
            <a:xfrm rot="-21920792">
              <a:off x="4972075" y="543031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A1_3_bin3</a:t>
              </a:r>
            </a:p>
          </p:txBody>
        </p:sp>
        <p:sp>
          <p:nvSpPr>
            <p:cNvPr id="458" name="tx458"/>
            <p:cNvSpPr/>
            <p:nvPr/>
          </p:nvSpPr>
          <p:spPr>
            <a:xfrm rot="-22134653">
              <a:off x="4981180" y="552659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A2_5_bin1</a:t>
              </a:r>
            </a:p>
          </p:txBody>
        </p:sp>
        <p:sp>
          <p:nvSpPr>
            <p:cNvPr id="459" name="tx459"/>
            <p:cNvSpPr/>
            <p:nvPr/>
          </p:nvSpPr>
          <p:spPr>
            <a:xfrm rot="-22348514">
              <a:off x="4996137" y="562213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A2_7_bin3</a:t>
              </a:r>
            </a:p>
          </p:txBody>
        </p:sp>
        <p:sp>
          <p:nvSpPr>
            <p:cNvPr id="460" name="tx460"/>
            <p:cNvSpPr/>
            <p:nvPr/>
          </p:nvSpPr>
          <p:spPr>
            <a:xfrm rot="-22562376">
              <a:off x="5016891" y="571659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A2_4_bin1</a:t>
              </a:r>
            </a:p>
          </p:txBody>
        </p:sp>
        <p:sp>
          <p:nvSpPr>
            <p:cNvPr id="461" name="tx461"/>
            <p:cNvSpPr/>
            <p:nvPr/>
          </p:nvSpPr>
          <p:spPr>
            <a:xfrm rot="-22776237">
              <a:off x="5009892" y="5815389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A5_11_bin3</a:t>
              </a:r>
            </a:p>
          </p:txBody>
        </p:sp>
        <p:sp>
          <p:nvSpPr>
            <p:cNvPr id="462" name="tx462"/>
            <p:cNvSpPr/>
            <p:nvPr/>
          </p:nvSpPr>
          <p:spPr>
            <a:xfrm rot="-22990099">
              <a:off x="5075461" y="590083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A3_7_bin1</a:t>
              </a:r>
            </a:p>
          </p:txBody>
        </p:sp>
        <p:sp>
          <p:nvSpPr>
            <p:cNvPr id="463" name="tx463"/>
            <p:cNvSpPr/>
            <p:nvPr/>
          </p:nvSpPr>
          <p:spPr>
            <a:xfrm rot="-23203960">
              <a:off x="5113058" y="598993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A3_9_bin1</a:t>
              </a:r>
            </a:p>
          </p:txBody>
        </p:sp>
        <p:sp>
          <p:nvSpPr>
            <p:cNvPr id="464" name="tx464"/>
            <p:cNvSpPr/>
            <p:nvPr/>
          </p:nvSpPr>
          <p:spPr>
            <a:xfrm rot="-23631683">
              <a:off x="5172628" y="6170038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A2_15_bin3</a:t>
              </a:r>
            </a:p>
          </p:txBody>
        </p:sp>
        <p:sp>
          <p:nvSpPr>
            <p:cNvPr id="465" name="tx465"/>
            <p:cNvSpPr/>
            <p:nvPr/>
          </p:nvSpPr>
          <p:spPr>
            <a:xfrm rot="-23845544">
              <a:off x="5257360" y="624120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A5_4_bin3</a:t>
              </a:r>
            </a:p>
          </p:txBody>
        </p:sp>
        <p:sp>
          <p:nvSpPr>
            <p:cNvPr id="466" name="tx466"/>
            <p:cNvSpPr/>
            <p:nvPr/>
          </p:nvSpPr>
          <p:spPr>
            <a:xfrm rot="-24700990">
              <a:off x="5516098" y="652754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A2_6_bin3</a:t>
              </a:r>
            </a:p>
          </p:txBody>
        </p:sp>
        <p:sp>
          <p:nvSpPr>
            <p:cNvPr id="467" name="tx467"/>
            <p:cNvSpPr/>
            <p:nvPr/>
          </p:nvSpPr>
          <p:spPr>
            <a:xfrm rot="-24914851">
              <a:off x="5591080" y="6588608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A5_2_bin2</a:t>
              </a:r>
            </a:p>
          </p:txBody>
        </p:sp>
        <p:sp>
          <p:nvSpPr>
            <p:cNvPr id="468" name="tx468"/>
            <p:cNvSpPr/>
            <p:nvPr/>
          </p:nvSpPr>
          <p:spPr>
            <a:xfrm rot="-24487128">
              <a:off x="5444978" y="646201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A3_1_bin1</a:t>
              </a:r>
            </a:p>
          </p:txBody>
        </p:sp>
        <p:sp>
          <p:nvSpPr>
            <p:cNvPr id="469" name="tx469"/>
            <p:cNvSpPr/>
            <p:nvPr/>
          </p:nvSpPr>
          <p:spPr>
            <a:xfrm rot="-24273267">
              <a:off x="5377985" y="639227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A4_5_bin3</a:t>
              </a:r>
            </a:p>
          </p:txBody>
        </p:sp>
        <p:sp>
          <p:nvSpPr>
            <p:cNvPr id="470" name="tx470"/>
            <p:cNvSpPr/>
            <p:nvPr/>
          </p:nvSpPr>
          <p:spPr>
            <a:xfrm rot="-24059405">
              <a:off x="5315368" y="631857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A3_2_bin2</a:t>
              </a:r>
            </a:p>
          </p:txBody>
        </p:sp>
        <p:sp>
          <p:nvSpPr>
            <p:cNvPr id="471" name="tx471"/>
            <p:cNvSpPr/>
            <p:nvPr/>
          </p:nvSpPr>
          <p:spPr>
            <a:xfrm rot="-23417821">
              <a:off x="5123898" y="6085269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A5_11_bin4</a:t>
              </a:r>
            </a:p>
          </p:txBody>
        </p:sp>
        <p:sp>
          <p:nvSpPr>
            <p:cNvPr id="472" name="tx472"/>
            <p:cNvSpPr/>
            <p:nvPr/>
          </p:nvSpPr>
          <p:spPr>
            <a:xfrm rot="-18499009">
              <a:off x="5584127" y="407520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FD92F">
                      <a:alpha val="100000"/>
                    </a:srgbClr>
                  </a:solidFill>
                  <a:latin typeface="DejaVu Sans"/>
                  <a:cs typeface="DejaVu Sans"/>
                </a:rPr>
                <a:t>A1_4_bin1</a:t>
              </a:r>
            </a:p>
          </p:txBody>
        </p:sp>
        <p:sp>
          <p:nvSpPr>
            <p:cNvPr id="473" name="tx473"/>
            <p:cNvSpPr/>
            <p:nvPr/>
          </p:nvSpPr>
          <p:spPr>
            <a:xfrm rot="-18712871">
              <a:off x="5509479" y="413669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FD92F">
                      <a:alpha val="100000"/>
                    </a:srgbClr>
                  </a:solidFill>
                  <a:latin typeface="DejaVu Sans"/>
                  <a:cs typeface="DejaVu Sans"/>
                </a:rPr>
                <a:t>A1_7_bin3</a:t>
              </a:r>
            </a:p>
          </p:txBody>
        </p:sp>
        <p:sp>
          <p:nvSpPr>
            <p:cNvPr id="474" name="tx474"/>
            <p:cNvSpPr/>
            <p:nvPr/>
          </p:nvSpPr>
          <p:spPr>
            <a:xfrm rot="-18926732">
              <a:off x="5409200" y="4190528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FD92F">
                      <a:alpha val="100000"/>
                    </a:srgbClr>
                  </a:solidFill>
                  <a:latin typeface="DejaVu Sans"/>
                  <a:cs typeface="DejaVu Sans"/>
                </a:rPr>
                <a:t>A3_15_bin3</a:t>
              </a:r>
            </a:p>
          </p:txBody>
        </p:sp>
        <p:sp>
          <p:nvSpPr>
            <p:cNvPr id="475" name="tx475"/>
            <p:cNvSpPr/>
            <p:nvPr/>
          </p:nvSpPr>
          <p:spPr>
            <a:xfrm rot="-19140594">
              <a:off x="5372109" y="427273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FD92F">
                      <a:alpha val="100000"/>
                    </a:srgbClr>
                  </a:solidFill>
                  <a:latin typeface="DejaVu Sans"/>
                  <a:cs typeface="DejaVu Sans"/>
                </a:rPr>
                <a:t>A3_9_bin7</a:t>
              </a:r>
            </a:p>
          </p:txBody>
        </p:sp>
        <p:sp>
          <p:nvSpPr>
            <p:cNvPr id="476" name="tx476"/>
            <p:cNvSpPr/>
            <p:nvPr/>
          </p:nvSpPr>
          <p:spPr>
            <a:xfrm rot="-20423762">
              <a:off x="5038831" y="4760102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A6D854">
                      <a:alpha val="100000"/>
                    </a:srgbClr>
                  </a:solidFill>
                  <a:latin typeface="DejaVu Sans"/>
                  <a:cs typeface="DejaVu Sans"/>
                </a:rPr>
                <a:t>A3_15_bin2</a:t>
              </a:r>
            </a:p>
          </p:txBody>
        </p:sp>
        <p:sp>
          <p:nvSpPr>
            <p:cNvPr id="477" name="tx477"/>
            <p:cNvSpPr/>
            <p:nvPr/>
          </p:nvSpPr>
          <p:spPr>
            <a:xfrm rot="-20637623">
              <a:off x="5040717" y="485729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A6D854">
                      <a:alpha val="100000"/>
                    </a:srgbClr>
                  </a:solidFill>
                  <a:latin typeface="DejaVu Sans"/>
                  <a:cs typeface="DejaVu Sans"/>
                </a:rPr>
                <a:t>A3_6_bin1</a:t>
              </a:r>
            </a:p>
          </p:txBody>
        </p:sp>
        <p:sp>
          <p:nvSpPr>
            <p:cNvPr id="478" name="tx478"/>
            <p:cNvSpPr/>
            <p:nvPr/>
          </p:nvSpPr>
          <p:spPr>
            <a:xfrm rot="-20209900">
              <a:off x="5109407" y="467657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A6D854">
                      <a:alpha val="100000"/>
                    </a:srgbClr>
                  </a:solidFill>
                  <a:latin typeface="DejaVu Sans"/>
                  <a:cs typeface="DejaVu Sans"/>
                </a:rPr>
                <a:t>A3_4_bin1</a:t>
              </a:r>
            </a:p>
          </p:txBody>
        </p:sp>
        <p:sp>
          <p:nvSpPr>
            <p:cNvPr id="479" name="tx479"/>
            <p:cNvSpPr/>
            <p:nvPr/>
          </p:nvSpPr>
          <p:spPr>
            <a:xfrm rot="-19782178">
              <a:off x="5199581" y="4505558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A6D854">
                      <a:alpha val="100000"/>
                    </a:srgbClr>
                  </a:solidFill>
                  <a:latin typeface="DejaVu Sans"/>
                  <a:cs typeface="DejaVu Sans"/>
                </a:rPr>
                <a:t>A3_4_bin2</a:t>
              </a:r>
            </a:p>
          </p:txBody>
        </p:sp>
        <p:sp>
          <p:nvSpPr>
            <p:cNvPr id="480" name="tx480"/>
            <p:cNvSpPr/>
            <p:nvPr/>
          </p:nvSpPr>
          <p:spPr>
            <a:xfrm rot="-19996039">
              <a:off x="5151885" y="458969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A6D854">
                      <a:alpha val="100000"/>
                    </a:srgbClr>
                  </a:solidFill>
                  <a:latin typeface="DejaVu Sans"/>
                  <a:cs typeface="DejaVu Sans"/>
                </a:rPr>
                <a:t>A3_9_bin6</a:t>
              </a:r>
            </a:p>
          </p:txBody>
        </p:sp>
        <p:sp>
          <p:nvSpPr>
            <p:cNvPr id="481" name="tx481"/>
            <p:cNvSpPr/>
            <p:nvPr/>
          </p:nvSpPr>
          <p:spPr>
            <a:xfrm rot="-26839603">
              <a:off x="6389798" y="690621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A5_4_bin2</a:t>
              </a:r>
            </a:p>
          </p:txBody>
        </p:sp>
        <p:sp>
          <p:nvSpPr>
            <p:cNvPr id="482" name="tx482"/>
            <p:cNvSpPr/>
            <p:nvPr/>
          </p:nvSpPr>
          <p:spPr>
            <a:xfrm rot="-26411881">
              <a:off x="6178945" y="6891454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A5_10_bin1</a:t>
              </a:r>
            </a:p>
          </p:txBody>
        </p:sp>
        <p:sp>
          <p:nvSpPr>
            <p:cNvPr id="483" name="tx483"/>
            <p:cNvSpPr/>
            <p:nvPr/>
          </p:nvSpPr>
          <p:spPr>
            <a:xfrm rot="-26625742">
              <a:off x="6293973" y="689325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A5_2_bin3</a:t>
              </a:r>
            </a:p>
          </p:txBody>
        </p:sp>
        <p:sp>
          <p:nvSpPr>
            <p:cNvPr id="484" name="tx484"/>
            <p:cNvSpPr/>
            <p:nvPr/>
          </p:nvSpPr>
          <p:spPr>
            <a:xfrm rot="-26198019">
              <a:off x="6084358" y="6866709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A5_11_bin2</a:t>
              </a:r>
            </a:p>
          </p:txBody>
        </p:sp>
        <p:sp>
          <p:nvSpPr>
            <p:cNvPr id="485" name="tx485"/>
            <p:cNvSpPr/>
            <p:nvPr/>
          </p:nvSpPr>
          <p:spPr>
            <a:xfrm rot="-25770297">
              <a:off x="5923854" y="678402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A1_1_bin2</a:t>
              </a:r>
            </a:p>
          </p:txBody>
        </p:sp>
        <p:sp>
          <p:nvSpPr>
            <p:cNvPr id="486" name="tx486"/>
            <p:cNvSpPr/>
            <p:nvPr/>
          </p:nvSpPr>
          <p:spPr>
            <a:xfrm rot="-25984158">
              <a:off x="5991455" y="6836243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A5_11_bin1</a:t>
              </a:r>
            </a:p>
          </p:txBody>
        </p:sp>
        <p:sp>
          <p:nvSpPr>
            <p:cNvPr id="487" name="tx487"/>
            <p:cNvSpPr/>
            <p:nvPr/>
          </p:nvSpPr>
          <p:spPr>
            <a:xfrm rot="-25556435">
              <a:off x="5812078" y="6758619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A4_12_bin2</a:t>
              </a:r>
            </a:p>
          </p:txBody>
        </p:sp>
        <p:sp>
          <p:nvSpPr>
            <p:cNvPr id="488" name="tx488"/>
            <p:cNvSpPr/>
            <p:nvPr/>
          </p:nvSpPr>
          <p:spPr>
            <a:xfrm rot="-25128712">
              <a:off x="5669645" y="664499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A2_8_bin2</a:t>
              </a:r>
            </a:p>
          </p:txBody>
        </p:sp>
        <p:sp>
          <p:nvSpPr>
            <p:cNvPr id="489" name="tx489"/>
            <p:cNvSpPr/>
            <p:nvPr/>
          </p:nvSpPr>
          <p:spPr>
            <a:xfrm rot="-25342574">
              <a:off x="5751500" y="6696478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A2_9_bin2</a:t>
              </a:r>
            </a:p>
          </p:txBody>
        </p:sp>
        <p:sp>
          <p:nvSpPr>
            <p:cNvPr id="490" name="tx490"/>
            <p:cNvSpPr/>
            <p:nvPr/>
          </p:nvSpPr>
          <p:spPr>
            <a:xfrm rot="-21706930">
              <a:off x="4934392" y="5334193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A5_12_bin1</a:t>
              </a:r>
            </a:p>
          </p:txBody>
        </p:sp>
        <p:sp>
          <p:nvSpPr>
            <p:cNvPr id="491" name="tx491"/>
            <p:cNvSpPr/>
            <p:nvPr/>
          </p:nvSpPr>
          <p:spPr>
            <a:xfrm rot="-16574257">
              <a:off x="6381171" y="375311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5C494">
                      <a:alpha val="100000"/>
                    </a:srgbClr>
                  </a:solidFill>
                  <a:latin typeface="DejaVu Sans"/>
                  <a:cs typeface="DejaVu Sans"/>
                </a:rPr>
                <a:t>A1_4_bin2</a:t>
              </a:r>
            </a:p>
          </p:txBody>
        </p:sp>
        <p:sp>
          <p:nvSpPr>
            <p:cNvPr id="492" name="tx492"/>
            <p:cNvSpPr/>
            <p:nvPr/>
          </p:nvSpPr>
          <p:spPr>
            <a:xfrm rot="-16788118">
              <a:off x="6265233" y="3749632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5C494">
                      <a:alpha val="100000"/>
                    </a:srgbClr>
                  </a:solidFill>
                  <a:latin typeface="DejaVu Sans"/>
                  <a:cs typeface="DejaVu Sans"/>
                </a:rPr>
                <a:t>A3_12_bin2</a:t>
              </a:r>
            </a:p>
          </p:txBody>
        </p:sp>
        <p:sp>
          <p:nvSpPr>
            <p:cNvPr id="493" name="tx493"/>
            <p:cNvSpPr/>
            <p:nvPr/>
          </p:nvSpPr>
          <p:spPr>
            <a:xfrm rot="-17001980">
              <a:off x="6169417" y="3769159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5C494">
                      <a:alpha val="100000"/>
                    </a:srgbClr>
                  </a:solidFill>
                  <a:latin typeface="DejaVu Sans"/>
                  <a:cs typeface="DejaVu Sans"/>
                </a:rPr>
                <a:t>A3_12_bin3</a:t>
              </a:r>
            </a:p>
          </p:txBody>
        </p:sp>
        <p:sp>
          <p:nvSpPr>
            <p:cNvPr id="494" name="tx494"/>
            <p:cNvSpPr/>
            <p:nvPr/>
          </p:nvSpPr>
          <p:spPr>
            <a:xfrm rot="-17215841">
              <a:off x="6097226" y="381098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5C494">
                      <a:alpha val="100000"/>
                    </a:srgbClr>
                  </a:solidFill>
                  <a:latin typeface="DejaVu Sans"/>
                  <a:cs typeface="DejaVu Sans"/>
                </a:rPr>
                <a:t>A5_2_bin1</a:t>
              </a:r>
            </a:p>
          </p:txBody>
        </p:sp>
        <p:sp>
          <p:nvSpPr>
            <p:cNvPr id="495" name="tx495"/>
            <p:cNvSpPr/>
            <p:nvPr/>
          </p:nvSpPr>
          <p:spPr>
            <a:xfrm rot="-21279207">
              <a:off x="4980106" y="514065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A2_6_bin5</a:t>
              </a:r>
            </a:p>
          </p:txBody>
        </p:sp>
        <p:sp>
          <p:nvSpPr>
            <p:cNvPr id="496" name="tx496"/>
            <p:cNvSpPr/>
            <p:nvPr/>
          </p:nvSpPr>
          <p:spPr>
            <a:xfrm rot="-21493069">
              <a:off x="4971537" y="523698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A3_7_bin2</a:t>
              </a:r>
            </a:p>
          </p:txBody>
        </p:sp>
        <p:sp>
          <p:nvSpPr>
            <p:cNvPr id="497" name="tx497"/>
            <p:cNvSpPr/>
            <p:nvPr/>
          </p:nvSpPr>
          <p:spPr>
            <a:xfrm rot="-21065346">
              <a:off x="4994531" y="5045026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A3_8_bin1</a:t>
              </a:r>
            </a:p>
          </p:txBody>
        </p:sp>
        <p:sp>
          <p:nvSpPr>
            <p:cNvPr id="498" name="tx498"/>
            <p:cNvSpPr/>
            <p:nvPr/>
          </p:nvSpPr>
          <p:spPr>
            <a:xfrm rot="-20851485">
              <a:off x="5014760" y="495045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A5_4_bin4</a:t>
              </a:r>
            </a:p>
          </p:txBody>
        </p:sp>
        <p:sp>
          <p:nvSpPr>
            <p:cNvPr id="499" name="tx499"/>
            <p:cNvSpPr/>
            <p:nvPr/>
          </p:nvSpPr>
          <p:spPr>
            <a:xfrm rot="-17429702">
              <a:off x="6005515" y="384168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A1_2_bin2</a:t>
              </a:r>
            </a:p>
          </p:txBody>
        </p:sp>
        <p:sp>
          <p:nvSpPr>
            <p:cNvPr id="500" name="tx500"/>
            <p:cNvSpPr/>
            <p:nvPr/>
          </p:nvSpPr>
          <p:spPr>
            <a:xfrm rot="-17643564">
              <a:off x="5915846" y="3877918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A2_9_bin3</a:t>
              </a:r>
            </a:p>
          </p:txBody>
        </p:sp>
        <p:sp>
          <p:nvSpPr>
            <p:cNvPr id="501" name="tx501"/>
            <p:cNvSpPr/>
            <p:nvPr/>
          </p:nvSpPr>
          <p:spPr>
            <a:xfrm rot="-17857425">
              <a:off x="5828554" y="391955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A1_7_bin2</a:t>
              </a:r>
            </a:p>
          </p:txBody>
        </p:sp>
        <p:sp>
          <p:nvSpPr>
            <p:cNvPr id="502" name="tx502"/>
            <p:cNvSpPr/>
            <p:nvPr/>
          </p:nvSpPr>
          <p:spPr>
            <a:xfrm rot="-18071287">
              <a:off x="5743962" y="396643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A3_9_bin3</a:t>
              </a:r>
            </a:p>
          </p:txBody>
        </p:sp>
        <p:sp>
          <p:nvSpPr>
            <p:cNvPr id="503" name="tx503"/>
            <p:cNvSpPr/>
            <p:nvPr/>
          </p:nvSpPr>
          <p:spPr>
            <a:xfrm rot="-18285148">
              <a:off x="5662385" y="401837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A3_9_bin4</a:t>
              </a:r>
            </a:p>
          </p:txBody>
        </p:sp>
        <p:sp>
          <p:nvSpPr>
            <p:cNvPr id="504" name="tx504"/>
            <p:cNvSpPr/>
            <p:nvPr/>
          </p:nvSpPr>
          <p:spPr>
            <a:xfrm rot="-19354455">
              <a:off x="5278974" y="4336311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A3_11_bin3</a:t>
              </a:r>
            </a:p>
          </p:txBody>
        </p:sp>
        <p:sp>
          <p:nvSpPr>
            <p:cNvPr id="505" name="tx505"/>
            <p:cNvSpPr/>
            <p:nvPr/>
          </p:nvSpPr>
          <p:spPr>
            <a:xfrm rot="-19568316">
              <a:off x="5220768" y="4414885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A3_12_bin4</a:t>
              </a:r>
            </a:p>
          </p:txBody>
        </p:sp>
        <p:sp>
          <p:nvSpPr>
            <p:cNvPr id="506" name="tx506"/>
            <p:cNvSpPr/>
            <p:nvPr/>
          </p:nvSpPr>
          <p:spPr>
            <a:xfrm rot="-16360396">
              <a:off x="6477582" y="374548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A3_9_bin5</a:t>
              </a:r>
            </a:p>
          </p:txBody>
        </p:sp>
        <p:sp>
          <p:nvSpPr>
            <p:cNvPr id="507" name="pg507"/>
            <p:cNvSpPr/>
            <p:nvPr/>
          </p:nvSpPr>
          <p:spPr>
            <a:xfrm>
              <a:off x="7231577" y="6558832"/>
              <a:ext cx="280115" cy="452286"/>
            </a:xfrm>
            <a:custGeom>
              <a:avLst/>
              <a:pathLst>
                <a:path w="280115" h="452286">
                  <a:moveTo>
                    <a:pt x="74743" y="0"/>
                  </a:moveTo>
                  <a:lnTo>
                    <a:pt x="126086" y="101375"/>
                  </a:lnTo>
                  <a:lnTo>
                    <a:pt x="177429" y="202751"/>
                  </a:lnTo>
                  <a:lnTo>
                    <a:pt x="228772" y="304127"/>
                  </a:lnTo>
                  <a:lnTo>
                    <a:pt x="280115" y="405503"/>
                  </a:lnTo>
                  <a:lnTo>
                    <a:pt x="180318" y="452286"/>
                  </a:lnTo>
                  <a:lnTo>
                    <a:pt x="135238" y="347974"/>
                  </a:lnTo>
                  <a:lnTo>
                    <a:pt x="90159" y="243662"/>
                  </a:lnTo>
                  <a:lnTo>
                    <a:pt x="45079" y="139350"/>
                  </a:lnTo>
                  <a:lnTo>
                    <a:pt x="0" y="35038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5915139" y="6573393"/>
              <a:ext cx="271011" cy="454723"/>
            </a:xfrm>
            <a:custGeom>
              <a:avLst/>
              <a:pathLst>
                <a:path w="271011" h="454723">
                  <a:moveTo>
                    <a:pt x="271011" y="33207"/>
                  </a:moveTo>
                  <a:lnTo>
                    <a:pt x="228485" y="138586"/>
                  </a:lnTo>
                  <a:lnTo>
                    <a:pt x="185959" y="243965"/>
                  </a:lnTo>
                  <a:lnTo>
                    <a:pt x="143433" y="349344"/>
                  </a:lnTo>
                  <a:lnTo>
                    <a:pt x="100907" y="454723"/>
                  </a:lnTo>
                  <a:lnTo>
                    <a:pt x="0" y="410384"/>
                  </a:lnTo>
                  <a:lnTo>
                    <a:pt x="48859" y="307788"/>
                  </a:lnTo>
                  <a:lnTo>
                    <a:pt x="97718" y="205192"/>
                  </a:lnTo>
                  <a:lnTo>
                    <a:pt x="146577" y="102596"/>
                  </a:lnTo>
                  <a:lnTo>
                    <a:pt x="195436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8038616" y="5118216"/>
              <a:ext cx="461553" cy="140115"/>
            </a:xfrm>
            <a:custGeom>
              <a:avLst/>
              <a:pathLst>
                <a:path w="461553" h="140115">
                  <a:moveTo>
                    <a:pt x="0" y="57957"/>
                  </a:moveTo>
                  <a:lnTo>
                    <a:pt x="112708" y="43468"/>
                  </a:lnTo>
                  <a:lnTo>
                    <a:pt x="225417" y="28978"/>
                  </a:lnTo>
                  <a:lnTo>
                    <a:pt x="338125" y="14489"/>
                  </a:lnTo>
                  <a:lnTo>
                    <a:pt x="450834" y="0"/>
                  </a:lnTo>
                  <a:lnTo>
                    <a:pt x="461553" y="109696"/>
                  </a:lnTo>
                  <a:lnTo>
                    <a:pt x="348172" y="117301"/>
                  </a:lnTo>
                  <a:lnTo>
                    <a:pt x="234791" y="124905"/>
                  </a:lnTo>
                  <a:lnTo>
                    <a:pt x="121409" y="132510"/>
                  </a:lnTo>
                  <a:lnTo>
                    <a:pt x="8028" y="140115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8025604" y="5009375"/>
              <a:ext cx="463846" cy="166798"/>
            </a:xfrm>
            <a:custGeom>
              <a:avLst/>
              <a:pathLst>
                <a:path w="463846" h="166798">
                  <a:moveTo>
                    <a:pt x="0" y="85281"/>
                  </a:moveTo>
                  <a:lnTo>
                    <a:pt x="111618" y="63961"/>
                  </a:lnTo>
                  <a:lnTo>
                    <a:pt x="223236" y="42640"/>
                  </a:lnTo>
                  <a:lnTo>
                    <a:pt x="334854" y="21320"/>
                  </a:lnTo>
                  <a:lnTo>
                    <a:pt x="446472" y="0"/>
                  </a:lnTo>
                  <a:lnTo>
                    <a:pt x="463846" y="108840"/>
                  </a:lnTo>
                  <a:lnTo>
                    <a:pt x="351138" y="123330"/>
                  </a:lnTo>
                  <a:lnTo>
                    <a:pt x="238429" y="137819"/>
                  </a:lnTo>
                  <a:lnTo>
                    <a:pt x="125721" y="152309"/>
                  </a:lnTo>
                  <a:lnTo>
                    <a:pt x="13012" y="166798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7306321" y="6519311"/>
              <a:ext cx="302137" cy="445024"/>
            </a:xfrm>
            <a:custGeom>
              <a:avLst/>
              <a:pathLst>
                <a:path w="302137" h="445024">
                  <a:moveTo>
                    <a:pt x="72473" y="0"/>
                  </a:moveTo>
                  <a:lnTo>
                    <a:pt x="129889" y="98063"/>
                  </a:lnTo>
                  <a:lnTo>
                    <a:pt x="187305" y="196127"/>
                  </a:lnTo>
                  <a:lnTo>
                    <a:pt x="244721" y="294191"/>
                  </a:lnTo>
                  <a:lnTo>
                    <a:pt x="302137" y="392255"/>
                  </a:lnTo>
                  <a:lnTo>
                    <a:pt x="205371" y="445024"/>
                  </a:lnTo>
                  <a:lnTo>
                    <a:pt x="154028" y="343648"/>
                  </a:lnTo>
                  <a:lnTo>
                    <a:pt x="102685" y="242272"/>
                  </a:lnTo>
                  <a:lnTo>
                    <a:pt x="51342" y="140897"/>
                  </a:lnTo>
                  <a:lnTo>
                    <a:pt x="0" y="39521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6016046" y="3631928"/>
              <a:ext cx="247559" cy="459632"/>
            </a:xfrm>
            <a:custGeom>
              <a:avLst/>
              <a:pathLst>
                <a:path w="247559" h="459632">
                  <a:moveTo>
                    <a:pt x="170104" y="459632"/>
                  </a:moveTo>
                  <a:lnTo>
                    <a:pt x="127578" y="354253"/>
                  </a:lnTo>
                  <a:lnTo>
                    <a:pt x="85052" y="248874"/>
                  </a:lnTo>
                  <a:lnTo>
                    <a:pt x="42526" y="143495"/>
                  </a:lnTo>
                  <a:lnTo>
                    <a:pt x="0" y="38117"/>
                  </a:lnTo>
                  <a:lnTo>
                    <a:pt x="103417" y="0"/>
                  </a:lnTo>
                  <a:lnTo>
                    <a:pt x="139453" y="107771"/>
                  </a:lnTo>
                  <a:lnTo>
                    <a:pt x="175488" y="215542"/>
                  </a:lnTo>
                  <a:lnTo>
                    <a:pt x="211524" y="323313"/>
                  </a:lnTo>
                  <a:lnTo>
                    <a:pt x="247559" y="431084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8007655" y="4901793"/>
              <a:ext cx="464420" cy="192863"/>
            </a:xfrm>
            <a:custGeom>
              <a:avLst/>
              <a:pathLst>
                <a:path w="464420" h="192863">
                  <a:moveTo>
                    <a:pt x="0" y="112289"/>
                  </a:moveTo>
                  <a:lnTo>
                    <a:pt x="110113" y="84217"/>
                  </a:lnTo>
                  <a:lnTo>
                    <a:pt x="220227" y="56144"/>
                  </a:lnTo>
                  <a:lnTo>
                    <a:pt x="330341" y="28072"/>
                  </a:lnTo>
                  <a:lnTo>
                    <a:pt x="440455" y="0"/>
                  </a:lnTo>
                  <a:lnTo>
                    <a:pt x="464420" y="107581"/>
                  </a:lnTo>
                  <a:lnTo>
                    <a:pt x="352802" y="128902"/>
                  </a:lnTo>
                  <a:lnTo>
                    <a:pt x="241184" y="150222"/>
                  </a:lnTo>
                  <a:lnTo>
                    <a:pt x="129566" y="171543"/>
                  </a:lnTo>
                  <a:lnTo>
                    <a:pt x="17948" y="192863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6751404" y="3540124"/>
              <a:ext cx="129290" cy="460157"/>
            </a:xfrm>
            <a:custGeom>
              <a:avLst/>
              <a:pathLst>
                <a:path w="129290" h="460157">
                  <a:moveTo>
                    <a:pt x="0" y="454131"/>
                  </a:moveTo>
                  <a:lnTo>
                    <a:pt x="4841" y="340598"/>
                  </a:lnTo>
                  <a:lnTo>
                    <a:pt x="9683" y="227065"/>
                  </a:lnTo>
                  <a:lnTo>
                    <a:pt x="14524" y="113532"/>
                  </a:lnTo>
                  <a:lnTo>
                    <a:pt x="19366" y="0"/>
                  </a:lnTo>
                  <a:lnTo>
                    <a:pt x="129290" y="8045"/>
                  </a:lnTo>
                  <a:lnTo>
                    <a:pt x="117550" y="121073"/>
                  </a:lnTo>
                  <a:lnTo>
                    <a:pt x="105809" y="234101"/>
                  </a:lnTo>
                  <a:lnTo>
                    <a:pt x="94069" y="347129"/>
                  </a:lnTo>
                  <a:lnTo>
                    <a:pt x="82328" y="460157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6996529" y="6649996"/>
              <a:ext cx="208165" cy="463939"/>
            </a:xfrm>
            <a:custGeom>
              <a:avLst/>
              <a:pathLst>
                <a:path w="208165" h="463939">
                  <a:moveTo>
                    <a:pt x="79864" y="0"/>
                  </a:moveTo>
                  <a:lnTo>
                    <a:pt x="111939" y="109015"/>
                  </a:lnTo>
                  <a:lnTo>
                    <a:pt x="144015" y="218030"/>
                  </a:lnTo>
                  <a:lnTo>
                    <a:pt x="176090" y="327045"/>
                  </a:lnTo>
                  <a:lnTo>
                    <a:pt x="208165" y="436061"/>
                  </a:lnTo>
                  <a:lnTo>
                    <a:pt x="101531" y="463939"/>
                  </a:lnTo>
                  <a:lnTo>
                    <a:pt x="76148" y="353174"/>
                  </a:lnTo>
                  <a:lnTo>
                    <a:pt x="50765" y="242409"/>
                  </a:lnTo>
                  <a:lnTo>
                    <a:pt x="25382" y="131644"/>
                  </a:lnTo>
                  <a:lnTo>
                    <a:pt x="0" y="20879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4883866" y="5390355"/>
              <a:ext cx="459356" cy="123849"/>
            </a:xfrm>
            <a:custGeom>
              <a:avLst/>
              <a:pathLst>
                <a:path w="459356" h="123849">
                  <a:moveTo>
                    <a:pt x="459356" y="82395"/>
                  </a:moveTo>
                  <a:lnTo>
                    <a:pt x="346193" y="92759"/>
                  </a:lnTo>
                  <a:lnTo>
                    <a:pt x="233031" y="103122"/>
                  </a:lnTo>
                  <a:lnTo>
                    <a:pt x="119868" y="113486"/>
                  </a:lnTo>
                  <a:lnTo>
                    <a:pt x="6706" y="123849"/>
                  </a:lnTo>
                  <a:lnTo>
                    <a:pt x="0" y="13835"/>
                  </a:lnTo>
                  <a:lnTo>
                    <a:pt x="113583" y="10376"/>
                  </a:lnTo>
                  <a:lnTo>
                    <a:pt x="227166" y="6917"/>
                  </a:lnTo>
                  <a:lnTo>
                    <a:pt x="340750" y="3458"/>
                  </a:lnTo>
                  <a:lnTo>
                    <a:pt x="454333" y="0"/>
                  </a:lnTo>
                  <a:close/>
                </a:path>
              </a:pathLst>
            </a:custGeom>
            <a:solidFill>
              <a:srgbClr val="E78AC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5543930" y="3882979"/>
              <a:ext cx="353964" cy="418510"/>
            </a:xfrm>
            <a:custGeom>
              <a:avLst/>
              <a:pathLst>
                <a:path w="353964" h="418510">
                  <a:moveTo>
                    <a:pt x="288627" y="418510"/>
                  </a:moveTo>
                  <a:lnTo>
                    <a:pt x="216470" y="330723"/>
                  </a:lnTo>
                  <a:lnTo>
                    <a:pt x="144313" y="242936"/>
                  </a:lnTo>
                  <a:lnTo>
                    <a:pt x="72156" y="155149"/>
                  </a:lnTo>
                  <a:lnTo>
                    <a:pt x="0" y="67362"/>
                  </a:lnTo>
                  <a:lnTo>
                    <a:pt x="87237" y="0"/>
                  </a:lnTo>
                  <a:lnTo>
                    <a:pt x="153919" y="92014"/>
                  </a:lnTo>
                  <a:lnTo>
                    <a:pt x="220601" y="184029"/>
                  </a:lnTo>
                  <a:lnTo>
                    <a:pt x="287282" y="276044"/>
                  </a:lnTo>
                  <a:lnTo>
                    <a:pt x="353964" y="368059"/>
                  </a:lnTo>
                  <a:close/>
                </a:path>
              </a:pathLst>
            </a:custGeom>
            <a:solidFill>
              <a:srgbClr val="FFD92F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6440913" y="3544148"/>
              <a:ext cx="145496" cy="462149"/>
            </a:xfrm>
            <a:custGeom>
              <a:avLst/>
              <a:pathLst>
                <a:path w="145496" h="462149">
                  <a:moveTo>
                    <a:pt x="63443" y="462149"/>
                  </a:moveTo>
                  <a:lnTo>
                    <a:pt x="47582" y="349625"/>
                  </a:lnTo>
                  <a:lnTo>
                    <a:pt x="31721" y="237102"/>
                  </a:lnTo>
                  <a:lnTo>
                    <a:pt x="15860" y="124578"/>
                  </a:lnTo>
                  <a:lnTo>
                    <a:pt x="0" y="12054"/>
                  </a:lnTo>
                  <a:lnTo>
                    <a:pt x="109557" y="0"/>
                  </a:lnTo>
                  <a:lnTo>
                    <a:pt x="118542" y="113280"/>
                  </a:lnTo>
                  <a:lnTo>
                    <a:pt x="127527" y="226560"/>
                  </a:lnTo>
                  <a:lnTo>
                    <a:pt x="136511" y="339840"/>
                  </a:lnTo>
                  <a:lnTo>
                    <a:pt x="145496" y="453121"/>
                  </a:lnTo>
                  <a:close/>
                </a:path>
              </a:pathLst>
            </a:custGeom>
            <a:solidFill>
              <a:srgbClr val="E5C494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7957234" y="5763412"/>
              <a:ext cx="460410" cy="242756"/>
            </a:xfrm>
            <a:custGeom>
              <a:avLst/>
              <a:pathLst>
                <a:path w="460410" h="242756">
                  <a:moveTo>
                    <a:pt x="27602" y="0"/>
                  </a:moveTo>
                  <a:lnTo>
                    <a:pt x="135804" y="34720"/>
                  </a:lnTo>
                  <a:lnTo>
                    <a:pt x="244006" y="69440"/>
                  </a:lnTo>
                  <a:lnTo>
                    <a:pt x="352208" y="104161"/>
                  </a:lnTo>
                  <a:lnTo>
                    <a:pt x="460410" y="138881"/>
                  </a:lnTo>
                  <a:lnTo>
                    <a:pt x="423555" y="242756"/>
                  </a:lnTo>
                  <a:lnTo>
                    <a:pt x="317666" y="201516"/>
                  </a:lnTo>
                  <a:lnTo>
                    <a:pt x="211777" y="160276"/>
                  </a:lnTo>
                  <a:lnTo>
                    <a:pt x="105888" y="119036"/>
                  </a:lnTo>
                  <a:lnTo>
                    <a:pt x="0" y="77797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6996529" y="3584226"/>
              <a:ext cx="208165" cy="463939"/>
            </a:xfrm>
            <a:custGeom>
              <a:avLst/>
              <a:pathLst>
                <a:path w="208165" h="463939">
                  <a:moveTo>
                    <a:pt x="0" y="443059"/>
                  </a:moveTo>
                  <a:lnTo>
                    <a:pt x="25382" y="332294"/>
                  </a:lnTo>
                  <a:lnTo>
                    <a:pt x="50765" y="221529"/>
                  </a:lnTo>
                  <a:lnTo>
                    <a:pt x="76148" y="110764"/>
                  </a:lnTo>
                  <a:lnTo>
                    <a:pt x="101531" y="0"/>
                  </a:lnTo>
                  <a:lnTo>
                    <a:pt x="208165" y="27878"/>
                  </a:lnTo>
                  <a:lnTo>
                    <a:pt x="176090" y="136893"/>
                  </a:lnTo>
                  <a:lnTo>
                    <a:pt x="144015" y="245908"/>
                  </a:lnTo>
                  <a:lnTo>
                    <a:pt x="111939" y="354923"/>
                  </a:lnTo>
                  <a:lnTo>
                    <a:pt x="79864" y="463939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6833732" y="3548169"/>
              <a:ext cx="156193" cy="463135"/>
            </a:xfrm>
            <a:custGeom>
              <a:avLst/>
              <a:pathLst>
                <a:path w="156193" h="463135">
                  <a:moveTo>
                    <a:pt x="0" y="452111"/>
                  </a:moveTo>
                  <a:lnTo>
                    <a:pt x="11740" y="339083"/>
                  </a:lnTo>
                  <a:lnTo>
                    <a:pt x="23481" y="226055"/>
                  </a:lnTo>
                  <a:lnTo>
                    <a:pt x="35221" y="113027"/>
                  </a:lnTo>
                  <a:lnTo>
                    <a:pt x="46962" y="0"/>
                  </a:lnTo>
                  <a:lnTo>
                    <a:pt x="156193" y="14719"/>
                  </a:lnTo>
                  <a:lnTo>
                    <a:pt x="137597" y="126823"/>
                  </a:lnTo>
                  <a:lnTo>
                    <a:pt x="119001" y="238927"/>
                  </a:lnTo>
                  <a:lnTo>
                    <a:pt x="100405" y="351031"/>
                  </a:lnTo>
                  <a:lnTo>
                    <a:pt x="81809" y="463135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6550471" y="6700893"/>
              <a:ext cx="118389" cy="458487"/>
            </a:xfrm>
            <a:custGeom>
              <a:avLst/>
              <a:pathLst>
                <a:path w="118389" h="458487">
                  <a:moveTo>
                    <a:pt x="118389" y="4019"/>
                  </a:moveTo>
                  <a:lnTo>
                    <a:pt x="116314" y="117636"/>
                  </a:lnTo>
                  <a:lnTo>
                    <a:pt x="114239" y="231253"/>
                  </a:lnTo>
                  <a:lnTo>
                    <a:pt x="112163" y="344870"/>
                  </a:lnTo>
                  <a:lnTo>
                    <a:pt x="110088" y="458487"/>
                  </a:lnTo>
                  <a:lnTo>
                    <a:pt x="0" y="453121"/>
                  </a:lnTo>
                  <a:lnTo>
                    <a:pt x="8984" y="339840"/>
                  </a:lnTo>
                  <a:lnTo>
                    <a:pt x="17969" y="226560"/>
                  </a:lnTo>
                  <a:lnTo>
                    <a:pt x="26954" y="113280"/>
                  </a:lnTo>
                  <a:lnTo>
                    <a:pt x="35939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5817117" y="3714385"/>
              <a:ext cx="293458" cy="448128"/>
            </a:xfrm>
            <a:custGeom>
              <a:avLst/>
              <a:pathLst>
                <a:path w="293458" h="448128">
                  <a:moveTo>
                    <a:pt x="220044" y="448128"/>
                  </a:moveTo>
                  <a:lnTo>
                    <a:pt x="165033" y="348695"/>
                  </a:lnTo>
                  <a:lnTo>
                    <a:pt x="110022" y="249262"/>
                  </a:lnTo>
                  <a:lnTo>
                    <a:pt x="55011" y="149829"/>
                  </a:lnTo>
                  <a:lnTo>
                    <a:pt x="0" y="50396"/>
                  </a:lnTo>
                  <a:lnTo>
                    <a:pt x="98022" y="0"/>
                  </a:lnTo>
                  <a:lnTo>
                    <a:pt x="146881" y="102596"/>
                  </a:lnTo>
                  <a:lnTo>
                    <a:pt x="195740" y="205192"/>
                  </a:lnTo>
                  <a:lnTo>
                    <a:pt x="244599" y="307788"/>
                  </a:lnTo>
                  <a:lnTo>
                    <a:pt x="293458" y="410384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5460953" y="3950342"/>
              <a:ext cx="371604" cy="405481"/>
            </a:xfrm>
            <a:custGeom>
              <a:avLst/>
              <a:pathLst>
                <a:path w="371604" h="405481">
                  <a:moveTo>
                    <a:pt x="309458" y="405481"/>
                  </a:moveTo>
                  <a:lnTo>
                    <a:pt x="232093" y="322247"/>
                  </a:lnTo>
                  <a:lnTo>
                    <a:pt x="154729" y="239013"/>
                  </a:lnTo>
                  <a:lnTo>
                    <a:pt x="77364" y="155779"/>
                  </a:lnTo>
                  <a:lnTo>
                    <a:pt x="0" y="72546"/>
                  </a:lnTo>
                  <a:lnTo>
                    <a:pt x="82977" y="0"/>
                  </a:lnTo>
                  <a:lnTo>
                    <a:pt x="155134" y="87786"/>
                  </a:lnTo>
                  <a:lnTo>
                    <a:pt x="227291" y="175573"/>
                  </a:lnTo>
                  <a:lnTo>
                    <a:pt x="299447" y="263360"/>
                  </a:lnTo>
                  <a:lnTo>
                    <a:pt x="371604" y="351147"/>
                  </a:lnTo>
                  <a:close/>
                </a:path>
              </a:pathLst>
            </a:custGeom>
            <a:solidFill>
              <a:srgbClr val="FFD92F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7984837" y="5684079"/>
              <a:ext cx="463273" cy="218214"/>
            </a:xfrm>
            <a:custGeom>
              <a:avLst/>
              <a:pathLst>
                <a:path w="463273" h="218214">
                  <a:moveTo>
                    <a:pt x="22817" y="0"/>
                  </a:moveTo>
                  <a:lnTo>
                    <a:pt x="132931" y="28072"/>
                  </a:lnTo>
                  <a:lnTo>
                    <a:pt x="243045" y="56144"/>
                  </a:lnTo>
                  <a:lnTo>
                    <a:pt x="353159" y="84217"/>
                  </a:lnTo>
                  <a:lnTo>
                    <a:pt x="463273" y="112289"/>
                  </a:lnTo>
                  <a:lnTo>
                    <a:pt x="432807" y="218214"/>
                  </a:lnTo>
                  <a:lnTo>
                    <a:pt x="324605" y="183493"/>
                  </a:lnTo>
                  <a:lnTo>
                    <a:pt x="216403" y="148773"/>
                  </a:lnTo>
                  <a:lnTo>
                    <a:pt x="108201" y="114052"/>
                  </a:lnTo>
                  <a:lnTo>
                    <a:pt x="0" y="79332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7579954" y="3978753"/>
              <a:ext cx="378278" cy="399846"/>
            </a:xfrm>
            <a:custGeom>
              <a:avLst/>
              <a:pathLst>
                <a:path w="378278" h="399846">
                  <a:moveTo>
                    <a:pt x="0" y="344015"/>
                  </a:moveTo>
                  <a:lnTo>
                    <a:pt x="74273" y="258011"/>
                  </a:lnTo>
                  <a:lnTo>
                    <a:pt x="148546" y="172007"/>
                  </a:lnTo>
                  <a:lnTo>
                    <a:pt x="222819" y="86003"/>
                  </a:lnTo>
                  <a:lnTo>
                    <a:pt x="297092" y="0"/>
                  </a:lnTo>
                  <a:lnTo>
                    <a:pt x="378278" y="74545"/>
                  </a:lnTo>
                  <a:lnTo>
                    <a:pt x="298910" y="155870"/>
                  </a:lnTo>
                  <a:lnTo>
                    <a:pt x="219541" y="237195"/>
                  </a:lnTo>
                  <a:lnTo>
                    <a:pt x="140173" y="318521"/>
                  </a:lnTo>
                  <a:lnTo>
                    <a:pt x="60804" y="399846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7846827" y="5991051"/>
              <a:ext cx="441656" cy="310637"/>
            </a:xfrm>
            <a:custGeom>
              <a:avLst/>
              <a:pathLst>
                <a:path w="441656" h="310637">
                  <a:moveTo>
                    <a:pt x="41274" y="0"/>
                  </a:moveTo>
                  <a:lnTo>
                    <a:pt x="141369" y="53796"/>
                  </a:lnTo>
                  <a:lnTo>
                    <a:pt x="241465" y="107592"/>
                  </a:lnTo>
                  <a:lnTo>
                    <a:pt x="341560" y="161389"/>
                  </a:lnTo>
                  <a:lnTo>
                    <a:pt x="441656" y="215185"/>
                  </a:lnTo>
                  <a:lnTo>
                    <a:pt x="386546" y="310637"/>
                  </a:lnTo>
                  <a:lnTo>
                    <a:pt x="289910" y="250850"/>
                  </a:lnTo>
                  <a:lnTo>
                    <a:pt x="193273" y="191063"/>
                  </a:lnTo>
                  <a:lnTo>
                    <a:pt x="96636" y="131276"/>
                  </a:lnTo>
                  <a:lnTo>
                    <a:pt x="0" y="71489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7076394" y="3612104"/>
              <a:ext cx="233042" cy="461761"/>
            </a:xfrm>
            <a:custGeom>
              <a:avLst/>
              <a:pathLst>
                <a:path w="233042" h="461761">
                  <a:moveTo>
                    <a:pt x="0" y="436061"/>
                  </a:moveTo>
                  <a:lnTo>
                    <a:pt x="32075" y="327045"/>
                  </a:lnTo>
                  <a:lnTo>
                    <a:pt x="64150" y="218030"/>
                  </a:lnTo>
                  <a:lnTo>
                    <a:pt x="96225" y="109015"/>
                  </a:lnTo>
                  <a:lnTo>
                    <a:pt x="128301" y="0"/>
                  </a:lnTo>
                  <a:lnTo>
                    <a:pt x="233042" y="34314"/>
                  </a:lnTo>
                  <a:lnTo>
                    <a:pt x="194393" y="141176"/>
                  </a:lnTo>
                  <a:lnTo>
                    <a:pt x="155744" y="248037"/>
                  </a:lnTo>
                  <a:lnTo>
                    <a:pt x="117095" y="354899"/>
                  </a:lnTo>
                  <a:lnTo>
                    <a:pt x="78446" y="461761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7231577" y="3687043"/>
              <a:ext cx="280115" cy="452286"/>
            </a:xfrm>
            <a:custGeom>
              <a:avLst/>
              <a:pathLst>
                <a:path w="280115" h="452286">
                  <a:moveTo>
                    <a:pt x="0" y="417247"/>
                  </a:moveTo>
                  <a:lnTo>
                    <a:pt x="45079" y="312935"/>
                  </a:lnTo>
                  <a:lnTo>
                    <a:pt x="90159" y="208623"/>
                  </a:lnTo>
                  <a:lnTo>
                    <a:pt x="135238" y="104311"/>
                  </a:lnTo>
                  <a:lnTo>
                    <a:pt x="180318" y="0"/>
                  </a:lnTo>
                  <a:lnTo>
                    <a:pt x="280115" y="46783"/>
                  </a:lnTo>
                  <a:lnTo>
                    <a:pt x="228772" y="148158"/>
                  </a:lnTo>
                  <a:lnTo>
                    <a:pt x="177429" y="249534"/>
                  </a:lnTo>
                  <a:lnTo>
                    <a:pt x="126086" y="350910"/>
                  </a:lnTo>
                  <a:lnTo>
                    <a:pt x="74743" y="452286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7698053" y="4132645"/>
              <a:ext cx="408209" cy="368184"/>
            </a:xfrm>
            <a:custGeom>
              <a:avLst/>
              <a:pathLst>
                <a:path w="408209" h="368184">
                  <a:moveTo>
                    <a:pt x="0" y="305381"/>
                  </a:moveTo>
                  <a:lnTo>
                    <a:pt x="84169" y="229036"/>
                  </a:lnTo>
                  <a:lnTo>
                    <a:pt x="168339" y="152690"/>
                  </a:lnTo>
                  <a:lnTo>
                    <a:pt x="252509" y="76345"/>
                  </a:lnTo>
                  <a:lnTo>
                    <a:pt x="336678" y="0"/>
                  </a:lnTo>
                  <a:lnTo>
                    <a:pt x="408209" y="83854"/>
                  </a:lnTo>
                  <a:lnTo>
                    <a:pt x="319550" y="154937"/>
                  </a:lnTo>
                  <a:lnTo>
                    <a:pt x="230891" y="226019"/>
                  </a:lnTo>
                  <a:lnTo>
                    <a:pt x="142232" y="297102"/>
                  </a:lnTo>
                  <a:lnTo>
                    <a:pt x="53572" y="368184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8025604" y="5521988"/>
              <a:ext cx="463846" cy="166798"/>
            </a:xfrm>
            <a:custGeom>
              <a:avLst/>
              <a:pathLst>
                <a:path w="463846" h="166798">
                  <a:moveTo>
                    <a:pt x="13012" y="0"/>
                  </a:moveTo>
                  <a:lnTo>
                    <a:pt x="125721" y="14489"/>
                  </a:lnTo>
                  <a:lnTo>
                    <a:pt x="238429" y="28978"/>
                  </a:lnTo>
                  <a:lnTo>
                    <a:pt x="351138" y="43468"/>
                  </a:lnTo>
                  <a:lnTo>
                    <a:pt x="463846" y="57957"/>
                  </a:lnTo>
                  <a:lnTo>
                    <a:pt x="446472" y="166798"/>
                  </a:lnTo>
                  <a:lnTo>
                    <a:pt x="334854" y="145478"/>
                  </a:lnTo>
                  <a:lnTo>
                    <a:pt x="223236" y="124157"/>
                  </a:lnTo>
                  <a:lnTo>
                    <a:pt x="111618" y="102837"/>
                  </a:lnTo>
                  <a:lnTo>
                    <a:pt x="0" y="81516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5120119" y="6019947"/>
              <a:ext cx="438026" cy="318953"/>
            </a:xfrm>
            <a:custGeom>
              <a:avLst/>
              <a:pathLst>
                <a:path w="438026" h="318953">
                  <a:moveTo>
                    <a:pt x="438026" y="70463"/>
                  </a:moveTo>
                  <a:lnTo>
                    <a:pt x="342874" y="132585"/>
                  </a:lnTo>
                  <a:lnTo>
                    <a:pt x="247721" y="194708"/>
                  </a:lnTo>
                  <a:lnTo>
                    <a:pt x="152569" y="256830"/>
                  </a:lnTo>
                  <a:lnTo>
                    <a:pt x="57417" y="318953"/>
                  </a:lnTo>
                  <a:lnTo>
                    <a:pt x="0" y="224871"/>
                  </a:lnTo>
                  <a:lnTo>
                    <a:pt x="98755" y="168653"/>
                  </a:lnTo>
                  <a:lnTo>
                    <a:pt x="197511" y="112435"/>
                  </a:lnTo>
                  <a:lnTo>
                    <a:pt x="296267" y="56217"/>
                  </a:lnTo>
                  <a:lnTo>
                    <a:pt x="395023" y="0"/>
                  </a:lnTo>
                  <a:close/>
                </a:path>
              </a:pathLst>
            </a:custGeom>
            <a:solidFill>
              <a:srgbClr val="8DA0CB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7378794" y="3786595"/>
              <a:ext cx="323040" cy="436113"/>
            </a:xfrm>
            <a:custGeom>
              <a:avLst/>
              <a:pathLst>
                <a:path w="323040" h="436113">
                  <a:moveTo>
                    <a:pt x="0" y="392255"/>
                  </a:moveTo>
                  <a:lnTo>
                    <a:pt x="57416" y="294191"/>
                  </a:lnTo>
                  <a:lnTo>
                    <a:pt x="114832" y="196127"/>
                  </a:lnTo>
                  <a:lnTo>
                    <a:pt x="172248" y="98063"/>
                  </a:lnTo>
                  <a:lnTo>
                    <a:pt x="229664" y="0"/>
                  </a:lnTo>
                  <a:lnTo>
                    <a:pt x="323040" y="58558"/>
                  </a:lnTo>
                  <a:lnTo>
                    <a:pt x="259763" y="152947"/>
                  </a:lnTo>
                  <a:lnTo>
                    <a:pt x="196487" y="247336"/>
                  </a:lnTo>
                  <a:lnTo>
                    <a:pt x="133210" y="341724"/>
                  </a:lnTo>
                  <a:lnTo>
                    <a:pt x="69934" y="436113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8007655" y="5603505"/>
              <a:ext cx="464420" cy="192863"/>
            </a:xfrm>
            <a:custGeom>
              <a:avLst/>
              <a:pathLst>
                <a:path w="464420" h="192863">
                  <a:moveTo>
                    <a:pt x="17948" y="0"/>
                  </a:moveTo>
                  <a:lnTo>
                    <a:pt x="129566" y="21320"/>
                  </a:lnTo>
                  <a:lnTo>
                    <a:pt x="241184" y="42640"/>
                  </a:lnTo>
                  <a:lnTo>
                    <a:pt x="352802" y="63961"/>
                  </a:lnTo>
                  <a:lnTo>
                    <a:pt x="464420" y="85281"/>
                  </a:lnTo>
                  <a:lnTo>
                    <a:pt x="440455" y="192863"/>
                  </a:lnTo>
                  <a:lnTo>
                    <a:pt x="330341" y="164791"/>
                  </a:lnTo>
                  <a:lnTo>
                    <a:pt x="220227" y="136718"/>
                  </a:lnTo>
                  <a:lnTo>
                    <a:pt x="110113" y="108646"/>
                  </a:lnTo>
                  <a:lnTo>
                    <a:pt x="0" y="80573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4923980" y="5635865"/>
              <a:ext cx="464168" cy="203095"/>
            </a:xfrm>
            <a:custGeom>
              <a:avLst/>
              <a:pathLst>
                <a:path w="464168" h="203095">
                  <a:moveTo>
                    <a:pt x="464168" y="80112"/>
                  </a:moveTo>
                  <a:lnTo>
                    <a:pt x="354770" y="110858"/>
                  </a:lnTo>
                  <a:lnTo>
                    <a:pt x="245373" y="141604"/>
                  </a:lnTo>
                  <a:lnTo>
                    <a:pt x="135975" y="172349"/>
                  </a:lnTo>
                  <a:lnTo>
                    <a:pt x="26577" y="203095"/>
                  </a:lnTo>
                  <a:lnTo>
                    <a:pt x="0" y="96128"/>
                  </a:lnTo>
                  <a:lnTo>
                    <a:pt x="111065" y="72096"/>
                  </a:lnTo>
                  <a:lnTo>
                    <a:pt x="222131" y="48064"/>
                  </a:lnTo>
                  <a:lnTo>
                    <a:pt x="333197" y="24032"/>
                  </a:lnTo>
                  <a:lnTo>
                    <a:pt x="444263" y="0"/>
                  </a:lnTo>
                  <a:close/>
                </a:path>
              </a:pathLst>
            </a:custGeom>
            <a:solidFill>
              <a:srgbClr val="E78AC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7378794" y="6475453"/>
              <a:ext cx="323040" cy="436113"/>
            </a:xfrm>
            <a:custGeom>
              <a:avLst/>
              <a:pathLst>
                <a:path w="323040" h="436113">
                  <a:moveTo>
                    <a:pt x="69934" y="0"/>
                  </a:moveTo>
                  <a:lnTo>
                    <a:pt x="133210" y="94388"/>
                  </a:lnTo>
                  <a:lnTo>
                    <a:pt x="196487" y="188777"/>
                  </a:lnTo>
                  <a:lnTo>
                    <a:pt x="259763" y="283166"/>
                  </a:lnTo>
                  <a:lnTo>
                    <a:pt x="323040" y="377554"/>
                  </a:lnTo>
                  <a:lnTo>
                    <a:pt x="229664" y="436113"/>
                  </a:lnTo>
                  <a:lnTo>
                    <a:pt x="172248" y="338049"/>
                  </a:lnTo>
                  <a:lnTo>
                    <a:pt x="114832" y="239985"/>
                  </a:lnTo>
                  <a:lnTo>
                    <a:pt x="57416" y="141921"/>
                  </a:lnTo>
                  <a:lnTo>
                    <a:pt x="0" y="43857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6915542" y="3562888"/>
              <a:ext cx="182518" cy="464397"/>
            </a:xfrm>
            <a:custGeom>
              <a:avLst/>
              <a:pathLst>
                <a:path w="182518" h="464397">
                  <a:moveTo>
                    <a:pt x="0" y="448416"/>
                  </a:moveTo>
                  <a:lnTo>
                    <a:pt x="18596" y="336312"/>
                  </a:lnTo>
                  <a:lnTo>
                    <a:pt x="37192" y="224208"/>
                  </a:lnTo>
                  <a:lnTo>
                    <a:pt x="55788" y="112104"/>
                  </a:lnTo>
                  <a:lnTo>
                    <a:pt x="74384" y="0"/>
                  </a:lnTo>
                  <a:lnTo>
                    <a:pt x="182518" y="21338"/>
                  </a:lnTo>
                  <a:lnTo>
                    <a:pt x="157135" y="132102"/>
                  </a:lnTo>
                  <a:lnTo>
                    <a:pt x="131752" y="242867"/>
                  </a:lnTo>
                  <a:lnTo>
                    <a:pt x="106369" y="353632"/>
                  </a:lnTo>
                  <a:lnTo>
                    <a:pt x="80987" y="464397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4890572" y="5472751"/>
              <a:ext cx="462676" cy="150856"/>
            </a:xfrm>
            <a:custGeom>
              <a:avLst/>
              <a:pathLst>
                <a:path w="462676" h="150856">
                  <a:moveTo>
                    <a:pt x="462676" y="81937"/>
                  </a:moveTo>
                  <a:lnTo>
                    <a:pt x="350354" y="99167"/>
                  </a:lnTo>
                  <a:lnTo>
                    <a:pt x="238032" y="116397"/>
                  </a:lnTo>
                  <a:lnTo>
                    <a:pt x="125710" y="133626"/>
                  </a:lnTo>
                  <a:lnTo>
                    <a:pt x="13387" y="150856"/>
                  </a:lnTo>
                  <a:lnTo>
                    <a:pt x="0" y="41453"/>
                  </a:lnTo>
                  <a:lnTo>
                    <a:pt x="113162" y="31090"/>
                  </a:lnTo>
                  <a:lnTo>
                    <a:pt x="226325" y="20726"/>
                  </a:lnTo>
                  <a:lnTo>
                    <a:pt x="339487" y="10363"/>
                  </a:lnTo>
                  <a:lnTo>
                    <a:pt x="452650" y="0"/>
                  </a:lnTo>
                  <a:close/>
                </a:path>
              </a:pathLst>
            </a:custGeom>
            <a:solidFill>
              <a:srgbClr val="E78AC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7888101" y="5917182"/>
              <a:ext cx="449581" cy="289053"/>
            </a:xfrm>
            <a:custGeom>
              <a:avLst/>
              <a:pathLst>
                <a:path w="449581" h="289053">
                  <a:moveTo>
                    <a:pt x="36848" y="0"/>
                  </a:moveTo>
                  <a:lnTo>
                    <a:pt x="140031" y="47606"/>
                  </a:lnTo>
                  <a:lnTo>
                    <a:pt x="243214" y="95212"/>
                  </a:lnTo>
                  <a:lnTo>
                    <a:pt x="346398" y="142818"/>
                  </a:lnTo>
                  <a:lnTo>
                    <a:pt x="449581" y="190425"/>
                  </a:lnTo>
                  <a:lnTo>
                    <a:pt x="400381" y="289053"/>
                  </a:lnTo>
                  <a:lnTo>
                    <a:pt x="300286" y="235257"/>
                  </a:lnTo>
                  <a:lnTo>
                    <a:pt x="200190" y="181461"/>
                  </a:lnTo>
                  <a:lnTo>
                    <a:pt x="100095" y="127664"/>
                  </a:lnTo>
                  <a:lnTo>
                    <a:pt x="0" y="73868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7448728" y="6427421"/>
              <a:ext cx="342746" cy="425586"/>
            </a:xfrm>
            <a:custGeom>
              <a:avLst/>
              <a:pathLst>
                <a:path w="342746" h="425586">
                  <a:moveTo>
                    <a:pt x="67136" y="0"/>
                  </a:moveTo>
                  <a:lnTo>
                    <a:pt x="136038" y="90363"/>
                  </a:lnTo>
                  <a:lnTo>
                    <a:pt x="204941" y="180727"/>
                  </a:lnTo>
                  <a:lnTo>
                    <a:pt x="273843" y="271091"/>
                  </a:lnTo>
                  <a:lnTo>
                    <a:pt x="342746" y="361454"/>
                  </a:lnTo>
                  <a:lnTo>
                    <a:pt x="253106" y="425586"/>
                  </a:lnTo>
                  <a:lnTo>
                    <a:pt x="189829" y="331197"/>
                  </a:lnTo>
                  <a:lnTo>
                    <a:pt x="126553" y="236809"/>
                  </a:lnTo>
                  <a:lnTo>
                    <a:pt x="63276" y="142420"/>
                  </a:lnTo>
                  <a:lnTo>
                    <a:pt x="0" y="48031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7515864" y="3909286"/>
              <a:ext cx="361181" cy="413482"/>
            </a:xfrm>
            <a:custGeom>
              <a:avLst/>
              <a:pathLst>
                <a:path w="361181" h="413482">
                  <a:moveTo>
                    <a:pt x="0" y="361454"/>
                  </a:moveTo>
                  <a:lnTo>
                    <a:pt x="68902" y="271091"/>
                  </a:lnTo>
                  <a:lnTo>
                    <a:pt x="137804" y="180727"/>
                  </a:lnTo>
                  <a:lnTo>
                    <a:pt x="206707" y="90363"/>
                  </a:lnTo>
                  <a:lnTo>
                    <a:pt x="275609" y="0"/>
                  </a:lnTo>
                  <a:lnTo>
                    <a:pt x="361181" y="69467"/>
                  </a:lnTo>
                  <a:lnTo>
                    <a:pt x="286908" y="155471"/>
                  </a:lnTo>
                  <a:lnTo>
                    <a:pt x="212635" y="241474"/>
                  </a:lnTo>
                  <a:lnTo>
                    <a:pt x="138362" y="327478"/>
                  </a:lnTo>
                  <a:lnTo>
                    <a:pt x="64089" y="413482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5460953" y="6342338"/>
              <a:ext cx="371604" cy="405481"/>
            </a:xfrm>
            <a:custGeom>
              <a:avLst/>
              <a:pathLst>
                <a:path w="371604" h="405481">
                  <a:moveTo>
                    <a:pt x="371604" y="54333"/>
                  </a:moveTo>
                  <a:lnTo>
                    <a:pt x="299447" y="142120"/>
                  </a:lnTo>
                  <a:lnTo>
                    <a:pt x="227291" y="229907"/>
                  </a:lnTo>
                  <a:lnTo>
                    <a:pt x="155134" y="317694"/>
                  </a:lnTo>
                  <a:lnTo>
                    <a:pt x="82977" y="405481"/>
                  </a:lnTo>
                  <a:lnTo>
                    <a:pt x="0" y="332935"/>
                  </a:lnTo>
                  <a:lnTo>
                    <a:pt x="77364" y="249701"/>
                  </a:lnTo>
                  <a:lnTo>
                    <a:pt x="154729" y="166467"/>
                  </a:lnTo>
                  <a:lnTo>
                    <a:pt x="232093" y="83233"/>
                  </a:lnTo>
                  <a:lnTo>
                    <a:pt x="309458" y="0"/>
                  </a:lnTo>
                  <a:close/>
                </a:path>
              </a:pathLst>
            </a:custGeom>
            <a:solidFill>
              <a:srgbClr val="8DA0CB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6660559" y="3538782"/>
              <a:ext cx="110210" cy="455473"/>
            </a:xfrm>
            <a:custGeom>
              <a:avLst/>
              <a:pathLst>
                <a:path w="110210" h="455473">
                  <a:moveTo>
                    <a:pt x="8301" y="454468"/>
                  </a:moveTo>
                  <a:lnTo>
                    <a:pt x="6226" y="340851"/>
                  </a:lnTo>
                  <a:lnTo>
                    <a:pt x="4150" y="227234"/>
                  </a:lnTo>
                  <a:lnTo>
                    <a:pt x="2075" y="113617"/>
                  </a:lnTo>
                  <a:lnTo>
                    <a:pt x="0" y="0"/>
                  </a:lnTo>
                  <a:lnTo>
                    <a:pt x="110210" y="1342"/>
                  </a:lnTo>
                  <a:lnTo>
                    <a:pt x="105369" y="114874"/>
                  </a:lnTo>
                  <a:lnTo>
                    <a:pt x="100527" y="228407"/>
                  </a:lnTo>
                  <a:lnTo>
                    <a:pt x="95686" y="341940"/>
                  </a:lnTo>
                  <a:lnTo>
                    <a:pt x="90844" y="455473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4890572" y="5074554"/>
              <a:ext cx="462676" cy="150856"/>
            </a:xfrm>
            <a:custGeom>
              <a:avLst/>
              <a:pathLst>
                <a:path w="462676" h="150856">
                  <a:moveTo>
                    <a:pt x="452650" y="150856"/>
                  </a:moveTo>
                  <a:lnTo>
                    <a:pt x="339487" y="140493"/>
                  </a:lnTo>
                  <a:lnTo>
                    <a:pt x="226325" y="130129"/>
                  </a:lnTo>
                  <a:lnTo>
                    <a:pt x="113162" y="119766"/>
                  </a:lnTo>
                  <a:lnTo>
                    <a:pt x="0" y="109402"/>
                  </a:lnTo>
                  <a:lnTo>
                    <a:pt x="13387" y="0"/>
                  </a:lnTo>
                  <a:lnTo>
                    <a:pt x="125710" y="17229"/>
                  </a:lnTo>
                  <a:lnTo>
                    <a:pt x="238032" y="34459"/>
                  </a:lnTo>
                  <a:lnTo>
                    <a:pt x="350354" y="51689"/>
                  </a:lnTo>
                  <a:lnTo>
                    <a:pt x="462676" y="68918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8038616" y="5439831"/>
              <a:ext cx="461553" cy="140115"/>
            </a:xfrm>
            <a:custGeom>
              <a:avLst/>
              <a:pathLst>
                <a:path w="461553" h="140115">
                  <a:moveTo>
                    <a:pt x="8028" y="0"/>
                  </a:moveTo>
                  <a:lnTo>
                    <a:pt x="121409" y="7604"/>
                  </a:lnTo>
                  <a:lnTo>
                    <a:pt x="234791" y="15209"/>
                  </a:lnTo>
                  <a:lnTo>
                    <a:pt x="348172" y="22814"/>
                  </a:lnTo>
                  <a:lnTo>
                    <a:pt x="461553" y="30418"/>
                  </a:lnTo>
                  <a:lnTo>
                    <a:pt x="450834" y="140115"/>
                  </a:lnTo>
                  <a:lnTo>
                    <a:pt x="338125" y="125625"/>
                  </a:lnTo>
                  <a:lnTo>
                    <a:pt x="225417" y="111136"/>
                  </a:lnTo>
                  <a:lnTo>
                    <a:pt x="112708" y="96646"/>
                  </a:lnTo>
                  <a:lnTo>
                    <a:pt x="0" y="82157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7448728" y="3845154"/>
              <a:ext cx="342746" cy="425586"/>
            </a:xfrm>
            <a:custGeom>
              <a:avLst/>
              <a:pathLst>
                <a:path w="342746" h="425586">
                  <a:moveTo>
                    <a:pt x="0" y="377554"/>
                  </a:moveTo>
                  <a:lnTo>
                    <a:pt x="63276" y="283166"/>
                  </a:lnTo>
                  <a:lnTo>
                    <a:pt x="126553" y="188777"/>
                  </a:lnTo>
                  <a:lnTo>
                    <a:pt x="189829" y="94388"/>
                  </a:lnTo>
                  <a:lnTo>
                    <a:pt x="253106" y="0"/>
                  </a:lnTo>
                  <a:lnTo>
                    <a:pt x="342746" y="64131"/>
                  </a:lnTo>
                  <a:lnTo>
                    <a:pt x="273843" y="154495"/>
                  </a:lnTo>
                  <a:lnTo>
                    <a:pt x="204941" y="244859"/>
                  </a:lnTo>
                  <a:lnTo>
                    <a:pt x="136038" y="335222"/>
                  </a:lnTo>
                  <a:lnTo>
                    <a:pt x="67136" y="425586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4903960" y="5554689"/>
              <a:ext cx="464282" cy="177304"/>
            </a:xfrm>
            <a:custGeom>
              <a:avLst/>
              <a:pathLst>
                <a:path w="464282" h="177304">
                  <a:moveTo>
                    <a:pt x="464282" y="81175"/>
                  </a:moveTo>
                  <a:lnTo>
                    <a:pt x="353217" y="105207"/>
                  </a:lnTo>
                  <a:lnTo>
                    <a:pt x="242151" y="129240"/>
                  </a:lnTo>
                  <a:lnTo>
                    <a:pt x="131085" y="153272"/>
                  </a:lnTo>
                  <a:lnTo>
                    <a:pt x="20019" y="177304"/>
                  </a:lnTo>
                  <a:lnTo>
                    <a:pt x="0" y="68918"/>
                  </a:lnTo>
                  <a:lnTo>
                    <a:pt x="112322" y="51689"/>
                  </a:lnTo>
                  <a:lnTo>
                    <a:pt x="224644" y="34459"/>
                  </a:lnTo>
                  <a:lnTo>
                    <a:pt x="336966" y="17229"/>
                  </a:lnTo>
                  <a:lnTo>
                    <a:pt x="449289" y="0"/>
                  </a:lnTo>
                  <a:close/>
                </a:path>
              </a:pathLst>
            </a:custGeom>
            <a:solidFill>
              <a:srgbClr val="E78AC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7076394" y="6624296"/>
              <a:ext cx="233042" cy="461761"/>
            </a:xfrm>
            <a:custGeom>
              <a:avLst/>
              <a:pathLst>
                <a:path w="233042" h="461761">
                  <a:moveTo>
                    <a:pt x="78446" y="0"/>
                  </a:moveTo>
                  <a:lnTo>
                    <a:pt x="117095" y="106861"/>
                  </a:lnTo>
                  <a:lnTo>
                    <a:pt x="155744" y="213723"/>
                  </a:lnTo>
                  <a:lnTo>
                    <a:pt x="194393" y="320584"/>
                  </a:lnTo>
                  <a:lnTo>
                    <a:pt x="233042" y="427446"/>
                  </a:lnTo>
                  <a:lnTo>
                    <a:pt x="128301" y="461761"/>
                  </a:lnTo>
                  <a:lnTo>
                    <a:pt x="96225" y="352745"/>
                  </a:lnTo>
                  <a:lnTo>
                    <a:pt x="64150" y="243730"/>
                  </a:lnTo>
                  <a:lnTo>
                    <a:pt x="32075" y="134715"/>
                  </a:lnTo>
                  <a:lnTo>
                    <a:pt x="0" y="2570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5631168" y="6447124"/>
              <a:ext cx="335012" cy="429989"/>
            </a:xfrm>
            <a:custGeom>
              <a:avLst/>
              <a:pathLst>
                <a:path w="335012" h="429989">
                  <a:moveTo>
                    <a:pt x="335012" y="46382"/>
                  </a:moveTo>
                  <a:lnTo>
                    <a:pt x="274052" y="142284"/>
                  </a:lnTo>
                  <a:lnTo>
                    <a:pt x="213093" y="238185"/>
                  </a:lnTo>
                  <a:lnTo>
                    <a:pt x="152134" y="334087"/>
                  </a:lnTo>
                  <a:lnTo>
                    <a:pt x="91174" y="429989"/>
                  </a:lnTo>
                  <a:lnTo>
                    <a:pt x="0" y="368059"/>
                  </a:lnTo>
                  <a:lnTo>
                    <a:pt x="66681" y="276044"/>
                  </a:lnTo>
                  <a:lnTo>
                    <a:pt x="133363" y="184029"/>
                  </a:lnTo>
                  <a:lnTo>
                    <a:pt x="200044" y="92014"/>
                  </a:lnTo>
                  <a:lnTo>
                    <a:pt x="266726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7154840" y="3646419"/>
              <a:ext cx="257055" cy="457872"/>
            </a:xfrm>
            <a:custGeom>
              <a:avLst/>
              <a:pathLst>
                <a:path w="257055" h="457872">
                  <a:moveTo>
                    <a:pt x="0" y="427446"/>
                  </a:moveTo>
                  <a:lnTo>
                    <a:pt x="38649" y="320584"/>
                  </a:lnTo>
                  <a:lnTo>
                    <a:pt x="77298" y="213723"/>
                  </a:lnTo>
                  <a:lnTo>
                    <a:pt x="115947" y="106861"/>
                  </a:lnTo>
                  <a:lnTo>
                    <a:pt x="154596" y="0"/>
                  </a:lnTo>
                  <a:lnTo>
                    <a:pt x="257055" y="40624"/>
                  </a:lnTo>
                  <a:lnTo>
                    <a:pt x="211975" y="144936"/>
                  </a:lnTo>
                  <a:lnTo>
                    <a:pt x="166896" y="249248"/>
                  </a:lnTo>
                  <a:lnTo>
                    <a:pt x="121816" y="353560"/>
                  </a:lnTo>
                  <a:lnTo>
                    <a:pt x="76737" y="457872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7306321" y="3733826"/>
              <a:ext cx="302137" cy="445024"/>
            </a:xfrm>
            <a:custGeom>
              <a:avLst/>
              <a:pathLst>
                <a:path w="302137" h="445024">
                  <a:moveTo>
                    <a:pt x="0" y="405503"/>
                  </a:moveTo>
                  <a:lnTo>
                    <a:pt x="51342" y="304127"/>
                  </a:lnTo>
                  <a:lnTo>
                    <a:pt x="102685" y="202751"/>
                  </a:lnTo>
                  <a:lnTo>
                    <a:pt x="154028" y="101375"/>
                  </a:lnTo>
                  <a:lnTo>
                    <a:pt x="205371" y="0"/>
                  </a:lnTo>
                  <a:lnTo>
                    <a:pt x="302137" y="52768"/>
                  </a:lnTo>
                  <a:lnTo>
                    <a:pt x="244721" y="150832"/>
                  </a:lnTo>
                  <a:lnTo>
                    <a:pt x="187305" y="248896"/>
                  </a:lnTo>
                  <a:lnTo>
                    <a:pt x="129889" y="346960"/>
                  </a:lnTo>
                  <a:lnTo>
                    <a:pt x="72473" y="445024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5722343" y="6493507"/>
              <a:ext cx="314818" cy="439873"/>
            </a:xfrm>
            <a:custGeom>
              <a:avLst/>
              <a:pathLst>
                <a:path w="314818" h="439873">
                  <a:moveTo>
                    <a:pt x="314818" y="42141"/>
                  </a:moveTo>
                  <a:lnTo>
                    <a:pt x="259807" y="141574"/>
                  </a:lnTo>
                  <a:lnTo>
                    <a:pt x="204796" y="241007"/>
                  </a:lnTo>
                  <a:lnTo>
                    <a:pt x="149785" y="340440"/>
                  </a:lnTo>
                  <a:lnTo>
                    <a:pt x="94774" y="439873"/>
                  </a:lnTo>
                  <a:lnTo>
                    <a:pt x="0" y="383606"/>
                  </a:lnTo>
                  <a:lnTo>
                    <a:pt x="60959" y="287704"/>
                  </a:lnTo>
                  <a:lnTo>
                    <a:pt x="121918" y="191803"/>
                  </a:lnTo>
                  <a:lnTo>
                    <a:pt x="182877" y="95901"/>
                  </a:lnTo>
                  <a:lnTo>
                    <a:pt x="243837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5915139" y="3670046"/>
              <a:ext cx="271011" cy="454723"/>
            </a:xfrm>
            <a:custGeom>
              <a:avLst/>
              <a:pathLst>
                <a:path w="271011" h="454723">
                  <a:moveTo>
                    <a:pt x="195436" y="454723"/>
                  </a:moveTo>
                  <a:lnTo>
                    <a:pt x="146577" y="352127"/>
                  </a:lnTo>
                  <a:lnTo>
                    <a:pt x="97718" y="249531"/>
                  </a:lnTo>
                  <a:lnTo>
                    <a:pt x="48859" y="146935"/>
                  </a:lnTo>
                  <a:lnTo>
                    <a:pt x="0" y="44339"/>
                  </a:lnTo>
                  <a:lnTo>
                    <a:pt x="100907" y="0"/>
                  </a:lnTo>
                  <a:lnTo>
                    <a:pt x="143433" y="105378"/>
                  </a:lnTo>
                  <a:lnTo>
                    <a:pt x="185959" y="210757"/>
                  </a:lnTo>
                  <a:lnTo>
                    <a:pt x="228485" y="316136"/>
                  </a:lnTo>
                  <a:lnTo>
                    <a:pt x="271011" y="421515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7924949" y="5841209"/>
              <a:ext cx="455840" cy="266398"/>
            </a:xfrm>
            <a:custGeom>
              <a:avLst/>
              <a:pathLst>
                <a:path w="455840" h="266398">
                  <a:moveTo>
                    <a:pt x="32285" y="0"/>
                  </a:moveTo>
                  <a:lnTo>
                    <a:pt x="138174" y="41239"/>
                  </a:lnTo>
                  <a:lnTo>
                    <a:pt x="244062" y="82479"/>
                  </a:lnTo>
                  <a:lnTo>
                    <a:pt x="349951" y="123719"/>
                  </a:lnTo>
                  <a:lnTo>
                    <a:pt x="455840" y="164959"/>
                  </a:lnTo>
                  <a:lnTo>
                    <a:pt x="412733" y="266398"/>
                  </a:lnTo>
                  <a:lnTo>
                    <a:pt x="309549" y="218792"/>
                  </a:lnTo>
                  <a:lnTo>
                    <a:pt x="206366" y="171186"/>
                  </a:lnTo>
                  <a:lnTo>
                    <a:pt x="103183" y="123579"/>
                  </a:lnTo>
                  <a:lnTo>
                    <a:pt x="0" y="75973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5382543" y="6284324"/>
              <a:ext cx="387867" cy="390949"/>
            </a:xfrm>
            <a:custGeom>
              <a:avLst/>
              <a:pathLst>
                <a:path w="387867" h="390949">
                  <a:moveTo>
                    <a:pt x="387867" y="58014"/>
                  </a:moveTo>
                  <a:lnTo>
                    <a:pt x="310503" y="141248"/>
                  </a:lnTo>
                  <a:lnTo>
                    <a:pt x="233138" y="224482"/>
                  </a:lnTo>
                  <a:lnTo>
                    <a:pt x="155774" y="307715"/>
                  </a:lnTo>
                  <a:lnTo>
                    <a:pt x="78409" y="390949"/>
                  </a:lnTo>
                  <a:lnTo>
                    <a:pt x="0" y="313489"/>
                  </a:lnTo>
                  <a:lnTo>
                    <a:pt x="82285" y="235116"/>
                  </a:lnTo>
                  <a:lnTo>
                    <a:pt x="164571" y="156744"/>
                  </a:lnTo>
                  <a:lnTo>
                    <a:pt x="246857" y="78372"/>
                  </a:lnTo>
                  <a:lnTo>
                    <a:pt x="329142" y="0"/>
                  </a:lnTo>
                  <a:close/>
                </a:path>
              </a:pathLst>
            </a:custGeom>
            <a:solidFill>
              <a:srgbClr val="8DA0CB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5240572" y="4182437"/>
              <a:ext cx="416027" cy="357599"/>
            </a:xfrm>
            <a:custGeom>
              <a:avLst/>
              <a:pathLst>
                <a:path w="416027" h="357599">
                  <a:moveTo>
                    <a:pt x="364784" y="357599"/>
                  </a:moveTo>
                  <a:lnTo>
                    <a:pt x="273588" y="289802"/>
                  </a:lnTo>
                  <a:lnTo>
                    <a:pt x="182392" y="222005"/>
                  </a:lnTo>
                  <a:lnTo>
                    <a:pt x="91196" y="154208"/>
                  </a:lnTo>
                  <a:lnTo>
                    <a:pt x="0" y="86411"/>
                  </a:lnTo>
                  <a:lnTo>
                    <a:pt x="68420" y="0"/>
                  </a:lnTo>
                  <a:lnTo>
                    <a:pt x="155321" y="73220"/>
                  </a:lnTo>
                  <a:lnTo>
                    <a:pt x="242223" y="146440"/>
                  </a:lnTo>
                  <a:lnTo>
                    <a:pt x="329125" y="219661"/>
                  </a:lnTo>
                  <a:lnTo>
                    <a:pt x="416027" y="292881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6332292" y="3556203"/>
              <a:ext cx="172064" cy="464099"/>
            </a:xfrm>
            <a:custGeom>
              <a:avLst/>
              <a:pathLst>
                <a:path w="172064" h="464099">
                  <a:moveTo>
                    <a:pt x="90711" y="464099"/>
                  </a:moveTo>
                  <a:lnTo>
                    <a:pt x="68033" y="352749"/>
                  </a:lnTo>
                  <a:lnTo>
                    <a:pt x="45355" y="241398"/>
                  </a:lnTo>
                  <a:lnTo>
                    <a:pt x="22677" y="130048"/>
                  </a:lnTo>
                  <a:lnTo>
                    <a:pt x="0" y="18698"/>
                  </a:lnTo>
                  <a:lnTo>
                    <a:pt x="108621" y="0"/>
                  </a:lnTo>
                  <a:lnTo>
                    <a:pt x="124481" y="112523"/>
                  </a:lnTo>
                  <a:lnTo>
                    <a:pt x="140342" y="225047"/>
                  </a:lnTo>
                  <a:lnTo>
                    <a:pt x="156203" y="337571"/>
                  </a:lnTo>
                  <a:lnTo>
                    <a:pt x="172064" y="450094"/>
                  </a:lnTo>
                  <a:close/>
                </a:path>
              </a:pathLst>
            </a:custGeom>
            <a:solidFill>
              <a:srgbClr val="E5C494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6225010" y="3574901"/>
              <a:ext cx="197994" cy="464329"/>
            </a:xfrm>
            <a:custGeom>
              <a:avLst/>
              <a:pathLst>
                <a:path w="197994" h="464329">
                  <a:moveTo>
                    <a:pt x="117644" y="464329"/>
                  </a:moveTo>
                  <a:lnTo>
                    <a:pt x="88233" y="354565"/>
                  </a:lnTo>
                  <a:lnTo>
                    <a:pt x="58822" y="244801"/>
                  </a:lnTo>
                  <a:lnTo>
                    <a:pt x="29411" y="135037"/>
                  </a:lnTo>
                  <a:lnTo>
                    <a:pt x="0" y="25273"/>
                  </a:lnTo>
                  <a:lnTo>
                    <a:pt x="107282" y="0"/>
                  </a:lnTo>
                  <a:lnTo>
                    <a:pt x="129960" y="111350"/>
                  </a:lnTo>
                  <a:lnTo>
                    <a:pt x="152638" y="222700"/>
                  </a:lnTo>
                  <a:lnTo>
                    <a:pt x="175316" y="334050"/>
                  </a:lnTo>
                  <a:lnTo>
                    <a:pt x="197994" y="445400"/>
                  </a:lnTo>
                  <a:close/>
                </a:path>
              </a:pathLst>
            </a:custGeom>
            <a:solidFill>
              <a:srgbClr val="E5C494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5177536" y="4268848"/>
              <a:ext cx="427819" cy="338904"/>
            </a:xfrm>
            <a:custGeom>
              <a:avLst/>
              <a:pathLst>
                <a:path w="427819" h="338904">
                  <a:moveTo>
                    <a:pt x="380608" y="338904"/>
                  </a:moveTo>
                  <a:lnTo>
                    <a:pt x="285456" y="276781"/>
                  </a:lnTo>
                  <a:lnTo>
                    <a:pt x="190304" y="214659"/>
                  </a:lnTo>
                  <a:lnTo>
                    <a:pt x="95152" y="152536"/>
                  </a:lnTo>
                  <a:lnTo>
                    <a:pt x="0" y="90414"/>
                  </a:lnTo>
                  <a:lnTo>
                    <a:pt x="63035" y="0"/>
                  </a:lnTo>
                  <a:lnTo>
                    <a:pt x="154231" y="67797"/>
                  </a:lnTo>
                  <a:lnTo>
                    <a:pt x="245427" y="135594"/>
                  </a:lnTo>
                  <a:lnTo>
                    <a:pt x="336623" y="203391"/>
                  </a:lnTo>
                  <a:lnTo>
                    <a:pt x="427819" y="271188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4983594" y="4651105"/>
              <a:ext cx="458786" cy="252326"/>
            </a:xfrm>
            <a:custGeom>
              <a:avLst/>
              <a:pathLst>
                <a:path w="458786" h="252326">
                  <a:moveTo>
                    <a:pt x="429297" y="252326"/>
                  </a:moveTo>
                  <a:lnTo>
                    <a:pt x="321972" y="214981"/>
                  </a:lnTo>
                  <a:lnTo>
                    <a:pt x="214648" y="177636"/>
                  </a:lnTo>
                  <a:lnTo>
                    <a:pt x="107324" y="140291"/>
                  </a:lnTo>
                  <a:lnTo>
                    <a:pt x="0" y="102946"/>
                  </a:lnTo>
                  <a:lnTo>
                    <a:pt x="39373" y="0"/>
                  </a:lnTo>
                  <a:lnTo>
                    <a:pt x="144226" y="43806"/>
                  </a:lnTo>
                  <a:lnTo>
                    <a:pt x="249079" y="87612"/>
                  </a:lnTo>
                  <a:lnTo>
                    <a:pt x="353933" y="131418"/>
                  </a:lnTo>
                  <a:lnTo>
                    <a:pt x="458786" y="175224"/>
                  </a:lnTo>
                  <a:close/>
                </a:path>
              </a:pathLst>
            </a:custGeom>
            <a:solidFill>
              <a:srgbClr val="A6D854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5382543" y="4022888"/>
              <a:ext cx="387867" cy="390949"/>
            </a:xfrm>
            <a:custGeom>
              <a:avLst/>
              <a:pathLst>
                <a:path w="387867" h="390949">
                  <a:moveTo>
                    <a:pt x="329142" y="390949"/>
                  </a:moveTo>
                  <a:lnTo>
                    <a:pt x="246857" y="312577"/>
                  </a:lnTo>
                  <a:lnTo>
                    <a:pt x="164571" y="234205"/>
                  </a:lnTo>
                  <a:lnTo>
                    <a:pt x="82285" y="155832"/>
                  </a:lnTo>
                  <a:lnTo>
                    <a:pt x="0" y="77460"/>
                  </a:lnTo>
                  <a:lnTo>
                    <a:pt x="78409" y="0"/>
                  </a:lnTo>
                  <a:lnTo>
                    <a:pt x="155774" y="83233"/>
                  </a:lnTo>
                  <a:lnTo>
                    <a:pt x="233138" y="166467"/>
                  </a:lnTo>
                  <a:lnTo>
                    <a:pt x="310503" y="249701"/>
                  </a:lnTo>
                  <a:lnTo>
                    <a:pt x="387867" y="332935"/>
                  </a:lnTo>
                  <a:close/>
                </a:path>
              </a:pathLst>
            </a:custGeom>
            <a:solidFill>
              <a:srgbClr val="FFD92F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6833732" y="6686857"/>
              <a:ext cx="156193" cy="463135"/>
            </a:xfrm>
            <a:custGeom>
              <a:avLst/>
              <a:pathLst>
                <a:path w="156193" h="463135">
                  <a:moveTo>
                    <a:pt x="81809" y="0"/>
                  </a:moveTo>
                  <a:lnTo>
                    <a:pt x="100405" y="112104"/>
                  </a:lnTo>
                  <a:lnTo>
                    <a:pt x="119001" y="224208"/>
                  </a:lnTo>
                  <a:lnTo>
                    <a:pt x="137597" y="336312"/>
                  </a:lnTo>
                  <a:lnTo>
                    <a:pt x="156193" y="448416"/>
                  </a:lnTo>
                  <a:lnTo>
                    <a:pt x="46962" y="463135"/>
                  </a:lnTo>
                  <a:lnTo>
                    <a:pt x="35221" y="350107"/>
                  </a:lnTo>
                  <a:lnTo>
                    <a:pt x="23481" y="237079"/>
                  </a:lnTo>
                  <a:lnTo>
                    <a:pt x="11740" y="124051"/>
                  </a:lnTo>
                  <a:lnTo>
                    <a:pt x="0" y="11023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5240572" y="6158126"/>
              <a:ext cx="416027" cy="357599"/>
            </a:xfrm>
            <a:custGeom>
              <a:avLst/>
              <a:pathLst>
                <a:path w="416027" h="357599">
                  <a:moveTo>
                    <a:pt x="416027" y="64717"/>
                  </a:moveTo>
                  <a:lnTo>
                    <a:pt x="329125" y="137938"/>
                  </a:lnTo>
                  <a:lnTo>
                    <a:pt x="242223" y="211158"/>
                  </a:lnTo>
                  <a:lnTo>
                    <a:pt x="155321" y="284379"/>
                  </a:lnTo>
                  <a:lnTo>
                    <a:pt x="68420" y="357599"/>
                  </a:lnTo>
                  <a:lnTo>
                    <a:pt x="0" y="271188"/>
                  </a:lnTo>
                  <a:lnTo>
                    <a:pt x="91196" y="203391"/>
                  </a:lnTo>
                  <a:lnTo>
                    <a:pt x="182392" y="135594"/>
                  </a:lnTo>
                  <a:lnTo>
                    <a:pt x="273588" y="67797"/>
                  </a:lnTo>
                  <a:lnTo>
                    <a:pt x="364784" y="0"/>
                  </a:lnTo>
                  <a:close/>
                </a:path>
              </a:pathLst>
            </a:custGeom>
            <a:solidFill>
              <a:srgbClr val="8DA0CB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5022968" y="4550745"/>
              <a:ext cx="453538" cy="275583"/>
            </a:xfrm>
            <a:custGeom>
              <a:avLst/>
              <a:pathLst>
                <a:path w="453538" h="275583">
                  <a:moveTo>
                    <a:pt x="419412" y="275583"/>
                  </a:moveTo>
                  <a:lnTo>
                    <a:pt x="314559" y="231777"/>
                  </a:lnTo>
                  <a:lnTo>
                    <a:pt x="209706" y="187971"/>
                  </a:lnTo>
                  <a:lnTo>
                    <a:pt x="104853" y="144165"/>
                  </a:lnTo>
                  <a:lnTo>
                    <a:pt x="0" y="100359"/>
                  </a:lnTo>
                  <a:lnTo>
                    <a:pt x="45564" y="0"/>
                  </a:lnTo>
                  <a:lnTo>
                    <a:pt x="147557" y="50104"/>
                  </a:lnTo>
                  <a:lnTo>
                    <a:pt x="249551" y="100209"/>
                  </a:lnTo>
                  <a:lnTo>
                    <a:pt x="351544" y="150314"/>
                  </a:lnTo>
                  <a:lnTo>
                    <a:pt x="453538" y="200419"/>
                  </a:lnTo>
                  <a:close/>
                </a:path>
              </a:pathLst>
            </a:custGeom>
            <a:solidFill>
              <a:srgbClr val="A6D854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5120119" y="4359262"/>
              <a:ext cx="438026" cy="318953"/>
            </a:xfrm>
            <a:custGeom>
              <a:avLst/>
              <a:pathLst>
                <a:path w="438026" h="318953">
                  <a:moveTo>
                    <a:pt x="395023" y="318953"/>
                  </a:moveTo>
                  <a:lnTo>
                    <a:pt x="296267" y="262735"/>
                  </a:lnTo>
                  <a:lnTo>
                    <a:pt x="197511" y="206517"/>
                  </a:lnTo>
                  <a:lnTo>
                    <a:pt x="98755" y="150299"/>
                  </a:lnTo>
                  <a:lnTo>
                    <a:pt x="0" y="94082"/>
                  </a:lnTo>
                  <a:lnTo>
                    <a:pt x="57417" y="0"/>
                  </a:lnTo>
                  <a:lnTo>
                    <a:pt x="152569" y="62122"/>
                  </a:lnTo>
                  <a:lnTo>
                    <a:pt x="247721" y="124245"/>
                  </a:lnTo>
                  <a:lnTo>
                    <a:pt x="342874" y="186367"/>
                  </a:lnTo>
                  <a:lnTo>
                    <a:pt x="438026" y="248490"/>
                  </a:lnTo>
                  <a:close/>
                </a:path>
              </a:pathLst>
            </a:custGeom>
            <a:solidFill>
              <a:srgbClr val="A6D854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7640758" y="6260135"/>
              <a:ext cx="393973" cy="384728"/>
            </a:xfrm>
            <a:custGeom>
              <a:avLst/>
              <a:pathLst>
                <a:path w="393973" h="384728">
                  <a:moveTo>
                    <a:pt x="57295" y="0"/>
                  </a:moveTo>
                  <a:lnTo>
                    <a:pt x="141464" y="76345"/>
                  </a:lnTo>
                  <a:lnTo>
                    <a:pt x="225634" y="152690"/>
                  </a:lnTo>
                  <a:lnTo>
                    <a:pt x="309804" y="229036"/>
                  </a:lnTo>
                  <a:lnTo>
                    <a:pt x="393973" y="305381"/>
                  </a:lnTo>
                  <a:lnTo>
                    <a:pt x="317473" y="384728"/>
                  </a:lnTo>
                  <a:lnTo>
                    <a:pt x="238105" y="303403"/>
                  </a:lnTo>
                  <a:lnTo>
                    <a:pt x="158736" y="222077"/>
                  </a:lnTo>
                  <a:lnTo>
                    <a:pt x="79368" y="140752"/>
                  </a:lnTo>
                  <a:lnTo>
                    <a:pt x="0" y="59427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950557" y="4754051"/>
              <a:ext cx="462333" cy="228133"/>
            </a:xfrm>
            <a:custGeom>
              <a:avLst/>
              <a:pathLst>
                <a:path w="462333" h="228133">
                  <a:moveTo>
                    <a:pt x="437590" y="228133"/>
                  </a:moveTo>
                  <a:lnTo>
                    <a:pt x="328193" y="197387"/>
                  </a:lnTo>
                  <a:lnTo>
                    <a:pt x="218795" y="166642"/>
                  </a:lnTo>
                  <a:lnTo>
                    <a:pt x="109397" y="135896"/>
                  </a:lnTo>
                  <a:lnTo>
                    <a:pt x="0" y="105151"/>
                  </a:lnTo>
                  <a:lnTo>
                    <a:pt x="33036" y="0"/>
                  </a:lnTo>
                  <a:lnTo>
                    <a:pt x="140361" y="37344"/>
                  </a:lnTo>
                  <a:lnTo>
                    <a:pt x="247685" y="74689"/>
                  </a:lnTo>
                  <a:lnTo>
                    <a:pt x="355009" y="112034"/>
                  </a:lnTo>
                  <a:lnTo>
                    <a:pt x="462333" y="149379"/>
                  </a:lnTo>
                  <a:close/>
                </a:path>
              </a:pathLst>
            </a:custGeom>
            <a:solidFill>
              <a:srgbClr val="A6D854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6660559" y="6703907"/>
              <a:ext cx="110210" cy="455473"/>
            </a:xfrm>
            <a:custGeom>
              <a:avLst/>
              <a:pathLst>
                <a:path w="110210" h="455473">
                  <a:moveTo>
                    <a:pt x="90844" y="0"/>
                  </a:moveTo>
                  <a:lnTo>
                    <a:pt x="95686" y="113532"/>
                  </a:lnTo>
                  <a:lnTo>
                    <a:pt x="100527" y="227065"/>
                  </a:lnTo>
                  <a:lnTo>
                    <a:pt x="105369" y="340598"/>
                  </a:lnTo>
                  <a:lnTo>
                    <a:pt x="110210" y="454131"/>
                  </a:lnTo>
                  <a:lnTo>
                    <a:pt x="0" y="455473"/>
                  </a:lnTo>
                  <a:lnTo>
                    <a:pt x="2075" y="341856"/>
                  </a:lnTo>
                  <a:lnTo>
                    <a:pt x="4150" y="228239"/>
                  </a:lnTo>
                  <a:lnTo>
                    <a:pt x="6226" y="114622"/>
                  </a:lnTo>
                  <a:lnTo>
                    <a:pt x="8301" y="1005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983594" y="5794731"/>
              <a:ext cx="458786" cy="252326"/>
            </a:xfrm>
            <a:custGeom>
              <a:avLst/>
              <a:pathLst>
                <a:path w="458786" h="252326">
                  <a:moveTo>
                    <a:pt x="458786" y="77101"/>
                  </a:moveTo>
                  <a:lnTo>
                    <a:pt x="353933" y="120907"/>
                  </a:lnTo>
                  <a:lnTo>
                    <a:pt x="249079" y="164714"/>
                  </a:lnTo>
                  <a:lnTo>
                    <a:pt x="144226" y="208520"/>
                  </a:lnTo>
                  <a:lnTo>
                    <a:pt x="39373" y="252326"/>
                  </a:lnTo>
                  <a:lnTo>
                    <a:pt x="0" y="149379"/>
                  </a:lnTo>
                  <a:lnTo>
                    <a:pt x="107324" y="112034"/>
                  </a:lnTo>
                  <a:lnTo>
                    <a:pt x="214648" y="74689"/>
                  </a:lnTo>
                  <a:lnTo>
                    <a:pt x="321972" y="37344"/>
                  </a:lnTo>
                  <a:lnTo>
                    <a:pt x="429297" y="0"/>
                  </a:lnTo>
                  <a:close/>
                </a:path>
              </a:pathLst>
            </a:custGeom>
            <a:solidFill>
              <a:srgbClr val="E78AC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883866" y="5183957"/>
              <a:ext cx="459356" cy="123849"/>
            </a:xfrm>
            <a:custGeom>
              <a:avLst/>
              <a:pathLst>
                <a:path w="459356" h="123849">
                  <a:moveTo>
                    <a:pt x="454333" y="123849"/>
                  </a:moveTo>
                  <a:lnTo>
                    <a:pt x="340750" y="120390"/>
                  </a:lnTo>
                  <a:lnTo>
                    <a:pt x="227166" y="116932"/>
                  </a:lnTo>
                  <a:lnTo>
                    <a:pt x="113583" y="113473"/>
                  </a:lnTo>
                  <a:lnTo>
                    <a:pt x="0" y="110014"/>
                  </a:lnTo>
                  <a:lnTo>
                    <a:pt x="6706" y="0"/>
                  </a:lnTo>
                  <a:lnTo>
                    <a:pt x="119868" y="10363"/>
                  </a:lnTo>
                  <a:lnTo>
                    <a:pt x="233031" y="20726"/>
                  </a:lnTo>
                  <a:lnTo>
                    <a:pt x="346193" y="31090"/>
                  </a:lnTo>
                  <a:lnTo>
                    <a:pt x="459356" y="41453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6915542" y="6670876"/>
              <a:ext cx="182518" cy="464397"/>
            </a:xfrm>
            <a:custGeom>
              <a:avLst/>
              <a:pathLst>
                <a:path w="182518" h="464397">
                  <a:moveTo>
                    <a:pt x="80987" y="0"/>
                  </a:moveTo>
                  <a:lnTo>
                    <a:pt x="106369" y="110764"/>
                  </a:lnTo>
                  <a:lnTo>
                    <a:pt x="131752" y="221529"/>
                  </a:lnTo>
                  <a:lnTo>
                    <a:pt x="157135" y="332294"/>
                  </a:lnTo>
                  <a:lnTo>
                    <a:pt x="182518" y="443059"/>
                  </a:lnTo>
                  <a:lnTo>
                    <a:pt x="74384" y="464397"/>
                  </a:lnTo>
                  <a:lnTo>
                    <a:pt x="55788" y="352293"/>
                  </a:lnTo>
                  <a:lnTo>
                    <a:pt x="37192" y="240189"/>
                  </a:lnTo>
                  <a:lnTo>
                    <a:pt x="18596" y="128085"/>
                  </a:lnTo>
                  <a:lnTo>
                    <a:pt x="0" y="15981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903960" y="4966169"/>
              <a:ext cx="464282" cy="177304"/>
            </a:xfrm>
            <a:custGeom>
              <a:avLst/>
              <a:pathLst>
                <a:path w="464282" h="177304">
                  <a:moveTo>
                    <a:pt x="449289" y="177304"/>
                  </a:moveTo>
                  <a:lnTo>
                    <a:pt x="336966" y="160074"/>
                  </a:lnTo>
                  <a:lnTo>
                    <a:pt x="224644" y="142844"/>
                  </a:lnTo>
                  <a:lnTo>
                    <a:pt x="112322" y="125615"/>
                  </a:lnTo>
                  <a:lnTo>
                    <a:pt x="0" y="108385"/>
                  </a:lnTo>
                  <a:lnTo>
                    <a:pt x="20019" y="0"/>
                  </a:lnTo>
                  <a:lnTo>
                    <a:pt x="131085" y="24032"/>
                  </a:lnTo>
                  <a:lnTo>
                    <a:pt x="242151" y="48064"/>
                  </a:lnTo>
                  <a:lnTo>
                    <a:pt x="353217" y="72096"/>
                  </a:lnTo>
                  <a:lnTo>
                    <a:pt x="464282" y="96128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7515864" y="6375394"/>
              <a:ext cx="361181" cy="413482"/>
            </a:xfrm>
            <a:custGeom>
              <a:avLst/>
              <a:pathLst>
                <a:path w="361181" h="413482">
                  <a:moveTo>
                    <a:pt x="64089" y="0"/>
                  </a:moveTo>
                  <a:lnTo>
                    <a:pt x="138362" y="86003"/>
                  </a:lnTo>
                  <a:lnTo>
                    <a:pt x="212635" y="172007"/>
                  </a:lnTo>
                  <a:lnTo>
                    <a:pt x="286908" y="258011"/>
                  </a:lnTo>
                  <a:lnTo>
                    <a:pt x="361181" y="344015"/>
                  </a:lnTo>
                  <a:lnTo>
                    <a:pt x="275609" y="413482"/>
                  </a:lnTo>
                  <a:lnTo>
                    <a:pt x="206707" y="323118"/>
                  </a:lnTo>
                  <a:lnTo>
                    <a:pt x="137804" y="232755"/>
                  </a:lnTo>
                  <a:lnTo>
                    <a:pt x="68902" y="142391"/>
                  </a:lnTo>
                  <a:lnTo>
                    <a:pt x="0" y="52027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5022968" y="5871833"/>
              <a:ext cx="453538" cy="275583"/>
            </a:xfrm>
            <a:custGeom>
              <a:avLst/>
              <a:pathLst>
                <a:path w="453538" h="275583">
                  <a:moveTo>
                    <a:pt x="453538" y="75164"/>
                  </a:moveTo>
                  <a:lnTo>
                    <a:pt x="351544" y="125269"/>
                  </a:lnTo>
                  <a:lnTo>
                    <a:pt x="249551" y="175374"/>
                  </a:lnTo>
                  <a:lnTo>
                    <a:pt x="147557" y="225479"/>
                  </a:lnTo>
                  <a:lnTo>
                    <a:pt x="45564" y="275583"/>
                  </a:lnTo>
                  <a:lnTo>
                    <a:pt x="0" y="175224"/>
                  </a:lnTo>
                  <a:lnTo>
                    <a:pt x="104853" y="131418"/>
                  </a:lnTo>
                  <a:lnTo>
                    <a:pt x="209706" y="87612"/>
                  </a:lnTo>
                  <a:lnTo>
                    <a:pt x="314559" y="43806"/>
                  </a:lnTo>
                  <a:lnTo>
                    <a:pt x="419412" y="0"/>
                  </a:lnTo>
                  <a:close/>
                </a:path>
              </a:pathLst>
            </a:custGeom>
            <a:solidFill>
              <a:srgbClr val="E78AC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7154840" y="6593871"/>
              <a:ext cx="257055" cy="457872"/>
            </a:xfrm>
            <a:custGeom>
              <a:avLst/>
              <a:pathLst>
                <a:path w="257055" h="457872">
                  <a:moveTo>
                    <a:pt x="76737" y="0"/>
                  </a:moveTo>
                  <a:lnTo>
                    <a:pt x="121816" y="104311"/>
                  </a:lnTo>
                  <a:lnTo>
                    <a:pt x="166896" y="208623"/>
                  </a:lnTo>
                  <a:lnTo>
                    <a:pt x="211975" y="312935"/>
                  </a:lnTo>
                  <a:lnTo>
                    <a:pt x="257055" y="417247"/>
                  </a:lnTo>
                  <a:lnTo>
                    <a:pt x="154596" y="457872"/>
                  </a:lnTo>
                  <a:lnTo>
                    <a:pt x="115947" y="351010"/>
                  </a:lnTo>
                  <a:lnTo>
                    <a:pt x="77298" y="244148"/>
                  </a:lnTo>
                  <a:lnTo>
                    <a:pt x="38649" y="137287"/>
                  </a:lnTo>
                  <a:lnTo>
                    <a:pt x="0" y="30425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5722343" y="3764781"/>
              <a:ext cx="314818" cy="439873"/>
            </a:xfrm>
            <a:custGeom>
              <a:avLst/>
              <a:pathLst>
                <a:path w="314818" h="439873">
                  <a:moveTo>
                    <a:pt x="243837" y="439873"/>
                  </a:moveTo>
                  <a:lnTo>
                    <a:pt x="182877" y="343972"/>
                  </a:lnTo>
                  <a:lnTo>
                    <a:pt x="121918" y="248070"/>
                  </a:lnTo>
                  <a:lnTo>
                    <a:pt x="60959" y="152169"/>
                  </a:lnTo>
                  <a:lnTo>
                    <a:pt x="0" y="56267"/>
                  </a:lnTo>
                  <a:lnTo>
                    <a:pt x="94774" y="0"/>
                  </a:lnTo>
                  <a:lnTo>
                    <a:pt x="149785" y="99433"/>
                  </a:lnTo>
                  <a:lnTo>
                    <a:pt x="204796" y="198866"/>
                  </a:lnTo>
                  <a:lnTo>
                    <a:pt x="259807" y="298299"/>
                  </a:lnTo>
                  <a:lnTo>
                    <a:pt x="314818" y="397732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5631168" y="3821049"/>
              <a:ext cx="335012" cy="429989"/>
            </a:xfrm>
            <a:custGeom>
              <a:avLst/>
              <a:pathLst>
                <a:path w="335012" h="429989">
                  <a:moveTo>
                    <a:pt x="266726" y="429989"/>
                  </a:moveTo>
                  <a:lnTo>
                    <a:pt x="200044" y="337974"/>
                  </a:lnTo>
                  <a:lnTo>
                    <a:pt x="133363" y="245959"/>
                  </a:lnTo>
                  <a:lnTo>
                    <a:pt x="66681" y="153944"/>
                  </a:lnTo>
                  <a:lnTo>
                    <a:pt x="0" y="61929"/>
                  </a:lnTo>
                  <a:lnTo>
                    <a:pt x="91174" y="0"/>
                  </a:lnTo>
                  <a:lnTo>
                    <a:pt x="152134" y="95901"/>
                  </a:lnTo>
                  <a:lnTo>
                    <a:pt x="213093" y="191803"/>
                  </a:lnTo>
                  <a:lnTo>
                    <a:pt x="274052" y="287704"/>
                  </a:lnTo>
                  <a:lnTo>
                    <a:pt x="335012" y="383606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6550471" y="3538782"/>
              <a:ext cx="118389" cy="458487"/>
            </a:xfrm>
            <a:custGeom>
              <a:avLst/>
              <a:pathLst>
                <a:path w="118389" h="458487">
                  <a:moveTo>
                    <a:pt x="35939" y="458487"/>
                  </a:moveTo>
                  <a:lnTo>
                    <a:pt x="26954" y="345207"/>
                  </a:lnTo>
                  <a:lnTo>
                    <a:pt x="17969" y="231926"/>
                  </a:lnTo>
                  <a:lnTo>
                    <a:pt x="8984" y="118646"/>
                  </a:lnTo>
                  <a:lnTo>
                    <a:pt x="0" y="5366"/>
                  </a:lnTo>
                  <a:lnTo>
                    <a:pt x="110088" y="0"/>
                  </a:lnTo>
                  <a:lnTo>
                    <a:pt x="112163" y="113617"/>
                  </a:lnTo>
                  <a:lnTo>
                    <a:pt x="114239" y="227234"/>
                  </a:lnTo>
                  <a:lnTo>
                    <a:pt x="116314" y="340851"/>
                  </a:lnTo>
                  <a:lnTo>
                    <a:pt x="118389" y="454468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5068532" y="4453344"/>
              <a:ext cx="446609" cy="297820"/>
            </a:xfrm>
            <a:custGeom>
              <a:avLst/>
              <a:pathLst>
                <a:path w="446609" h="297820">
                  <a:moveTo>
                    <a:pt x="407973" y="297820"/>
                  </a:moveTo>
                  <a:lnTo>
                    <a:pt x="305980" y="247715"/>
                  </a:lnTo>
                  <a:lnTo>
                    <a:pt x="203986" y="197610"/>
                  </a:lnTo>
                  <a:lnTo>
                    <a:pt x="101993" y="147506"/>
                  </a:lnTo>
                  <a:lnTo>
                    <a:pt x="0" y="97401"/>
                  </a:lnTo>
                  <a:lnTo>
                    <a:pt x="51586" y="0"/>
                  </a:lnTo>
                  <a:lnTo>
                    <a:pt x="150342" y="56217"/>
                  </a:lnTo>
                  <a:lnTo>
                    <a:pt x="249098" y="112435"/>
                  </a:lnTo>
                  <a:lnTo>
                    <a:pt x="347853" y="168653"/>
                  </a:lnTo>
                  <a:lnTo>
                    <a:pt x="446609" y="224871"/>
                  </a:lnTo>
                  <a:close/>
                </a:path>
              </a:pathLst>
            </a:custGeom>
            <a:solidFill>
              <a:srgbClr val="A6D854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5308992" y="4100349"/>
              <a:ext cx="402693" cy="374969"/>
            </a:xfrm>
            <a:custGeom>
              <a:avLst/>
              <a:pathLst>
                <a:path w="402693" h="374969">
                  <a:moveTo>
                    <a:pt x="347607" y="374969"/>
                  </a:moveTo>
                  <a:lnTo>
                    <a:pt x="260705" y="301749"/>
                  </a:lnTo>
                  <a:lnTo>
                    <a:pt x="173803" y="228528"/>
                  </a:lnTo>
                  <a:lnTo>
                    <a:pt x="86901" y="155308"/>
                  </a:lnTo>
                  <a:lnTo>
                    <a:pt x="0" y="82087"/>
                  </a:lnTo>
                  <a:lnTo>
                    <a:pt x="73551" y="0"/>
                  </a:lnTo>
                  <a:lnTo>
                    <a:pt x="155836" y="78372"/>
                  </a:lnTo>
                  <a:lnTo>
                    <a:pt x="238122" y="156744"/>
                  </a:lnTo>
                  <a:lnTo>
                    <a:pt x="320408" y="235116"/>
                  </a:lnTo>
                  <a:lnTo>
                    <a:pt x="402693" y="313489"/>
                  </a:lnTo>
                  <a:close/>
                </a:path>
              </a:pathLst>
            </a:custGeom>
            <a:solidFill>
              <a:srgbClr val="FFD92F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7751626" y="6131386"/>
              <a:ext cx="420931" cy="350276"/>
            </a:xfrm>
            <a:custGeom>
              <a:avLst/>
              <a:pathLst>
                <a:path w="420931" h="350276">
                  <a:moveTo>
                    <a:pt x="49652" y="0"/>
                  </a:moveTo>
                  <a:lnTo>
                    <a:pt x="142472" y="65556"/>
                  </a:lnTo>
                  <a:lnTo>
                    <a:pt x="235292" y="131112"/>
                  </a:lnTo>
                  <a:lnTo>
                    <a:pt x="328112" y="196668"/>
                  </a:lnTo>
                  <a:lnTo>
                    <a:pt x="420931" y="262225"/>
                  </a:lnTo>
                  <a:lnTo>
                    <a:pt x="354636" y="350276"/>
                  </a:lnTo>
                  <a:lnTo>
                    <a:pt x="265977" y="279194"/>
                  </a:lnTo>
                  <a:lnTo>
                    <a:pt x="177318" y="208111"/>
                  </a:lnTo>
                  <a:lnTo>
                    <a:pt x="88659" y="137029"/>
                  </a:lnTo>
                  <a:lnTo>
                    <a:pt x="0" y="65946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7957234" y="4691994"/>
              <a:ext cx="460410" cy="242756"/>
            </a:xfrm>
            <a:custGeom>
              <a:avLst/>
              <a:pathLst>
                <a:path w="460410" h="242756">
                  <a:moveTo>
                    <a:pt x="0" y="164959"/>
                  </a:moveTo>
                  <a:lnTo>
                    <a:pt x="105888" y="123719"/>
                  </a:lnTo>
                  <a:lnTo>
                    <a:pt x="211777" y="82479"/>
                  </a:lnTo>
                  <a:lnTo>
                    <a:pt x="317666" y="41239"/>
                  </a:lnTo>
                  <a:lnTo>
                    <a:pt x="423555" y="0"/>
                  </a:lnTo>
                  <a:lnTo>
                    <a:pt x="460410" y="103874"/>
                  </a:lnTo>
                  <a:lnTo>
                    <a:pt x="352208" y="138594"/>
                  </a:lnTo>
                  <a:lnTo>
                    <a:pt x="244006" y="173315"/>
                  </a:lnTo>
                  <a:lnTo>
                    <a:pt x="135804" y="208035"/>
                  </a:lnTo>
                  <a:lnTo>
                    <a:pt x="27602" y="242756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7924949" y="4590555"/>
              <a:ext cx="455840" cy="266398"/>
            </a:xfrm>
            <a:custGeom>
              <a:avLst/>
              <a:pathLst>
                <a:path w="455840" h="266398">
                  <a:moveTo>
                    <a:pt x="0" y="190425"/>
                  </a:moveTo>
                  <a:lnTo>
                    <a:pt x="103183" y="142818"/>
                  </a:lnTo>
                  <a:lnTo>
                    <a:pt x="206366" y="95212"/>
                  </a:lnTo>
                  <a:lnTo>
                    <a:pt x="309549" y="47606"/>
                  </a:lnTo>
                  <a:lnTo>
                    <a:pt x="412733" y="0"/>
                  </a:lnTo>
                  <a:lnTo>
                    <a:pt x="455840" y="101439"/>
                  </a:lnTo>
                  <a:lnTo>
                    <a:pt x="349951" y="142679"/>
                  </a:lnTo>
                  <a:lnTo>
                    <a:pt x="244062" y="183919"/>
                  </a:lnTo>
                  <a:lnTo>
                    <a:pt x="138174" y="225158"/>
                  </a:lnTo>
                  <a:lnTo>
                    <a:pt x="32285" y="266398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5817117" y="6535648"/>
              <a:ext cx="293458" cy="448128"/>
            </a:xfrm>
            <a:custGeom>
              <a:avLst/>
              <a:pathLst>
                <a:path w="293458" h="448128">
                  <a:moveTo>
                    <a:pt x="293458" y="37744"/>
                  </a:moveTo>
                  <a:lnTo>
                    <a:pt x="244599" y="140340"/>
                  </a:lnTo>
                  <a:lnTo>
                    <a:pt x="195740" y="242936"/>
                  </a:lnTo>
                  <a:lnTo>
                    <a:pt x="146881" y="345532"/>
                  </a:lnTo>
                  <a:lnTo>
                    <a:pt x="98022" y="448128"/>
                  </a:lnTo>
                  <a:lnTo>
                    <a:pt x="0" y="397732"/>
                  </a:lnTo>
                  <a:lnTo>
                    <a:pt x="55011" y="298299"/>
                  </a:lnTo>
                  <a:lnTo>
                    <a:pt x="110022" y="198866"/>
                  </a:lnTo>
                  <a:lnTo>
                    <a:pt x="165033" y="99433"/>
                  </a:lnTo>
                  <a:lnTo>
                    <a:pt x="220044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7579954" y="6319563"/>
              <a:ext cx="378278" cy="399846"/>
            </a:xfrm>
            <a:custGeom>
              <a:avLst/>
              <a:pathLst>
                <a:path w="378278" h="399846">
                  <a:moveTo>
                    <a:pt x="60804" y="0"/>
                  </a:moveTo>
                  <a:lnTo>
                    <a:pt x="140173" y="81325"/>
                  </a:lnTo>
                  <a:lnTo>
                    <a:pt x="219541" y="162650"/>
                  </a:lnTo>
                  <a:lnTo>
                    <a:pt x="298910" y="243975"/>
                  </a:lnTo>
                  <a:lnTo>
                    <a:pt x="378278" y="325301"/>
                  </a:lnTo>
                  <a:lnTo>
                    <a:pt x="297092" y="399846"/>
                  </a:lnTo>
                  <a:lnTo>
                    <a:pt x="222819" y="313842"/>
                  </a:lnTo>
                  <a:lnTo>
                    <a:pt x="148546" y="227838"/>
                  </a:lnTo>
                  <a:lnTo>
                    <a:pt x="74273" y="141834"/>
                  </a:lnTo>
                  <a:lnTo>
                    <a:pt x="0" y="5583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7888101" y="4491926"/>
              <a:ext cx="449581" cy="289053"/>
            </a:xfrm>
            <a:custGeom>
              <a:avLst/>
              <a:pathLst>
                <a:path w="449581" h="289053">
                  <a:moveTo>
                    <a:pt x="0" y="215185"/>
                  </a:moveTo>
                  <a:lnTo>
                    <a:pt x="100095" y="161389"/>
                  </a:lnTo>
                  <a:lnTo>
                    <a:pt x="200190" y="107592"/>
                  </a:lnTo>
                  <a:lnTo>
                    <a:pt x="300286" y="53796"/>
                  </a:lnTo>
                  <a:lnTo>
                    <a:pt x="400381" y="0"/>
                  </a:lnTo>
                  <a:lnTo>
                    <a:pt x="449581" y="98628"/>
                  </a:lnTo>
                  <a:lnTo>
                    <a:pt x="346398" y="146234"/>
                  </a:lnTo>
                  <a:lnTo>
                    <a:pt x="243214" y="193841"/>
                  </a:lnTo>
                  <a:lnTo>
                    <a:pt x="140031" y="241447"/>
                  </a:lnTo>
                  <a:lnTo>
                    <a:pt x="36848" y="289053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6751404" y="6697881"/>
              <a:ext cx="129290" cy="460157"/>
            </a:xfrm>
            <a:custGeom>
              <a:avLst/>
              <a:pathLst>
                <a:path w="129290" h="460157">
                  <a:moveTo>
                    <a:pt x="82328" y="0"/>
                  </a:moveTo>
                  <a:lnTo>
                    <a:pt x="94069" y="113027"/>
                  </a:lnTo>
                  <a:lnTo>
                    <a:pt x="105809" y="226055"/>
                  </a:lnTo>
                  <a:lnTo>
                    <a:pt x="117550" y="339083"/>
                  </a:lnTo>
                  <a:lnTo>
                    <a:pt x="129290" y="452111"/>
                  </a:lnTo>
                  <a:lnTo>
                    <a:pt x="19366" y="460157"/>
                  </a:lnTo>
                  <a:lnTo>
                    <a:pt x="14524" y="346624"/>
                  </a:lnTo>
                  <a:lnTo>
                    <a:pt x="9683" y="233091"/>
                  </a:lnTo>
                  <a:lnTo>
                    <a:pt x="4841" y="119558"/>
                  </a:lnTo>
                  <a:lnTo>
                    <a:pt x="0" y="6025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5308992" y="6222844"/>
              <a:ext cx="402693" cy="374969"/>
            </a:xfrm>
            <a:custGeom>
              <a:avLst/>
              <a:pathLst>
                <a:path w="402693" h="374969">
                  <a:moveTo>
                    <a:pt x="402693" y="61480"/>
                  </a:moveTo>
                  <a:lnTo>
                    <a:pt x="320408" y="139852"/>
                  </a:lnTo>
                  <a:lnTo>
                    <a:pt x="238122" y="218224"/>
                  </a:lnTo>
                  <a:lnTo>
                    <a:pt x="155836" y="296597"/>
                  </a:lnTo>
                  <a:lnTo>
                    <a:pt x="73551" y="374969"/>
                  </a:lnTo>
                  <a:lnTo>
                    <a:pt x="0" y="292881"/>
                  </a:lnTo>
                  <a:lnTo>
                    <a:pt x="86901" y="219661"/>
                  </a:lnTo>
                  <a:lnTo>
                    <a:pt x="173803" y="146440"/>
                  </a:lnTo>
                  <a:lnTo>
                    <a:pt x="260705" y="73220"/>
                  </a:lnTo>
                  <a:lnTo>
                    <a:pt x="347607" y="0"/>
                  </a:lnTo>
                  <a:close/>
                </a:path>
              </a:pathLst>
            </a:custGeom>
            <a:solidFill>
              <a:srgbClr val="8DA0CB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6225010" y="6658931"/>
              <a:ext cx="197994" cy="464329"/>
            </a:xfrm>
            <a:custGeom>
              <a:avLst/>
              <a:pathLst>
                <a:path w="197994" h="464329">
                  <a:moveTo>
                    <a:pt x="197994" y="18928"/>
                  </a:moveTo>
                  <a:lnTo>
                    <a:pt x="175316" y="130278"/>
                  </a:lnTo>
                  <a:lnTo>
                    <a:pt x="152638" y="241628"/>
                  </a:lnTo>
                  <a:lnTo>
                    <a:pt x="129960" y="352978"/>
                  </a:lnTo>
                  <a:lnTo>
                    <a:pt x="107282" y="464329"/>
                  </a:lnTo>
                  <a:lnTo>
                    <a:pt x="0" y="439056"/>
                  </a:lnTo>
                  <a:lnTo>
                    <a:pt x="29411" y="329292"/>
                  </a:lnTo>
                  <a:lnTo>
                    <a:pt x="58822" y="219528"/>
                  </a:lnTo>
                  <a:lnTo>
                    <a:pt x="88233" y="109764"/>
                  </a:lnTo>
                  <a:lnTo>
                    <a:pt x="117644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6016046" y="6606601"/>
              <a:ext cx="247559" cy="459632"/>
            </a:xfrm>
            <a:custGeom>
              <a:avLst/>
              <a:pathLst>
                <a:path w="247559" h="459632">
                  <a:moveTo>
                    <a:pt x="247559" y="28547"/>
                  </a:moveTo>
                  <a:lnTo>
                    <a:pt x="211524" y="136319"/>
                  </a:lnTo>
                  <a:lnTo>
                    <a:pt x="175488" y="244090"/>
                  </a:lnTo>
                  <a:lnTo>
                    <a:pt x="139453" y="351861"/>
                  </a:lnTo>
                  <a:lnTo>
                    <a:pt x="103417" y="459632"/>
                  </a:lnTo>
                  <a:lnTo>
                    <a:pt x="0" y="421515"/>
                  </a:lnTo>
                  <a:lnTo>
                    <a:pt x="42526" y="316136"/>
                  </a:lnTo>
                  <a:lnTo>
                    <a:pt x="85052" y="210757"/>
                  </a:lnTo>
                  <a:lnTo>
                    <a:pt x="127578" y="105378"/>
                  </a:lnTo>
                  <a:lnTo>
                    <a:pt x="170104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6119464" y="6635149"/>
              <a:ext cx="223190" cy="462838"/>
            </a:xfrm>
            <a:custGeom>
              <a:avLst/>
              <a:pathLst>
                <a:path w="223190" h="462838">
                  <a:moveTo>
                    <a:pt x="223190" y="23782"/>
                  </a:moveTo>
                  <a:lnTo>
                    <a:pt x="193779" y="133546"/>
                  </a:lnTo>
                  <a:lnTo>
                    <a:pt x="164367" y="243310"/>
                  </a:lnTo>
                  <a:lnTo>
                    <a:pt x="134956" y="353074"/>
                  </a:lnTo>
                  <a:lnTo>
                    <a:pt x="105545" y="462838"/>
                  </a:lnTo>
                  <a:lnTo>
                    <a:pt x="0" y="431084"/>
                  </a:lnTo>
                  <a:lnTo>
                    <a:pt x="36035" y="323313"/>
                  </a:lnTo>
                  <a:lnTo>
                    <a:pt x="72070" y="215542"/>
                  </a:lnTo>
                  <a:lnTo>
                    <a:pt x="108106" y="107771"/>
                  </a:lnTo>
                  <a:lnTo>
                    <a:pt x="144141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950557" y="5715978"/>
              <a:ext cx="462333" cy="228133"/>
            </a:xfrm>
            <a:custGeom>
              <a:avLst/>
              <a:pathLst>
                <a:path w="462333" h="228133">
                  <a:moveTo>
                    <a:pt x="462333" y="78753"/>
                  </a:moveTo>
                  <a:lnTo>
                    <a:pt x="355009" y="116098"/>
                  </a:lnTo>
                  <a:lnTo>
                    <a:pt x="247685" y="153443"/>
                  </a:lnTo>
                  <a:lnTo>
                    <a:pt x="140361" y="190788"/>
                  </a:lnTo>
                  <a:lnTo>
                    <a:pt x="33036" y="228133"/>
                  </a:lnTo>
                  <a:lnTo>
                    <a:pt x="0" y="122982"/>
                  </a:lnTo>
                  <a:lnTo>
                    <a:pt x="109397" y="92236"/>
                  </a:lnTo>
                  <a:lnTo>
                    <a:pt x="218795" y="61491"/>
                  </a:lnTo>
                  <a:lnTo>
                    <a:pt x="328193" y="30745"/>
                  </a:lnTo>
                  <a:lnTo>
                    <a:pt x="437590" y="0"/>
                  </a:lnTo>
                  <a:close/>
                </a:path>
              </a:pathLst>
            </a:custGeom>
            <a:solidFill>
              <a:srgbClr val="E78AC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68532" y="5946998"/>
              <a:ext cx="446609" cy="297820"/>
            </a:xfrm>
            <a:custGeom>
              <a:avLst/>
              <a:pathLst>
                <a:path w="446609" h="297820">
                  <a:moveTo>
                    <a:pt x="446609" y="72949"/>
                  </a:moveTo>
                  <a:lnTo>
                    <a:pt x="347853" y="129166"/>
                  </a:lnTo>
                  <a:lnTo>
                    <a:pt x="249098" y="185384"/>
                  </a:lnTo>
                  <a:lnTo>
                    <a:pt x="150342" y="241602"/>
                  </a:lnTo>
                  <a:lnTo>
                    <a:pt x="51586" y="297820"/>
                  </a:lnTo>
                  <a:lnTo>
                    <a:pt x="0" y="200419"/>
                  </a:lnTo>
                  <a:lnTo>
                    <a:pt x="101993" y="150314"/>
                  </a:lnTo>
                  <a:lnTo>
                    <a:pt x="203986" y="100209"/>
                  </a:lnTo>
                  <a:lnTo>
                    <a:pt x="305980" y="50104"/>
                  </a:lnTo>
                  <a:lnTo>
                    <a:pt x="407973" y="0"/>
                  </a:lnTo>
                  <a:close/>
                </a:path>
              </a:pathLst>
            </a:custGeom>
            <a:solidFill>
              <a:srgbClr val="8DA0CB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883866" y="5293972"/>
              <a:ext cx="454333" cy="110218"/>
            </a:xfrm>
            <a:custGeom>
              <a:avLst/>
              <a:pathLst>
                <a:path w="454333" h="110218">
                  <a:moveTo>
                    <a:pt x="454333" y="96383"/>
                  </a:moveTo>
                  <a:lnTo>
                    <a:pt x="340750" y="99842"/>
                  </a:lnTo>
                  <a:lnTo>
                    <a:pt x="227166" y="103301"/>
                  </a:lnTo>
                  <a:lnTo>
                    <a:pt x="113583" y="106760"/>
                  </a:lnTo>
                  <a:lnTo>
                    <a:pt x="0" y="110218"/>
                  </a:lnTo>
                  <a:lnTo>
                    <a:pt x="0" y="0"/>
                  </a:lnTo>
                  <a:lnTo>
                    <a:pt x="113583" y="3458"/>
                  </a:lnTo>
                  <a:lnTo>
                    <a:pt x="227166" y="6917"/>
                  </a:lnTo>
                  <a:lnTo>
                    <a:pt x="340750" y="10376"/>
                  </a:lnTo>
                  <a:lnTo>
                    <a:pt x="454333" y="13835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7984837" y="4795869"/>
              <a:ext cx="463273" cy="218214"/>
            </a:xfrm>
            <a:custGeom>
              <a:avLst/>
              <a:pathLst>
                <a:path w="463273" h="218214">
                  <a:moveTo>
                    <a:pt x="0" y="138881"/>
                  </a:moveTo>
                  <a:lnTo>
                    <a:pt x="108201" y="104161"/>
                  </a:lnTo>
                  <a:lnTo>
                    <a:pt x="216403" y="69440"/>
                  </a:lnTo>
                  <a:lnTo>
                    <a:pt x="324605" y="34720"/>
                  </a:lnTo>
                  <a:lnTo>
                    <a:pt x="432807" y="0"/>
                  </a:lnTo>
                  <a:lnTo>
                    <a:pt x="463273" y="105924"/>
                  </a:lnTo>
                  <a:lnTo>
                    <a:pt x="353159" y="133996"/>
                  </a:lnTo>
                  <a:lnTo>
                    <a:pt x="243045" y="162069"/>
                  </a:lnTo>
                  <a:lnTo>
                    <a:pt x="132931" y="190141"/>
                  </a:lnTo>
                  <a:lnTo>
                    <a:pt x="22817" y="218214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7801279" y="4304551"/>
              <a:ext cx="432094" cy="331070"/>
            </a:xfrm>
            <a:custGeom>
              <a:avLst/>
              <a:pathLst>
                <a:path w="432094" h="331070">
                  <a:moveTo>
                    <a:pt x="0" y="262225"/>
                  </a:moveTo>
                  <a:lnTo>
                    <a:pt x="92819" y="196668"/>
                  </a:lnTo>
                  <a:lnTo>
                    <a:pt x="185639" y="131112"/>
                  </a:lnTo>
                  <a:lnTo>
                    <a:pt x="278459" y="65556"/>
                  </a:lnTo>
                  <a:lnTo>
                    <a:pt x="371279" y="0"/>
                  </a:lnTo>
                  <a:lnTo>
                    <a:pt x="432094" y="91922"/>
                  </a:lnTo>
                  <a:lnTo>
                    <a:pt x="335458" y="151709"/>
                  </a:lnTo>
                  <a:lnTo>
                    <a:pt x="238821" y="211496"/>
                  </a:lnTo>
                  <a:lnTo>
                    <a:pt x="142184" y="271283"/>
                  </a:lnTo>
                  <a:lnTo>
                    <a:pt x="45547" y="331070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6119464" y="3600175"/>
              <a:ext cx="223190" cy="462838"/>
            </a:xfrm>
            <a:custGeom>
              <a:avLst/>
              <a:pathLst>
                <a:path w="223190" h="462838">
                  <a:moveTo>
                    <a:pt x="144141" y="462838"/>
                  </a:moveTo>
                  <a:lnTo>
                    <a:pt x="108106" y="355067"/>
                  </a:lnTo>
                  <a:lnTo>
                    <a:pt x="72070" y="247296"/>
                  </a:lnTo>
                  <a:lnTo>
                    <a:pt x="36035" y="139525"/>
                  </a:lnTo>
                  <a:lnTo>
                    <a:pt x="0" y="31753"/>
                  </a:lnTo>
                  <a:lnTo>
                    <a:pt x="105545" y="0"/>
                  </a:lnTo>
                  <a:lnTo>
                    <a:pt x="134956" y="109764"/>
                  </a:lnTo>
                  <a:lnTo>
                    <a:pt x="164367" y="219528"/>
                  </a:lnTo>
                  <a:lnTo>
                    <a:pt x="193779" y="329292"/>
                  </a:lnTo>
                  <a:lnTo>
                    <a:pt x="223190" y="439056"/>
                  </a:lnTo>
                  <a:close/>
                </a:path>
              </a:pathLst>
            </a:custGeom>
            <a:solidFill>
              <a:srgbClr val="E5C494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543930" y="6396672"/>
              <a:ext cx="353964" cy="418510"/>
            </a:xfrm>
            <a:custGeom>
              <a:avLst/>
              <a:pathLst>
                <a:path w="353964" h="418510">
                  <a:moveTo>
                    <a:pt x="353964" y="50451"/>
                  </a:moveTo>
                  <a:lnTo>
                    <a:pt x="287282" y="142466"/>
                  </a:lnTo>
                  <a:lnTo>
                    <a:pt x="220601" y="234481"/>
                  </a:lnTo>
                  <a:lnTo>
                    <a:pt x="153919" y="326495"/>
                  </a:lnTo>
                  <a:lnTo>
                    <a:pt x="87237" y="418510"/>
                  </a:lnTo>
                  <a:lnTo>
                    <a:pt x="0" y="351147"/>
                  </a:lnTo>
                  <a:lnTo>
                    <a:pt x="72156" y="263360"/>
                  </a:lnTo>
                  <a:lnTo>
                    <a:pt x="144313" y="175573"/>
                  </a:lnTo>
                  <a:lnTo>
                    <a:pt x="216470" y="87786"/>
                  </a:lnTo>
                  <a:lnTo>
                    <a:pt x="288627" y="0"/>
                  </a:lnTo>
                  <a:close/>
                </a:path>
              </a:pathLst>
            </a:custGeom>
            <a:solidFill>
              <a:srgbClr val="8DA0CB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6332292" y="6677860"/>
              <a:ext cx="172064" cy="464099"/>
            </a:xfrm>
            <a:custGeom>
              <a:avLst/>
              <a:pathLst>
                <a:path w="172064" h="464099">
                  <a:moveTo>
                    <a:pt x="172064" y="14004"/>
                  </a:moveTo>
                  <a:lnTo>
                    <a:pt x="156203" y="126528"/>
                  </a:lnTo>
                  <a:lnTo>
                    <a:pt x="140342" y="239051"/>
                  </a:lnTo>
                  <a:lnTo>
                    <a:pt x="124481" y="351575"/>
                  </a:lnTo>
                  <a:lnTo>
                    <a:pt x="108621" y="464099"/>
                  </a:lnTo>
                  <a:lnTo>
                    <a:pt x="0" y="445400"/>
                  </a:lnTo>
                  <a:lnTo>
                    <a:pt x="22677" y="334050"/>
                  </a:lnTo>
                  <a:lnTo>
                    <a:pt x="45355" y="222700"/>
                  </a:lnTo>
                  <a:lnTo>
                    <a:pt x="68033" y="111350"/>
                  </a:lnTo>
                  <a:lnTo>
                    <a:pt x="90711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7751626" y="4216500"/>
              <a:ext cx="420931" cy="350276"/>
            </a:xfrm>
            <a:custGeom>
              <a:avLst/>
              <a:pathLst>
                <a:path w="420931" h="350276">
                  <a:moveTo>
                    <a:pt x="0" y="284330"/>
                  </a:moveTo>
                  <a:lnTo>
                    <a:pt x="88659" y="213247"/>
                  </a:lnTo>
                  <a:lnTo>
                    <a:pt x="177318" y="142165"/>
                  </a:lnTo>
                  <a:lnTo>
                    <a:pt x="265977" y="71082"/>
                  </a:lnTo>
                  <a:lnTo>
                    <a:pt x="354636" y="0"/>
                  </a:lnTo>
                  <a:lnTo>
                    <a:pt x="420931" y="88051"/>
                  </a:lnTo>
                  <a:lnTo>
                    <a:pt x="328112" y="153607"/>
                  </a:lnTo>
                  <a:lnTo>
                    <a:pt x="235292" y="219164"/>
                  </a:lnTo>
                  <a:lnTo>
                    <a:pt x="142472" y="284720"/>
                  </a:lnTo>
                  <a:lnTo>
                    <a:pt x="49652" y="350276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7640758" y="4053298"/>
              <a:ext cx="393973" cy="384728"/>
            </a:xfrm>
            <a:custGeom>
              <a:avLst/>
              <a:pathLst>
                <a:path w="393973" h="384728">
                  <a:moveTo>
                    <a:pt x="0" y="325301"/>
                  </a:moveTo>
                  <a:lnTo>
                    <a:pt x="79368" y="243975"/>
                  </a:lnTo>
                  <a:lnTo>
                    <a:pt x="158736" y="162650"/>
                  </a:lnTo>
                  <a:lnTo>
                    <a:pt x="238105" y="81325"/>
                  </a:lnTo>
                  <a:lnTo>
                    <a:pt x="317473" y="0"/>
                  </a:lnTo>
                  <a:lnTo>
                    <a:pt x="393973" y="79346"/>
                  </a:lnTo>
                  <a:lnTo>
                    <a:pt x="309804" y="155692"/>
                  </a:lnTo>
                  <a:lnTo>
                    <a:pt x="225634" y="232037"/>
                  </a:lnTo>
                  <a:lnTo>
                    <a:pt x="141464" y="308382"/>
                  </a:lnTo>
                  <a:lnTo>
                    <a:pt x="57295" y="384728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6440913" y="6691864"/>
              <a:ext cx="145496" cy="462149"/>
            </a:xfrm>
            <a:custGeom>
              <a:avLst/>
              <a:pathLst>
                <a:path w="145496" h="462149">
                  <a:moveTo>
                    <a:pt x="145496" y="9028"/>
                  </a:moveTo>
                  <a:lnTo>
                    <a:pt x="136511" y="122308"/>
                  </a:lnTo>
                  <a:lnTo>
                    <a:pt x="127527" y="235589"/>
                  </a:lnTo>
                  <a:lnTo>
                    <a:pt x="118542" y="348869"/>
                  </a:lnTo>
                  <a:lnTo>
                    <a:pt x="109557" y="462149"/>
                  </a:lnTo>
                  <a:lnTo>
                    <a:pt x="0" y="450094"/>
                  </a:lnTo>
                  <a:lnTo>
                    <a:pt x="15860" y="337571"/>
                  </a:lnTo>
                  <a:lnTo>
                    <a:pt x="31721" y="225047"/>
                  </a:lnTo>
                  <a:lnTo>
                    <a:pt x="47582" y="112523"/>
                  </a:lnTo>
                  <a:lnTo>
                    <a:pt x="63443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177536" y="6090410"/>
              <a:ext cx="427819" cy="338904"/>
            </a:xfrm>
            <a:custGeom>
              <a:avLst/>
              <a:pathLst>
                <a:path w="427819" h="338904">
                  <a:moveTo>
                    <a:pt x="427819" y="67716"/>
                  </a:moveTo>
                  <a:lnTo>
                    <a:pt x="336623" y="135513"/>
                  </a:lnTo>
                  <a:lnTo>
                    <a:pt x="245427" y="203310"/>
                  </a:lnTo>
                  <a:lnTo>
                    <a:pt x="154231" y="271107"/>
                  </a:lnTo>
                  <a:lnTo>
                    <a:pt x="63035" y="338904"/>
                  </a:lnTo>
                  <a:lnTo>
                    <a:pt x="0" y="248490"/>
                  </a:lnTo>
                  <a:lnTo>
                    <a:pt x="95152" y="186367"/>
                  </a:lnTo>
                  <a:lnTo>
                    <a:pt x="190304" y="124245"/>
                  </a:lnTo>
                  <a:lnTo>
                    <a:pt x="285456" y="62122"/>
                  </a:lnTo>
                  <a:lnTo>
                    <a:pt x="380608" y="0"/>
                  </a:lnTo>
                  <a:close/>
                </a:path>
              </a:pathLst>
            </a:custGeom>
            <a:solidFill>
              <a:srgbClr val="8DA0CB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923980" y="4859202"/>
              <a:ext cx="464168" cy="203095"/>
            </a:xfrm>
            <a:custGeom>
              <a:avLst/>
              <a:pathLst>
                <a:path w="464168" h="203095">
                  <a:moveTo>
                    <a:pt x="444263" y="203095"/>
                  </a:moveTo>
                  <a:lnTo>
                    <a:pt x="333197" y="179062"/>
                  </a:lnTo>
                  <a:lnTo>
                    <a:pt x="222131" y="155030"/>
                  </a:lnTo>
                  <a:lnTo>
                    <a:pt x="111065" y="130998"/>
                  </a:lnTo>
                  <a:lnTo>
                    <a:pt x="0" y="106966"/>
                  </a:lnTo>
                  <a:lnTo>
                    <a:pt x="26577" y="0"/>
                  </a:lnTo>
                  <a:lnTo>
                    <a:pt x="135975" y="30745"/>
                  </a:lnTo>
                  <a:lnTo>
                    <a:pt x="245373" y="61491"/>
                  </a:lnTo>
                  <a:lnTo>
                    <a:pt x="354770" y="92236"/>
                  </a:lnTo>
                  <a:lnTo>
                    <a:pt x="464168" y="122982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7698053" y="6197332"/>
              <a:ext cx="408209" cy="368184"/>
            </a:xfrm>
            <a:custGeom>
              <a:avLst/>
              <a:pathLst>
                <a:path w="408209" h="368184">
                  <a:moveTo>
                    <a:pt x="53572" y="0"/>
                  </a:moveTo>
                  <a:lnTo>
                    <a:pt x="142232" y="71082"/>
                  </a:lnTo>
                  <a:lnTo>
                    <a:pt x="230891" y="142165"/>
                  </a:lnTo>
                  <a:lnTo>
                    <a:pt x="319550" y="213247"/>
                  </a:lnTo>
                  <a:lnTo>
                    <a:pt x="408209" y="284330"/>
                  </a:lnTo>
                  <a:lnTo>
                    <a:pt x="336678" y="368184"/>
                  </a:lnTo>
                  <a:lnTo>
                    <a:pt x="252509" y="291839"/>
                  </a:lnTo>
                  <a:lnTo>
                    <a:pt x="168339" y="215493"/>
                  </a:lnTo>
                  <a:lnTo>
                    <a:pt x="84169" y="139148"/>
                  </a:lnTo>
                  <a:lnTo>
                    <a:pt x="0" y="62803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7846827" y="4396474"/>
              <a:ext cx="441656" cy="310637"/>
            </a:xfrm>
            <a:custGeom>
              <a:avLst/>
              <a:pathLst>
                <a:path w="441656" h="310637">
                  <a:moveTo>
                    <a:pt x="0" y="239148"/>
                  </a:moveTo>
                  <a:lnTo>
                    <a:pt x="96636" y="179361"/>
                  </a:lnTo>
                  <a:lnTo>
                    <a:pt x="193273" y="119574"/>
                  </a:lnTo>
                  <a:lnTo>
                    <a:pt x="289910" y="59787"/>
                  </a:lnTo>
                  <a:lnTo>
                    <a:pt x="386546" y="0"/>
                  </a:lnTo>
                  <a:lnTo>
                    <a:pt x="441656" y="95452"/>
                  </a:lnTo>
                  <a:lnTo>
                    <a:pt x="341560" y="149248"/>
                  </a:lnTo>
                  <a:lnTo>
                    <a:pt x="241465" y="203045"/>
                  </a:lnTo>
                  <a:lnTo>
                    <a:pt x="141369" y="256841"/>
                  </a:lnTo>
                  <a:lnTo>
                    <a:pt x="41274" y="310637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7801279" y="6062540"/>
              <a:ext cx="432094" cy="331070"/>
            </a:xfrm>
            <a:custGeom>
              <a:avLst/>
              <a:pathLst>
                <a:path w="432094" h="331070">
                  <a:moveTo>
                    <a:pt x="45547" y="0"/>
                  </a:moveTo>
                  <a:lnTo>
                    <a:pt x="142184" y="59787"/>
                  </a:lnTo>
                  <a:lnTo>
                    <a:pt x="238821" y="119574"/>
                  </a:lnTo>
                  <a:lnTo>
                    <a:pt x="335458" y="179361"/>
                  </a:lnTo>
                  <a:lnTo>
                    <a:pt x="432094" y="239148"/>
                  </a:lnTo>
                  <a:lnTo>
                    <a:pt x="371279" y="331070"/>
                  </a:lnTo>
                  <a:lnTo>
                    <a:pt x="278459" y="265514"/>
                  </a:lnTo>
                  <a:lnTo>
                    <a:pt x="185639" y="199958"/>
                  </a:lnTo>
                  <a:lnTo>
                    <a:pt x="92819" y="134401"/>
                  </a:lnTo>
                  <a:lnTo>
                    <a:pt x="0" y="68845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4966616" y="3621952"/>
              <a:ext cx="3453127" cy="3454359"/>
            </a:xfrm>
            <a:custGeom>
              <a:avLst/>
              <a:pathLst>
                <a:path w="3453127" h="3454359">
                  <a:moveTo>
                    <a:pt x="3452711" y="1653537"/>
                  </a:moveTo>
                  <a:lnTo>
                    <a:pt x="3448309" y="1583641"/>
                  </a:lnTo>
                  <a:lnTo>
                    <a:pt x="3441077" y="1513981"/>
                  </a:lnTo>
                  <a:lnTo>
                    <a:pt x="3431028" y="1444671"/>
                  </a:lnTo>
                  <a:lnTo>
                    <a:pt x="3418177" y="1375825"/>
                  </a:lnTo>
                  <a:lnTo>
                    <a:pt x="3402545" y="1307557"/>
                  </a:lnTo>
                  <a:lnTo>
                    <a:pt x="3384160" y="1239979"/>
                  </a:lnTo>
                  <a:lnTo>
                    <a:pt x="3363049" y="1173202"/>
                  </a:lnTo>
                  <a:lnTo>
                    <a:pt x="3339249" y="1107335"/>
                  </a:lnTo>
                  <a:lnTo>
                    <a:pt x="3312799" y="1042488"/>
                  </a:lnTo>
                  <a:lnTo>
                    <a:pt x="3283741" y="978766"/>
                  </a:lnTo>
                  <a:lnTo>
                    <a:pt x="3252124" y="916274"/>
                  </a:lnTo>
                  <a:lnTo>
                    <a:pt x="3218000" y="855115"/>
                  </a:lnTo>
                  <a:lnTo>
                    <a:pt x="3181425" y="795390"/>
                  </a:lnTo>
                  <a:lnTo>
                    <a:pt x="3142458" y="737197"/>
                  </a:lnTo>
                  <a:lnTo>
                    <a:pt x="3101165" y="680631"/>
                  </a:lnTo>
                  <a:lnTo>
                    <a:pt x="3057612" y="625785"/>
                  </a:lnTo>
                  <a:lnTo>
                    <a:pt x="3011872" y="572751"/>
                  </a:lnTo>
                  <a:lnTo>
                    <a:pt x="2964019" y="521614"/>
                  </a:lnTo>
                  <a:lnTo>
                    <a:pt x="2914133" y="472458"/>
                  </a:lnTo>
                  <a:lnTo>
                    <a:pt x="2862295" y="425366"/>
                  </a:lnTo>
                  <a:lnTo>
                    <a:pt x="2808591" y="380414"/>
                  </a:lnTo>
                  <a:lnTo>
                    <a:pt x="2753109" y="337676"/>
                  </a:lnTo>
                  <a:lnTo>
                    <a:pt x="2695939" y="297222"/>
                  </a:lnTo>
                  <a:lnTo>
                    <a:pt x="2637177" y="259119"/>
                  </a:lnTo>
                  <a:lnTo>
                    <a:pt x="2576919" y="223429"/>
                  </a:lnTo>
                  <a:lnTo>
                    <a:pt x="2515263" y="190211"/>
                  </a:lnTo>
                  <a:lnTo>
                    <a:pt x="2452311" y="159520"/>
                  </a:lnTo>
                  <a:lnTo>
                    <a:pt x="2388167" y="131407"/>
                  </a:lnTo>
                  <a:lnTo>
                    <a:pt x="2322936" y="105916"/>
                  </a:lnTo>
                  <a:lnTo>
                    <a:pt x="2256725" y="83091"/>
                  </a:lnTo>
                  <a:lnTo>
                    <a:pt x="2189643" y="62969"/>
                  </a:lnTo>
                  <a:lnTo>
                    <a:pt x="2121801" y="45583"/>
                  </a:lnTo>
                  <a:lnTo>
                    <a:pt x="2053310" y="30961"/>
                  </a:lnTo>
                  <a:lnTo>
                    <a:pt x="1984282" y="19128"/>
                  </a:lnTo>
                  <a:lnTo>
                    <a:pt x="1914831" y="10102"/>
                  </a:lnTo>
                  <a:lnTo>
                    <a:pt x="1845072" y="3900"/>
                  </a:lnTo>
                  <a:lnTo>
                    <a:pt x="1775118" y="530"/>
                  </a:lnTo>
                  <a:lnTo>
                    <a:pt x="1705086" y="0"/>
                  </a:lnTo>
                  <a:lnTo>
                    <a:pt x="1635089" y="2308"/>
                  </a:lnTo>
                  <a:lnTo>
                    <a:pt x="1565244" y="7452"/>
                  </a:lnTo>
                  <a:lnTo>
                    <a:pt x="1495664" y="15424"/>
                  </a:lnTo>
                  <a:lnTo>
                    <a:pt x="1426465" y="26209"/>
                  </a:lnTo>
                  <a:lnTo>
                    <a:pt x="1357760" y="39791"/>
                  </a:lnTo>
                  <a:lnTo>
                    <a:pt x="1289662" y="56146"/>
                  </a:lnTo>
                  <a:lnTo>
                    <a:pt x="1222283" y="75249"/>
                  </a:lnTo>
                  <a:lnTo>
                    <a:pt x="1155734" y="97068"/>
                  </a:lnTo>
                  <a:lnTo>
                    <a:pt x="1090124" y="121566"/>
                  </a:lnTo>
                  <a:lnTo>
                    <a:pt x="1025561" y="148704"/>
                  </a:lnTo>
                  <a:lnTo>
                    <a:pt x="962151" y="178437"/>
                  </a:lnTo>
                  <a:lnTo>
                    <a:pt x="899999" y="210716"/>
                  </a:lnTo>
                  <a:lnTo>
                    <a:pt x="839206" y="245489"/>
                  </a:lnTo>
                  <a:lnTo>
                    <a:pt x="779873" y="282696"/>
                  </a:lnTo>
                  <a:lnTo>
                    <a:pt x="722097" y="322279"/>
                  </a:lnTo>
                  <a:lnTo>
                    <a:pt x="665973" y="364171"/>
                  </a:lnTo>
                  <a:lnTo>
                    <a:pt x="611593" y="408304"/>
                  </a:lnTo>
                  <a:lnTo>
                    <a:pt x="559047" y="454605"/>
                  </a:lnTo>
                  <a:lnTo>
                    <a:pt x="508422" y="502998"/>
                  </a:lnTo>
                  <a:lnTo>
                    <a:pt x="459799" y="553404"/>
                  </a:lnTo>
                  <a:lnTo>
                    <a:pt x="413260" y="605739"/>
                  </a:lnTo>
                  <a:lnTo>
                    <a:pt x="368881" y="659918"/>
                  </a:lnTo>
                  <a:lnTo>
                    <a:pt x="326735" y="715851"/>
                  </a:lnTo>
                  <a:lnTo>
                    <a:pt x="286891" y="773447"/>
                  </a:lnTo>
                  <a:lnTo>
                    <a:pt x="249414" y="832611"/>
                  </a:lnTo>
                  <a:lnTo>
                    <a:pt x="214367" y="893245"/>
                  </a:lnTo>
                  <a:lnTo>
                    <a:pt x="181806" y="955251"/>
                  </a:lnTo>
                  <a:lnTo>
                    <a:pt x="151786" y="1018525"/>
                  </a:lnTo>
                  <a:lnTo>
                    <a:pt x="124355" y="1082964"/>
                  </a:lnTo>
                  <a:lnTo>
                    <a:pt x="99559" y="1148462"/>
                  </a:lnTo>
                  <a:lnTo>
                    <a:pt x="77439" y="1214912"/>
                  </a:lnTo>
                  <a:lnTo>
                    <a:pt x="58030" y="1282203"/>
                  </a:lnTo>
                  <a:lnTo>
                    <a:pt x="41366" y="1350227"/>
                  </a:lnTo>
                  <a:lnTo>
                    <a:pt x="27473" y="1418869"/>
                  </a:lnTo>
                  <a:lnTo>
                    <a:pt x="16373" y="1488019"/>
                  </a:lnTo>
                  <a:lnTo>
                    <a:pt x="8086" y="1557561"/>
                  </a:lnTo>
                  <a:lnTo>
                    <a:pt x="2626" y="1627383"/>
                  </a:lnTo>
                  <a:lnTo>
                    <a:pt x="0" y="1697368"/>
                  </a:lnTo>
                  <a:lnTo>
                    <a:pt x="213" y="1767403"/>
                  </a:lnTo>
                  <a:lnTo>
                    <a:pt x="3265" y="1837371"/>
                  </a:lnTo>
                  <a:lnTo>
                    <a:pt x="9151" y="1907158"/>
                  </a:lnTo>
                  <a:lnTo>
                    <a:pt x="17861" y="1976648"/>
                  </a:lnTo>
                  <a:lnTo>
                    <a:pt x="29381" y="2045729"/>
                  </a:lnTo>
                  <a:lnTo>
                    <a:pt x="43692" y="2114286"/>
                  </a:lnTo>
                  <a:lnTo>
                    <a:pt x="60770" y="2182206"/>
                  </a:lnTo>
                  <a:lnTo>
                    <a:pt x="80588" y="2249379"/>
                  </a:lnTo>
                  <a:lnTo>
                    <a:pt x="103112" y="2315692"/>
                  </a:lnTo>
                  <a:lnTo>
                    <a:pt x="128306" y="2381038"/>
                  </a:lnTo>
                  <a:lnTo>
                    <a:pt x="156129" y="2445309"/>
                  </a:lnTo>
                  <a:lnTo>
                    <a:pt x="186534" y="2508400"/>
                  </a:lnTo>
                  <a:lnTo>
                    <a:pt x="219472" y="2570206"/>
                  </a:lnTo>
                  <a:lnTo>
                    <a:pt x="254888" y="2630625"/>
                  </a:lnTo>
                  <a:lnTo>
                    <a:pt x="292724" y="2689560"/>
                  </a:lnTo>
                  <a:lnTo>
                    <a:pt x="332918" y="2746912"/>
                  </a:lnTo>
                  <a:lnTo>
                    <a:pt x="375404" y="2802588"/>
                  </a:lnTo>
                  <a:lnTo>
                    <a:pt x="420112" y="2856495"/>
                  </a:lnTo>
                  <a:lnTo>
                    <a:pt x="466969" y="2908546"/>
                  </a:lnTo>
                  <a:lnTo>
                    <a:pt x="515897" y="2958655"/>
                  </a:lnTo>
                  <a:lnTo>
                    <a:pt x="566816" y="3006739"/>
                  </a:lnTo>
                  <a:lnTo>
                    <a:pt x="619643" y="3052719"/>
                  </a:lnTo>
                  <a:lnTo>
                    <a:pt x="674290" y="3096520"/>
                  </a:lnTo>
                  <a:lnTo>
                    <a:pt x="730668" y="3138070"/>
                  </a:lnTo>
                  <a:lnTo>
                    <a:pt x="788684" y="3177300"/>
                  </a:lnTo>
                  <a:lnTo>
                    <a:pt x="848243" y="3214146"/>
                  </a:lnTo>
                  <a:lnTo>
                    <a:pt x="909246" y="3248547"/>
                  </a:lnTo>
                  <a:lnTo>
                    <a:pt x="971594" y="3280447"/>
                  </a:lnTo>
                  <a:lnTo>
                    <a:pt x="1035184" y="3309794"/>
                  </a:lnTo>
                  <a:lnTo>
                    <a:pt x="1099911" y="3336538"/>
                  </a:lnTo>
                  <a:lnTo>
                    <a:pt x="1165669" y="3360637"/>
                  </a:lnTo>
                  <a:lnTo>
                    <a:pt x="1232349" y="3382050"/>
                  </a:lnTo>
                  <a:lnTo>
                    <a:pt x="1299844" y="3400742"/>
                  </a:lnTo>
                  <a:lnTo>
                    <a:pt x="1368040" y="3416683"/>
                  </a:lnTo>
                  <a:lnTo>
                    <a:pt x="1436826" y="3429846"/>
                  </a:lnTo>
                  <a:lnTo>
                    <a:pt x="1506090" y="3440210"/>
                  </a:lnTo>
                  <a:lnTo>
                    <a:pt x="1575717" y="3447758"/>
                  </a:lnTo>
                  <a:lnTo>
                    <a:pt x="1645592" y="3452476"/>
                  </a:lnTo>
                  <a:lnTo>
                    <a:pt x="1715602" y="3454359"/>
                  </a:lnTo>
                  <a:lnTo>
                    <a:pt x="1785630" y="3453402"/>
                  </a:lnTo>
                  <a:lnTo>
                    <a:pt x="1855561" y="3449606"/>
                  </a:lnTo>
                  <a:lnTo>
                    <a:pt x="1925282" y="3442979"/>
                  </a:lnTo>
                  <a:lnTo>
                    <a:pt x="1994676" y="3433531"/>
                  </a:lnTo>
                  <a:lnTo>
                    <a:pt x="2063631" y="3421278"/>
                  </a:lnTo>
                  <a:lnTo>
                    <a:pt x="2132032" y="3406239"/>
                  </a:lnTo>
                  <a:lnTo>
                    <a:pt x="2199767" y="3388440"/>
                  </a:lnTo>
                  <a:lnTo>
                    <a:pt x="2266725" y="3367910"/>
                  </a:lnTo>
                  <a:lnTo>
                    <a:pt x="2332795" y="3344682"/>
                  </a:lnTo>
                  <a:lnTo>
                    <a:pt x="2397870" y="3318795"/>
                  </a:lnTo>
                  <a:lnTo>
                    <a:pt x="2461842" y="3290292"/>
                  </a:lnTo>
                  <a:lnTo>
                    <a:pt x="2524605" y="3259218"/>
                  </a:lnTo>
                  <a:lnTo>
                    <a:pt x="2586058" y="3225626"/>
                  </a:lnTo>
                  <a:lnTo>
                    <a:pt x="2646098" y="3189570"/>
                  </a:lnTo>
                  <a:lnTo>
                    <a:pt x="2704627" y="3151110"/>
                  </a:lnTo>
                  <a:lnTo>
                    <a:pt x="2761549" y="3110308"/>
                  </a:lnTo>
                  <a:lnTo>
                    <a:pt x="2816770" y="3067233"/>
                  </a:lnTo>
                  <a:lnTo>
                    <a:pt x="2870200" y="3021955"/>
                  </a:lnTo>
                  <a:lnTo>
                    <a:pt x="2921750" y="2974548"/>
                  </a:lnTo>
                  <a:lnTo>
                    <a:pt x="2971336" y="2925090"/>
                  </a:lnTo>
                  <a:lnTo>
                    <a:pt x="3018876" y="2873662"/>
                  </a:lnTo>
                  <a:lnTo>
                    <a:pt x="3064293" y="2820350"/>
                  </a:lnTo>
                  <a:lnTo>
                    <a:pt x="3107511" y="2765240"/>
                  </a:lnTo>
                  <a:lnTo>
                    <a:pt x="3148459" y="2708424"/>
                  </a:lnTo>
                  <a:lnTo>
                    <a:pt x="3187070" y="2649995"/>
                  </a:lnTo>
                  <a:lnTo>
                    <a:pt x="3223281" y="2590048"/>
                  </a:lnTo>
                  <a:lnTo>
                    <a:pt x="3257033" y="2528683"/>
                  </a:lnTo>
                  <a:lnTo>
                    <a:pt x="3288269" y="2466000"/>
                  </a:lnTo>
                  <a:lnTo>
                    <a:pt x="3316938" y="2402102"/>
                  </a:lnTo>
                  <a:lnTo>
                    <a:pt x="3342993" y="2337094"/>
                  </a:lnTo>
                  <a:lnTo>
                    <a:pt x="3366391" y="2271084"/>
                  </a:lnTo>
                  <a:lnTo>
                    <a:pt x="3387095" y="2204179"/>
                  </a:lnTo>
                  <a:lnTo>
                    <a:pt x="3405069" y="2136491"/>
                  </a:lnTo>
                  <a:lnTo>
                    <a:pt x="3420284" y="2068129"/>
                  </a:lnTo>
                  <a:lnTo>
                    <a:pt x="3432716" y="1999206"/>
                  </a:lnTo>
                  <a:lnTo>
                    <a:pt x="3442343" y="1929836"/>
                  </a:lnTo>
                  <a:lnTo>
                    <a:pt x="3449151" y="1860133"/>
                  </a:lnTo>
                  <a:lnTo>
                    <a:pt x="3453127" y="1790212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4851451" y="3506822"/>
              <a:ext cx="3683366" cy="3684631"/>
            </a:xfrm>
            <a:custGeom>
              <a:avLst/>
              <a:pathLst>
                <a:path w="3683366" h="3684631">
                  <a:moveTo>
                    <a:pt x="3682923" y="1763761"/>
                  </a:moveTo>
                  <a:lnTo>
                    <a:pt x="3678532" y="1692905"/>
                  </a:lnTo>
                  <a:lnTo>
                    <a:pt x="3671415" y="1622270"/>
                  </a:lnTo>
                  <a:lnTo>
                    <a:pt x="3661582" y="1551962"/>
                  </a:lnTo>
                  <a:lnTo>
                    <a:pt x="3649048" y="1482086"/>
                  </a:lnTo>
                  <a:lnTo>
                    <a:pt x="3633831" y="1412744"/>
                  </a:lnTo>
                  <a:lnTo>
                    <a:pt x="3615954" y="1344039"/>
                  </a:lnTo>
                  <a:lnTo>
                    <a:pt x="3595443" y="1276074"/>
                  </a:lnTo>
                  <a:lnTo>
                    <a:pt x="3572330" y="1208950"/>
                  </a:lnTo>
                  <a:lnTo>
                    <a:pt x="3546647" y="1142767"/>
                  </a:lnTo>
                  <a:lnTo>
                    <a:pt x="3518434" y="1077621"/>
                  </a:lnTo>
                  <a:lnTo>
                    <a:pt x="3487732" y="1013612"/>
                  </a:lnTo>
                  <a:lnTo>
                    <a:pt x="3454587" y="950832"/>
                  </a:lnTo>
                  <a:lnTo>
                    <a:pt x="3419048" y="889376"/>
                  </a:lnTo>
                  <a:lnTo>
                    <a:pt x="3381168" y="829334"/>
                  </a:lnTo>
                  <a:lnTo>
                    <a:pt x="3341002" y="770797"/>
                  </a:lnTo>
                  <a:lnTo>
                    <a:pt x="3298612" y="713850"/>
                  </a:lnTo>
                  <a:lnTo>
                    <a:pt x="3254059" y="658579"/>
                  </a:lnTo>
                  <a:lnTo>
                    <a:pt x="3207410" y="605065"/>
                  </a:lnTo>
                  <a:lnTo>
                    <a:pt x="3158733" y="553388"/>
                  </a:lnTo>
                  <a:lnTo>
                    <a:pt x="3108103" y="503625"/>
                  </a:lnTo>
                  <a:lnTo>
                    <a:pt x="3055592" y="455849"/>
                  </a:lnTo>
                  <a:lnTo>
                    <a:pt x="3001280" y="410132"/>
                  </a:lnTo>
                  <a:lnTo>
                    <a:pt x="2945247" y="366540"/>
                  </a:lnTo>
                  <a:lnTo>
                    <a:pt x="2887577" y="325140"/>
                  </a:lnTo>
                  <a:lnTo>
                    <a:pt x="2828354" y="285993"/>
                  </a:lnTo>
                  <a:lnTo>
                    <a:pt x="2767667" y="249156"/>
                  </a:lnTo>
                  <a:lnTo>
                    <a:pt x="2705606" y="214684"/>
                  </a:lnTo>
                  <a:lnTo>
                    <a:pt x="2642263" y="182629"/>
                  </a:lnTo>
                  <a:lnTo>
                    <a:pt x="2577732" y="153037"/>
                  </a:lnTo>
                  <a:lnTo>
                    <a:pt x="2512109" y="125954"/>
                  </a:lnTo>
                  <a:lnTo>
                    <a:pt x="2445491" y="101419"/>
                  </a:lnTo>
                  <a:lnTo>
                    <a:pt x="2377977" y="79469"/>
                  </a:lnTo>
                  <a:lnTo>
                    <a:pt x="2309668" y="60136"/>
                  </a:lnTo>
                  <a:lnTo>
                    <a:pt x="2240665" y="43449"/>
                  </a:lnTo>
                  <a:lnTo>
                    <a:pt x="2171071" y="29433"/>
                  </a:lnTo>
                  <a:lnTo>
                    <a:pt x="2100988" y="18108"/>
                  </a:lnTo>
                  <a:lnTo>
                    <a:pt x="2030520" y="9491"/>
                  </a:lnTo>
                  <a:lnTo>
                    <a:pt x="1959774" y="3596"/>
                  </a:lnTo>
                  <a:lnTo>
                    <a:pt x="1888852" y="430"/>
                  </a:lnTo>
                  <a:lnTo>
                    <a:pt x="1817861" y="0"/>
                  </a:lnTo>
                  <a:lnTo>
                    <a:pt x="1746907" y="2304"/>
                  </a:lnTo>
                  <a:lnTo>
                    <a:pt x="1676093" y="7340"/>
                  </a:lnTo>
                  <a:lnTo>
                    <a:pt x="1605527" y="15100"/>
                  </a:lnTo>
                  <a:lnTo>
                    <a:pt x="1535311" y="25574"/>
                  </a:lnTo>
                  <a:lnTo>
                    <a:pt x="1465552" y="38744"/>
                  </a:lnTo>
                  <a:lnTo>
                    <a:pt x="1396351" y="54593"/>
                  </a:lnTo>
                  <a:lnTo>
                    <a:pt x="1327813" y="73095"/>
                  </a:lnTo>
                  <a:lnTo>
                    <a:pt x="1260038" y="94224"/>
                  </a:lnTo>
                  <a:lnTo>
                    <a:pt x="1193127" y="117949"/>
                  </a:lnTo>
                  <a:lnTo>
                    <a:pt x="1127180" y="144233"/>
                  </a:lnTo>
                  <a:lnTo>
                    <a:pt x="1062295" y="173039"/>
                  </a:lnTo>
                  <a:lnTo>
                    <a:pt x="998567" y="204323"/>
                  </a:lnTo>
                  <a:lnTo>
                    <a:pt x="936092" y="238039"/>
                  </a:lnTo>
                  <a:lnTo>
                    <a:pt x="874963" y="274136"/>
                  </a:lnTo>
                  <a:lnTo>
                    <a:pt x="815269" y="312562"/>
                  </a:lnTo>
                  <a:lnTo>
                    <a:pt x="757100" y="353259"/>
                  </a:lnTo>
                  <a:lnTo>
                    <a:pt x="700542" y="396167"/>
                  </a:lnTo>
                  <a:lnTo>
                    <a:pt x="645679" y="441222"/>
                  </a:lnTo>
                  <a:lnTo>
                    <a:pt x="592593" y="488357"/>
                  </a:lnTo>
                  <a:lnTo>
                    <a:pt x="541361" y="537502"/>
                  </a:lnTo>
                  <a:lnTo>
                    <a:pt x="492061" y="588584"/>
                  </a:lnTo>
                  <a:lnTo>
                    <a:pt x="444766" y="641528"/>
                  </a:lnTo>
                  <a:lnTo>
                    <a:pt x="399546" y="696254"/>
                  </a:lnTo>
                  <a:lnTo>
                    <a:pt x="356467" y="752682"/>
                  </a:lnTo>
                  <a:lnTo>
                    <a:pt x="315594" y="810728"/>
                  </a:lnTo>
                  <a:lnTo>
                    <a:pt x="276988" y="870305"/>
                  </a:lnTo>
                  <a:lnTo>
                    <a:pt x="240705" y="931325"/>
                  </a:lnTo>
                  <a:lnTo>
                    <a:pt x="206801" y="993698"/>
                  </a:lnTo>
                  <a:lnTo>
                    <a:pt x="175324" y="1057330"/>
                  </a:lnTo>
                  <a:lnTo>
                    <a:pt x="146322" y="1122128"/>
                  </a:lnTo>
                  <a:lnTo>
                    <a:pt x="119838" y="1187995"/>
                  </a:lnTo>
                  <a:lnTo>
                    <a:pt x="95911" y="1254834"/>
                  </a:lnTo>
                  <a:lnTo>
                    <a:pt x="74577" y="1322545"/>
                  </a:lnTo>
                  <a:lnTo>
                    <a:pt x="55868" y="1391027"/>
                  </a:lnTo>
                  <a:lnTo>
                    <a:pt x="39810" y="1460179"/>
                  </a:lnTo>
                  <a:lnTo>
                    <a:pt x="26428" y="1529899"/>
                  </a:lnTo>
                  <a:lnTo>
                    <a:pt x="15743" y="1600082"/>
                  </a:lnTo>
                  <a:lnTo>
                    <a:pt x="7769" y="1670625"/>
                  </a:lnTo>
                  <a:lnTo>
                    <a:pt x="2518" y="1741423"/>
                  </a:lnTo>
                  <a:lnTo>
                    <a:pt x="0" y="1812370"/>
                  </a:lnTo>
                  <a:lnTo>
                    <a:pt x="216" y="1883362"/>
                  </a:lnTo>
                  <a:lnTo>
                    <a:pt x="3167" y="1954293"/>
                  </a:lnTo>
                  <a:lnTo>
                    <a:pt x="8848" y="2025057"/>
                  </a:lnTo>
                  <a:lnTo>
                    <a:pt x="17251" y="2095550"/>
                  </a:lnTo>
                  <a:lnTo>
                    <a:pt x="28364" y="2165667"/>
                  </a:lnTo>
                  <a:lnTo>
                    <a:pt x="42170" y="2235304"/>
                  </a:lnTo>
                  <a:lnTo>
                    <a:pt x="58648" y="2304357"/>
                  </a:lnTo>
                  <a:lnTo>
                    <a:pt x="77774" y="2372724"/>
                  </a:lnTo>
                  <a:lnTo>
                    <a:pt x="99520" y="2440304"/>
                  </a:lnTo>
                  <a:lnTo>
                    <a:pt x="123853" y="2506995"/>
                  </a:lnTo>
                  <a:lnTo>
                    <a:pt x="150738" y="2572700"/>
                  </a:lnTo>
                  <a:lnTo>
                    <a:pt x="180134" y="2637320"/>
                  </a:lnTo>
                  <a:lnTo>
                    <a:pt x="211997" y="2700760"/>
                  </a:lnTo>
                  <a:lnTo>
                    <a:pt x="246281" y="2762925"/>
                  </a:lnTo>
                  <a:lnTo>
                    <a:pt x="282934" y="2823723"/>
                  </a:lnTo>
                  <a:lnTo>
                    <a:pt x="321903" y="2883064"/>
                  </a:lnTo>
                  <a:lnTo>
                    <a:pt x="363128" y="2940860"/>
                  </a:lnTo>
                  <a:lnTo>
                    <a:pt x="406549" y="2997024"/>
                  </a:lnTo>
                  <a:lnTo>
                    <a:pt x="452102" y="3051474"/>
                  </a:lnTo>
                  <a:lnTo>
                    <a:pt x="499719" y="3104129"/>
                  </a:lnTo>
                  <a:lnTo>
                    <a:pt x="549329" y="3154910"/>
                  </a:lnTo>
                  <a:lnTo>
                    <a:pt x="600859" y="3203743"/>
                  </a:lnTo>
                  <a:lnTo>
                    <a:pt x="654231" y="3250553"/>
                  </a:lnTo>
                  <a:lnTo>
                    <a:pt x="709367" y="3295273"/>
                  </a:lnTo>
                  <a:lnTo>
                    <a:pt x="766186" y="3337836"/>
                  </a:lnTo>
                  <a:lnTo>
                    <a:pt x="824601" y="3378178"/>
                  </a:lnTo>
                  <a:lnTo>
                    <a:pt x="884528" y="3416240"/>
                  </a:lnTo>
                  <a:lnTo>
                    <a:pt x="945876" y="3451965"/>
                  </a:lnTo>
                  <a:lnTo>
                    <a:pt x="1008555" y="3485300"/>
                  </a:lnTo>
                  <a:lnTo>
                    <a:pt x="1072472" y="3516195"/>
                  </a:lnTo>
                  <a:lnTo>
                    <a:pt x="1137531" y="3544605"/>
                  </a:lnTo>
                  <a:lnTo>
                    <a:pt x="1203637" y="3570488"/>
                  </a:lnTo>
                  <a:lnTo>
                    <a:pt x="1270691" y="3593804"/>
                  </a:lnTo>
                  <a:lnTo>
                    <a:pt x="1338593" y="3614520"/>
                  </a:lnTo>
                  <a:lnTo>
                    <a:pt x="1407243" y="3632605"/>
                  </a:lnTo>
                  <a:lnTo>
                    <a:pt x="1476539" y="3648032"/>
                  </a:lnTo>
                  <a:lnTo>
                    <a:pt x="1546378" y="3660777"/>
                  </a:lnTo>
                  <a:lnTo>
                    <a:pt x="1616655" y="3670823"/>
                  </a:lnTo>
                  <a:lnTo>
                    <a:pt x="1687268" y="3678154"/>
                  </a:lnTo>
                  <a:lnTo>
                    <a:pt x="1758111" y="3682759"/>
                  </a:lnTo>
                  <a:lnTo>
                    <a:pt x="1829078" y="3684631"/>
                  </a:lnTo>
                  <a:lnTo>
                    <a:pt x="1900065" y="3683768"/>
                  </a:lnTo>
                  <a:lnTo>
                    <a:pt x="1970966" y="3680171"/>
                  </a:lnTo>
                  <a:lnTo>
                    <a:pt x="2041675" y="3673845"/>
                  </a:lnTo>
                  <a:lnTo>
                    <a:pt x="2112089" y="3664799"/>
                  </a:lnTo>
                  <a:lnTo>
                    <a:pt x="2182102" y="3653048"/>
                  </a:lnTo>
                  <a:lnTo>
                    <a:pt x="2251610" y="3638608"/>
                  </a:lnTo>
                  <a:lnTo>
                    <a:pt x="2320510" y="3621501"/>
                  </a:lnTo>
                  <a:lnTo>
                    <a:pt x="2388700" y="3601753"/>
                  </a:lnTo>
                  <a:lnTo>
                    <a:pt x="2456078" y="3579392"/>
                  </a:lnTo>
                  <a:lnTo>
                    <a:pt x="2522546" y="3554452"/>
                  </a:lnTo>
                  <a:lnTo>
                    <a:pt x="2588002" y="3526970"/>
                  </a:lnTo>
                  <a:lnTo>
                    <a:pt x="2652352" y="3496986"/>
                  </a:lnTo>
                  <a:lnTo>
                    <a:pt x="2715499" y="3464546"/>
                  </a:lnTo>
                  <a:lnTo>
                    <a:pt x="2777349" y="3429697"/>
                  </a:lnTo>
                  <a:lnTo>
                    <a:pt x="2837810" y="3392491"/>
                  </a:lnTo>
                  <a:lnTo>
                    <a:pt x="2896794" y="3352984"/>
                  </a:lnTo>
                  <a:lnTo>
                    <a:pt x="2954211" y="3311233"/>
                  </a:lnTo>
                  <a:lnTo>
                    <a:pt x="3009978" y="3267302"/>
                  </a:lnTo>
                  <a:lnTo>
                    <a:pt x="3064011" y="3221254"/>
                  </a:lnTo>
                  <a:lnTo>
                    <a:pt x="3116229" y="3173160"/>
                  </a:lnTo>
                  <a:lnTo>
                    <a:pt x="3166556" y="3123089"/>
                  </a:lnTo>
                  <a:lnTo>
                    <a:pt x="3214917" y="3071117"/>
                  </a:lnTo>
                  <a:lnTo>
                    <a:pt x="3261239" y="3017320"/>
                  </a:lnTo>
                  <a:lnTo>
                    <a:pt x="3305455" y="2961778"/>
                  </a:lnTo>
                  <a:lnTo>
                    <a:pt x="3347498" y="2904575"/>
                  </a:lnTo>
                  <a:lnTo>
                    <a:pt x="3387306" y="2845794"/>
                  </a:lnTo>
                  <a:lnTo>
                    <a:pt x="3424820" y="2785523"/>
                  </a:lnTo>
                  <a:lnTo>
                    <a:pt x="3459984" y="2723851"/>
                  </a:lnTo>
                  <a:lnTo>
                    <a:pt x="3492747" y="2660871"/>
                  </a:lnTo>
                  <a:lnTo>
                    <a:pt x="3523058" y="2596675"/>
                  </a:lnTo>
                  <a:lnTo>
                    <a:pt x="3550874" y="2531360"/>
                  </a:lnTo>
                  <a:lnTo>
                    <a:pt x="3576153" y="2465021"/>
                  </a:lnTo>
                  <a:lnTo>
                    <a:pt x="3598858" y="2397757"/>
                  </a:lnTo>
                  <a:lnTo>
                    <a:pt x="3618954" y="2329669"/>
                  </a:lnTo>
                  <a:lnTo>
                    <a:pt x="3636413" y="2260857"/>
                  </a:lnTo>
                  <a:lnTo>
                    <a:pt x="3651207" y="2191424"/>
                  </a:lnTo>
                  <a:lnTo>
                    <a:pt x="3663316" y="2121472"/>
                  </a:lnTo>
                  <a:lnTo>
                    <a:pt x="3672720" y="2051105"/>
                  </a:lnTo>
                  <a:lnTo>
                    <a:pt x="3679407" y="1980429"/>
                  </a:lnTo>
                  <a:lnTo>
                    <a:pt x="3683366" y="1909547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4736067" y="3391705"/>
              <a:ext cx="3913825" cy="3914672"/>
            </a:xfrm>
            <a:custGeom>
              <a:avLst/>
              <a:pathLst>
                <a:path w="3913825" h="3914672">
                  <a:moveTo>
                    <a:pt x="3913354" y="1873972"/>
                  </a:moveTo>
                  <a:lnTo>
                    <a:pt x="3908941" y="1801820"/>
                  </a:lnTo>
                  <a:lnTo>
                    <a:pt x="3901868" y="1729881"/>
                  </a:lnTo>
                  <a:lnTo>
                    <a:pt x="3892143" y="1658251"/>
                  </a:lnTo>
                  <a:lnTo>
                    <a:pt x="3879780" y="1587029"/>
                  </a:lnTo>
                  <a:lnTo>
                    <a:pt x="3864796" y="1516313"/>
                  </a:lnTo>
                  <a:lnTo>
                    <a:pt x="3847212" y="1446198"/>
                  </a:lnTo>
                  <a:lnTo>
                    <a:pt x="3827050" y="1376780"/>
                  </a:lnTo>
                  <a:lnTo>
                    <a:pt x="3804340" y="1308153"/>
                  </a:lnTo>
                  <a:lnTo>
                    <a:pt x="3779111" y="1240412"/>
                  </a:lnTo>
                  <a:lnTo>
                    <a:pt x="3751399" y="1173648"/>
                  </a:lnTo>
                  <a:lnTo>
                    <a:pt x="3721240" y="1107954"/>
                  </a:lnTo>
                  <a:lnTo>
                    <a:pt x="3688677" y="1043417"/>
                  </a:lnTo>
                  <a:lnTo>
                    <a:pt x="3653753" y="980127"/>
                  </a:lnTo>
                  <a:lnTo>
                    <a:pt x="3616516" y="918169"/>
                  </a:lnTo>
                  <a:lnTo>
                    <a:pt x="3577017" y="857628"/>
                  </a:lnTo>
                  <a:lnTo>
                    <a:pt x="3535310" y="798587"/>
                  </a:lnTo>
                  <a:lnTo>
                    <a:pt x="3491451" y="741126"/>
                  </a:lnTo>
                  <a:lnTo>
                    <a:pt x="3445501" y="685323"/>
                  </a:lnTo>
                  <a:lnTo>
                    <a:pt x="3397522" y="631255"/>
                  </a:lnTo>
                  <a:lnTo>
                    <a:pt x="3347579" y="578995"/>
                  </a:lnTo>
                  <a:lnTo>
                    <a:pt x="3295741" y="528615"/>
                  </a:lnTo>
                  <a:lnTo>
                    <a:pt x="3242078" y="480183"/>
                  </a:lnTo>
                  <a:lnTo>
                    <a:pt x="3186664" y="433765"/>
                  </a:lnTo>
                  <a:lnTo>
                    <a:pt x="3129574" y="389425"/>
                  </a:lnTo>
                  <a:lnTo>
                    <a:pt x="3070885" y="347223"/>
                  </a:lnTo>
                  <a:lnTo>
                    <a:pt x="3010679" y="307216"/>
                  </a:lnTo>
                  <a:lnTo>
                    <a:pt x="2949036" y="269460"/>
                  </a:lnTo>
                  <a:lnTo>
                    <a:pt x="2886042" y="234005"/>
                  </a:lnTo>
                  <a:lnTo>
                    <a:pt x="2821781" y="200900"/>
                  </a:lnTo>
                  <a:lnTo>
                    <a:pt x="2756342" y="170190"/>
                  </a:lnTo>
                  <a:lnTo>
                    <a:pt x="2689814" y="141918"/>
                  </a:lnTo>
                  <a:lnTo>
                    <a:pt x="2622287" y="116120"/>
                  </a:lnTo>
                  <a:lnTo>
                    <a:pt x="2553854" y="92834"/>
                  </a:lnTo>
                  <a:lnTo>
                    <a:pt x="2484608" y="72089"/>
                  </a:lnTo>
                  <a:lnTo>
                    <a:pt x="2414643" y="53916"/>
                  </a:lnTo>
                  <a:lnTo>
                    <a:pt x="2344055" y="38338"/>
                  </a:lnTo>
                  <a:lnTo>
                    <a:pt x="2272940" y="25377"/>
                  </a:lnTo>
                  <a:lnTo>
                    <a:pt x="2201395" y="15050"/>
                  </a:lnTo>
                  <a:lnTo>
                    <a:pt x="2129517" y="7372"/>
                  </a:lnTo>
                  <a:lnTo>
                    <a:pt x="2057405" y="2353"/>
                  </a:lnTo>
                  <a:lnTo>
                    <a:pt x="1985157" y="0"/>
                  </a:lnTo>
                  <a:lnTo>
                    <a:pt x="1912871" y="315"/>
                  </a:lnTo>
                  <a:lnTo>
                    <a:pt x="1840646" y="3299"/>
                  </a:lnTo>
                  <a:lnTo>
                    <a:pt x="1768580" y="8948"/>
                  </a:lnTo>
                  <a:lnTo>
                    <a:pt x="1696772" y="17254"/>
                  </a:lnTo>
                  <a:lnTo>
                    <a:pt x="1625320" y="28205"/>
                  </a:lnTo>
                  <a:lnTo>
                    <a:pt x="1554321" y="41787"/>
                  </a:lnTo>
                  <a:lnTo>
                    <a:pt x="1483872" y="57981"/>
                  </a:lnTo>
                  <a:lnTo>
                    <a:pt x="1414068" y="76764"/>
                  </a:lnTo>
                  <a:lnTo>
                    <a:pt x="1345006" y="98113"/>
                  </a:lnTo>
                  <a:lnTo>
                    <a:pt x="1276779" y="121996"/>
                  </a:lnTo>
                  <a:lnTo>
                    <a:pt x="1209480" y="148382"/>
                  </a:lnTo>
                  <a:lnTo>
                    <a:pt x="1143201" y="177235"/>
                  </a:lnTo>
                  <a:lnTo>
                    <a:pt x="1078033" y="208515"/>
                  </a:lnTo>
                  <a:lnTo>
                    <a:pt x="1014064" y="242180"/>
                  </a:lnTo>
                  <a:lnTo>
                    <a:pt x="951382" y="278184"/>
                  </a:lnTo>
                  <a:lnTo>
                    <a:pt x="890071" y="316477"/>
                  </a:lnTo>
                  <a:lnTo>
                    <a:pt x="830216" y="357008"/>
                  </a:lnTo>
                  <a:lnTo>
                    <a:pt x="771899" y="399721"/>
                  </a:lnTo>
                  <a:lnTo>
                    <a:pt x="715198" y="444558"/>
                  </a:lnTo>
                  <a:lnTo>
                    <a:pt x="660191" y="491458"/>
                  </a:lnTo>
                  <a:lnTo>
                    <a:pt x="606953" y="540357"/>
                  </a:lnTo>
                  <a:lnTo>
                    <a:pt x="555557" y="591188"/>
                  </a:lnTo>
                  <a:lnTo>
                    <a:pt x="506073" y="643882"/>
                  </a:lnTo>
                  <a:lnTo>
                    <a:pt x="458568" y="698367"/>
                  </a:lnTo>
                  <a:lnTo>
                    <a:pt x="413107" y="754569"/>
                  </a:lnTo>
                  <a:lnTo>
                    <a:pt x="369752" y="812411"/>
                  </a:lnTo>
                  <a:lnTo>
                    <a:pt x="328562" y="871814"/>
                  </a:lnTo>
                  <a:lnTo>
                    <a:pt x="289593" y="932697"/>
                  </a:lnTo>
                  <a:lnTo>
                    <a:pt x="252899" y="994978"/>
                  </a:lnTo>
                  <a:lnTo>
                    <a:pt x="218529" y="1058571"/>
                  </a:lnTo>
                  <a:lnTo>
                    <a:pt x="186530" y="1123390"/>
                  </a:lnTo>
                  <a:lnTo>
                    <a:pt x="156947" y="1189345"/>
                  </a:lnTo>
                  <a:lnTo>
                    <a:pt x="129818" y="1256348"/>
                  </a:lnTo>
                  <a:lnTo>
                    <a:pt x="105182" y="1324307"/>
                  </a:lnTo>
                  <a:lnTo>
                    <a:pt x="83072" y="1393129"/>
                  </a:lnTo>
                  <a:lnTo>
                    <a:pt x="63518" y="1462721"/>
                  </a:lnTo>
                  <a:lnTo>
                    <a:pt x="46546" y="1532987"/>
                  </a:lnTo>
                  <a:lnTo>
                    <a:pt x="32181" y="1603832"/>
                  </a:lnTo>
                  <a:lnTo>
                    <a:pt x="20440" y="1675159"/>
                  </a:lnTo>
                  <a:lnTo>
                    <a:pt x="11342" y="1746870"/>
                  </a:lnTo>
                  <a:lnTo>
                    <a:pt x="4897" y="1818869"/>
                  </a:lnTo>
                  <a:lnTo>
                    <a:pt x="1114" y="1891057"/>
                  </a:lnTo>
                  <a:lnTo>
                    <a:pt x="0" y="1963335"/>
                  </a:lnTo>
                  <a:lnTo>
                    <a:pt x="1554" y="2035605"/>
                  </a:lnTo>
                  <a:lnTo>
                    <a:pt x="5776" y="2107768"/>
                  </a:lnTo>
                  <a:lnTo>
                    <a:pt x="12659" y="2179726"/>
                  </a:lnTo>
                  <a:lnTo>
                    <a:pt x="22195" y="2251381"/>
                  </a:lnTo>
                  <a:lnTo>
                    <a:pt x="34369" y="2322635"/>
                  </a:lnTo>
                  <a:lnTo>
                    <a:pt x="49166" y="2393391"/>
                  </a:lnTo>
                  <a:lnTo>
                    <a:pt x="66565" y="2463552"/>
                  </a:lnTo>
                  <a:lnTo>
                    <a:pt x="86542" y="2533024"/>
                  </a:lnTo>
                  <a:lnTo>
                    <a:pt x="109071" y="2601710"/>
                  </a:lnTo>
                  <a:lnTo>
                    <a:pt x="134120" y="2669518"/>
                  </a:lnTo>
                  <a:lnTo>
                    <a:pt x="161656" y="2736354"/>
                  </a:lnTo>
                  <a:lnTo>
                    <a:pt x="191641" y="2802129"/>
                  </a:lnTo>
                  <a:lnTo>
                    <a:pt x="224033" y="2866751"/>
                  </a:lnTo>
                  <a:lnTo>
                    <a:pt x="258790" y="2930134"/>
                  </a:lnTo>
                  <a:lnTo>
                    <a:pt x="295862" y="2992190"/>
                  </a:lnTo>
                  <a:lnTo>
                    <a:pt x="335201" y="3052835"/>
                  </a:lnTo>
                  <a:lnTo>
                    <a:pt x="376752" y="3111986"/>
                  </a:lnTo>
                  <a:lnTo>
                    <a:pt x="420459" y="3169563"/>
                  </a:lnTo>
                  <a:lnTo>
                    <a:pt x="466261" y="3225487"/>
                  </a:lnTo>
                  <a:lnTo>
                    <a:pt x="514097" y="3279682"/>
                  </a:lnTo>
                  <a:lnTo>
                    <a:pt x="563901" y="3332073"/>
                  </a:lnTo>
                  <a:lnTo>
                    <a:pt x="615606" y="3382591"/>
                  </a:lnTo>
                  <a:lnTo>
                    <a:pt x="669140" y="3431164"/>
                  </a:lnTo>
                  <a:lnTo>
                    <a:pt x="724431" y="3477729"/>
                  </a:lnTo>
                  <a:lnTo>
                    <a:pt x="781404" y="3522220"/>
                  </a:lnTo>
                  <a:lnTo>
                    <a:pt x="839981" y="3564577"/>
                  </a:lnTo>
                  <a:lnTo>
                    <a:pt x="900081" y="3604743"/>
                  </a:lnTo>
                  <a:lnTo>
                    <a:pt x="961624" y="3642662"/>
                  </a:lnTo>
                  <a:lnTo>
                    <a:pt x="1024524" y="3678284"/>
                  </a:lnTo>
                  <a:lnTo>
                    <a:pt x="1088697" y="3711558"/>
                  </a:lnTo>
                  <a:lnTo>
                    <a:pt x="1154054" y="3742441"/>
                  </a:lnTo>
                  <a:lnTo>
                    <a:pt x="1220508" y="3770890"/>
                  </a:lnTo>
                  <a:lnTo>
                    <a:pt x="1287966" y="3796866"/>
                  </a:lnTo>
                  <a:lnTo>
                    <a:pt x="1356337" y="3820333"/>
                  </a:lnTo>
                  <a:lnTo>
                    <a:pt x="1425528" y="3841261"/>
                  </a:lnTo>
                  <a:lnTo>
                    <a:pt x="1495445" y="3859619"/>
                  </a:lnTo>
                  <a:lnTo>
                    <a:pt x="1565991" y="3875384"/>
                  </a:lnTo>
                  <a:lnTo>
                    <a:pt x="1637072" y="3888533"/>
                  </a:lnTo>
                  <a:lnTo>
                    <a:pt x="1708589" y="3899049"/>
                  </a:lnTo>
                  <a:lnTo>
                    <a:pt x="1780446" y="3906917"/>
                  </a:lnTo>
                  <a:lnTo>
                    <a:pt x="1852545" y="3912127"/>
                  </a:lnTo>
                  <a:lnTo>
                    <a:pt x="1924787" y="3914672"/>
                  </a:lnTo>
                  <a:lnTo>
                    <a:pt x="1997073" y="3914547"/>
                  </a:lnTo>
                  <a:lnTo>
                    <a:pt x="2069306" y="3911754"/>
                  </a:lnTo>
                  <a:lnTo>
                    <a:pt x="2141386" y="3906296"/>
                  </a:lnTo>
                  <a:lnTo>
                    <a:pt x="2213216" y="3898180"/>
                  </a:lnTo>
                  <a:lnTo>
                    <a:pt x="2284697" y="3887418"/>
                  </a:lnTo>
                  <a:lnTo>
                    <a:pt x="2355732" y="3874024"/>
                  </a:lnTo>
                  <a:lnTo>
                    <a:pt x="2426224" y="3858017"/>
                  </a:lnTo>
                  <a:lnTo>
                    <a:pt x="2496077" y="3839418"/>
                  </a:lnTo>
                  <a:lnTo>
                    <a:pt x="2565195" y="3818252"/>
                  </a:lnTo>
                  <a:lnTo>
                    <a:pt x="2633485" y="3794550"/>
                  </a:lnTo>
                  <a:lnTo>
                    <a:pt x="2700854" y="3768342"/>
                  </a:lnTo>
                  <a:lnTo>
                    <a:pt x="2767208" y="3739664"/>
                  </a:lnTo>
                  <a:lnTo>
                    <a:pt x="2832459" y="3708557"/>
                  </a:lnTo>
                  <a:lnTo>
                    <a:pt x="2896517" y="3675061"/>
                  </a:lnTo>
                  <a:lnTo>
                    <a:pt x="2959294" y="3639223"/>
                  </a:lnTo>
                  <a:lnTo>
                    <a:pt x="3020706" y="3601092"/>
                  </a:lnTo>
                  <a:lnTo>
                    <a:pt x="3080668" y="3560720"/>
                  </a:lnTo>
                  <a:lnTo>
                    <a:pt x="3139098" y="3518161"/>
                  </a:lnTo>
                  <a:lnTo>
                    <a:pt x="3195917" y="3473474"/>
                  </a:lnTo>
                  <a:lnTo>
                    <a:pt x="3251048" y="3426720"/>
                  </a:lnTo>
                  <a:lnTo>
                    <a:pt x="3304415" y="3377962"/>
                  </a:lnTo>
                  <a:lnTo>
                    <a:pt x="3355945" y="3327267"/>
                  </a:lnTo>
                  <a:lnTo>
                    <a:pt x="3405569" y="3274704"/>
                  </a:lnTo>
                  <a:lnTo>
                    <a:pt x="3453218" y="3220345"/>
                  </a:lnTo>
                  <a:lnTo>
                    <a:pt x="3498828" y="3164264"/>
                  </a:lnTo>
                  <a:lnTo>
                    <a:pt x="3542336" y="3106537"/>
                  </a:lnTo>
                  <a:lnTo>
                    <a:pt x="3583683" y="3047243"/>
                  </a:lnTo>
                  <a:lnTo>
                    <a:pt x="3622812" y="2986463"/>
                  </a:lnTo>
                  <a:lnTo>
                    <a:pt x="3659671" y="2924279"/>
                  </a:lnTo>
                  <a:lnTo>
                    <a:pt x="3694209" y="2860777"/>
                  </a:lnTo>
                  <a:lnTo>
                    <a:pt x="3726379" y="2796044"/>
                  </a:lnTo>
                  <a:lnTo>
                    <a:pt x="3756137" y="2730167"/>
                  </a:lnTo>
                  <a:lnTo>
                    <a:pt x="3783443" y="2663236"/>
                  </a:lnTo>
                  <a:lnTo>
                    <a:pt x="3808258" y="2595342"/>
                  </a:lnTo>
                  <a:lnTo>
                    <a:pt x="3830551" y="2526579"/>
                  </a:lnTo>
                  <a:lnTo>
                    <a:pt x="3850289" y="2457039"/>
                  </a:lnTo>
                  <a:lnTo>
                    <a:pt x="3867446" y="2386818"/>
                  </a:lnTo>
                  <a:lnTo>
                    <a:pt x="3881999" y="2316012"/>
                  </a:lnTo>
                  <a:lnTo>
                    <a:pt x="3893928" y="2244716"/>
                  </a:lnTo>
                  <a:lnTo>
                    <a:pt x="3903217" y="2173029"/>
                  </a:lnTo>
                  <a:lnTo>
                    <a:pt x="3909852" y="2101047"/>
                  </a:lnTo>
                  <a:lnTo>
                    <a:pt x="3913825" y="2028870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l611"/>
            <p:cNvSpPr/>
            <p:nvPr/>
          </p:nvSpPr>
          <p:spPr>
            <a:xfrm>
              <a:off x="4621130" y="3276374"/>
              <a:ext cx="4143837" cy="4145328"/>
            </a:xfrm>
            <a:custGeom>
              <a:avLst/>
              <a:pathLst>
                <a:path w="4143837" h="4145328">
                  <a:moveTo>
                    <a:pt x="4143337" y="1984397"/>
                  </a:moveTo>
                  <a:lnTo>
                    <a:pt x="4138906" y="1911053"/>
                  </a:lnTo>
                  <a:lnTo>
                    <a:pt x="4131878" y="1837913"/>
                  </a:lnTo>
                  <a:lnTo>
                    <a:pt x="4122262" y="1765067"/>
                  </a:lnTo>
                  <a:lnTo>
                    <a:pt x="4110070" y="1692608"/>
                  </a:lnTo>
                  <a:lnTo>
                    <a:pt x="4095317" y="1620627"/>
                  </a:lnTo>
                  <a:lnTo>
                    <a:pt x="4078023" y="1549214"/>
                  </a:lnTo>
                  <a:lnTo>
                    <a:pt x="4058208" y="1478458"/>
                  </a:lnTo>
                  <a:lnTo>
                    <a:pt x="4035897" y="1408450"/>
                  </a:lnTo>
                  <a:lnTo>
                    <a:pt x="4011120" y="1339276"/>
                  </a:lnTo>
                  <a:lnTo>
                    <a:pt x="3983906" y="1271024"/>
                  </a:lnTo>
                  <a:lnTo>
                    <a:pt x="3954290" y="1203779"/>
                  </a:lnTo>
                  <a:lnTo>
                    <a:pt x="3922309" y="1137627"/>
                  </a:lnTo>
                  <a:lnTo>
                    <a:pt x="3888003" y="1072649"/>
                  </a:lnTo>
                  <a:lnTo>
                    <a:pt x="3851416" y="1008928"/>
                  </a:lnTo>
                  <a:lnTo>
                    <a:pt x="3812594" y="946544"/>
                  </a:lnTo>
                  <a:lnTo>
                    <a:pt x="3771584" y="885576"/>
                  </a:lnTo>
                  <a:lnTo>
                    <a:pt x="3728440" y="826099"/>
                  </a:lnTo>
                  <a:lnTo>
                    <a:pt x="3683214" y="768188"/>
                  </a:lnTo>
                  <a:lnTo>
                    <a:pt x="3635965" y="711918"/>
                  </a:lnTo>
                  <a:lnTo>
                    <a:pt x="3586750" y="657357"/>
                  </a:lnTo>
                  <a:lnTo>
                    <a:pt x="3535633" y="604575"/>
                  </a:lnTo>
                  <a:lnTo>
                    <a:pt x="3482677" y="553637"/>
                  </a:lnTo>
                  <a:lnTo>
                    <a:pt x="3427948" y="504609"/>
                  </a:lnTo>
                  <a:lnTo>
                    <a:pt x="3371517" y="457552"/>
                  </a:lnTo>
                  <a:lnTo>
                    <a:pt x="3313453" y="412524"/>
                  </a:lnTo>
                  <a:lnTo>
                    <a:pt x="3253829" y="369582"/>
                  </a:lnTo>
                  <a:lnTo>
                    <a:pt x="3192721" y="328781"/>
                  </a:lnTo>
                  <a:lnTo>
                    <a:pt x="3130205" y="290172"/>
                  </a:lnTo>
                  <a:lnTo>
                    <a:pt x="3066360" y="253802"/>
                  </a:lnTo>
                  <a:lnTo>
                    <a:pt x="3001266" y="219718"/>
                  </a:lnTo>
                  <a:lnTo>
                    <a:pt x="2935004" y="187963"/>
                  </a:lnTo>
                  <a:lnTo>
                    <a:pt x="2867659" y="158576"/>
                  </a:lnTo>
                  <a:lnTo>
                    <a:pt x="2799315" y="131595"/>
                  </a:lnTo>
                  <a:lnTo>
                    <a:pt x="2730057" y="107054"/>
                  </a:lnTo>
                  <a:lnTo>
                    <a:pt x="2659972" y="84982"/>
                  </a:lnTo>
                  <a:lnTo>
                    <a:pt x="2589150" y="65408"/>
                  </a:lnTo>
                  <a:lnTo>
                    <a:pt x="2517678" y="48357"/>
                  </a:lnTo>
                  <a:lnTo>
                    <a:pt x="2445647" y="33850"/>
                  </a:lnTo>
                  <a:lnTo>
                    <a:pt x="2373147" y="21905"/>
                  </a:lnTo>
                  <a:lnTo>
                    <a:pt x="2300269" y="12538"/>
                  </a:lnTo>
                  <a:lnTo>
                    <a:pt x="2227105" y="5759"/>
                  </a:lnTo>
                  <a:lnTo>
                    <a:pt x="2153746" y="1578"/>
                  </a:lnTo>
                  <a:lnTo>
                    <a:pt x="2080286" y="0"/>
                  </a:lnTo>
                  <a:lnTo>
                    <a:pt x="2006815" y="1026"/>
                  </a:lnTo>
                  <a:lnTo>
                    <a:pt x="1933428" y="4656"/>
                  </a:lnTo>
                  <a:lnTo>
                    <a:pt x="1860215" y="10884"/>
                  </a:lnTo>
                  <a:lnTo>
                    <a:pt x="1787268" y="19704"/>
                  </a:lnTo>
                  <a:lnTo>
                    <a:pt x="1714680" y="31104"/>
                  </a:lnTo>
                  <a:lnTo>
                    <a:pt x="1642542" y="45069"/>
                  </a:lnTo>
                  <a:lnTo>
                    <a:pt x="1570944" y="61583"/>
                  </a:lnTo>
                  <a:lnTo>
                    <a:pt x="1499977" y="80623"/>
                  </a:lnTo>
                  <a:lnTo>
                    <a:pt x="1429729" y="102168"/>
                  </a:lnTo>
                  <a:lnTo>
                    <a:pt x="1360288" y="126188"/>
                  </a:lnTo>
                  <a:lnTo>
                    <a:pt x="1291743" y="152655"/>
                  </a:lnTo>
                  <a:lnTo>
                    <a:pt x="1224179" y="181535"/>
                  </a:lnTo>
                  <a:lnTo>
                    <a:pt x="1157681" y="212791"/>
                  </a:lnTo>
                  <a:lnTo>
                    <a:pt x="1092333" y="246385"/>
                  </a:lnTo>
                  <a:lnTo>
                    <a:pt x="1028216" y="282273"/>
                  </a:lnTo>
                  <a:lnTo>
                    <a:pt x="965412" y="320412"/>
                  </a:lnTo>
                  <a:lnTo>
                    <a:pt x="903999" y="360753"/>
                  </a:lnTo>
                  <a:lnTo>
                    <a:pt x="844054" y="403245"/>
                  </a:lnTo>
                  <a:lnTo>
                    <a:pt x="785653" y="447836"/>
                  </a:lnTo>
                  <a:lnTo>
                    <a:pt x="728869" y="494468"/>
                  </a:lnTo>
                  <a:lnTo>
                    <a:pt x="673774" y="543083"/>
                  </a:lnTo>
                  <a:lnTo>
                    <a:pt x="620437" y="593621"/>
                  </a:lnTo>
                  <a:lnTo>
                    <a:pt x="568924" y="646018"/>
                  </a:lnTo>
                  <a:lnTo>
                    <a:pt x="519301" y="700207"/>
                  </a:lnTo>
                  <a:lnTo>
                    <a:pt x="471630" y="756121"/>
                  </a:lnTo>
                  <a:lnTo>
                    <a:pt x="425970" y="813690"/>
                  </a:lnTo>
                  <a:lnTo>
                    <a:pt x="382380" y="872841"/>
                  </a:lnTo>
                  <a:lnTo>
                    <a:pt x="340914" y="933500"/>
                  </a:lnTo>
                  <a:lnTo>
                    <a:pt x="301624" y="995590"/>
                  </a:lnTo>
                  <a:lnTo>
                    <a:pt x="264559" y="1059034"/>
                  </a:lnTo>
                  <a:lnTo>
                    <a:pt x="229766" y="1123752"/>
                  </a:lnTo>
                  <a:lnTo>
                    <a:pt x="197289" y="1189663"/>
                  </a:lnTo>
                  <a:lnTo>
                    <a:pt x="167168" y="1256683"/>
                  </a:lnTo>
                  <a:lnTo>
                    <a:pt x="139442" y="1324728"/>
                  </a:lnTo>
                  <a:lnTo>
                    <a:pt x="114145" y="1393714"/>
                  </a:lnTo>
                  <a:lnTo>
                    <a:pt x="91310" y="1463553"/>
                  </a:lnTo>
                  <a:lnTo>
                    <a:pt x="70963" y="1534157"/>
                  </a:lnTo>
                  <a:lnTo>
                    <a:pt x="53133" y="1605439"/>
                  </a:lnTo>
                  <a:lnTo>
                    <a:pt x="37840" y="1677307"/>
                  </a:lnTo>
                  <a:lnTo>
                    <a:pt x="25103" y="1749672"/>
                  </a:lnTo>
                  <a:lnTo>
                    <a:pt x="14940" y="1822444"/>
                  </a:lnTo>
                  <a:lnTo>
                    <a:pt x="7363" y="1895529"/>
                  </a:lnTo>
                  <a:lnTo>
                    <a:pt x="2380" y="1968838"/>
                  </a:lnTo>
                  <a:lnTo>
                    <a:pt x="0" y="2042277"/>
                  </a:lnTo>
                  <a:lnTo>
                    <a:pt x="223" y="2115754"/>
                  </a:lnTo>
                  <a:lnTo>
                    <a:pt x="3051" y="2189177"/>
                  </a:lnTo>
                  <a:lnTo>
                    <a:pt x="8480" y="2262454"/>
                  </a:lnTo>
                  <a:lnTo>
                    <a:pt x="16502" y="2335492"/>
                  </a:lnTo>
                  <a:lnTo>
                    <a:pt x="27108" y="2408200"/>
                  </a:lnTo>
                  <a:lnTo>
                    <a:pt x="40285" y="2480486"/>
                  </a:lnTo>
                  <a:lnTo>
                    <a:pt x="56015" y="2552260"/>
                  </a:lnTo>
                  <a:lnTo>
                    <a:pt x="74279" y="2623432"/>
                  </a:lnTo>
                  <a:lnTo>
                    <a:pt x="95055" y="2693911"/>
                  </a:lnTo>
                  <a:lnTo>
                    <a:pt x="118316" y="2763610"/>
                  </a:lnTo>
                  <a:lnTo>
                    <a:pt x="144032" y="2832440"/>
                  </a:lnTo>
                  <a:lnTo>
                    <a:pt x="172172" y="2900315"/>
                  </a:lnTo>
                  <a:lnTo>
                    <a:pt x="202700" y="2967151"/>
                  </a:lnTo>
                  <a:lnTo>
                    <a:pt x="235578" y="3032863"/>
                  </a:lnTo>
                  <a:lnTo>
                    <a:pt x="270764" y="3097367"/>
                  </a:lnTo>
                  <a:lnTo>
                    <a:pt x="308214" y="3160585"/>
                  </a:lnTo>
                  <a:lnTo>
                    <a:pt x="347882" y="3222435"/>
                  </a:lnTo>
                  <a:lnTo>
                    <a:pt x="389717" y="3282840"/>
                  </a:lnTo>
                  <a:lnTo>
                    <a:pt x="433666" y="3341724"/>
                  </a:lnTo>
                  <a:lnTo>
                    <a:pt x="479675" y="3399014"/>
                  </a:lnTo>
                  <a:lnTo>
                    <a:pt x="527686" y="3454637"/>
                  </a:lnTo>
                  <a:lnTo>
                    <a:pt x="577638" y="3508523"/>
                  </a:lnTo>
                  <a:lnTo>
                    <a:pt x="629469" y="3560605"/>
                  </a:lnTo>
                  <a:lnTo>
                    <a:pt x="683113" y="3610817"/>
                  </a:lnTo>
                  <a:lnTo>
                    <a:pt x="738503" y="3659097"/>
                  </a:lnTo>
                  <a:lnTo>
                    <a:pt x="795570" y="3705382"/>
                  </a:lnTo>
                  <a:lnTo>
                    <a:pt x="854241" y="3749616"/>
                  </a:lnTo>
                  <a:lnTo>
                    <a:pt x="914443" y="3791743"/>
                  </a:lnTo>
                  <a:lnTo>
                    <a:pt x="976101" y="3831709"/>
                  </a:lnTo>
                  <a:lnTo>
                    <a:pt x="1039136" y="3869464"/>
                  </a:lnTo>
                  <a:lnTo>
                    <a:pt x="1103470" y="3904962"/>
                  </a:lnTo>
                  <a:lnTo>
                    <a:pt x="1169022" y="3938157"/>
                  </a:lnTo>
                  <a:lnTo>
                    <a:pt x="1235709" y="3969008"/>
                  </a:lnTo>
                  <a:lnTo>
                    <a:pt x="1303448" y="3997476"/>
                  </a:lnTo>
                  <a:lnTo>
                    <a:pt x="1372153" y="4023525"/>
                  </a:lnTo>
                  <a:lnTo>
                    <a:pt x="1441738" y="4047122"/>
                  </a:lnTo>
                  <a:lnTo>
                    <a:pt x="1512116" y="4068238"/>
                  </a:lnTo>
                  <a:lnTo>
                    <a:pt x="1583198" y="4086847"/>
                  </a:lnTo>
                  <a:lnTo>
                    <a:pt x="1654895" y="4102924"/>
                  </a:lnTo>
                  <a:lnTo>
                    <a:pt x="1727117" y="4116450"/>
                  </a:lnTo>
                  <a:lnTo>
                    <a:pt x="1799773" y="4127408"/>
                  </a:lnTo>
                  <a:lnTo>
                    <a:pt x="1872772" y="4135783"/>
                  </a:lnTo>
                  <a:lnTo>
                    <a:pt x="1946021" y="4141566"/>
                  </a:lnTo>
                  <a:lnTo>
                    <a:pt x="2019430" y="4144749"/>
                  </a:lnTo>
                  <a:lnTo>
                    <a:pt x="2092905" y="4145328"/>
                  </a:lnTo>
                  <a:lnTo>
                    <a:pt x="2166355" y="4143302"/>
                  </a:lnTo>
                  <a:lnTo>
                    <a:pt x="2239686" y="4138674"/>
                  </a:lnTo>
                  <a:lnTo>
                    <a:pt x="2312808" y="4131450"/>
                  </a:lnTo>
                  <a:lnTo>
                    <a:pt x="2385627" y="4121639"/>
                  </a:lnTo>
                  <a:lnTo>
                    <a:pt x="2458053" y="4109253"/>
                  </a:lnTo>
                  <a:lnTo>
                    <a:pt x="2529995" y="4094308"/>
                  </a:lnTo>
                  <a:lnTo>
                    <a:pt x="2601362" y="4076822"/>
                  </a:lnTo>
                  <a:lnTo>
                    <a:pt x="2672064" y="4056818"/>
                  </a:lnTo>
                  <a:lnTo>
                    <a:pt x="2742012" y="4034320"/>
                  </a:lnTo>
                  <a:lnTo>
                    <a:pt x="2811119" y="4009357"/>
                  </a:lnTo>
                  <a:lnTo>
                    <a:pt x="2879298" y="3981960"/>
                  </a:lnTo>
                  <a:lnTo>
                    <a:pt x="2946463" y="3952164"/>
                  </a:lnTo>
                  <a:lnTo>
                    <a:pt x="3012530" y="3920006"/>
                  </a:lnTo>
                  <a:lnTo>
                    <a:pt x="3077415" y="3885527"/>
                  </a:lnTo>
                  <a:lnTo>
                    <a:pt x="3141038" y="3848769"/>
                  </a:lnTo>
                  <a:lnTo>
                    <a:pt x="3203318" y="3809779"/>
                  </a:lnTo>
                  <a:lnTo>
                    <a:pt x="3264176" y="3768607"/>
                  </a:lnTo>
                  <a:lnTo>
                    <a:pt x="3323537" y="3725303"/>
                  </a:lnTo>
                  <a:lnTo>
                    <a:pt x="3381326" y="3679923"/>
                  </a:lnTo>
                  <a:lnTo>
                    <a:pt x="3437470" y="3632522"/>
                  </a:lnTo>
                  <a:lnTo>
                    <a:pt x="3491899" y="3583162"/>
                  </a:lnTo>
                  <a:lnTo>
                    <a:pt x="3544544" y="3531903"/>
                  </a:lnTo>
                  <a:lnTo>
                    <a:pt x="3595339" y="3478811"/>
                  </a:lnTo>
                  <a:lnTo>
                    <a:pt x="3644221" y="3423951"/>
                  </a:lnTo>
                  <a:lnTo>
                    <a:pt x="3691127" y="3367394"/>
                  </a:lnTo>
                  <a:lnTo>
                    <a:pt x="3735999" y="3309209"/>
                  </a:lnTo>
                  <a:lnTo>
                    <a:pt x="3778781" y="3249471"/>
                  </a:lnTo>
                  <a:lnTo>
                    <a:pt x="3819418" y="3188254"/>
                  </a:lnTo>
                  <a:lnTo>
                    <a:pt x="3857860" y="3125635"/>
                  </a:lnTo>
                  <a:lnTo>
                    <a:pt x="3894058" y="3061692"/>
                  </a:lnTo>
                  <a:lnTo>
                    <a:pt x="3927968" y="2996507"/>
                  </a:lnTo>
                  <a:lnTo>
                    <a:pt x="3959545" y="2930161"/>
                  </a:lnTo>
                  <a:lnTo>
                    <a:pt x="3988751" y="2862737"/>
                  </a:lnTo>
                  <a:lnTo>
                    <a:pt x="4015549" y="2794321"/>
                  </a:lnTo>
                  <a:lnTo>
                    <a:pt x="4039905" y="2724997"/>
                  </a:lnTo>
                  <a:lnTo>
                    <a:pt x="4061789" y="2654854"/>
                  </a:lnTo>
                  <a:lnTo>
                    <a:pt x="4081173" y="2583980"/>
                  </a:lnTo>
                  <a:lnTo>
                    <a:pt x="4098032" y="2512462"/>
                  </a:lnTo>
                  <a:lnTo>
                    <a:pt x="4112346" y="2440393"/>
                  </a:lnTo>
                  <a:lnTo>
                    <a:pt x="4124097" y="2367861"/>
                  </a:lnTo>
                  <a:lnTo>
                    <a:pt x="4133269" y="2294958"/>
                  </a:lnTo>
                  <a:lnTo>
                    <a:pt x="4139852" y="2221776"/>
                  </a:lnTo>
                  <a:lnTo>
                    <a:pt x="4143837" y="2148407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2"/>
            <p:cNvSpPr/>
            <p:nvPr/>
          </p:nvSpPr>
          <p:spPr>
            <a:xfrm>
              <a:off x="4505967" y="3161215"/>
              <a:ext cx="4374074" cy="4375655"/>
            </a:xfrm>
            <a:custGeom>
              <a:avLst/>
              <a:pathLst>
                <a:path w="4374074" h="4375655">
                  <a:moveTo>
                    <a:pt x="4373547" y="2094649"/>
                  </a:moveTo>
                  <a:lnTo>
                    <a:pt x="4369131" y="2020612"/>
                  </a:lnTo>
                  <a:lnTo>
                    <a:pt x="4362209" y="1946766"/>
                  </a:lnTo>
                  <a:lnTo>
                    <a:pt x="4352787" y="1873197"/>
                  </a:lnTo>
                  <a:lnTo>
                    <a:pt x="4340877" y="1799991"/>
                  </a:lnTo>
                  <a:lnTo>
                    <a:pt x="4326493" y="1727229"/>
                  </a:lnTo>
                  <a:lnTo>
                    <a:pt x="4309651" y="1654998"/>
                  </a:lnTo>
                  <a:lnTo>
                    <a:pt x="4290369" y="1583378"/>
                  </a:lnTo>
                  <a:lnTo>
                    <a:pt x="4268672" y="1512454"/>
                  </a:lnTo>
                  <a:lnTo>
                    <a:pt x="4244583" y="1442305"/>
                  </a:lnTo>
                  <a:lnTo>
                    <a:pt x="4218130" y="1373013"/>
                  </a:lnTo>
                  <a:lnTo>
                    <a:pt x="4189344" y="1304658"/>
                  </a:lnTo>
                  <a:lnTo>
                    <a:pt x="4158257" y="1237318"/>
                  </a:lnTo>
                  <a:lnTo>
                    <a:pt x="4124905" y="1171070"/>
                  </a:lnTo>
                  <a:lnTo>
                    <a:pt x="4089327" y="1105991"/>
                  </a:lnTo>
                  <a:lnTo>
                    <a:pt x="4051564" y="1042155"/>
                  </a:lnTo>
                  <a:lnTo>
                    <a:pt x="4011659" y="979636"/>
                  </a:lnTo>
                  <a:lnTo>
                    <a:pt x="3969658" y="918505"/>
                  </a:lnTo>
                  <a:lnTo>
                    <a:pt x="3925608" y="858833"/>
                  </a:lnTo>
                  <a:lnTo>
                    <a:pt x="3879562" y="800688"/>
                  </a:lnTo>
                  <a:lnTo>
                    <a:pt x="3831571" y="744138"/>
                  </a:lnTo>
                  <a:lnTo>
                    <a:pt x="3781690" y="689246"/>
                  </a:lnTo>
                  <a:lnTo>
                    <a:pt x="3729978" y="636077"/>
                  </a:lnTo>
                  <a:lnTo>
                    <a:pt x="3676493" y="584692"/>
                  </a:lnTo>
                  <a:lnTo>
                    <a:pt x="3621298" y="535148"/>
                  </a:lnTo>
                  <a:lnTo>
                    <a:pt x="3564455" y="487504"/>
                  </a:lnTo>
                  <a:lnTo>
                    <a:pt x="3506029" y="441814"/>
                  </a:lnTo>
                  <a:lnTo>
                    <a:pt x="3446089" y="398131"/>
                  </a:lnTo>
                  <a:lnTo>
                    <a:pt x="3384702" y="356505"/>
                  </a:lnTo>
                  <a:lnTo>
                    <a:pt x="3321940" y="316983"/>
                  </a:lnTo>
                  <a:lnTo>
                    <a:pt x="3257874" y="279611"/>
                  </a:lnTo>
                  <a:lnTo>
                    <a:pt x="3192578" y="244433"/>
                  </a:lnTo>
                  <a:lnTo>
                    <a:pt x="3126127" y="211487"/>
                  </a:lnTo>
                  <a:lnTo>
                    <a:pt x="3058598" y="180813"/>
                  </a:lnTo>
                  <a:lnTo>
                    <a:pt x="2990067" y="152446"/>
                  </a:lnTo>
                  <a:lnTo>
                    <a:pt x="2920615" y="126418"/>
                  </a:lnTo>
                  <a:lnTo>
                    <a:pt x="2850321" y="102758"/>
                  </a:lnTo>
                  <a:lnTo>
                    <a:pt x="2779264" y="81495"/>
                  </a:lnTo>
                  <a:lnTo>
                    <a:pt x="2707528" y="62653"/>
                  </a:lnTo>
                  <a:lnTo>
                    <a:pt x="2635195" y="46253"/>
                  </a:lnTo>
                  <a:lnTo>
                    <a:pt x="2562347" y="32314"/>
                  </a:lnTo>
                  <a:lnTo>
                    <a:pt x="2489069" y="20853"/>
                  </a:lnTo>
                  <a:lnTo>
                    <a:pt x="2415444" y="11882"/>
                  </a:lnTo>
                  <a:lnTo>
                    <a:pt x="2341557" y="5411"/>
                  </a:lnTo>
                  <a:lnTo>
                    <a:pt x="2267494" y="1449"/>
                  </a:lnTo>
                  <a:lnTo>
                    <a:pt x="2193338" y="0"/>
                  </a:lnTo>
                  <a:lnTo>
                    <a:pt x="2119177" y="1064"/>
                  </a:lnTo>
                  <a:lnTo>
                    <a:pt x="2045094" y="4642"/>
                  </a:lnTo>
                  <a:lnTo>
                    <a:pt x="1971175" y="10729"/>
                  </a:lnTo>
                  <a:lnTo>
                    <a:pt x="1897504" y="19318"/>
                  </a:lnTo>
                  <a:lnTo>
                    <a:pt x="1824167" y="30399"/>
                  </a:lnTo>
                  <a:lnTo>
                    <a:pt x="1751248" y="43959"/>
                  </a:lnTo>
                  <a:lnTo>
                    <a:pt x="1678830" y="59984"/>
                  </a:lnTo>
                  <a:lnTo>
                    <a:pt x="1606997" y="78453"/>
                  </a:lnTo>
                  <a:lnTo>
                    <a:pt x="1535832" y="99347"/>
                  </a:lnTo>
                  <a:lnTo>
                    <a:pt x="1465415" y="122641"/>
                  </a:lnTo>
                  <a:lnTo>
                    <a:pt x="1395829" y="148309"/>
                  </a:lnTo>
                  <a:lnTo>
                    <a:pt x="1327152" y="176320"/>
                  </a:lnTo>
                  <a:lnTo>
                    <a:pt x="1259465" y="206643"/>
                  </a:lnTo>
                  <a:lnTo>
                    <a:pt x="1192844" y="239243"/>
                  </a:lnTo>
                  <a:lnTo>
                    <a:pt x="1127366" y="274082"/>
                  </a:lnTo>
                  <a:lnTo>
                    <a:pt x="1063107" y="311121"/>
                  </a:lnTo>
                  <a:lnTo>
                    <a:pt x="1000141" y="350317"/>
                  </a:lnTo>
                  <a:lnTo>
                    <a:pt x="938539" y="391624"/>
                  </a:lnTo>
                  <a:lnTo>
                    <a:pt x="878372" y="434996"/>
                  </a:lnTo>
                  <a:lnTo>
                    <a:pt x="819711" y="480382"/>
                  </a:lnTo>
                  <a:lnTo>
                    <a:pt x="762621" y="527730"/>
                  </a:lnTo>
                  <a:lnTo>
                    <a:pt x="707169" y="576986"/>
                  </a:lnTo>
                  <a:lnTo>
                    <a:pt x="653418" y="628093"/>
                  </a:lnTo>
                  <a:lnTo>
                    <a:pt x="601431" y="680993"/>
                  </a:lnTo>
                  <a:lnTo>
                    <a:pt x="551266" y="735625"/>
                  </a:lnTo>
                  <a:lnTo>
                    <a:pt x="502982" y="791926"/>
                  </a:lnTo>
                  <a:lnTo>
                    <a:pt x="456635" y="849831"/>
                  </a:lnTo>
                  <a:lnTo>
                    <a:pt x="412276" y="909273"/>
                  </a:lnTo>
                  <a:lnTo>
                    <a:pt x="369958" y="970185"/>
                  </a:lnTo>
                  <a:lnTo>
                    <a:pt x="329729" y="1032497"/>
                  </a:lnTo>
                  <a:lnTo>
                    <a:pt x="291635" y="1096136"/>
                  </a:lnTo>
                  <a:lnTo>
                    <a:pt x="255720" y="1161029"/>
                  </a:lnTo>
                  <a:lnTo>
                    <a:pt x="222025" y="1227103"/>
                  </a:lnTo>
                  <a:lnTo>
                    <a:pt x="190589" y="1294281"/>
                  </a:lnTo>
                  <a:lnTo>
                    <a:pt x="161448" y="1362486"/>
                  </a:lnTo>
                  <a:lnTo>
                    <a:pt x="134636" y="1431640"/>
                  </a:lnTo>
                  <a:lnTo>
                    <a:pt x="110183" y="1501662"/>
                  </a:lnTo>
                  <a:lnTo>
                    <a:pt x="88118" y="1572473"/>
                  </a:lnTo>
                  <a:lnTo>
                    <a:pt x="68465" y="1643992"/>
                  </a:lnTo>
                  <a:lnTo>
                    <a:pt x="51248" y="1716135"/>
                  </a:lnTo>
                  <a:lnTo>
                    <a:pt x="36486" y="1788820"/>
                  </a:lnTo>
                  <a:lnTo>
                    <a:pt x="24197" y="1861965"/>
                  </a:lnTo>
                  <a:lnTo>
                    <a:pt x="14393" y="1935483"/>
                  </a:lnTo>
                  <a:lnTo>
                    <a:pt x="7088" y="2009292"/>
                  </a:lnTo>
                  <a:lnTo>
                    <a:pt x="2288" y="2083306"/>
                  </a:lnTo>
                  <a:lnTo>
                    <a:pt x="0" y="2157440"/>
                  </a:lnTo>
                  <a:lnTo>
                    <a:pt x="225" y="2231609"/>
                  </a:lnTo>
                  <a:lnTo>
                    <a:pt x="2965" y="2305728"/>
                  </a:lnTo>
                  <a:lnTo>
                    <a:pt x="8215" y="2379711"/>
                  </a:lnTo>
                  <a:lnTo>
                    <a:pt x="15970" y="2453474"/>
                  </a:lnTo>
                  <a:lnTo>
                    <a:pt x="26221" y="2526931"/>
                  </a:lnTo>
                  <a:lnTo>
                    <a:pt x="38956" y="2599999"/>
                  </a:lnTo>
                  <a:lnTo>
                    <a:pt x="54160" y="2672594"/>
                  </a:lnTo>
                  <a:lnTo>
                    <a:pt x="71816" y="2744631"/>
                  </a:lnTo>
                  <a:lnTo>
                    <a:pt x="91903" y="2816028"/>
                  </a:lnTo>
                  <a:lnTo>
                    <a:pt x="114400" y="2886704"/>
                  </a:lnTo>
                  <a:lnTo>
                    <a:pt x="139278" y="2956576"/>
                  </a:lnTo>
                  <a:lnTo>
                    <a:pt x="166511" y="3025565"/>
                  </a:lnTo>
                  <a:lnTo>
                    <a:pt x="196066" y="3093591"/>
                  </a:lnTo>
                  <a:lnTo>
                    <a:pt x="227911" y="3160576"/>
                  </a:lnTo>
                  <a:lnTo>
                    <a:pt x="262007" y="3226444"/>
                  </a:lnTo>
                  <a:lnTo>
                    <a:pt x="298317" y="3291118"/>
                  </a:lnTo>
                  <a:lnTo>
                    <a:pt x="336798" y="3354524"/>
                  </a:lnTo>
                  <a:lnTo>
                    <a:pt x="377405" y="3416589"/>
                  </a:lnTo>
                  <a:lnTo>
                    <a:pt x="420094" y="3477242"/>
                  </a:lnTo>
                  <a:lnTo>
                    <a:pt x="464813" y="3536414"/>
                  </a:lnTo>
                  <a:lnTo>
                    <a:pt x="511513" y="3594035"/>
                  </a:lnTo>
                  <a:lnTo>
                    <a:pt x="560138" y="3650041"/>
                  </a:lnTo>
                  <a:lnTo>
                    <a:pt x="610635" y="3704366"/>
                  </a:lnTo>
                  <a:lnTo>
                    <a:pt x="662943" y="3756949"/>
                  </a:lnTo>
                  <a:lnTo>
                    <a:pt x="717004" y="3807728"/>
                  </a:lnTo>
                  <a:lnTo>
                    <a:pt x="772755" y="3856646"/>
                  </a:lnTo>
                  <a:lnTo>
                    <a:pt x="830132" y="3903645"/>
                  </a:lnTo>
                  <a:lnTo>
                    <a:pt x="889069" y="3948673"/>
                  </a:lnTo>
                  <a:lnTo>
                    <a:pt x="949498" y="3991678"/>
                  </a:lnTo>
                  <a:lnTo>
                    <a:pt x="1011350" y="4032609"/>
                  </a:lnTo>
                  <a:lnTo>
                    <a:pt x="1074554" y="4071421"/>
                  </a:lnTo>
                  <a:lnTo>
                    <a:pt x="1139038" y="4108068"/>
                  </a:lnTo>
                  <a:lnTo>
                    <a:pt x="1204726" y="4142508"/>
                  </a:lnTo>
                  <a:lnTo>
                    <a:pt x="1271544" y="4174701"/>
                  </a:lnTo>
                  <a:lnTo>
                    <a:pt x="1339415" y="4204612"/>
                  </a:lnTo>
                  <a:lnTo>
                    <a:pt x="1408261" y="4232205"/>
                  </a:lnTo>
                  <a:lnTo>
                    <a:pt x="1478003" y="4257448"/>
                  </a:lnTo>
                  <a:lnTo>
                    <a:pt x="1548560" y="4280313"/>
                  </a:lnTo>
                  <a:lnTo>
                    <a:pt x="1619851" y="4300773"/>
                  </a:lnTo>
                  <a:lnTo>
                    <a:pt x="1691795" y="4318805"/>
                  </a:lnTo>
                  <a:lnTo>
                    <a:pt x="1764309" y="4334388"/>
                  </a:lnTo>
                  <a:lnTo>
                    <a:pt x="1837309" y="4347504"/>
                  </a:lnTo>
                  <a:lnTo>
                    <a:pt x="1910712" y="4358139"/>
                  </a:lnTo>
                  <a:lnTo>
                    <a:pt x="1984434" y="4366279"/>
                  </a:lnTo>
                  <a:lnTo>
                    <a:pt x="2058389" y="4371916"/>
                  </a:lnTo>
                  <a:lnTo>
                    <a:pt x="2132492" y="4375042"/>
                  </a:lnTo>
                  <a:lnTo>
                    <a:pt x="2206659" y="4375655"/>
                  </a:lnTo>
                  <a:lnTo>
                    <a:pt x="2280804" y="4373754"/>
                  </a:lnTo>
                  <a:lnTo>
                    <a:pt x="2354842" y="4369341"/>
                  </a:lnTo>
                  <a:lnTo>
                    <a:pt x="2428688" y="4362421"/>
                  </a:lnTo>
                  <a:lnTo>
                    <a:pt x="2502256" y="4353002"/>
                  </a:lnTo>
                  <a:lnTo>
                    <a:pt x="2575464" y="4341094"/>
                  </a:lnTo>
                  <a:lnTo>
                    <a:pt x="2648225" y="4326712"/>
                  </a:lnTo>
                  <a:lnTo>
                    <a:pt x="2720458" y="4309872"/>
                  </a:lnTo>
                  <a:lnTo>
                    <a:pt x="2792078" y="4290594"/>
                  </a:lnTo>
                  <a:lnTo>
                    <a:pt x="2863003" y="4268899"/>
                  </a:lnTo>
                  <a:lnTo>
                    <a:pt x="2933152" y="4244812"/>
                  </a:lnTo>
                  <a:lnTo>
                    <a:pt x="3002445" y="4218361"/>
                  </a:lnTo>
                  <a:lnTo>
                    <a:pt x="3070801" y="4189577"/>
                  </a:lnTo>
                  <a:lnTo>
                    <a:pt x="3138142" y="4158493"/>
                  </a:lnTo>
                  <a:lnTo>
                    <a:pt x="3204391" y="4125143"/>
                  </a:lnTo>
                  <a:lnTo>
                    <a:pt x="3269472" y="4089568"/>
                  </a:lnTo>
                  <a:lnTo>
                    <a:pt x="3333309" y="4051807"/>
                  </a:lnTo>
                  <a:lnTo>
                    <a:pt x="3395830" y="4011903"/>
                  </a:lnTo>
                  <a:lnTo>
                    <a:pt x="3456962" y="3969904"/>
                  </a:lnTo>
                  <a:lnTo>
                    <a:pt x="3516635" y="3925857"/>
                  </a:lnTo>
                  <a:lnTo>
                    <a:pt x="3574782" y="3879812"/>
                  </a:lnTo>
                  <a:lnTo>
                    <a:pt x="3631334" y="3831823"/>
                  </a:lnTo>
                  <a:lnTo>
                    <a:pt x="3686227" y="3781944"/>
                  </a:lnTo>
                  <a:lnTo>
                    <a:pt x="3739397" y="3730234"/>
                  </a:lnTo>
                  <a:lnTo>
                    <a:pt x="3790785" y="3676751"/>
                  </a:lnTo>
                  <a:lnTo>
                    <a:pt x="3840330" y="3621557"/>
                  </a:lnTo>
                  <a:lnTo>
                    <a:pt x="3887976" y="3564715"/>
                  </a:lnTo>
                  <a:lnTo>
                    <a:pt x="3933668" y="3506292"/>
                  </a:lnTo>
                  <a:lnTo>
                    <a:pt x="3977353" y="3446352"/>
                  </a:lnTo>
                  <a:lnTo>
                    <a:pt x="4018981" y="3384967"/>
                  </a:lnTo>
                  <a:lnTo>
                    <a:pt x="4058505" y="3322206"/>
                  </a:lnTo>
                  <a:lnTo>
                    <a:pt x="4095879" y="3258141"/>
                  </a:lnTo>
                  <a:lnTo>
                    <a:pt x="4131060" y="3192847"/>
                  </a:lnTo>
                  <a:lnTo>
                    <a:pt x="4164007" y="3126397"/>
                  </a:lnTo>
                  <a:lnTo>
                    <a:pt x="4194684" y="3058869"/>
                  </a:lnTo>
                  <a:lnTo>
                    <a:pt x="4223053" y="2990339"/>
                  </a:lnTo>
                  <a:lnTo>
                    <a:pt x="4249084" y="2920888"/>
                  </a:lnTo>
                  <a:lnTo>
                    <a:pt x="4272746" y="2850594"/>
                  </a:lnTo>
                  <a:lnTo>
                    <a:pt x="4294011" y="2779539"/>
                  </a:lnTo>
                  <a:lnTo>
                    <a:pt x="4312855" y="2707803"/>
                  </a:lnTo>
                  <a:lnTo>
                    <a:pt x="4329258" y="2635470"/>
                  </a:lnTo>
                  <a:lnTo>
                    <a:pt x="4343199" y="2562623"/>
                  </a:lnTo>
                  <a:lnTo>
                    <a:pt x="4354663" y="2489345"/>
                  </a:lnTo>
                  <a:lnTo>
                    <a:pt x="4363636" y="2415720"/>
                  </a:lnTo>
                  <a:lnTo>
                    <a:pt x="4370109" y="2341834"/>
                  </a:lnTo>
                  <a:lnTo>
                    <a:pt x="4374074" y="2267771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l613"/>
            <p:cNvSpPr/>
            <p:nvPr/>
          </p:nvSpPr>
          <p:spPr>
            <a:xfrm>
              <a:off x="8419328" y="5255865"/>
              <a:ext cx="460186" cy="19624"/>
            </a:xfrm>
            <a:custGeom>
              <a:avLst/>
              <a:pathLst>
                <a:path w="460186" h="19624">
                  <a:moveTo>
                    <a:pt x="0" y="19624"/>
                  </a:moveTo>
                  <a:lnTo>
                    <a:pt x="115046" y="14718"/>
                  </a:lnTo>
                  <a:lnTo>
                    <a:pt x="230093" y="9812"/>
                  </a:lnTo>
                  <a:lnTo>
                    <a:pt x="345139" y="4906"/>
                  </a:lnTo>
                  <a:lnTo>
                    <a:pt x="460186" y="0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l614"/>
            <p:cNvSpPr/>
            <p:nvPr/>
          </p:nvSpPr>
          <p:spPr>
            <a:xfrm>
              <a:off x="8419744" y="5412164"/>
              <a:ext cx="460297" cy="16822"/>
            </a:xfrm>
            <a:custGeom>
              <a:avLst/>
              <a:pathLst>
                <a:path w="460297" h="16822">
                  <a:moveTo>
                    <a:pt x="0" y="0"/>
                  </a:moveTo>
                  <a:lnTo>
                    <a:pt x="115074" y="4205"/>
                  </a:lnTo>
                  <a:lnTo>
                    <a:pt x="230148" y="8411"/>
                  </a:lnTo>
                  <a:lnTo>
                    <a:pt x="345223" y="12616"/>
                  </a:lnTo>
                  <a:lnTo>
                    <a:pt x="460297" y="16822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7383660" y="6892362"/>
              <a:ext cx="136836" cy="144579"/>
            </a:xfrm>
            <a:custGeom>
              <a:avLst/>
              <a:pathLst>
                <a:path w="136836" h="144579">
                  <a:moveTo>
                    <a:pt x="85686" y="0"/>
                  </a:moveTo>
                  <a:lnTo>
                    <a:pt x="136836" y="101763"/>
                  </a:lnTo>
                  <a:lnTo>
                    <a:pt x="45500" y="144579"/>
                  </a:lnTo>
                  <a:lnTo>
                    <a:pt x="0" y="40168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910008" y="6910794"/>
              <a:ext cx="132351" cy="137174"/>
            </a:xfrm>
            <a:custGeom>
              <a:avLst/>
              <a:pathLst>
                <a:path w="132351" h="137174">
                  <a:moveTo>
                    <a:pt x="132351" y="38069"/>
                  </a:moveTo>
                  <a:lnTo>
                    <a:pt x="92006" y="137174"/>
                  </a:lnTo>
                  <a:lnTo>
                    <a:pt x="0" y="96746"/>
                  </a:lnTo>
                  <a:lnTo>
                    <a:pt x="45712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8407460" y="5109132"/>
              <a:ext cx="208937" cy="119110"/>
            </a:xfrm>
            <a:custGeom>
              <a:avLst/>
              <a:pathLst>
                <a:path w="208937" h="119110">
                  <a:moveTo>
                    <a:pt x="0" y="24925"/>
                  </a:moveTo>
                  <a:lnTo>
                    <a:pt x="99333" y="12462"/>
                  </a:lnTo>
                  <a:lnTo>
                    <a:pt x="198666" y="0"/>
                  </a:lnTo>
                  <a:lnTo>
                    <a:pt x="208937" y="105103"/>
                  </a:lnTo>
                  <a:lnTo>
                    <a:pt x="109070" y="112107"/>
                  </a:lnTo>
                  <a:lnTo>
                    <a:pt x="9204" y="11911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8391201" y="4994849"/>
              <a:ext cx="204623" cy="128778"/>
            </a:xfrm>
            <a:custGeom>
              <a:avLst/>
              <a:pathLst>
                <a:path w="204623" h="128778">
                  <a:moveTo>
                    <a:pt x="0" y="35327"/>
                  </a:moveTo>
                  <a:lnTo>
                    <a:pt x="94026" y="17663"/>
                  </a:lnTo>
                  <a:lnTo>
                    <a:pt x="188052" y="0"/>
                  </a:lnTo>
                  <a:lnTo>
                    <a:pt x="204623" y="103803"/>
                  </a:lnTo>
                  <a:lnTo>
                    <a:pt x="109770" y="116290"/>
                  </a:lnTo>
                  <a:lnTo>
                    <a:pt x="14917" y="128778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7478728" y="6842303"/>
              <a:ext cx="125781" cy="120974"/>
            </a:xfrm>
            <a:custGeom>
              <a:avLst/>
              <a:pathLst>
                <a:path w="125781" h="120974">
                  <a:moveTo>
                    <a:pt x="83083" y="0"/>
                  </a:moveTo>
                  <a:lnTo>
                    <a:pt x="125781" y="73438"/>
                  </a:lnTo>
                  <a:lnTo>
                    <a:pt x="38612" y="120974"/>
                  </a:lnTo>
                  <a:lnTo>
                    <a:pt x="0" y="45307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6005495" y="3593721"/>
              <a:ext cx="135411" cy="151641"/>
            </a:xfrm>
            <a:custGeom>
              <a:avLst/>
              <a:pathLst>
                <a:path w="135411" h="151641">
                  <a:moveTo>
                    <a:pt x="46616" y="151641"/>
                  </a:moveTo>
                  <a:lnTo>
                    <a:pt x="0" y="35105"/>
                  </a:lnTo>
                  <a:lnTo>
                    <a:pt x="95247" y="0"/>
                  </a:lnTo>
                  <a:lnTo>
                    <a:pt x="135411" y="11891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8368652" y="4814463"/>
              <a:ext cx="475091" cy="205383"/>
            </a:xfrm>
            <a:custGeom>
              <a:avLst/>
              <a:pathLst>
                <a:path w="475091" h="205383">
                  <a:moveTo>
                    <a:pt x="0" y="113013"/>
                  </a:moveTo>
                  <a:lnTo>
                    <a:pt x="112249" y="84759"/>
                  </a:lnTo>
                  <a:lnTo>
                    <a:pt x="224499" y="56506"/>
                  </a:lnTo>
                  <a:lnTo>
                    <a:pt x="336749" y="28253"/>
                  </a:lnTo>
                  <a:lnTo>
                    <a:pt x="448999" y="0"/>
                  </a:lnTo>
                  <a:lnTo>
                    <a:pt x="475091" y="117130"/>
                  </a:lnTo>
                  <a:lnTo>
                    <a:pt x="361462" y="139193"/>
                  </a:lnTo>
                  <a:lnTo>
                    <a:pt x="247833" y="161256"/>
                  </a:lnTo>
                  <a:lnTo>
                    <a:pt x="134205" y="183320"/>
                  </a:lnTo>
                  <a:lnTo>
                    <a:pt x="20576" y="20538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6772472" y="3481305"/>
              <a:ext cx="108668" cy="149216"/>
            </a:xfrm>
            <a:custGeom>
              <a:avLst/>
              <a:pathLst>
                <a:path w="108668" h="149216">
                  <a:moveTo>
                    <a:pt x="0" y="142308"/>
                  </a:moveTo>
                  <a:lnTo>
                    <a:pt x="6502" y="0"/>
                  </a:lnTo>
                  <a:lnTo>
                    <a:pt x="108668" y="7477"/>
                  </a:lnTo>
                  <a:lnTo>
                    <a:pt x="94381" y="14921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7084569" y="7007589"/>
              <a:ext cx="121780" cy="129322"/>
            </a:xfrm>
            <a:custGeom>
              <a:avLst/>
              <a:pathLst>
                <a:path w="121780" h="129322">
                  <a:moveTo>
                    <a:pt x="91557" y="0"/>
                  </a:moveTo>
                  <a:lnTo>
                    <a:pt x="121780" y="103887"/>
                  </a:lnTo>
                  <a:lnTo>
                    <a:pt x="24488" y="129322"/>
                  </a:lnTo>
                  <a:lnTo>
                    <a:pt x="0" y="2393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864618" y="5406909"/>
              <a:ext cx="108468" cy="103519"/>
            </a:xfrm>
            <a:custGeom>
              <a:avLst/>
              <a:pathLst>
                <a:path w="108468" h="103519">
                  <a:moveTo>
                    <a:pt x="108468" y="94458"/>
                  </a:moveTo>
                  <a:lnTo>
                    <a:pt x="6100" y="103519"/>
                  </a:lnTo>
                  <a:lnTo>
                    <a:pt x="0" y="3440"/>
                  </a:lnTo>
                  <a:lnTo>
                    <a:pt x="102710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51889" y="3890939"/>
              <a:ext cx="123926" cy="120447"/>
            </a:xfrm>
            <a:custGeom>
              <a:avLst/>
              <a:pathLst>
                <a:path w="123926" h="120447">
                  <a:moveTo>
                    <a:pt x="49023" y="120447"/>
                  </a:moveTo>
                  <a:lnTo>
                    <a:pt x="0" y="60432"/>
                  </a:lnTo>
                  <a:lnTo>
                    <a:pt x="78263" y="0"/>
                  </a:lnTo>
                  <a:lnTo>
                    <a:pt x="123926" y="62609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6443504" y="3523659"/>
              <a:ext cx="108314" cy="114334"/>
            </a:xfrm>
            <a:custGeom>
              <a:avLst/>
              <a:pathLst>
                <a:path w="108314" h="114334">
                  <a:moveTo>
                    <a:pt x="14248" y="114334"/>
                  </a:moveTo>
                  <a:lnTo>
                    <a:pt x="0" y="10975"/>
                  </a:lnTo>
                  <a:lnTo>
                    <a:pt x="99748" y="0"/>
                  </a:lnTo>
                  <a:lnTo>
                    <a:pt x="108314" y="10398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8305038" y="5881836"/>
              <a:ext cx="137470" cy="129245"/>
            </a:xfrm>
            <a:custGeom>
              <a:avLst/>
              <a:pathLst>
                <a:path w="137470" h="129245">
                  <a:moveTo>
                    <a:pt x="31643" y="0"/>
                  </a:moveTo>
                  <a:lnTo>
                    <a:pt x="137470" y="34314"/>
                  </a:lnTo>
                  <a:lnTo>
                    <a:pt x="103788" y="129245"/>
                  </a:lnTo>
                  <a:lnTo>
                    <a:pt x="0" y="8918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7084569" y="3503036"/>
              <a:ext cx="138474" cy="187536"/>
            </a:xfrm>
            <a:custGeom>
              <a:avLst/>
              <a:pathLst>
                <a:path w="138474" h="187536">
                  <a:moveTo>
                    <a:pt x="0" y="163599"/>
                  </a:moveTo>
                  <a:lnTo>
                    <a:pt x="38014" y="0"/>
                  </a:lnTo>
                  <a:lnTo>
                    <a:pt x="138474" y="26263"/>
                  </a:lnTo>
                  <a:lnTo>
                    <a:pt x="91557" y="18753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6877314" y="3438744"/>
              <a:ext cx="124945" cy="205501"/>
            </a:xfrm>
            <a:custGeom>
              <a:avLst/>
              <a:pathLst>
                <a:path w="124945" h="205501">
                  <a:moveTo>
                    <a:pt x="0" y="192863"/>
                  </a:moveTo>
                  <a:lnTo>
                    <a:pt x="10313" y="96431"/>
                  </a:lnTo>
                  <a:lnTo>
                    <a:pt x="20626" y="0"/>
                  </a:lnTo>
                  <a:lnTo>
                    <a:pt x="124945" y="14056"/>
                  </a:lnTo>
                  <a:lnTo>
                    <a:pt x="109365" y="109779"/>
                  </a:lnTo>
                  <a:lnTo>
                    <a:pt x="93786" y="20550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6553948" y="7071349"/>
              <a:ext cx="102876" cy="114464"/>
            </a:xfrm>
            <a:custGeom>
              <a:avLst/>
              <a:pathLst>
                <a:path w="102876" h="114464">
                  <a:moveTo>
                    <a:pt x="102876" y="4607"/>
                  </a:moveTo>
                  <a:lnTo>
                    <a:pt x="100535" y="114464"/>
                  </a:lnTo>
                  <a:lnTo>
                    <a:pt x="0" y="109564"/>
                  </a:lnTo>
                  <a:lnTo>
                    <a:pt x="8354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824386" y="3721336"/>
              <a:ext cx="121839" cy="113824"/>
            </a:xfrm>
            <a:custGeom>
              <a:avLst/>
              <a:pathLst>
                <a:path w="121839" h="113824">
                  <a:moveTo>
                    <a:pt x="37677" y="113824"/>
                  </a:moveTo>
                  <a:lnTo>
                    <a:pt x="0" y="45231"/>
                  </a:lnTo>
                  <a:lnTo>
                    <a:pt x="87975" y="0"/>
                  </a:lnTo>
                  <a:lnTo>
                    <a:pt x="121839" y="7055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474762" y="3964939"/>
              <a:ext cx="118025" cy="115413"/>
            </a:xfrm>
            <a:custGeom>
              <a:avLst/>
              <a:pathLst>
                <a:path w="118025" h="115413">
                  <a:moveTo>
                    <a:pt x="46781" y="115413"/>
                  </a:moveTo>
                  <a:lnTo>
                    <a:pt x="0" y="64774"/>
                  </a:lnTo>
                  <a:lnTo>
                    <a:pt x="74088" y="0"/>
                  </a:lnTo>
                  <a:lnTo>
                    <a:pt x="118025" y="5312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8339895" y="5780876"/>
              <a:ext cx="133330" cy="124445"/>
            </a:xfrm>
            <a:custGeom>
              <a:avLst/>
              <a:pathLst>
                <a:path w="133330" h="124445">
                  <a:moveTo>
                    <a:pt x="26158" y="0"/>
                  </a:moveTo>
                  <a:lnTo>
                    <a:pt x="133330" y="27670"/>
                  </a:lnTo>
                  <a:lnTo>
                    <a:pt x="105495" y="124445"/>
                  </a:lnTo>
                  <a:lnTo>
                    <a:pt x="0" y="90947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7826553" y="3904657"/>
              <a:ext cx="199403" cy="204613"/>
            </a:xfrm>
            <a:custGeom>
              <a:avLst/>
              <a:pathLst>
                <a:path w="199403" h="204613">
                  <a:moveTo>
                    <a:pt x="0" y="140608"/>
                  </a:moveTo>
                  <a:lnTo>
                    <a:pt x="122178" y="0"/>
                  </a:lnTo>
                  <a:lnTo>
                    <a:pt x="199403" y="70907"/>
                  </a:lnTo>
                  <a:lnTo>
                    <a:pt x="69706" y="20461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8165266" y="6171413"/>
              <a:ext cx="145398" cy="140346"/>
            </a:xfrm>
            <a:custGeom>
              <a:avLst/>
              <a:pathLst>
                <a:path w="145398" h="140346">
                  <a:moveTo>
                    <a:pt x="47317" y="0"/>
                  </a:moveTo>
                  <a:lnTo>
                    <a:pt x="145398" y="53099"/>
                  </a:lnTo>
                  <a:lnTo>
                    <a:pt x="95025" y="140346"/>
                  </a:lnTo>
                  <a:lnTo>
                    <a:pt x="0" y="81955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7186215" y="3515327"/>
              <a:ext cx="152637" cy="207676"/>
            </a:xfrm>
            <a:custGeom>
              <a:avLst/>
              <a:pathLst>
                <a:path w="152637" h="207676">
                  <a:moveTo>
                    <a:pt x="0" y="178214"/>
                  </a:moveTo>
                  <a:lnTo>
                    <a:pt x="53025" y="0"/>
                  </a:lnTo>
                  <a:lnTo>
                    <a:pt x="152637" y="32634"/>
                  </a:lnTo>
                  <a:lnTo>
                    <a:pt x="89930" y="20767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7383660" y="3594397"/>
              <a:ext cx="169573" cy="211403"/>
            </a:xfrm>
            <a:custGeom>
              <a:avLst/>
              <a:pathLst>
                <a:path w="169573" h="211403">
                  <a:moveTo>
                    <a:pt x="0" y="171235"/>
                  </a:moveTo>
                  <a:lnTo>
                    <a:pt x="74620" y="0"/>
                  </a:lnTo>
                  <a:lnTo>
                    <a:pt x="169573" y="44511"/>
                  </a:lnTo>
                  <a:lnTo>
                    <a:pt x="85686" y="21140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7976535" y="4072250"/>
              <a:ext cx="201226" cy="192279"/>
            </a:xfrm>
            <a:custGeom>
              <a:avLst/>
              <a:pathLst>
                <a:path w="201226" h="192279">
                  <a:moveTo>
                    <a:pt x="0" y="120281"/>
                  </a:moveTo>
                  <a:lnTo>
                    <a:pt x="133422" y="0"/>
                  </a:lnTo>
                  <a:lnTo>
                    <a:pt x="201226" y="79485"/>
                  </a:lnTo>
                  <a:lnTo>
                    <a:pt x="61416" y="192279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8391201" y="5574535"/>
              <a:ext cx="125809" cy="114101"/>
            </a:xfrm>
            <a:custGeom>
              <a:avLst/>
              <a:pathLst>
                <a:path w="125809" h="114101">
                  <a:moveTo>
                    <a:pt x="14917" y="0"/>
                  </a:moveTo>
                  <a:lnTo>
                    <a:pt x="125809" y="14599"/>
                  </a:lnTo>
                  <a:lnTo>
                    <a:pt x="109925" y="114101"/>
                  </a:lnTo>
                  <a:lnTo>
                    <a:pt x="0" y="9345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169215" y="6208157"/>
              <a:ext cx="75231" cy="97044"/>
            </a:xfrm>
            <a:custGeom>
              <a:avLst/>
              <a:pathLst>
                <a:path w="75231" h="97044">
                  <a:moveTo>
                    <a:pt x="75231" y="80779"/>
                  </a:moveTo>
                  <a:lnTo>
                    <a:pt x="50151" y="97044"/>
                  </a:lnTo>
                  <a:lnTo>
                    <a:pt x="0" y="14867"/>
                  </a:lnTo>
                  <a:lnTo>
                    <a:pt x="25932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7570887" y="3703261"/>
              <a:ext cx="181784" cy="208189"/>
            </a:xfrm>
            <a:custGeom>
              <a:avLst/>
              <a:pathLst>
                <a:path w="181784" h="208189">
                  <a:moveTo>
                    <a:pt x="0" y="157910"/>
                  </a:moveTo>
                  <a:lnTo>
                    <a:pt x="93103" y="0"/>
                  </a:lnTo>
                  <a:lnTo>
                    <a:pt x="181784" y="55614"/>
                  </a:lnTo>
                  <a:lnTo>
                    <a:pt x="80172" y="208189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8368652" y="5678315"/>
              <a:ext cx="122551" cy="117725"/>
            </a:xfrm>
            <a:custGeom>
              <a:avLst/>
              <a:pathLst>
                <a:path w="122551" h="117725">
                  <a:moveTo>
                    <a:pt x="20576" y="0"/>
                  </a:moveTo>
                  <a:lnTo>
                    <a:pt x="122551" y="19800"/>
                  </a:lnTo>
                  <a:lnTo>
                    <a:pt x="100737" y="117725"/>
                  </a:lnTo>
                  <a:lnTo>
                    <a:pt x="0" y="9237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915588" y="5719507"/>
              <a:ext cx="113779" cy="116765"/>
            </a:xfrm>
            <a:custGeom>
              <a:avLst/>
              <a:pathLst>
                <a:path w="113779" h="116765">
                  <a:moveTo>
                    <a:pt x="113779" y="91841"/>
                  </a:moveTo>
                  <a:lnTo>
                    <a:pt x="24049" y="116765"/>
                  </a:lnTo>
                  <a:lnTo>
                    <a:pt x="0" y="19971"/>
                  </a:lnTo>
                  <a:lnTo>
                    <a:pt x="90959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7570887" y="6786711"/>
              <a:ext cx="147419" cy="154784"/>
            </a:xfrm>
            <a:custGeom>
              <a:avLst/>
              <a:pathLst>
                <a:path w="147419" h="154784">
                  <a:moveTo>
                    <a:pt x="80172" y="0"/>
                  </a:moveTo>
                  <a:lnTo>
                    <a:pt x="147419" y="100974"/>
                  </a:lnTo>
                  <a:lnTo>
                    <a:pt x="61616" y="154784"/>
                  </a:lnTo>
                  <a:lnTo>
                    <a:pt x="0" y="50278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6981475" y="3462373"/>
              <a:ext cx="133881" cy="201914"/>
            </a:xfrm>
            <a:custGeom>
              <a:avLst/>
              <a:pathLst>
                <a:path w="133881" h="201914">
                  <a:moveTo>
                    <a:pt x="0" y="183593"/>
                  </a:moveTo>
                  <a:lnTo>
                    <a:pt x="31029" y="0"/>
                  </a:lnTo>
                  <a:lnTo>
                    <a:pt x="133881" y="20295"/>
                  </a:lnTo>
                  <a:lnTo>
                    <a:pt x="92843" y="20191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865159" y="5511841"/>
              <a:ext cx="120381" cy="110187"/>
            </a:xfrm>
            <a:custGeom>
              <a:avLst/>
              <a:pathLst>
                <a:path w="120381" h="110187">
                  <a:moveTo>
                    <a:pt x="120381" y="93933"/>
                  </a:moveTo>
                  <a:lnTo>
                    <a:pt x="12222" y="110187"/>
                  </a:lnTo>
                  <a:lnTo>
                    <a:pt x="0" y="10306"/>
                  </a:lnTo>
                  <a:lnTo>
                    <a:pt x="108886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8217562" y="6077467"/>
              <a:ext cx="142832" cy="136903"/>
            </a:xfrm>
            <a:custGeom>
              <a:avLst/>
              <a:pathLst>
                <a:path w="142832" h="136903">
                  <a:moveTo>
                    <a:pt x="42242" y="0"/>
                  </a:moveTo>
                  <a:lnTo>
                    <a:pt x="142832" y="46781"/>
                  </a:lnTo>
                  <a:lnTo>
                    <a:pt x="97876" y="136903"/>
                  </a:lnTo>
                  <a:lnTo>
                    <a:pt x="0" y="84682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7659795" y="6725791"/>
              <a:ext cx="130778" cy="128927"/>
            </a:xfrm>
            <a:custGeom>
              <a:avLst/>
              <a:pathLst>
                <a:path w="130778" h="128927">
                  <a:moveTo>
                    <a:pt x="76965" y="0"/>
                  </a:moveTo>
                  <a:lnTo>
                    <a:pt x="130778" y="71022"/>
                  </a:lnTo>
                  <a:lnTo>
                    <a:pt x="49843" y="128927"/>
                  </a:lnTo>
                  <a:lnTo>
                    <a:pt x="0" y="5506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7745122" y="3831179"/>
              <a:ext cx="194617" cy="207212"/>
            </a:xfrm>
            <a:custGeom>
              <a:avLst/>
              <a:pathLst>
                <a:path w="194617" h="207212">
                  <a:moveTo>
                    <a:pt x="0" y="147568"/>
                  </a:moveTo>
                  <a:lnTo>
                    <a:pt x="113233" y="0"/>
                  </a:lnTo>
                  <a:lnTo>
                    <a:pt x="194617" y="66067"/>
                  </a:lnTo>
                  <a:lnTo>
                    <a:pt x="73472" y="207212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438727" y="6617810"/>
              <a:ext cx="154060" cy="156334"/>
            </a:xfrm>
            <a:custGeom>
              <a:avLst/>
              <a:pathLst>
                <a:path w="154060" h="156334">
                  <a:moveTo>
                    <a:pt x="154060" y="62288"/>
                  </a:moveTo>
                  <a:lnTo>
                    <a:pt x="76278" y="156334"/>
                  </a:lnTo>
                  <a:lnTo>
                    <a:pt x="0" y="89644"/>
                  </a:lnTo>
                  <a:lnTo>
                    <a:pt x="82816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665407" y="3495132"/>
              <a:ext cx="101579" cy="128033"/>
            </a:xfrm>
            <a:custGeom>
              <a:avLst/>
              <a:pathLst>
                <a:path w="101579" h="128033">
                  <a:moveTo>
                    <a:pt x="1931" y="126880"/>
                  </a:moveTo>
                  <a:lnTo>
                    <a:pt x="0" y="0"/>
                  </a:lnTo>
                  <a:lnTo>
                    <a:pt x="101579" y="1236"/>
                  </a:lnTo>
                  <a:lnTo>
                    <a:pt x="96558" y="12803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871798" y="5077125"/>
              <a:ext cx="113742" cy="109196"/>
            </a:xfrm>
            <a:custGeom>
              <a:avLst/>
              <a:pathLst>
                <a:path w="113742" h="109196">
                  <a:moveTo>
                    <a:pt x="102247" y="109196"/>
                  </a:moveTo>
                  <a:lnTo>
                    <a:pt x="0" y="99518"/>
                  </a:lnTo>
                  <a:lnTo>
                    <a:pt x="12178" y="0"/>
                  </a:lnTo>
                  <a:lnTo>
                    <a:pt x="113742" y="1526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8407460" y="5469919"/>
              <a:ext cx="120677" cy="108096"/>
            </a:xfrm>
            <a:custGeom>
              <a:avLst/>
              <a:pathLst>
                <a:path w="120677" h="108096">
                  <a:moveTo>
                    <a:pt x="9204" y="0"/>
                  </a:moveTo>
                  <a:lnTo>
                    <a:pt x="120677" y="7817"/>
                  </a:lnTo>
                  <a:lnTo>
                    <a:pt x="110877" y="108096"/>
                  </a:lnTo>
                  <a:lnTo>
                    <a:pt x="0" y="94185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7659795" y="3763393"/>
              <a:ext cx="189100" cy="208977"/>
            </a:xfrm>
            <a:custGeom>
              <a:avLst/>
              <a:pathLst>
                <a:path w="189100" h="208977">
                  <a:moveTo>
                    <a:pt x="0" y="153913"/>
                  </a:moveTo>
                  <a:lnTo>
                    <a:pt x="103861" y="0"/>
                  </a:lnTo>
                  <a:lnTo>
                    <a:pt x="189100" y="60983"/>
                  </a:lnTo>
                  <a:lnTo>
                    <a:pt x="76965" y="208977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878236" y="5616169"/>
              <a:ext cx="126088" cy="116042"/>
            </a:xfrm>
            <a:custGeom>
              <a:avLst/>
              <a:pathLst>
                <a:path w="126088" h="116042">
                  <a:moveTo>
                    <a:pt x="126088" y="93060"/>
                  </a:moveTo>
                  <a:lnTo>
                    <a:pt x="18285" y="116042"/>
                  </a:lnTo>
                  <a:lnTo>
                    <a:pt x="0" y="17044"/>
                  </a:lnTo>
                  <a:lnTo>
                    <a:pt x="108898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7186215" y="6975158"/>
              <a:ext cx="126380" cy="133053"/>
            </a:xfrm>
            <a:custGeom>
              <a:avLst/>
              <a:pathLst>
                <a:path w="126380" h="133053">
                  <a:moveTo>
                    <a:pt x="89930" y="0"/>
                  </a:moveTo>
                  <a:lnTo>
                    <a:pt x="126380" y="101747"/>
                  </a:lnTo>
                  <a:lnTo>
                    <a:pt x="30822" y="133053"/>
                  </a:lnTo>
                  <a:lnTo>
                    <a:pt x="0" y="29462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624134" y="6750784"/>
              <a:ext cx="138479" cy="139944"/>
            </a:xfrm>
            <a:custGeom>
              <a:avLst/>
              <a:pathLst>
                <a:path w="138479" h="139944">
                  <a:moveTo>
                    <a:pt x="138479" y="53173"/>
                  </a:moveTo>
                  <a:lnTo>
                    <a:pt x="82951" y="139944"/>
                  </a:lnTo>
                  <a:lnTo>
                    <a:pt x="0" y="83599"/>
                  </a:lnTo>
                  <a:lnTo>
                    <a:pt x="60195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7286035" y="3555476"/>
              <a:ext cx="159722" cy="205984"/>
            </a:xfrm>
            <a:custGeom>
              <a:avLst/>
              <a:pathLst>
                <a:path w="159722" h="205984">
                  <a:moveTo>
                    <a:pt x="0" y="171104"/>
                  </a:moveTo>
                  <a:lnTo>
                    <a:pt x="62473" y="0"/>
                  </a:lnTo>
                  <a:lnTo>
                    <a:pt x="159722" y="38558"/>
                  </a:lnTo>
                  <a:lnTo>
                    <a:pt x="87971" y="20598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7478728" y="3643791"/>
              <a:ext cx="177185" cy="212067"/>
            </a:xfrm>
            <a:custGeom>
              <a:avLst/>
              <a:pathLst>
                <a:path w="177185" h="212067">
                  <a:moveTo>
                    <a:pt x="0" y="166760"/>
                  </a:moveTo>
                  <a:lnTo>
                    <a:pt x="85096" y="0"/>
                  </a:lnTo>
                  <a:lnTo>
                    <a:pt x="177185" y="50218"/>
                  </a:lnTo>
                  <a:lnTo>
                    <a:pt x="83083" y="212067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716014" y="6809599"/>
              <a:ext cx="136847" cy="139079"/>
            </a:xfrm>
            <a:custGeom>
              <a:avLst/>
              <a:pathLst>
                <a:path w="136847" h="139079">
                  <a:moveTo>
                    <a:pt x="136847" y="48311"/>
                  </a:moveTo>
                  <a:lnTo>
                    <a:pt x="86268" y="139079"/>
                  </a:lnTo>
                  <a:lnTo>
                    <a:pt x="0" y="87861"/>
                  </a:lnTo>
                  <a:lnTo>
                    <a:pt x="55473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908761" y="3647492"/>
              <a:ext cx="133597" cy="139876"/>
            </a:xfrm>
            <a:custGeom>
              <a:avLst/>
              <a:pathLst>
                <a:path w="133597" h="139876">
                  <a:moveTo>
                    <a:pt x="46958" y="139876"/>
                  </a:moveTo>
                  <a:lnTo>
                    <a:pt x="0" y="40492"/>
                  </a:lnTo>
                  <a:lnTo>
                    <a:pt x="92152" y="0"/>
                  </a:lnTo>
                  <a:lnTo>
                    <a:pt x="133597" y="10180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8264210" y="5980822"/>
              <a:ext cx="140864" cy="133533"/>
            </a:xfrm>
            <a:custGeom>
              <a:avLst/>
              <a:pathLst>
                <a:path w="140864" h="133533">
                  <a:moveTo>
                    <a:pt x="37011" y="0"/>
                  </a:moveTo>
                  <a:lnTo>
                    <a:pt x="140864" y="40811"/>
                  </a:lnTo>
                  <a:lnTo>
                    <a:pt x="101461" y="133533"/>
                  </a:lnTo>
                  <a:lnTo>
                    <a:pt x="0" y="8709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356265" y="6544142"/>
              <a:ext cx="157575" cy="157807"/>
            </a:xfrm>
            <a:custGeom>
              <a:avLst/>
              <a:pathLst>
                <a:path w="157575" h="157807">
                  <a:moveTo>
                    <a:pt x="157575" y="66507"/>
                  </a:moveTo>
                  <a:lnTo>
                    <a:pt x="72194" y="157807"/>
                  </a:lnTo>
                  <a:lnTo>
                    <a:pt x="0" y="86486"/>
                  </a:lnTo>
                  <a:lnTo>
                    <a:pt x="90253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81418" y="4136585"/>
              <a:ext cx="187919" cy="177765"/>
            </a:xfrm>
            <a:custGeom>
              <a:avLst/>
              <a:pathLst>
                <a:path w="187919" h="177765">
                  <a:moveTo>
                    <a:pt x="129174" y="177765"/>
                  </a:moveTo>
                  <a:lnTo>
                    <a:pt x="0" y="81122"/>
                  </a:lnTo>
                  <a:lnTo>
                    <a:pt x="64232" y="0"/>
                  </a:lnTo>
                  <a:lnTo>
                    <a:pt x="187919" y="103572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338527" y="3561169"/>
              <a:ext cx="108812" cy="94347"/>
            </a:xfrm>
            <a:custGeom>
              <a:avLst/>
              <a:pathLst>
                <a:path w="108812" h="94347">
                  <a:moveTo>
                    <a:pt x="15549" y="94347"/>
                  </a:moveTo>
                  <a:lnTo>
                    <a:pt x="0" y="16789"/>
                  </a:lnTo>
                  <a:lnTo>
                    <a:pt x="97533" y="0"/>
                  </a:lnTo>
                  <a:lnTo>
                    <a:pt x="108812" y="7829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231821" y="3581692"/>
              <a:ext cx="111951" cy="97623"/>
            </a:xfrm>
            <a:custGeom>
              <a:avLst/>
              <a:pathLst>
                <a:path w="111951" h="97623">
                  <a:moveTo>
                    <a:pt x="19838" y="97623"/>
                  </a:moveTo>
                  <a:lnTo>
                    <a:pt x="0" y="22673"/>
                  </a:lnTo>
                  <a:lnTo>
                    <a:pt x="96247" y="0"/>
                  </a:lnTo>
                  <a:lnTo>
                    <a:pt x="111951" y="7592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178101" y="4271531"/>
              <a:ext cx="126216" cy="128889"/>
            </a:xfrm>
            <a:custGeom>
              <a:avLst/>
              <a:pathLst>
                <a:path w="126216" h="128889">
                  <a:moveTo>
                    <a:pt x="72094" y="128889"/>
                  </a:moveTo>
                  <a:lnTo>
                    <a:pt x="0" y="81507"/>
                  </a:lnTo>
                  <a:lnTo>
                    <a:pt x="56825" y="0"/>
                  </a:lnTo>
                  <a:lnTo>
                    <a:pt x="126216" y="51259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21474" y="4630259"/>
              <a:ext cx="176366" cy="146215"/>
            </a:xfrm>
            <a:custGeom>
              <a:avLst/>
              <a:pathLst>
                <a:path w="176366" h="146215">
                  <a:moveTo>
                    <a:pt x="142559" y="146215"/>
                  </a:moveTo>
                  <a:lnTo>
                    <a:pt x="0" y="96122"/>
                  </a:lnTo>
                  <a:lnTo>
                    <a:pt x="36763" y="0"/>
                  </a:lnTo>
                  <a:lnTo>
                    <a:pt x="176366" y="57825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406348" y="4046876"/>
              <a:ext cx="107493" cy="107144"/>
            </a:xfrm>
            <a:custGeom>
              <a:avLst/>
              <a:pathLst>
                <a:path w="107493" h="107144">
                  <a:moveTo>
                    <a:pt x="40170" y="107144"/>
                  </a:moveTo>
                  <a:lnTo>
                    <a:pt x="0" y="68650"/>
                  </a:lnTo>
                  <a:lnTo>
                    <a:pt x="69491" y="0"/>
                  </a:lnTo>
                  <a:lnTo>
                    <a:pt x="107493" y="4063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877314" y="7053916"/>
              <a:ext cx="113062" cy="131950"/>
            </a:xfrm>
            <a:custGeom>
              <a:avLst/>
              <a:pathLst>
                <a:path w="113062" h="131950">
                  <a:moveTo>
                    <a:pt x="93786" y="0"/>
                  </a:moveTo>
                  <a:lnTo>
                    <a:pt x="113062" y="118434"/>
                  </a:lnTo>
                  <a:lnTo>
                    <a:pt x="12760" y="131950"/>
                  </a:lnTo>
                  <a:lnTo>
                    <a:pt x="0" y="12637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217636" y="6383811"/>
              <a:ext cx="151701" cy="148725"/>
            </a:xfrm>
            <a:custGeom>
              <a:avLst/>
              <a:pathLst>
                <a:path w="151701" h="148725">
                  <a:moveTo>
                    <a:pt x="151701" y="74192"/>
                  </a:moveTo>
                  <a:lnTo>
                    <a:pt x="62694" y="148725"/>
                  </a:lnTo>
                  <a:lnTo>
                    <a:pt x="0" y="69545"/>
                  </a:lnTo>
                  <a:lnTo>
                    <a:pt x="92956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51435" y="4568218"/>
              <a:ext cx="89581" cy="110162"/>
            </a:xfrm>
            <a:custGeom>
              <a:avLst/>
              <a:pathLst>
                <a:path w="89581" h="110162">
                  <a:moveTo>
                    <a:pt x="50459" y="110162"/>
                  </a:moveTo>
                  <a:lnTo>
                    <a:pt x="0" y="88900"/>
                  </a:lnTo>
                  <a:lnTo>
                    <a:pt x="40361" y="0"/>
                  </a:lnTo>
                  <a:lnTo>
                    <a:pt x="89581" y="2399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111400" y="4356699"/>
              <a:ext cx="133046" cy="133306"/>
            </a:xfrm>
            <a:custGeom>
              <a:avLst/>
              <a:pathLst>
                <a:path w="133046" h="133306">
                  <a:moveTo>
                    <a:pt x="83747" y="133306"/>
                  </a:moveTo>
                  <a:lnTo>
                    <a:pt x="0" y="85293"/>
                  </a:lnTo>
                  <a:lnTo>
                    <a:pt x="52053" y="0"/>
                  </a:lnTo>
                  <a:lnTo>
                    <a:pt x="133046" y="52527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7903786" y="6513420"/>
              <a:ext cx="146844" cy="146529"/>
            </a:xfrm>
            <a:custGeom>
              <a:avLst/>
              <a:pathLst>
                <a:path w="146844" h="146529">
                  <a:moveTo>
                    <a:pt x="65683" y="0"/>
                  </a:moveTo>
                  <a:lnTo>
                    <a:pt x="146844" y="74067"/>
                  </a:lnTo>
                  <a:lnTo>
                    <a:pt x="76982" y="146529"/>
                  </a:lnTo>
                  <a:lnTo>
                    <a:pt x="0" y="68127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886548" y="4737074"/>
              <a:ext cx="174030" cy="139615"/>
            </a:xfrm>
            <a:custGeom>
              <a:avLst/>
              <a:pathLst>
                <a:path w="174030" h="139615">
                  <a:moveTo>
                    <a:pt x="145664" y="139615"/>
                  </a:moveTo>
                  <a:lnTo>
                    <a:pt x="0" y="98198"/>
                  </a:lnTo>
                  <a:lnTo>
                    <a:pt x="30852" y="0"/>
                  </a:lnTo>
                  <a:lnTo>
                    <a:pt x="174030" y="49332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665665" y="7074997"/>
              <a:ext cx="100652" cy="111125"/>
            </a:xfrm>
            <a:custGeom>
              <a:avLst/>
              <a:pathLst>
                <a:path w="100652" h="111125">
                  <a:moveTo>
                    <a:pt x="96301" y="0"/>
                  </a:moveTo>
                  <a:lnTo>
                    <a:pt x="100652" y="109899"/>
                  </a:lnTo>
                  <a:lnTo>
                    <a:pt x="0" y="111125"/>
                  </a:lnTo>
                  <a:lnTo>
                    <a:pt x="1674" y="1152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962757" y="5921688"/>
              <a:ext cx="135083" cy="129470"/>
            </a:xfrm>
            <a:custGeom>
              <a:avLst/>
              <a:pathLst>
                <a:path w="135083" h="129470">
                  <a:moveTo>
                    <a:pt x="135083" y="88389"/>
                  </a:moveTo>
                  <a:lnTo>
                    <a:pt x="35907" y="129470"/>
                  </a:lnTo>
                  <a:lnTo>
                    <a:pt x="0" y="35586"/>
                  </a:lnTo>
                  <a:lnTo>
                    <a:pt x="101277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4865218" y="5187786"/>
              <a:ext cx="107868" cy="103466"/>
            </a:xfrm>
            <a:custGeom>
              <a:avLst/>
              <a:pathLst>
                <a:path w="107868" h="103466">
                  <a:moveTo>
                    <a:pt x="102110" y="103466"/>
                  </a:moveTo>
                  <a:lnTo>
                    <a:pt x="0" y="100046"/>
                  </a:lnTo>
                  <a:lnTo>
                    <a:pt x="6098" y="0"/>
                  </a:lnTo>
                  <a:lnTo>
                    <a:pt x="107868" y="9007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981475" y="7033875"/>
              <a:ext cx="116744" cy="125245"/>
            </a:xfrm>
            <a:custGeom>
              <a:avLst/>
              <a:pathLst>
                <a:path w="116744" h="125245">
                  <a:moveTo>
                    <a:pt x="92843" y="0"/>
                  </a:moveTo>
                  <a:lnTo>
                    <a:pt x="116744" y="105774"/>
                  </a:lnTo>
                  <a:lnTo>
                    <a:pt x="18071" y="125245"/>
                  </a:lnTo>
                  <a:lnTo>
                    <a:pt x="0" y="1832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4888575" y="4968133"/>
              <a:ext cx="115748" cy="113860"/>
            </a:xfrm>
            <a:custGeom>
              <a:avLst/>
              <a:pathLst>
                <a:path w="115748" h="113860">
                  <a:moveTo>
                    <a:pt x="98559" y="113860"/>
                  </a:moveTo>
                  <a:lnTo>
                    <a:pt x="0" y="98434"/>
                  </a:lnTo>
                  <a:lnTo>
                    <a:pt x="18181" y="0"/>
                  </a:lnTo>
                  <a:lnTo>
                    <a:pt x="115748" y="2080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7745122" y="6659770"/>
              <a:ext cx="143617" cy="145090"/>
            </a:xfrm>
            <a:custGeom>
              <a:avLst/>
              <a:pathLst>
                <a:path w="143617" h="145090">
                  <a:moveTo>
                    <a:pt x="73472" y="0"/>
                  </a:moveTo>
                  <a:lnTo>
                    <a:pt x="143617" y="81726"/>
                  </a:lnTo>
                  <a:lnTo>
                    <a:pt x="65564" y="145090"/>
                  </a:lnTo>
                  <a:lnTo>
                    <a:pt x="0" y="5964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4987850" y="6019781"/>
              <a:ext cx="153166" cy="140397"/>
            </a:xfrm>
            <a:custGeom>
              <a:avLst/>
              <a:pathLst>
                <a:path w="153166" h="140397">
                  <a:moveTo>
                    <a:pt x="153166" y="86169"/>
                  </a:moveTo>
                  <a:lnTo>
                    <a:pt x="41924" y="140397"/>
                  </a:lnTo>
                  <a:lnTo>
                    <a:pt x="0" y="48054"/>
                  </a:lnTo>
                  <a:lnTo>
                    <a:pt x="114044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7286035" y="6936702"/>
              <a:ext cx="126486" cy="126726"/>
            </a:xfrm>
            <a:custGeom>
              <a:avLst/>
              <a:pathLst>
                <a:path w="126486" h="126726">
                  <a:moveTo>
                    <a:pt x="87971" y="0"/>
                  </a:moveTo>
                  <a:lnTo>
                    <a:pt x="126486" y="89871"/>
                  </a:lnTo>
                  <a:lnTo>
                    <a:pt x="33534" y="126726"/>
                  </a:lnTo>
                  <a:lnTo>
                    <a:pt x="0" y="3488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734045" y="3778985"/>
              <a:ext cx="118816" cy="109577"/>
            </a:xfrm>
            <a:custGeom>
              <a:avLst/>
              <a:pathLst>
                <a:path w="118816" h="109577">
                  <a:moveTo>
                    <a:pt x="37443" y="109577"/>
                  </a:moveTo>
                  <a:lnTo>
                    <a:pt x="0" y="50273"/>
                  </a:lnTo>
                  <a:lnTo>
                    <a:pt x="84677" y="0"/>
                  </a:lnTo>
                  <a:lnTo>
                    <a:pt x="118816" y="6126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62872" y="3863273"/>
              <a:ext cx="99741" cy="84104"/>
            </a:xfrm>
            <a:custGeom>
              <a:avLst/>
              <a:pathLst>
                <a:path w="99741" h="84104">
                  <a:moveTo>
                    <a:pt x="21458" y="84104"/>
                  </a:moveTo>
                  <a:lnTo>
                    <a:pt x="0" y="54303"/>
                  </a:lnTo>
                  <a:lnTo>
                    <a:pt x="79947" y="0"/>
                  </a:lnTo>
                  <a:lnTo>
                    <a:pt x="99741" y="3093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553777" y="3510104"/>
              <a:ext cx="103047" cy="116708"/>
            </a:xfrm>
            <a:custGeom>
              <a:avLst/>
              <a:pathLst>
                <a:path w="103047" h="116708">
                  <a:moveTo>
                    <a:pt x="8525" y="116708"/>
                  </a:moveTo>
                  <a:lnTo>
                    <a:pt x="0" y="4906"/>
                  </a:lnTo>
                  <a:lnTo>
                    <a:pt x="100657" y="0"/>
                  </a:lnTo>
                  <a:lnTo>
                    <a:pt x="103047" y="11210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000563" y="4419480"/>
              <a:ext cx="189382" cy="163292"/>
            </a:xfrm>
            <a:custGeom>
              <a:avLst/>
              <a:pathLst>
                <a:path w="189382" h="163292">
                  <a:moveTo>
                    <a:pt x="145089" y="163292"/>
                  </a:moveTo>
                  <a:lnTo>
                    <a:pt x="0" y="91467"/>
                  </a:lnTo>
                  <a:lnTo>
                    <a:pt x="48443" y="0"/>
                  </a:lnTo>
                  <a:lnTo>
                    <a:pt x="189382" y="7966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17775" y="4109055"/>
              <a:ext cx="121490" cy="123060"/>
            </a:xfrm>
            <a:custGeom>
              <a:avLst/>
              <a:pathLst>
                <a:path w="121490" h="123060">
                  <a:moveTo>
                    <a:pt x="58339" y="123060"/>
                  </a:moveTo>
                  <a:lnTo>
                    <a:pt x="0" y="73601"/>
                  </a:lnTo>
                  <a:lnTo>
                    <a:pt x="65947" y="0"/>
                  </a:lnTo>
                  <a:lnTo>
                    <a:pt x="121490" y="52579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8044529" y="6349826"/>
              <a:ext cx="146265" cy="143909"/>
            </a:xfrm>
            <a:custGeom>
              <a:avLst/>
              <a:pathLst>
                <a:path w="146265" h="143909">
                  <a:moveTo>
                    <a:pt x="56921" y="0"/>
                  </a:moveTo>
                  <a:lnTo>
                    <a:pt x="146265" y="63510"/>
                  </a:lnTo>
                  <a:lnTo>
                    <a:pt x="85731" y="143909"/>
                  </a:lnTo>
                  <a:lnTo>
                    <a:pt x="0" y="7560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8305038" y="4658545"/>
              <a:ext cx="212858" cy="157781"/>
            </a:xfrm>
            <a:custGeom>
              <a:avLst/>
              <a:pathLst>
                <a:path w="212858" h="157781">
                  <a:moveTo>
                    <a:pt x="0" y="68594"/>
                  </a:moveTo>
                  <a:lnTo>
                    <a:pt x="88862" y="34297"/>
                  </a:lnTo>
                  <a:lnTo>
                    <a:pt x="177724" y="0"/>
                  </a:lnTo>
                  <a:lnTo>
                    <a:pt x="212858" y="99023"/>
                  </a:lnTo>
                  <a:lnTo>
                    <a:pt x="122250" y="128402"/>
                  </a:lnTo>
                  <a:lnTo>
                    <a:pt x="31643" y="15778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8264210" y="4550271"/>
              <a:ext cx="215861" cy="167068"/>
            </a:xfrm>
            <a:custGeom>
              <a:avLst/>
              <a:pathLst>
                <a:path w="215861" h="167068">
                  <a:moveTo>
                    <a:pt x="0" y="79972"/>
                  </a:moveTo>
                  <a:lnTo>
                    <a:pt x="87365" y="39986"/>
                  </a:lnTo>
                  <a:lnTo>
                    <a:pt x="174731" y="0"/>
                  </a:lnTo>
                  <a:lnTo>
                    <a:pt x="215861" y="96785"/>
                  </a:lnTo>
                  <a:lnTo>
                    <a:pt x="126436" y="131927"/>
                  </a:lnTo>
                  <a:lnTo>
                    <a:pt x="37011" y="167068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814731" y="6863001"/>
              <a:ext cx="131494" cy="131906"/>
            </a:xfrm>
            <a:custGeom>
              <a:avLst/>
              <a:pathLst>
                <a:path w="131494" h="131906">
                  <a:moveTo>
                    <a:pt x="131494" y="43270"/>
                  </a:moveTo>
                  <a:lnTo>
                    <a:pt x="88952" y="131906"/>
                  </a:lnTo>
                  <a:lnTo>
                    <a:pt x="0" y="86172"/>
                  </a:lnTo>
                  <a:lnTo>
                    <a:pt x="47332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7826553" y="6588892"/>
              <a:ext cx="146714" cy="147491"/>
            </a:xfrm>
            <a:custGeom>
              <a:avLst/>
              <a:pathLst>
                <a:path w="146714" h="147491">
                  <a:moveTo>
                    <a:pt x="69706" y="0"/>
                  </a:moveTo>
                  <a:lnTo>
                    <a:pt x="146714" y="79388"/>
                  </a:lnTo>
                  <a:lnTo>
                    <a:pt x="72543" y="147491"/>
                  </a:lnTo>
                  <a:lnTo>
                    <a:pt x="0" y="6400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8217562" y="4445689"/>
              <a:ext cx="216226" cy="175005"/>
            </a:xfrm>
            <a:custGeom>
              <a:avLst/>
              <a:pathLst>
                <a:path w="216226" h="175005">
                  <a:moveTo>
                    <a:pt x="0" y="90322"/>
                  </a:moveTo>
                  <a:lnTo>
                    <a:pt x="84645" y="45161"/>
                  </a:lnTo>
                  <a:lnTo>
                    <a:pt x="169291" y="0"/>
                  </a:lnTo>
                  <a:lnTo>
                    <a:pt x="216226" y="94090"/>
                  </a:lnTo>
                  <a:lnTo>
                    <a:pt x="129234" y="134547"/>
                  </a:lnTo>
                  <a:lnTo>
                    <a:pt x="42242" y="175005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772472" y="7067641"/>
              <a:ext cx="104727" cy="109959"/>
            </a:xfrm>
            <a:custGeom>
              <a:avLst/>
              <a:pathLst>
                <a:path w="104727" h="109959">
                  <a:moveTo>
                    <a:pt x="94381" y="0"/>
                  </a:moveTo>
                  <a:lnTo>
                    <a:pt x="104727" y="102638"/>
                  </a:lnTo>
                  <a:lnTo>
                    <a:pt x="4708" y="109959"/>
                  </a:lnTo>
                  <a:lnTo>
                    <a:pt x="0" y="6907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291299" y="6466046"/>
              <a:ext cx="147966" cy="146922"/>
            </a:xfrm>
            <a:custGeom>
              <a:avLst/>
              <a:pathLst>
                <a:path w="147966" h="146922">
                  <a:moveTo>
                    <a:pt x="147966" y="70480"/>
                  </a:moveTo>
                  <a:lnTo>
                    <a:pt x="67216" y="146922"/>
                  </a:lnTo>
                  <a:lnTo>
                    <a:pt x="0" y="71904"/>
                  </a:lnTo>
                  <a:lnTo>
                    <a:pt x="84815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223660" y="7018847"/>
              <a:ext cx="120111" cy="128854"/>
            </a:xfrm>
            <a:custGeom>
              <a:avLst/>
              <a:pathLst>
                <a:path w="120111" h="128854">
                  <a:moveTo>
                    <a:pt x="120111" y="21699"/>
                  </a:moveTo>
                  <a:lnTo>
                    <a:pt x="97948" y="128854"/>
                  </a:lnTo>
                  <a:lnTo>
                    <a:pt x="0" y="105780"/>
                  </a:lnTo>
                  <a:lnTo>
                    <a:pt x="27998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13781" y="6952799"/>
              <a:ext cx="127124" cy="130502"/>
            </a:xfrm>
            <a:custGeom>
              <a:avLst/>
              <a:pathLst>
                <a:path w="127124" h="130502">
                  <a:moveTo>
                    <a:pt x="127124" y="32727"/>
                  </a:moveTo>
                  <a:lnTo>
                    <a:pt x="94100" y="130502"/>
                  </a:lnTo>
                  <a:lnTo>
                    <a:pt x="0" y="95819"/>
                  </a:lnTo>
                  <a:lnTo>
                    <a:pt x="38329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119391" y="6988861"/>
              <a:ext cx="122109" cy="123979"/>
            </a:xfrm>
            <a:custGeom>
              <a:avLst/>
              <a:pathLst>
                <a:path w="122109" h="123979">
                  <a:moveTo>
                    <a:pt x="122109" y="27264"/>
                  </a:moveTo>
                  <a:lnTo>
                    <a:pt x="95879" y="123979"/>
                  </a:lnTo>
                  <a:lnTo>
                    <a:pt x="0" y="95133"/>
                  </a:lnTo>
                  <a:lnTo>
                    <a:pt x="31488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4992040" y="5821473"/>
              <a:ext cx="68538" cy="103888"/>
            </a:xfrm>
            <a:custGeom>
              <a:avLst/>
              <a:pathLst>
                <a:path w="68538" h="103888">
                  <a:moveTo>
                    <a:pt x="68538" y="90283"/>
                  </a:moveTo>
                  <a:lnTo>
                    <a:pt x="29051" y="103888"/>
                  </a:lnTo>
                  <a:lnTo>
                    <a:pt x="0" y="11422"/>
                  </a:lnTo>
                  <a:lnTo>
                    <a:pt x="40173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036153" y="6115389"/>
              <a:ext cx="153792" cy="143751"/>
            </a:xfrm>
            <a:custGeom>
              <a:avLst/>
              <a:pathLst>
                <a:path w="153792" h="143751">
                  <a:moveTo>
                    <a:pt x="153792" y="83629"/>
                  </a:moveTo>
                  <a:lnTo>
                    <a:pt x="47425" y="143751"/>
                  </a:lnTo>
                  <a:lnTo>
                    <a:pt x="0" y="54206"/>
                  </a:lnTo>
                  <a:lnTo>
                    <a:pt x="109500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4918943" y="5300447"/>
              <a:ext cx="48065" cy="97268"/>
            </a:xfrm>
            <a:custGeom>
              <a:avLst/>
              <a:pathLst>
                <a:path w="48065" h="97268">
                  <a:moveTo>
                    <a:pt x="48065" y="95951"/>
                  </a:moveTo>
                  <a:lnTo>
                    <a:pt x="0" y="97268"/>
                  </a:lnTo>
                  <a:lnTo>
                    <a:pt x="0" y="0"/>
                  </a:lnTo>
                  <a:lnTo>
                    <a:pt x="48065" y="1317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8339895" y="4787348"/>
              <a:ext cx="150905" cy="129938"/>
            </a:xfrm>
            <a:custGeom>
              <a:avLst/>
              <a:pathLst>
                <a:path w="150905" h="129938">
                  <a:moveTo>
                    <a:pt x="0" y="38991"/>
                  </a:moveTo>
                  <a:lnTo>
                    <a:pt x="122795" y="0"/>
                  </a:lnTo>
                  <a:lnTo>
                    <a:pt x="150905" y="97730"/>
                  </a:lnTo>
                  <a:lnTo>
                    <a:pt x="26158" y="129938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8107517" y="4243927"/>
              <a:ext cx="219193" cy="191923"/>
            </a:xfrm>
            <a:custGeom>
              <a:avLst/>
              <a:pathLst>
                <a:path w="219193" h="191923">
                  <a:moveTo>
                    <a:pt x="0" y="112998"/>
                  </a:moveTo>
                  <a:lnTo>
                    <a:pt x="80515" y="56499"/>
                  </a:lnTo>
                  <a:lnTo>
                    <a:pt x="161030" y="0"/>
                  </a:lnTo>
                  <a:lnTo>
                    <a:pt x="219193" y="87913"/>
                  </a:lnTo>
                  <a:lnTo>
                    <a:pt x="135704" y="139918"/>
                  </a:lnTo>
                  <a:lnTo>
                    <a:pt x="52216" y="19192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123863" y="3599056"/>
              <a:ext cx="117638" cy="110245"/>
            </a:xfrm>
            <a:custGeom>
              <a:avLst/>
              <a:pathLst>
                <a:path w="117638" h="110245">
                  <a:moveTo>
                    <a:pt x="27016" y="110245"/>
                  </a:moveTo>
                  <a:lnTo>
                    <a:pt x="0" y="28621"/>
                  </a:lnTo>
                  <a:lnTo>
                    <a:pt x="95132" y="0"/>
                  </a:lnTo>
                  <a:lnTo>
                    <a:pt x="117638" y="8298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522443" y="6686776"/>
              <a:ext cx="153371" cy="158052"/>
            </a:xfrm>
            <a:custGeom>
              <a:avLst/>
              <a:pathLst>
                <a:path w="153371" h="158052">
                  <a:moveTo>
                    <a:pt x="153371" y="57837"/>
                  </a:moveTo>
                  <a:lnTo>
                    <a:pt x="80281" y="158052"/>
                  </a:lnTo>
                  <a:lnTo>
                    <a:pt x="0" y="96061"/>
                  </a:lnTo>
                  <a:lnTo>
                    <a:pt x="78468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32294" y="7042645"/>
              <a:ext cx="115044" cy="125727"/>
            </a:xfrm>
            <a:custGeom>
              <a:avLst/>
              <a:pathLst>
                <a:path w="115044" h="125727">
                  <a:moveTo>
                    <a:pt x="115044" y="16054"/>
                  </a:moveTo>
                  <a:lnTo>
                    <a:pt x="99245" y="125727"/>
                  </a:lnTo>
                  <a:lnTo>
                    <a:pt x="0" y="108642"/>
                  </a:lnTo>
                  <a:lnTo>
                    <a:pt x="21782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8044529" y="4156470"/>
              <a:ext cx="208990" cy="191865"/>
            </a:xfrm>
            <a:custGeom>
              <a:avLst/>
              <a:pathLst>
                <a:path w="208990" h="191865">
                  <a:moveTo>
                    <a:pt x="0" y="116264"/>
                  </a:moveTo>
                  <a:lnTo>
                    <a:pt x="145920" y="0"/>
                  </a:lnTo>
                  <a:lnTo>
                    <a:pt x="208990" y="83767"/>
                  </a:lnTo>
                  <a:lnTo>
                    <a:pt x="56921" y="191865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7903786" y="3994761"/>
              <a:ext cx="191825" cy="189981"/>
            </a:xfrm>
            <a:custGeom>
              <a:avLst/>
              <a:pathLst>
                <a:path w="191825" h="189981">
                  <a:moveTo>
                    <a:pt x="0" y="121853"/>
                  </a:moveTo>
                  <a:lnTo>
                    <a:pt x="119648" y="0"/>
                  </a:lnTo>
                  <a:lnTo>
                    <a:pt x="191825" y="74863"/>
                  </a:lnTo>
                  <a:lnTo>
                    <a:pt x="65683" y="18998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444480" y="7060168"/>
              <a:ext cx="107339" cy="107215"/>
            </a:xfrm>
            <a:custGeom>
              <a:avLst/>
              <a:pathLst>
                <a:path w="107339" h="107215">
                  <a:moveTo>
                    <a:pt x="107339" y="10350"/>
                  </a:moveTo>
                  <a:lnTo>
                    <a:pt x="99359" y="107215"/>
                  </a:lnTo>
                  <a:lnTo>
                    <a:pt x="0" y="96282"/>
                  </a:lnTo>
                  <a:lnTo>
                    <a:pt x="13272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148048" y="6297742"/>
              <a:ext cx="156269" cy="150257"/>
            </a:xfrm>
            <a:custGeom>
              <a:avLst/>
              <a:pathLst>
                <a:path w="156269" h="150257">
                  <a:moveTo>
                    <a:pt x="156269" y="77629"/>
                  </a:moveTo>
                  <a:lnTo>
                    <a:pt x="57952" y="150257"/>
                  </a:lnTo>
                  <a:lnTo>
                    <a:pt x="0" y="67133"/>
                  </a:lnTo>
                  <a:lnTo>
                    <a:pt x="102147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916352" y="4862099"/>
              <a:ext cx="113015" cy="116555"/>
            </a:xfrm>
            <a:custGeom>
              <a:avLst/>
              <a:pathLst>
                <a:path w="113015" h="116555">
                  <a:moveTo>
                    <a:pt x="90196" y="116555"/>
                  </a:moveTo>
                  <a:lnTo>
                    <a:pt x="0" y="96751"/>
                  </a:lnTo>
                  <a:lnTo>
                    <a:pt x="24039" y="0"/>
                  </a:lnTo>
                  <a:lnTo>
                    <a:pt x="113015" y="2471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7976535" y="6433632"/>
              <a:ext cx="149306" cy="147611"/>
            </a:xfrm>
            <a:custGeom>
              <a:avLst/>
              <a:pathLst>
                <a:path w="149306" h="147611">
                  <a:moveTo>
                    <a:pt x="61416" y="0"/>
                  </a:moveTo>
                  <a:lnTo>
                    <a:pt x="149306" y="70906"/>
                  </a:lnTo>
                  <a:lnTo>
                    <a:pt x="83874" y="147611"/>
                  </a:lnTo>
                  <a:lnTo>
                    <a:pt x="0" y="71997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8165266" y="4340392"/>
              <a:ext cx="222682" cy="186356"/>
            </a:xfrm>
            <a:custGeom>
              <a:avLst/>
              <a:pathLst>
                <a:path w="222682" h="186356">
                  <a:moveTo>
                    <a:pt x="0" y="104401"/>
                  </a:moveTo>
                  <a:lnTo>
                    <a:pt x="84951" y="52200"/>
                  </a:lnTo>
                  <a:lnTo>
                    <a:pt x="169902" y="0"/>
                  </a:lnTo>
                  <a:lnTo>
                    <a:pt x="222682" y="91417"/>
                  </a:lnTo>
                  <a:lnTo>
                    <a:pt x="134999" y="138887"/>
                  </a:lnTo>
                  <a:lnTo>
                    <a:pt x="47317" y="18635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8107517" y="6262312"/>
              <a:ext cx="144648" cy="141476"/>
            </a:xfrm>
            <a:custGeom>
              <a:avLst/>
              <a:pathLst>
                <a:path w="144648" h="141476">
                  <a:moveTo>
                    <a:pt x="52216" y="0"/>
                  </a:moveTo>
                  <a:lnTo>
                    <a:pt x="144648" y="57575"/>
                  </a:lnTo>
                  <a:lnTo>
                    <a:pt x="89140" y="141476"/>
                  </a:lnTo>
                  <a:lnTo>
                    <a:pt x="0" y="7892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" name="pl716"/>
            <p:cNvSpPr/>
            <p:nvPr/>
          </p:nvSpPr>
          <p:spPr>
            <a:xfrm>
              <a:off x="8419328" y="5255865"/>
              <a:ext cx="460186" cy="19624"/>
            </a:xfrm>
            <a:custGeom>
              <a:avLst/>
              <a:pathLst>
                <a:path w="460186" h="19624">
                  <a:moveTo>
                    <a:pt x="0" y="19624"/>
                  </a:moveTo>
                  <a:lnTo>
                    <a:pt x="115046" y="14718"/>
                  </a:lnTo>
                  <a:lnTo>
                    <a:pt x="230093" y="9812"/>
                  </a:lnTo>
                  <a:lnTo>
                    <a:pt x="345139" y="4906"/>
                  </a:lnTo>
                  <a:lnTo>
                    <a:pt x="460186" y="0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l717"/>
            <p:cNvSpPr/>
            <p:nvPr/>
          </p:nvSpPr>
          <p:spPr>
            <a:xfrm>
              <a:off x="8419328" y="5275490"/>
              <a:ext cx="257" cy="6304"/>
            </a:xfrm>
            <a:custGeom>
              <a:avLst/>
              <a:pathLst>
                <a:path w="257" h="6304">
                  <a:moveTo>
                    <a:pt x="0" y="0"/>
                  </a:moveTo>
                  <a:lnTo>
                    <a:pt x="257" y="6304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l718"/>
            <p:cNvSpPr/>
            <p:nvPr/>
          </p:nvSpPr>
          <p:spPr>
            <a:xfrm>
              <a:off x="8534374" y="5270584"/>
              <a:ext cx="274" cy="6724"/>
            </a:xfrm>
            <a:custGeom>
              <a:avLst/>
              <a:pathLst>
                <a:path w="274" h="6724">
                  <a:moveTo>
                    <a:pt x="0" y="0"/>
                  </a:moveTo>
                  <a:lnTo>
                    <a:pt x="274" y="6724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l719"/>
            <p:cNvSpPr/>
            <p:nvPr/>
          </p:nvSpPr>
          <p:spPr>
            <a:xfrm>
              <a:off x="8649421" y="5265678"/>
              <a:ext cx="291" cy="7145"/>
            </a:xfrm>
            <a:custGeom>
              <a:avLst/>
              <a:pathLst>
                <a:path w="291" h="7145">
                  <a:moveTo>
                    <a:pt x="0" y="0"/>
                  </a:moveTo>
                  <a:lnTo>
                    <a:pt x="291" y="7145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l720"/>
            <p:cNvSpPr/>
            <p:nvPr/>
          </p:nvSpPr>
          <p:spPr>
            <a:xfrm>
              <a:off x="8764468" y="5260771"/>
              <a:ext cx="308" cy="7565"/>
            </a:xfrm>
            <a:custGeom>
              <a:avLst/>
              <a:pathLst>
                <a:path w="308" h="7565">
                  <a:moveTo>
                    <a:pt x="0" y="0"/>
                  </a:moveTo>
                  <a:lnTo>
                    <a:pt x="308" y="7565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l721"/>
            <p:cNvSpPr/>
            <p:nvPr/>
          </p:nvSpPr>
          <p:spPr>
            <a:xfrm>
              <a:off x="8879514" y="5255865"/>
              <a:ext cx="325" cy="7985"/>
            </a:xfrm>
            <a:custGeom>
              <a:avLst/>
              <a:pathLst>
                <a:path w="325" h="7985">
                  <a:moveTo>
                    <a:pt x="0" y="0"/>
                  </a:moveTo>
                  <a:lnTo>
                    <a:pt x="325" y="7985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tx722"/>
            <p:cNvSpPr/>
            <p:nvPr/>
          </p:nvSpPr>
          <p:spPr>
            <a:xfrm>
              <a:off x="8408268" y="5285998"/>
              <a:ext cx="22951" cy="26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84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723" name="tx723"/>
            <p:cNvSpPr/>
            <p:nvPr/>
          </p:nvSpPr>
          <p:spPr>
            <a:xfrm>
              <a:off x="8523342" y="5281792"/>
              <a:ext cx="22951" cy="26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84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724" name="tx724"/>
            <p:cNvSpPr/>
            <p:nvPr/>
          </p:nvSpPr>
          <p:spPr>
            <a:xfrm>
              <a:off x="8626941" y="5277587"/>
              <a:ext cx="45902" cy="26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84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725" name="tx725"/>
            <p:cNvSpPr/>
            <p:nvPr/>
          </p:nvSpPr>
          <p:spPr>
            <a:xfrm>
              <a:off x="8742016" y="5273381"/>
              <a:ext cx="45902" cy="26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84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</a:t>
              </a:r>
            </a:p>
          </p:txBody>
        </p:sp>
        <p:sp>
          <p:nvSpPr>
            <p:cNvPr id="726" name="tx726"/>
            <p:cNvSpPr/>
            <p:nvPr/>
          </p:nvSpPr>
          <p:spPr>
            <a:xfrm>
              <a:off x="8857090" y="5269175"/>
              <a:ext cx="45902" cy="26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84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727" name="rc727"/>
            <p:cNvSpPr/>
            <p:nvPr/>
          </p:nvSpPr>
          <p:spPr>
            <a:xfrm>
              <a:off x="9570646" y="4191674"/>
              <a:ext cx="1561164" cy="23148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" name="tx728"/>
            <p:cNvSpPr/>
            <p:nvPr/>
          </p:nvSpPr>
          <p:spPr>
            <a:xfrm>
              <a:off x="9640235" y="4275802"/>
              <a:ext cx="405719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group</a:t>
              </a:r>
            </a:p>
          </p:txBody>
        </p:sp>
        <p:sp>
          <p:nvSpPr>
            <p:cNvPr id="729" name="rc729"/>
            <p:cNvSpPr/>
            <p:nvPr/>
          </p:nvSpPr>
          <p:spPr>
            <a:xfrm>
              <a:off x="9640235" y="446179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l730"/>
            <p:cNvSpPr/>
            <p:nvPr/>
          </p:nvSpPr>
          <p:spPr>
            <a:xfrm>
              <a:off x="9662180" y="457152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l731"/>
            <p:cNvSpPr/>
            <p:nvPr/>
          </p:nvSpPr>
          <p:spPr>
            <a:xfrm>
              <a:off x="9662180" y="457152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tx732"/>
            <p:cNvSpPr/>
            <p:nvPr/>
          </p:nvSpPr>
          <p:spPr>
            <a:xfrm>
              <a:off x="9646739" y="4551772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33" name="rc733"/>
            <p:cNvSpPr/>
            <p:nvPr/>
          </p:nvSpPr>
          <p:spPr>
            <a:xfrm>
              <a:off x="9640235" y="468125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l734"/>
            <p:cNvSpPr/>
            <p:nvPr/>
          </p:nvSpPr>
          <p:spPr>
            <a:xfrm>
              <a:off x="9662180" y="479097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l735"/>
            <p:cNvSpPr/>
            <p:nvPr/>
          </p:nvSpPr>
          <p:spPr>
            <a:xfrm>
              <a:off x="9662180" y="479097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tx736"/>
            <p:cNvSpPr/>
            <p:nvPr/>
          </p:nvSpPr>
          <p:spPr>
            <a:xfrm>
              <a:off x="9819994" y="4771228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37" name="rc737"/>
            <p:cNvSpPr/>
            <p:nvPr/>
          </p:nvSpPr>
          <p:spPr>
            <a:xfrm>
              <a:off x="9640235" y="490070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l738"/>
            <p:cNvSpPr/>
            <p:nvPr/>
          </p:nvSpPr>
          <p:spPr>
            <a:xfrm>
              <a:off x="9662180" y="501043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l739"/>
            <p:cNvSpPr/>
            <p:nvPr/>
          </p:nvSpPr>
          <p:spPr>
            <a:xfrm>
              <a:off x="9662180" y="501043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tx740"/>
            <p:cNvSpPr/>
            <p:nvPr/>
          </p:nvSpPr>
          <p:spPr>
            <a:xfrm>
              <a:off x="9819994" y="4990684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41" name="rc741"/>
            <p:cNvSpPr/>
            <p:nvPr/>
          </p:nvSpPr>
          <p:spPr>
            <a:xfrm>
              <a:off x="9640235" y="512016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l742"/>
            <p:cNvSpPr/>
            <p:nvPr/>
          </p:nvSpPr>
          <p:spPr>
            <a:xfrm>
              <a:off x="9662180" y="522989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l743"/>
            <p:cNvSpPr/>
            <p:nvPr/>
          </p:nvSpPr>
          <p:spPr>
            <a:xfrm>
              <a:off x="9662180" y="522989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tx744"/>
            <p:cNvSpPr/>
            <p:nvPr/>
          </p:nvSpPr>
          <p:spPr>
            <a:xfrm>
              <a:off x="9819994" y="5210140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FD92F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45" name="rc745"/>
            <p:cNvSpPr/>
            <p:nvPr/>
          </p:nvSpPr>
          <p:spPr>
            <a:xfrm>
              <a:off x="9640235" y="533961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l746"/>
            <p:cNvSpPr/>
            <p:nvPr/>
          </p:nvSpPr>
          <p:spPr>
            <a:xfrm>
              <a:off x="9662180" y="544934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l747"/>
            <p:cNvSpPr/>
            <p:nvPr/>
          </p:nvSpPr>
          <p:spPr>
            <a:xfrm>
              <a:off x="9662180" y="544934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tx748"/>
            <p:cNvSpPr/>
            <p:nvPr/>
          </p:nvSpPr>
          <p:spPr>
            <a:xfrm>
              <a:off x="9819994" y="5429596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A6D854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49" name="rc749"/>
            <p:cNvSpPr/>
            <p:nvPr/>
          </p:nvSpPr>
          <p:spPr>
            <a:xfrm>
              <a:off x="9640235" y="555907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l750"/>
            <p:cNvSpPr/>
            <p:nvPr/>
          </p:nvSpPr>
          <p:spPr>
            <a:xfrm>
              <a:off x="9662180" y="566880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l751"/>
            <p:cNvSpPr/>
            <p:nvPr/>
          </p:nvSpPr>
          <p:spPr>
            <a:xfrm>
              <a:off x="9662180" y="566880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tx752"/>
            <p:cNvSpPr/>
            <p:nvPr/>
          </p:nvSpPr>
          <p:spPr>
            <a:xfrm>
              <a:off x="9646739" y="5649052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53" name="tx753"/>
            <p:cNvSpPr/>
            <p:nvPr/>
          </p:nvSpPr>
          <p:spPr>
            <a:xfrm>
              <a:off x="9819994" y="5649052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54" name="rc754"/>
            <p:cNvSpPr/>
            <p:nvPr/>
          </p:nvSpPr>
          <p:spPr>
            <a:xfrm>
              <a:off x="9640235" y="577853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l755"/>
            <p:cNvSpPr/>
            <p:nvPr/>
          </p:nvSpPr>
          <p:spPr>
            <a:xfrm>
              <a:off x="9662180" y="588825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l756"/>
            <p:cNvSpPr/>
            <p:nvPr/>
          </p:nvSpPr>
          <p:spPr>
            <a:xfrm>
              <a:off x="9662180" y="588825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tx757"/>
            <p:cNvSpPr/>
            <p:nvPr/>
          </p:nvSpPr>
          <p:spPr>
            <a:xfrm>
              <a:off x="9819994" y="5868508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5C494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58" name="rc758"/>
            <p:cNvSpPr/>
            <p:nvPr/>
          </p:nvSpPr>
          <p:spPr>
            <a:xfrm>
              <a:off x="9640235" y="599798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l759"/>
            <p:cNvSpPr/>
            <p:nvPr/>
          </p:nvSpPr>
          <p:spPr>
            <a:xfrm>
              <a:off x="9662180" y="610771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l760"/>
            <p:cNvSpPr/>
            <p:nvPr/>
          </p:nvSpPr>
          <p:spPr>
            <a:xfrm>
              <a:off x="9662180" y="610771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tx761"/>
            <p:cNvSpPr/>
            <p:nvPr/>
          </p:nvSpPr>
          <p:spPr>
            <a:xfrm>
              <a:off x="9819994" y="6087964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62" name="rc762"/>
            <p:cNvSpPr/>
            <p:nvPr/>
          </p:nvSpPr>
          <p:spPr>
            <a:xfrm>
              <a:off x="9640235" y="621744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l763"/>
            <p:cNvSpPr/>
            <p:nvPr/>
          </p:nvSpPr>
          <p:spPr>
            <a:xfrm>
              <a:off x="9662180" y="632717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l764"/>
            <p:cNvSpPr/>
            <p:nvPr/>
          </p:nvSpPr>
          <p:spPr>
            <a:xfrm>
              <a:off x="9662180" y="632717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tx765"/>
            <p:cNvSpPr/>
            <p:nvPr/>
          </p:nvSpPr>
          <p:spPr>
            <a:xfrm>
              <a:off x="9646739" y="6307420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9819994" y="6307420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9929280" y="4534489"/>
              <a:ext cx="8149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g__Burkholderia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9929280" y="4753945"/>
              <a:ext cx="82570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g__Enterobacter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9929280" y="4973401"/>
              <a:ext cx="65059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g__Klebsiella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9929280" y="5192857"/>
              <a:ext cx="95810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g__Microbacterium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9929280" y="5412313"/>
              <a:ext cx="82497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g__Paenibacillus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9929280" y="5631769"/>
              <a:ext cx="57634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g__Pantoea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9929280" y="5851225"/>
              <a:ext cx="91942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g__Sphingomonas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9929280" y="6070681"/>
              <a:ext cx="113294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g__Stenotrophomonas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9929280" y="6290137"/>
              <a:ext cx="27075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7</cp:revision>
  <dcterms:created xsi:type="dcterms:W3CDTF">2015-07-14T21:05:00Z</dcterms:created>
  <dcterms:modified xsi:type="dcterms:W3CDTF">2026-10-14T10:37:16Z</dcterms:modified>
</cp:coreProperties>
</file>