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0698163" cy="7562850"/>
  <p:notesSz cx="6858000" cy="9144000"/>
  <p:defaultTextStyle>
    <a:defPPr>
      <a:defRPr lang="en-US"/>
    </a:defPPr>
    <a:lvl1pPr marL="0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7982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95964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93947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91929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89911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87893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85876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83858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6" d="100"/>
          <a:sy n="76" d="100"/>
        </p:scale>
        <p:origin x="-1320" y="-77"/>
      </p:cViewPr>
      <p:guideLst>
        <p:guide orient="horz" pos="2382"/>
        <p:guide pos="33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viewProps" Target="viewProps.xml"/>
<Relationship Id="rId2" Type="http://schemas.openxmlformats.org/officeDocument/2006/relationships/presProps" Target="presProps.xml"/>
<Relationship Id="rId1" Type="http://schemas.openxmlformats.org/officeDocument/2006/relationships/slideMaster" Target="slideMasters/slideMaster1.xml"/>
<Relationship Id="rId5" Type="http://schemas.openxmlformats.org/officeDocument/2006/relationships/tableStyles" Target="tableStyles.xml"/>
<Relationship Id="rId4" Type="http://schemas.openxmlformats.org/officeDocument/2006/relationships/theme" Target="theme/theme1.xml"/>
<Relationship Id="rId6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62" y="2349388"/>
            <a:ext cx="9093439" cy="162111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4725" y="4285615"/>
            <a:ext cx="7488714" cy="193272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79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59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93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919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899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878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858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83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081" y="4859833"/>
            <a:ext cx="9093439" cy="1502066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081" y="3205460"/>
            <a:ext cx="9093439" cy="1654373"/>
          </a:xfrm>
        </p:spPr>
        <p:txBody>
          <a:bodyPr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9798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95964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49394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99192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48991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98789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48587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98385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9486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83991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9" y="1692889"/>
            <a:ext cx="4726880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4909" y="2398404"/>
            <a:ext cx="4726880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34519" y="1692889"/>
            <a:ext cx="4728738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34519" y="2398404"/>
            <a:ext cx="4728738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9" y="301113"/>
            <a:ext cx="3519622" cy="1281483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2686" y="301116"/>
            <a:ext cx="5980569" cy="6454683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6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4909" y="1582598"/>
            <a:ext cx="3519622" cy="5173200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6914" y="5293995"/>
            <a:ext cx="6418898" cy="624986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96914" y="675755"/>
            <a:ext cx="6418898" cy="4537710"/>
          </a:xfrm>
        </p:spPr>
        <p:txBody>
          <a:bodyPr/>
          <a:lstStyle>
            <a:lvl1pPr marL="0" indent="0">
              <a:buNone/>
              <a:defRPr sz="3500"/>
            </a:lvl1pPr>
            <a:lvl2pPr marL="497982" indent="0">
              <a:buNone/>
              <a:defRPr sz="3000"/>
            </a:lvl2pPr>
            <a:lvl3pPr marL="995964" indent="0">
              <a:buNone/>
              <a:defRPr sz="2600"/>
            </a:lvl3pPr>
            <a:lvl4pPr marL="1493947" indent="0">
              <a:buNone/>
              <a:defRPr sz="2200"/>
            </a:lvl4pPr>
            <a:lvl5pPr marL="1991929" indent="0">
              <a:buNone/>
              <a:defRPr sz="2200"/>
            </a:lvl5pPr>
            <a:lvl6pPr marL="2489911" indent="0">
              <a:buNone/>
              <a:defRPr sz="2200"/>
            </a:lvl6pPr>
            <a:lvl7pPr marL="2987893" indent="0">
              <a:buNone/>
              <a:defRPr sz="2200"/>
            </a:lvl7pPr>
            <a:lvl8pPr marL="3485876" indent="0">
              <a:buNone/>
              <a:defRPr sz="2200"/>
            </a:lvl8pPr>
            <a:lvl9pPr marL="3983858" indent="0">
              <a:buNone/>
              <a:defRPr sz="22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6914" y="5918981"/>
            <a:ext cx="6418898" cy="887584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02515" y="302867"/>
            <a:ext cx="2607678" cy="645293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9485" y="302867"/>
            <a:ext cx="7644730" cy="645293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  <a:prstGeom prst="rect">
            <a:avLst/>
          </a:prstGeom>
        </p:spPr>
        <p:txBody>
          <a:bodyPr vert="horz" lIns="99596" tIns="49798" rIns="99596" bIns="49798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8" y="1764667"/>
            <a:ext cx="9628347" cy="4991131"/>
          </a:xfrm>
          <a:prstGeom prst="rect">
            <a:avLst/>
          </a:prstGeom>
        </p:spPr>
        <p:txBody>
          <a:bodyPr vert="horz" lIns="99596" tIns="49798" rIns="99596" bIns="49798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908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5206" y="7009644"/>
            <a:ext cx="3387752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67017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95964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3487" indent="-373487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09221" indent="-311239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44956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42938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40920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38902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36885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34867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32849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7982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5964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3947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91929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9911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87893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85876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83858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691481" y="2181225"/>
            <a:ext cx="7315200" cy="3200400"/>
            <a:chOff x="1691481" y="2181225"/>
            <a:chExt cx="7315200" cy="3200400"/>
          </a:xfrm>
        </p:grpSpPr>
        <p:sp>
          <p:nvSpPr>
            <p:cNvPr id="3" name="rc3"/>
            <p:cNvSpPr/>
            <p:nvPr/>
          </p:nvSpPr>
          <p:spPr>
            <a:xfrm>
              <a:off x="1691481" y="2181225"/>
              <a:ext cx="7315200" cy="32003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691481" y="2181225"/>
              <a:ext cx="7315200" cy="3200399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2554252" y="2498695"/>
              <a:ext cx="9586" cy="29"/>
            </a:xfrm>
            <a:custGeom>
              <a:avLst/>
              <a:pathLst>
                <a:path w="9586" h="29">
                  <a:moveTo>
                    <a:pt x="0" y="29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29"/>
                  </a:lnTo>
                  <a:lnTo>
                    <a:pt x="9586" y="2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525492" y="2498686"/>
              <a:ext cx="9586" cy="38"/>
            </a:xfrm>
            <a:custGeom>
              <a:avLst/>
              <a:pathLst>
                <a:path w="9586" h="38">
                  <a:moveTo>
                    <a:pt x="0" y="38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38"/>
                  </a:lnTo>
                  <a:lnTo>
                    <a:pt x="9586" y="3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372100" y="2498685"/>
              <a:ext cx="9586" cy="39"/>
            </a:xfrm>
            <a:custGeom>
              <a:avLst/>
              <a:pathLst>
                <a:path w="9586" h="39">
                  <a:moveTo>
                    <a:pt x="0" y="39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39"/>
                  </a:lnTo>
                  <a:lnTo>
                    <a:pt x="9586" y="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506318" y="2498681"/>
              <a:ext cx="9586" cy="43"/>
            </a:xfrm>
            <a:custGeom>
              <a:avLst/>
              <a:pathLst>
                <a:path w="9586" h="43">
                  <a:moveTo>
                    <a:pt x="0" y="43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43"/>
                  </a:lnTo>
                  <a:lnTo>
                    <a:pt x="9586" y="4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813100" y="2498677"/>
              <a:ext cx="9586" cy="47"/>
            </a:xfrm>
            <a:custGeom>
              <a:avLst/>
              <a:pathLst>
                <a:path w="9586" h="47">
                  <a:moveTo>
                    <a:pt x="0" y="47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47"/>
                  </a:lnTo>
                  <a:lnTo>
                    <a:pt x="9586" y="4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880209" y="2498676"/>
              <a:ext cx="9586" cy="48"/>
            </a:xfrm>
            <a:custGeom>
              <a:avLst/>
              <a:pathLst>
                <a:path w="9586" h="48">
                  <a:moveTo>
                    <a:pt x="0" y="48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48"/>
                  </a:lnTo>
                  <a:lnTo>
                    <a:pt x="9586" y="4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266644" y="2498674"/>
              <a:ext cx="9586" cy="50"/>
            </a:xfrm>
            <a:custGeom>
              <a:avLst/>
              <a:pathLst>
                <a:path w="9586" h="50">
                  <a:moveTo>
                    <a:pt x="0" y="50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50"/>
                  </a:lnTo>
                  <a:lnTo>
                    <a:pt x="9586" y="5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765165" y="2498670"/>
              <a:ext cx="9586" cy="54"/>
            </a:xfrm>
            <a:custGeom>
              <a:avLst/>
              <a:pathLst>
                <a:path w="9586" h="54">
                  <a:moveTo>
                    <a:pt x="0" y="54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54"/>
                  </a:lnTo>
                  <a:lnTo>
                    <a:pt x="9586" y="5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544665" y="2498670"/>
              <a:ext cx="14380" cy="54"/>
            </a:xfrm>
            <a:custGeom>
              <a:avLst/>
              <a:pathLst>
                <a:path w="14380" h="54">
                  <a:moveTo>
                    <a:pt x="0" y="54"/>
                  </a:moveTo>
                  <a:lnTo>
                    <a:pt x="0" y="0"/>
                  </a:lnTo>
                  <a:lnTo>
                    <a:pt x="14380" y="0"/>
                  </a:lnTo>
                  <a:lnTo>
                    <a:pt x="14380" y="2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899383" y="2498666"/>
              <a:ext cx="9586" cy="58"/>
            </a:xfrm>
            <a:custGeom>
              <a:avLst/>
              <a:pathLst>
                <a:path w="9586" h="58">
                  <a:moveTo>
                    <a:pt x="0" y="58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58"/>
                  </a:lnTo>
                  <a:lnTo>
                    <a:pt x="9586" y="5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410448" y="2498666"/>
              <a:ext cx="9586" cy="58"/>
            </a:xfrm>
            <a:custGeom>
              <a:avLst/>
              <a:pathLst>
                <a:path w="9586" h="58">
                  <a:moveTo>
                    <a:pt x="0" y="58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58"/>
                  </a:lnTo>
                  <a:lnTo>
                    <a:pt x="9586" y="5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861035" y="2498666"/>
              <a:ext cx="9586" cy="58"/>
            </a:xfrm>
            <a:custGeom>
              <a:avLst/>
              <a:pathLst>
                <a:path w="9586" h="58">
                  <a:moveTo>
                    <a:pt x="0" y="58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58"/>
                  </a:lnTo>
                  <a:lnTo>
                    <a:pt x="9586" y="5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43339" y="2498663"/>
              <a:ext cx="9586" cy="61"/>
            </a:xfrm>
            <a:custGeom>
              <a:avLst/>
              <a:pathLst>
                <a:path w="9586" h="61">
                  <a:moveTo>
                    <a:pt x="0" y="61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61"/>
                  </a:lnTo>
                  <a:lnTo>
                    <a:pt x="9586" y="6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458383" y="2498661"/>
              <a:ext cx="9586" cy="63"/>
            </a:xfrm>
            <a:custGeom>
              <a:avLst/>
              <a:pathLst>
                <a:path w="9586" h="63">
                  <a:moveTo>
                    <a:pt x="0" y="63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63"/>
                  </a:lnTo>
                  <a:lnTo>
                    <a:pt x="9586" y="6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257057" y="2498661"/>
              <a:ext cx="14380" cy="63"/>
            </a:xfrm>
            <a:custGeom>
              <a:avLst/>
              <a:pathLst>
                <a:path w="14380" h="63">
                  <a:moveTo>
                    <a:pt x="0" y="63"/>
                  </a:moveTo>
                  <a:lnTo>
                    <a:pt x="0" y="0"/>
                  </a:lnTo>
                  <a:lnTo>
                    <a:pt x="14380" y="0"/>
                  </a:lnTo>
                  <a:lnTo>
                    <a:pt x="14380" y="1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851448" y="2498660"/>
              <a:ext cx="14380" cy="64"/>
            </a:xfrm>
            <a:custGeom>
              <a:avLst/>
              <a:pathLst>
                <a:path w="14380" h="64">
                  <a:moveTo>
                    <a:pt x="0" y="64"/>
                  </a:moveTo>
                  <a:lnTo>
                    <a:pt x="0" y="0"/>
                  </a:lnTo>
                  <a:lnTo>
                    <a:pt x="14380" y="0"/>
                  </a:lnTo>
                  <a:lnTo>
                    <a:pt x="14380" y="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487144" y="2498659"/>
              <a:ext cx="9586" cy="65"/>
            </a:xfrm>
            <a:custGeom>
              <a:avLst/>
              <a:pathLst>
                <a:path w="9586" h="65">
                  <a:moveTo>
                    <a:pt x="0" y="65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65"/>
                  </a:lnTo>
                  <a:lnTo>
                    <a:pt x="9586" y="6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429622" y="2498656"/>
              <a:ext cx="9586" cy="68"/>
            </a:xfrm>
            <a:custGeom>
              <a:avLst/>
              <a:pathLst>
                <a:path w="9586" h="68">
                  <a:moveTo>
                    <a:pt x="0" y="68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68"/>
                  </a:lnTo>
                  <a:lnTo>
                    <a:pt x="9586" y="6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530285" y="2498655"/>
              <a:ext cx="21570" cy="31"/>
            </a:xfrm>
            <a:custGeom>
              <a:avLst/>
              <a:pathLst>
                <a:path w="21570" h="31">
                  <a:moveTo>
                    <a:pt x="0" y="31"/>
                  </a:moveTo>
                  <a:lnTo>
                    <a:pt x="0" y="0"/>
                  </a:lnTo>
                  <a:lnTo>
                    <a:pt x="21570" y="0"/>
                  </a:lnTo>
                  <a:lnTo>
                    <a:pt x="21570" y="1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362513" y="2498653"/>
              <a:ext cx="14380" cy="71"/>
            </a:xfrm>
            <a:custGeom>
              <a:avLst/>
              <a:pathLst>
                <a:path w="14380" h="71">
                  <a:moveTo>
                    <a:pt x="0" y="71"/>
                  </a:moveTo>
                  <a:lnTo>
                    <a:pt x="0" y="0"/>
                  </a:lnTo>
                  <a:lnTo>
                    <a:pt x="14380" y="0"/>
                  </a:lnTo>
                  <a:lnTo>
                    <a:pt x="14380" y="3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755578" y="2498650"/>
              <a:ext cx="14380" cy="74"/>
            </a:xfrm>
            <a:custGeom>
              <a:avLst/>
              <a:pathLst>
                <a:path w="14380" h="74">
                  <a:moveTo>
                    <a:pt x="0" y="74"/>
                  </a:moveTo>
                  <a:lnTo>
                    <a:pt x="0" y="0"/>
                  </a:lnTo>
                  <a:lnTo>
                    <a:pt x="14380" y="0"/>
                  </a:lnTo>
                  <a:lnTo>
                    <a:pt x="14380" y="1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803513" y="2498650"/>
              <a:ext cx="14380" cy="74"/>
            </a:xfrm>
            <a:custGeom>
              <a:avLst/>
              <a:pathLst>
                <a:path w="14380" h="74">
                  <a:moveTo>
                    <a:pt x="0" y="74"/>
                  </a:moveTo>
                  <a:lnTo>
                    <a:pt x="0" y="0"/>
                  </a:lnTo>
                  <a:lnTo>
                    <a:pt x="14380" y="0"/>
                  </a:lnTo>
                  <a:lnTo>
                    <a:pt x="14380" y="2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477557" y="2498646"/>
              <a:ext cx="14380" cy="78"/>
            </a:xfrm>
            <a:custGeom>
              <a:avLst/>
              <a:pathLst>
                <a:path w="14380" h="78">
                  <a:moveTo>
                    <a:pt x="0" y="78"/>
                  </a:moveTo>
                  <a:lnTo>
                    <a:pt x="0" y="0"/>
                  </a:lnTo>
                  <a:lnTo>
                    <a:pt x="14380" y="0"/>
                  </a:lnTo>
                  <a:lnTo>
                    <a:pt x="14380" y="1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745991" y="2498645"/>
              <a:ext cx="16777" cy="79"/>
            </a:xfrm>
            <a:custGeom>
              <a:avLst/>
              <a:pathLst>
                <a:path w="16777" h="79">
                  <a:moveTo>
                    <a:pt x="0" y="79"/>
                  </a:moveTo>
                  <a:lnTo>
                    <a:pt x="0" y="0"/>
                  </a:lnTo>
                  <a:lnTo>
                    <a:pt x="16777" y="0"/>
                  </a:lnTo>
                  <a:lnTo>
                    <a:pt x="16777" y="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415242" y="2498636"/>
              <a:ext cx="19173" cy="29"/>
            </a:xfrm>
            <a:custGeom>
              <a:avLst/>
              <a:pathLst>
                <a:path w="19173" h="29">
                  <a:moveTo>
                    <a:pt x="0" y="29"/>
                  </a:moveTo>
                  <a:lnTo>
                    <a:pt x="0" y="0"/>
                  </a:lnTo>
                  <a:lnTo>
                    <a:pt x="19173" y="0"/>
                  </a:lnTo>
                  <a:lnTo>
                    <a:pt x="19173" y="1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976078" y="2498636"/>
              <a:ext cx="9586" cy="88"/>
            </a:xfrm>
            <a:custGeom>
              <a:avLst/>
              <a:pathLst>
                <a:path w="9586" h="88">
                  <a:moveTo>
                    <a:pt x="0" y="88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88"/>
                  </a:lnTo>
                  <a:lnTo>
                    <a:pt x="9586" y="8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285818" y="2498635"/>
              <a:ext cx="9586" cy="89"/>
            </a:xfrm>
            <a:custGeom>
              <a:avLst/>
              <a:pathLst>
                <a:path w="9586" h="89">
                  <a:moveTo>
                    <a:pt x="0" y="89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89"/>
                  </a:lnTo>
                  <a:lnTo>
                    <a:pt x="9586" y="8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841861" y="2498632"/>
              <a:ext cx="16777" cy="92"/>
            </a:xfrm>
            <a:custGeom>
              <a:avLst/>
              <a:pathLst>
                <a:path w="16777" h="92">
                  <a:moveTo>
                    <a:pt x="0" y="92"/>
                  </a:moveTo>
                  <a:lnTo>
                    <a:pt x="0" y="0"/>
                  </a:lnTo>
                  <a:lnTo>
                    <a:pt x="16777" y="0"/>
                  </a:lnTo>
                  <a:lnTo>
                    <a:pt x="16777" y="2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511111" y="2498624"/>
              <a:ext cx="29959" cy="57"/>
            </a:xfrm>
            <a:custGeom>
              <a:avLst/>
              <a:pathLst>
                <a:path w="29959" h="57">
                  <a:moveTo>
                    <a:pt x="0" y="57"/>
                  </a:moveTo>
                  <a:lnTo>
                    <a:pt x="0" y="0"/>
                  </a:lnTo>
                  <a:lnTo>
                    <a:pt x="29959" y="0"/>
                  </a:lnTo>
                  <a:lnTo>
                    <a:pt x="29959" y="3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448796" y="2498618"/>
              <a:ext cx="14380" cy="106"/>
            </a:xfrm>
            <a:custGeom>
              <a:avLst/>
              <a:pathLst>
                <a:path w="14380" h="106">
                  <a:moveTo>
                    <a:pt x="0" y="106"/>
                  </a:moveTo>
                  <a:lnTo>
                    <a:pt x="0" y="0"/>
                  </a:lnTo>
                  <a:lnTo>
                    <a:pt x="14380" y="0"/>
                  </a:lnTo>
                  <a:lnTo>
                    <a:pt x="14380" y="4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947317" y="2498618"/>
              <a:ext cx="9586" cy="106"/>
            </a:xfrm>
            <a:custGeom>
              <a:avLst/>
              <a:pathLst>
                <a:path w="9586" h="106">
                  <a:moveTo>
                    <a:pt x="0" y="106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106"/>
                  </a:lnTo>
                  <a:lnTo>
                    <a:pt x="9586" y="10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304992" y="2498617"/>
              <a:ext cx="9586" cy="107"/>
            </a:xfrm>
            <a:custGeom>
              <a:avLst/>
              <a:pathLst>
                <a:path w="9586" h="107">
                  <a:moveTo>
                    <a:pt x="0" y="107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107"/>
                  </a:lnTo>
                  <a:lnTo>
                    <a:pt x="9586" y="10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4394947" y="2498616"/>
              <a:ext cx="9586" cy="108"/>
            </a:xfrm>
            <a:custGeom>
              <a:avLst/>
              <a:pathLst>
                <a:path w="9586" h="108">
                  <a:moveTo>
                    <a:pt x="0" y="108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108"/>
                  </a:lnTo>
                  <a:lnTo>
                    <a:pt x="9586" y="10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885002" y="2498616"/>
              <a:ext cx="19173" cy="60"/>
            </a:xfrm>
            <a:custGeom>
              <a:avLst/>
              <a:pathLst>
                <a:path w="19173" h="60">
                  <a:moveTo>
                    <a:pt x="0" y="60"/>
                  </a:moveTo>
                  <a:lnTo>
                    <a:pt x="0" y="0"/>
                  </a:lnTo>
                  <a:lnTo>
                    <a:pt x="19173" y="0"/>
                  </a:lnTo>
                  <a:lnTo>
                    <a:pt x="19173" y="5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400861" y="2498614"/>
              <a:ext cx="23967" cy="110"/>
            </a:xfrm>
            <a:custGeom>
              <a:avLst/>
              <a:pathLst>
                <a:path w="23967" h="110">
                  <a:moveTo>
                    <a:pt x="0" y="110"/>
                  </a:moveTo>
                  <a:lnTo>
                    <a:pt x="0" y="0"/>
                  </a:lnTo>
                  <a:lnTo>
                    <a:pt x="23967" y="0"/>
                  </a:lnTo>
                  <a:lnTo>
                    <a:pt x="23967" y="2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264247" y="2498607"/>
              <a:ext cx="26364" cy="53"/>
            </a:xfrm>
            <a:custGeom>
              <a:avLst/>
              <a:pathLst>
                <a:path w="26364" h="53">
                  <a:moveTo>
                    <a:pt x="0" y="53"/>
                  </a:moveTo>
                  <a:lnTo>
                    <a:pt x="0" y="0"/>
                  </a:lnTo>
                  <a:lnTo>
                    <a:pt x="26364" y="0"/>
                  </a:lnTo>
                  <a:lnTo>
                    <a:pt x="26364" y="2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995252" y="2498606"/>
              <a:ext cx="9586" cy="118"/>
            </a:xfrm>
            <a:custGeom>
              <a:avLst/>
              <a:pathLst>
                <a:path w="9586" h="118">
                  <a:moveTo>
                    <a:pt x="0" y="118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118"/>
                  </a:lnTo>
                  <a:lnTo>
                    <a:pt x="9586" y="11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736405" y="2498605"/>
              <a:ext cx="17975" cy="119"/>
            </a:xfrm>
            <a:custGeom>
              <a:avLst/>
              <a:pathLst>
                <a:path w="17975" h="119">
                  <a:moveTo>
                    <a:pt x="0" y="119"/>
                  </a:moveTo>
                  <a:lnTo>
                    <a:pt x="0" y="0"/>
                  </a:lnTo>
                  <a:lnTo>
                    <a:pt x="17975" y="0"/>
                  </a:lnTo>
                  <a:lnTo>
                    <a:pt x="17975" y="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966491" y="2498603"/>
              <a:ext cx="14380" cy="121"/>
            </a:xfrm>
            <a:custGeom>
              <a:avLst/>
              <a:pathLst>
                <a:path w="14380" h="121">
                  <a:moveTo>
                    <a:pt x="0" y="121"/>
                  </a:moveTo>
                  <a:lnTo>
                    <a:pt x="0" y="0"/>
                  </a:lnTo>
                  <a:lnTo>
                    <a:pt x="14380" y="0"/>
                  </a:lnTo>
                  <a:lnTo>
                    <a:pt x="14380" y="3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793926" y="2498600"/>
              <a:ext cx="16777" cy="124"/>
            </a:xfrm>
            <a:custGeom>
              <a:avLst/>
              <a:pathLst>
                <a:path w="16777" h="124">
                  <a:moveTo>
                    <a:pt x="0" y="124"/>
                  </a:moveTo>
                  <a:lnTo>
                    <a:pt x="0" y="0"/>
                  </a:lnTo>
                  <a:lnTo>
                    <a:pt x="16777" y="0"/>
                  </a:lnTo>
                  <a:lnTo>
                    <a:pt x="16777" y="4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611774" y="2498599"/>
              <a:ext cx="9586" cy="125"/>
            </a:xfrm>
            <a:custGeom>
              <a:avLst/>
              <a:pathLst>
                <a:path w="9586" h="125">
                  <a:moveTo>
                    <a:pt x="0" y="125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125"/>
                  </a:lnTo>
                  <a:lnTo>
                    <a:pt x="9586" y="12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391274" y="2498598"/>
              <a:ext cx="21570" cy="126"/>
            </a:xfrm>
            <a:custGeom>
              <a:avLst/>
              <a:pathLst>
                <a:path w="21570" h="126">
                  <a:moveTo>
                    <a:pt x="0" y="126"/>
                  </a:moveTo>
                  <a:lnTo>
                    <a:pt x="0" y="0"/>
                  </a:lnTo>
                  <a:lnTo>
                    <a:pt x="21570" y="0"/>
                  </a:lnTo>
                  <a:lnTo>
                    <a:pt x="21570" y="1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484747" y="2498596"/>
              <a:ext cx="41343" cy="49"/>
            </a:xfrm>
            <a:custGeom>
              <a:avLst/>
              <a:pathLst>
                <a:path w="41343" h="49">
                  <a:moveTo>
                    <a:pt x="0" y="49"/>
                  </a:moveTo>
                  <a:lnTo>
                    <a:pt x="0" y="0"/>
                  </a:lnTo>
                  <a:lnTo>
                    <a:pt x="41343" y="0"/>
                  </a:lnTo>
                  <a:lnTo>
                    <a:pt x="41343" y="2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928144" y="2498596"/>
              <a:ext cx="9586" cy="128"/>
            </a:xfrm>
            <a:custGeom>
              <a:avLst/>
              <a:pathLst>
                <a:path w="9586" h="128">
                  <a:moveTo>
                    <a:pt x="0" y="128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128"/>
                  </a:lnTo>
                  <a:lnTo>
                    <a:pt x="9586" y="12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324166" y="2498596"/>
              <a:ext cx="9586" cy="128"/>
            </a:xfrm>
            <a:custGeom>
              <a:avLst/>
              <a:pathLst>
                <a:path w="9586" h="128">
                  <a:moveTo>
                    <a:pt x="0" y="128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128"/>
                  </a:lnTo>
                  <a:lnTo>
                    <a:pt x="9586" y="12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640535" y="2498587"/>
              <a:ext cx="9586" cy="137"/>
            </a:xfrm>
            <a:custGeom>
              <a:avLst/>
              <a:pathLst>
                <a:path w="9586" h="137">
                  <a:moveTo>
                    <a:pt x="0" y="137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137"/>
                  </a:lnTo>
                  <a:lnTo>
                    <a:pt x="9586" y="13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3024013" y="2498577"/>
              <a:ext cx="9586" cy="147"/>
            </a:xfrm>
            <a:custGeom>
              <a:avLst/>
              <a:pathLst>
                <a:path w="9586" h="147">
                  <a:moveTo>
                    <a:pt x="0" y="147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147"/>
                  </a:lnTo>
                  <a:lnTo>
                    <a:pt x="9586" y="14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348133" y="2498571"/>
              <a:ext cx="21570" cy="91"/>
            </a:xfrm>
            <a:custGeom>
              <a:avLst/>
              <a:pathLst>
                <a:path w="21570" h="91">
                  <a:moveTo>
                    <a:pt x="0" y="91"/>
                  </a:moveTo>
                  <a:lnTo>
                    <a:pt x="0" y="0"/>
                  </a:lnTo>
                  <a:lnTo>
                    <a:pt x="21570" y="0"/>
                  </a:lnTo>
                  <a:lnTo>
                    <a:pt x="21570" y="8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952111" y="2498553"/>
              <a:ext cx="21570" cy="64"/>
            </a:xfrm>
            <a:custGeom>
              <a:avLst/>
              <a:pathLst>
                <a:path w="21570" h="64">
                  <a:moveTo>
                    <a:pt x="0" y="64"/>
                  </a:moveTo>
                  <a:lnTo>
                    <a:pt x="0" y="0"/>
                  </a:lnTo>
                  <a:lnTo>
                    <a:pt x="21570" y="0"/>
                  </a:lnTo>
                  <a:lnTo>
                    <a:pt x="21570" y="5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850250" y="2498546"/>
              <a:ext cx="44339" cy="86"/>
            </a:xfrm>
            <a:custGeom>
              <a:avLst/>
              <a:pathLst>
                <a:path w="44339" h="86">
                  <a:moveTo>
                    <a:pt x="0" y="86"/>
                  </a:moveTo>
                  <a:lnTo>
                    <a:pt x="0" y="0"/>
                  </a:lnTo>
                  <a:lnTo>
                    <a:pt x="44339" y="0"/>
                  </a:lnTo>
                  <a:lnTo>
                    <a:pt x="44339" y="7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784339" y="2498535"/>
              <a:ext cx="17975" cy="189"/>
            </a:xfrm>
            <a:custGeom>
              <a:avLst/>
              <a:pathLst>
                <a:path w="17975" h="189">
                  <a:moveTo>
                    <a:pt x="0" y="189"/>
                  </a:moveTo>
                  <a:lnTo>
                    <a:pt x="0" y="0"/>
                  </a:lnTo>
                  <a:lnTo>
                    <a:pt x="17975" y="0"/>
                  </a:lnTo>
                  <a:lnTo>
                    <a:pt x="17975" y="6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726818" y="2498531"/>
              <a:ext cx="18574" cy="193"/>
            </a:xfrm>
            <a:custGeom>
              <a:avLst/>
              <a:pathLst>
                <a:path w="18574" h="193">
                  <a:moveTo>
                    <a:pt x="0" y="193"/>
                  </a:moveTo>
                  <a:lnTo>
                    <a:pt x="0" y="0"/>
                  </a:lnTo>
                  <a:lnTo>
                    <a:pt x="18574" y="0"/>
                  </a:lnTo>
                  <a:lnTo>
                    <a:pt x="18574" y="7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2932937" y="2498529"/>
              <a:ext cx="29959" cy="66"/>
            </a:xfrm>
            <a:custGeom>
              <a:avLst/>
              <a:pathLst>
                <a:path w="29959" h="66">
                  <a:moveTo>
                    <a:pt x="0" y="66"/>
                  </a:moveTo>
                  <a:lnTo>
                    <a:pt x="0" y="0"/>
                  </a:lnTo>
                  <a:lnTo>
                    <a:pt x="29959" y="0"/>
                  </a:lnTo>
                  <a:lnTo>
                    <a:pt x="29959" y="2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3014426" y="2498524"/>
              <a:ext cx="14380" cy="200"/>
            </a:xfrm>
            <a:custGeom>
              <a:avLst/>
              <a:pathLst>
                <a:path w="14380" h="200">
                  <a:moveTo>
                    <a:pt x="0" y="200"/>
                  </a:moveTo>
                  <a:lnTo>
                    <a:pt x="0" y="0"/>
                  </a:lnTo>
                  <a:lnTo>
                    <a:pt x="14380" y="0"/>
                  </a:lnTo>
                  <a:lnTo>
                    <a:pt x="14380" y="5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832274" y="2498522"/>
              <a:ext cx="40145" cy="202"/>
            </a:xfrm>
            <a:custGeom>
              <a:avLst/>
              <a:pathLst>
                <a:path w="40145" h="202">
                  <a:moveTo>
                    <a:pt x="0" y="202"/>
                  </a:moveTo>
                  <a:lnTo>
                    <a:pt x="0" y="0"/>
                  </a:lnTo>
                  <a:lnTo>
                    <a:pt x="40145" y="0"/>
                  </a:lnTo>
                  <a:lnTo>
                    <a:pt x="40145" y="2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455986" y="2498519"/>
              <a:ext cx="49432" cy="98"/>
            </a:xfrm>
            <a:custGeom>
              <a:avLst/>
              <a:pathLst>
                <a:path w="49432" h="98">
                  <a:moveTo>
                    <a:pt x="0" y="98"/>
                  </a:moveTo>
                  <a:lnTo>
                    <a:pt x="0" y="0"/>
                  </a:lnTo>
                  <a:lnTo>
                    <a:pt x="49432" y="0"/>
                  </a:lnTo>
                  <a:lnTo>
                    <a:pt x="49432" y="7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602187" y="2498517"/>
              <a:ext cx="14380" cy="207"/>
            </a:xfrm>
            <a:custGeom>
              <a:avLst/>
              <a:pathLst>
                <a:path w="14380" h="207">
                  <a:moveTo>
                    <a:pt x="0" y="207"/>
                  </a:moveTo>
                  <a:lnTo>
                    <a:pt x="0" y="0"/>
                  </a:lnTo>
                  <a:lnTo>
                    <a:pt x="14380" y="0"/>
                  </a:lnTo>
                  <a:lnTo>
                    <a:pt x="14380" y="8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000046" y="2498513"/>
              <a:ext cx="21570" cy="93"/>
            </a:xfrm>
            <a:custGeom>
              <a:avLst/>
              <a:pathLst>
                <a:path w="21570" h="93">
                  <a:moveTo>
                    <a:pt x="0" y="93"/>
                  </a:moveTo>
                  <a:lnTo>
                    <a:pt x="0" y="0"/>
                  </a:lnTo>
                  <a:lnTo>
                    <a:pt x="21570" y="0"/>
                  </a:lnTo>
                  <a:lnTo>
                    <a:pt x="21570" y="1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247470" y="2498512"/>
              <a:ext cx="29959" cy="212"/>
            </a:xfrm>
            <a:custGeom>
              <a:avLst/>
              <a:pathLst>
                <a:path w="29959" h="212">
                  <a:moveTo>
                    <a:pt x="0" y="212"/>
                  </a:moveTo>
                  <a:lnTo>
                    <a:pt x="0" y="0"/>
                  </a:lnTo>
                  <a:lnTo>
                    <a:pt x="29959" y="0"/>
                  </a:lnTo>
                  <a:lnTo>
                    <a:pt x="29959" y="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043187" y="2498508"/>
              <a:ext cx="9586" cy="216"/>
            </a:xfrm>
            <a:custGeom>
              <a:avLst/>
              <a:pathLst>
                <a:path w="9586" h="216">
                  <a:moveTo>
                    <a:pt x="0" y="216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216"/>
                  </a:lnTo>
                  <a:lnTo>
                    <a:pt x="9586" y="21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669296" y="2498505"/>
              <a:ext cx="9586" cy="219"/>
            </a:xfrm>
            <a:custGeom>
              <a:avLst/>
              <a:pathLst>
                <a:path w="9586" h="219">
                  <a:moveTo>
                    <a:pt x="0" y="219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219"/>
                  </a:lnTo>
                  <a:lnTo>
                    <a:pt x="9586" y="21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402060" y="2498491"/>
              <a:ext cx="78642" cy="106"/>
            </a:xfrm>
            <a:custGeom>
              <a:avLst/>
              <a:pathLst>
                <a:path w="78642" h="106">
                  <a:moveTo>
                    <a:pt x="0" y="106"/>
                  </a:moveTo>
                  <a:lnTo>
                    <a:pt x="0" y="0"/>
                  </a:lnTo>
                  <a:lnTo>
                    <a:pt x="78642" y="0"/>
                  </a:lnTo>
                  <a:lnTo>
                    <a:pt x="78642" y="2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309785" y="2498489"/>
              <a:ext cx="19173" cy="127"/>
            </a:xfrm>
            <a:custGeom>
              <a:avLst/>
              <a:pathLst>
                <a:path w="19173" h="127">
                  <a:moveTo>
                    <a:pt x="0" y="127"/>
                  </a:moveTo>
                  <a:lnTo>
                    <a:pt x="0" y="0"/>
                  </a:lnTo>
                  <a:lnTo>
                    <a:pt x="19173" y="0"/>
                  </a:lnTo>
                  <a:lnTo>
                    <a:pt x="19173" y="10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717231" y="2498480"/>
              <a:ext cx="18874" cy="244"/>
            </a:xfrm>
            <a:custGeom>
              <a:avLst/>
              <a:pathLst>
                <a:path w="18874" h="244">
                  <a:moveTo>
                    <a:pt x="0" y="244"/>
                  </a:moveTo>
                  <a:lnTo>
                    <a:pt x="0" y="0"/>
                  </a:lnTo>
                  <a:lnTo>
                    <a:pt x="18874" y="0"/>
                  </a:lnTo>
                  <a:lnTo>
                    <a:pt x="18874" y="5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3119883" y="2498470"/>
              <a:ext cx="9586" cy="254"/>
            </a:xfrm>
            <a:custGeom>
              <a:avLst/>
              <a:pathLst>
                <a:path w="9586" h="254">
                  <a:moveTo>
                    <a:pt x="0" y="254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254"/>
                  </a:lnTo>
                  <a:lnTo>
                    <a:pt x="9586" y="25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3177404" y="2498466"/>
              <a:ext cx="9586" cy="258"/>
            </a:xfrm>
            <a:custGeom>
              <a:avLst/>
              <a:pathLst>
                <a:path w="9586" h="258">
                  <a:moveTo>
                    <a:pt x="0" y="258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258"/>
                  </a:lnTo>
                  <a:lnTo>
                    <a:pt x="9586" y="25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915600" y="2498465"/>
              <a:ext cx="9586" cy="259"/>
            </a:xfrm>
            <a:custGeom>
              <a:avLst/>
              <a:pathLst>
                <a:path w="9586" h="259">
                  <a:moveTo>
                    <a:pt x="0" y="259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259"/>
                  </a:lnTo>
                  <a:lnTo>
                    <a:pt x="9586" y="25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2592600" y="2498465"/>
              <a:ext cx="16777" cy="259"/>
            </a:xfrm>
            <a:custGeom>
              <a:avLst/>
              <a:pathLst>
                <a:path w="16777" h="259">
                  <a:moveTo>
                    <a:pt x="0" y="259"/>
                  </a:moveTo>
                  <a:lnTo>
                    <a:pt x="0" y="0"/>
                  </a:lnTo>
                  <a:lnTo>
                    <a:pt x="16777" y="0"/>
                  </a:lnTo>
                  <a:lnTo>
                    <a:pt x="16777" y="5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2630948" y="2498437"/>
              <a:ext cx="14380" cy="287"/>
            </a:xfrm>
            <a:custGeom>
              <a:avLst/>
              <a:pathLst>
                <a:path w="14380" h="287">
                  <a:moveTo>
                    <a:pt x="0" y="287"/>
                  </a:moveTo>
                  <a:lnTo>
                    <a:pt x="0" y="0"/>
                  </a:lnTo>
                  <a:lnTo>
                    <a:pt x="14380" y="0"/>
                  </a:lnTo>
                  <a:lnTo>
                    <a:pt x="14380" y="15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3010831" y="2498433"/>
              <a:ext cx="37149" cy="79"/>
            </a:xfrm>
            <a:custGeom>
              <a:avLst/>
              <a:pathLst>
                <a:path w="37149" h="79">
                  <a:moveTo>
                    <a:pt x="0" y="79"/>
                  </a:moveTo>
                  <a:lnTo>
                    <a:pt x="0" y="0"/>
                  </a:lnTo>
                  <a:lnTo>
                    <a:pt x="37149" y="0"/>
                  </a:lnTo>
                  <a:lnTo>
                    <a:pt x="37149" y="7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2793327" y="2498432"/>
              <a:ext cx="59019" cy="103"/>
            </a:xfrm>
            <a:custGeom>
              <a:avLst/>
              <a:pathLst>
                <a:path w="59019" h="103">
                  <a:moveTo>
                    <a:pt x="0" y="103"/>
                  </a:moveTo>
                  <a:lnTo>
                    <a:pt x="0" y="0"/>
                  </a:lnTo>
                  <a:lnTo>
                    <a:pt x="59019" y="0"/>
                  </a:lnTo>
                  <a:lnTo>
                    <a:pt x="59019" y="9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573426" y="2498428"/>
              <a:ext cx="9586" cy="296"/>
            </a:xfrm>
            <a:custGeom>
              <a:avLst/>
              <a:pathLst>
                <a:path w="9586" h="296">
                  <a:moveTo>
                    <a:pt x="0" y="296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296"/>
                  </a:lnTo>
                  <a:lnTo>
                    <a:pt x="9586" y="29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5324881" y="2498403"/>
              <a:ext cx="9586" cy="321"/>
            </a:xfrm>
            <a:custGeom>
              <a:avLst/>
              <a:pathLst>
                <a:path w="9586" h="321">
                  <a:moveTo>
                    <a:pt x="0" y="321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321"/>
                  </a:lnTo>
                  <a:lnTo>
                    <a:pt x="9586" y="32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2726668" y="2498387"/>
              <a:ext cx="96169" cy="92"/>
            </a:xfrm>
            <a:custGeom>
              <a:avLst/>
              <a:pathLst>
                <a:path w="96169" h="92">
                  <a:moveTo>
                    <a:pt x="0" y="92"/>
                  </a:moveTo>
                  <a:lnTo>
                    <a:pt x="0" y="0"/>
                  </a:lnTo>
                  <a:lnTo>
                    <a:pt x="96169" y="0"/>
                  </a:lnTo>
                  <a:lnTo>
                    <a:pt x="96169" y="4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262450" y="2498375"/>
              <a:ext cx="56922" cy="136"/>
            </a:xfrm>
            <a:custGeom>
              <a:avLst/>
              <a:pathLst>
                <a:path w="56922" h="136">
                  <a:moveTo>
                    <a:pt x="0" y="136"/>
                  </a:moveTo>
                  <a:lnTo>
                    <a:pt x="0" y="0"/>
                  </a:lnTo>
                  <a:lnTo>
                    <a:pt x="56922" y="0"/>
                  </a:lnTo>
                  <a:lnTo>
                    <a:pt x="56922" y="11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2947917" y="2498356"/>
              <a:ext cx="81489" cy="173"/>
            </a:xfrm>
            <a:custGeom>
              <a:avLst/>
              <a:pathLst>
                <a:path w="81489" h="173">
                  <a:moveTo>
                    <a:pt x="0" y="173"/>
                  </a:moveTo>
                  <a:lnTo>
                    <a:pt x="0" y="0"/>
                  </a:lnTo>
                  <a:lnTo>
                    <a:pt x="81489" y="0"/>
                  </a:lnTo>
                  <a:lnTo>
                    <a:pt x="81489" y="7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2358918" y="2498351"/>
              <a:ext cx="82462" cy="219"/>
            </a:xfrm>
            <a:custGeom>
              <a:avLst/>
              <a:pathLst>
                <a:path w="82462" h="219">
                  <a:moveTo>
                    <a:pt x="0" y="219"/>
                  </a:moveTo>
                  <a:lnTo>
                    <a:pt x="0" y="0"/>
                  </a:lnTo>
                  <a:lnTo>
                    <a:pt x="82462" y="0"/>
                  </a:lnTo>
                  <a:lnTo>
                    <a:pt x="82462" y="1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3762208" y="2498345"/>
              <a:ext cx="9586" cy="379"/>
            </a:xfrm>
            <a:custGeom>
              <a:avLst/>
              <a:pathLst>
                <a:path w="9586" h="379">
                  <a:moveTo>
                    <a:pt x="0" y="379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379"/>
                  </a:lnTo>
                  <a:lnTo>
                    <a:pt x="9586" y="37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3234926" y="2498341"/>
              <a:ext cx="9586" cy="383"/>
            </a:xfrm>
            <a:custGeom>
              <a:avLst/>
              <a:pathLst>
                <a:path w="9586" h="383">
                  <a:moveTo>
                    <a:pt x="0" y="383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383"/>
                  </a:lnTo>
                  <a:lnTo>
                    <a:pt x="9586" y="38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2600989" y="2498309"/>
              <a:ext cx="37149" cy="155"/>
            </a:xfrm>
            <a:custGeom>
              <a:avLst/>
              <a:pathLst>
                <a:path w="37149" h="155">
                  <a:moveTo>
                    <a:pt x="0" y="155"/>
                  </a:moveTo>
                  <a:lnTo>
                    <a:pt x="0" y="0"/>
                  </a:lnTo>
                  <a:lnTo>
                    <a:pt x="37149" y="0"/>
                  </a:lnTo>
                  <a:lnTo>
                    <a:pt x="37149" y="12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3541708" y="2498278"/>
              <a:ext cx="9586" cy="446"/>
            </a:xfrm>
            <a:custGeom>
              <a:avLst/>
              <a:pathLst>
                <a:path w="9586" h="446">
                  <a:moveTo>
                    <a:pt x="0" y="446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446"/>
                  </a:lnTo>
                  <a:lnTo>
                    <a:pt x="9586" y="44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4318252" y="2498274"/>
              <a:ext cx="9586" cy="450"/>
            </a:xfrm>
            <a:custGeom>
              <a:avLst/>
              <a:pathLst>
                <a:path w="9586" h="450">
                  <a:moveTo>
                    <a:pt x="0" y="450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450"/>
                  </a:lnTo>
                  <a:lnTo>
                    <a:pt x="9586" y="45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2199535" y="2498251"/>
              <a:ext cx="9586" cy="473"/>
            </a:xfrm>
            <a:custGeom>
              <a:avLst/>
              <a:pathLst>
                <a:path w="9586" h="473">
                  <a:moveTo>
                    <a:pt x="0" y="473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473"/>
                  </a:lnTo>
                  <a:lnTo>
                    <a:pt x="9586" y="47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3167817" y="2498223"/>
              <a:ext cx="14380" cy="501"/>
            </a:xfrm>
            <a:custGeom>
              <a:avLst/>
              <a:pathLst>
                <a:path w="14380" h="501">
                  <a:moveTo>
                    <a:pt x="0" y="501"/>
                  </a:moveTo>
                  <a:lnTo>
                    <a:pt x="0" y="0"/>
                  </a:lnTo>
                  <a:lnTo>
                    <a:pt x="14380" y="0"/>
                  </a:lnTo>
                  <a:lnTo>
                    <a:pt x="14380" y="24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2707644" y="2498208"/>
              <a:ext cx="67108" cy="516"/>
            </a:xfrm>
            <a:custGeom>
              <a:avLst/>
              <a:pathLst>
                <a:path w="67108" h="516">
                  <a:moveTo>
                    <a:pt x="0" y="516"/>
                  </a:moveTo>
                  <a:lnTo>
                    <a:pt x="0" y="0"/>
                  </a:lnTo>
                  <a:lnTo>
                    <a:pt x="67108" y="0"/>
                  </a:lnTo>
                  <a:lnTo>
                    <a:pt x="67108" y="17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4874295" y="2498206"/>
              <a:ext cx="9586" cy="518"/>
            </a:xfrm>
            <a:custGeom>
              <a:avLst/>
              <a:pathLst>
                <a:path w="9586" h="518">
                  <a:moveTo>
                    <a:pt x="0" y="518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518"/>
                  </a:lnTo>
                  <a:lnTo>
                    <a:pt x="9586" y="51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3139056" y="2498203"/>
              <a:ext cx="9586" cy="521"/>
            </a:xfrm>
            <a:custGeom>
              <a:avLst/>
              <a:pathLst>
                <a:path w="9586" h="521">
                  <a:moveTo>
                    <a:pt x="0" y="521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521"/>
                  </a:lnTo>
                  <a:lnTo>
                    <a:pt x="9586" y="52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5459099" y="2498198"/>
              <a:ext cx="9586" cy="526"/>
            </a:xfrm>
            <a:custGeom>
              <a:avLst/>
              <a:pathLst>
                <a:path w="9586" h="526">
                  <a:moveTo>
                    <a:pt x="0" y="526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526"/>
                  </a:lnTo>
                  <a:lnTo>
                    <a:pt x="9586" y="52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2578220" y="2498174"/>
              <a:ext cx="41343" cy="254"/>
            </a:xfrm>
            <a:custGeom>
              <a:avLst/>
              <a:pathLst>
                <a:path w="41343" h="254">
                  <a:moveTo>
                    <a:pt x="0" y="254"/>
                  </a:moveTo>
                  <a:lnTo>
                    <a:pt x="0" y="0"/>
                  </a:lnTo>
                  <a:lnTo>
                    <a:pt x="41343" y="0"/>
                  </a:lnTo>
                  <a:lnTo>
                    <a:pt x="41343" y="13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2918557" y="2498158"/>
              <a:ext cx="70104" cy="566"/>
            </a:xfrm>
            <a:custGeom>
              <a:avLst/>
              <a:pathLst>
                <a:path w="70104" h="566">
                  <a:moveTo>
                    <a:pt x="0" y="566"/>
                  </a:moveTo>
                  <a:lnTo>
                    <a:pt x="0" y="0"/>
                  </a:lnTo>
                  <a:lnTo>
                    <a:pt x="70104" y="0"/>
                  </a:lnTo>
                  <a:lnTo>
                    <a:pt x="70104" y="19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5353642" y="2498156"/>
              <a:ext cx="9586" cy="568"/>
            </a:xfrm>
            <a:custGeom>
              <a:avLst/>
              <a:pathLst>
                <a:path w="9586" h="568">
                  <a:moveTo>
                    <a:pt x="0" y="568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568"/>
                  </a:lnTo>
                  <a:lnTo>
                    <a:pt x="9586" y="56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2688470" y="2498152"/>
              <a:ext cx="9586" cy="572"/>
            </a:xfrm>
            <a:custGeom>
              <a:avLst/>
              <a:pathLst>
                <a:path w="9586" h="572">
                  <a:moveTo>
                    <a:pt x="0" y="572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572"/>
                  </a:lnTo>
                  <a:lnTo>
                    <a:pt x="9586" y="57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2228296" y="2498134"/>
              <a:ext cx="9586" cy="590"/>
            </a:xfrm>
            <a:custGeom>
              <a:avLst/>
              <a:pathLst>
                <a:path w="9586" h="590">
                  <a:moveTo>
                    <a:pt x="0" y="590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590"/>
                  </a:lnTo>
                  <a:lnTo>
                    <a:pt x="9586" y="59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2659709" y="2498120"/>
              <a:ext cx="14380" cy="604"/>
            </a:xfrm>
            <a:custGeom>
              <a:avLst/>
              <a:pathLst>
                <a:path w="14380" h="604">
                  <a:moveTo>
                    <a:pt x="0" y="604"/>
                  </a:moveTo>
                  <a:lnTo>
                    <a:pt x="0" y="0"/>
                  </a:lnTo>
                  <a:lnTo>
                    <a:pt x="14380" y="0"/>
                  </a:lnTo>
                  <a:lnTo>
                    <a:pt x="14380" y="38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2290911" y="2498109"/>
              <a:ext cx="109238" cy="266"/>
            </a:xfrm>
            <a:custGeom>
              <a:avLst/>
              <a:pathLst>
                <a:path w="109238" h="266">
                  <a:moveTo>
                    <a:pt x="0" y="266"/>
                  </a:moveTo>
                  <a:lnTo>
                    <a:pt x="0" y="0"/>
                  </a:lnTo>
                  <a:lnTo>
                    <a:pt x="109238" y="0"/>
                  </a:lnTo>
                  <a:lnTo>
                    <a:pt x="109238" y="24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5497447" y="2498081"/>
              <a:ext cx="9586" cy="643"/>
            </a:xfrm>
            <a:custGeom>
              <a:avLst/>
              <a:pathLst>
                <a:path w="9586" h="643">
                  <a:moveTo>
                    <a:pt x="0" y="643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643"/>
                  </a:lnTo>
                  <a:lnTo>
                    <a:pt x="9586" y="64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3071948" y="2498076"/>
              <a:ext cx="9586" cy="648"/>
            </a:xfrm>
            <a:custGeom>
              <a:avLst/>
              <a:pathLst>
                <a:path w="9586" h="648">
                  <a:moveTo>
                    <a:pt x="0" y="648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648"/>
                  </a:lnTo>
                  <a:lnTo>
                    <a:pt x="9586" y="64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4193621" y="2498062"/>
              <a:ext cx="9586" cy="662"/>
            </a:xfrm>
            <a:custGeom>
              <a:avLst/>
              <a:pathLst>
                <a:path w="9586" h="662">
                  <a:moveTo>
                    <a:pt x="0" y="662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662"/>
                  </a:lnTo>
                  <a:lnTo>
                    <a:pt x="9586" y="66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3100709" y="2498046"/>
              <a:ext cx="9586" cy="678"/>
            </a:xfrm>
            <a:custGeom>
              <a:avLst/>
              <a:pathLst>
                <a:path w="9586" h="678">
                  <a:moveTo>
                    <a:pt x="0" y="678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678"/>
                  </a:lnTo>
                  <a:lnTo>
                    <a:pt x="9586" y="67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2741198" y="2498018"/>
              <a:ext cx="212410" cy="189"/>
            </a:xfrm>
            <a:custGeom>
              <a:avLst/>
              <a:pathLst>
                <a:path w="212410" h="189">
                  <a:moveTo>
                    <a:pt x="0" y="189"/>
                  </a:moveTo>
                  <a:lnTo>
                    <a:pt x="0" y="0"/>
                  </a:lnTo>
                  <a:lnTo>
                    <a:pt x="212410" y="0"/>
                  </a:lnTo>
                  <a:lnTo>
                    <a:pt x="212410" y="1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3124676" y="2498016"/>
              <a:ext cx="19173" cy="454"/>
            </a:xfrm>
            <a:custGeom>
              <a:avLst/>
              <a:pathLst>
                <a:path w="19173" h="454">
                  <a:moveTo>
                    <a:pt x="0" y="454"/>
                  </a:moveTo>
                  <a:lnTo>
                    <a:pt x="0" y="0"/>
                  </a:lnTo>
                  <a:lnTo>
                    <a:pt x="19173" y="0"/>
                  </a:lnTo>
                  <a:lnTo>
                    <a:pt x="19173" y="18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3829317" y="2498001"/>
              <a:ext cx="9586" cy="723"/>
            </a:xfrm>
            <a:custGeom>
              <a:avLst/>
              <a:pathLst>
                <a:path w="9586" h="723">
                  <a:moveTo>
                    <a:pt x="0" y="723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723"/>
                  </a:lnTo>
                  <a:lnTo>
                    <a:pt x="9586" y="72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2598892" y="2497968"/>
              <a:ext cx="68007" cy="205"/>
            </a:xfrm>
            <a:custGeom>
              <a:avLst/>
              <a:pathLst>
                <a:path w="68007" h="205">
                  <a:moveTo>
                    <a:pt x="0" y="205"/>
                  </a:moveTo>
                  <a:lnTo>
                    <a:pt x="0" y="0"/>
                  </a:lnTo>
                  <a:lnTo>
                    <a:pt x="68007" y="0"/>
                  </a:lnTo>
                  <a:lnTo>
                    <a:pt x="68007" y="15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4059404" y="2497931"/>
              <a:ext cx="9586" cy="793"/>
            </a:xfrm>
            <a:custGeom>
              <a:avLst/>
              <a:pathLst>
                <a:path w="9586" h="793">
                  <a:moveTo>
                    <a:pt x="0" y="793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793"/>
                  </a:lnTo>
                  <a:lnTo>
                    <a:pt x="9586" y="79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3273274" y="2497901"/>
              <a:ext cx="9586" cy="823"/>
            </a:xfrm>
            <a:custGeom>
              <a:avLst/>
              <a:pathLst>
                <a:path w="9586" h="823">
                  <a:moveTo>
                    <a:pt x="0" y="823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823"/>
                  </a:lnTo>
                  <a:lnTo>
                    <a:pt x="9586" y="82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3704687" y="2497886"/>
              <a:ext cx="9586" cy="838"/>
            </a:xfrm>
            <a:custGeom>
              <a:avLst/>
              <a:pathLst>
                <a:path w="9586" h="838">
                  <a:moveTo>
                    <a:pt x="0" y="838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838"/>
                  </a:lnTo>
                  <a:lnTo>
                    <a:pt x="9586" y="83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2180361" y="2497879"/>
              <a:ext cx="9586" cy="845"/>
            </a:xfrm>
            <a:custGeom>
              <a:avLst/>
              <a:pathLst>
                <a:path w="9586" h="845">
                  <a:moveTo>
                    <a:pt x="0" y="845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845"/>
                  </a:lnTo>
                  <a:lnTo>
                    <a:pt x="9586" y="84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4366186" y="2497857"/>
              <a:ext cx="9586" cy="867"/>
            </a:xfrm>
            <a:custGeom>
              <a:avLst/>
              <a:pathLst>
                <a:path w="9586" h="867">
                  <a:moveTo>
                    <a:pt x="0" y="867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867"/>
                  </a:lnTo>
                  <a:lnTo>
                    <a:pt x="9586" y="86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3091122" y="2497850"/>
              <a:ext cx="14380" cy="874"/>
            </a:xfrm>
            <a:custGeom>
              <a:avLst/>
              <a:pathLst>
                <a:path w="14380" h="874">
                  <a:moveTo>
                    <a:pt x="0" y="874"/>
                  </a:moveTo>
                  <a:lnTo>
                    <a:pt x="0" y="0"/>
                  </a:lnTo>
                  <a:lnTo>
                    <a:pt x="14380" y="0"/>
                  </a:lnTo>
                  <a:lnTo>
                    <a:pt x="14380" y="1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5593316" y="2497804"/>
              <a:ext cx="9586" cy="920"/>
            </a:xfrm>
            <a:custGeom>
              <a:avLst/>
              <a:pathLst>
                <a:path w="9586" h="920">
                  <a:moveTo>
                    <a:pt x="0" y="920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920"/>
                  </a:lnTo>
                  <a:lnTo>
                    <a:pt x="9586" y="92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2693263" y="2497772"/>
              <a:ext cx="154140" cy="380"/>
            </a:xfrm>
            <a:custGeom>
              <a:avLst/>
              <a:pathLst>
                <a:path w="154140" h="380">
                  <a:moveTo>
                    <a:pt x="0" y="380"/>
                  </a:moveTo>
                  <a:lnTo>
                    <a:pt x="0" y="0"/>
                  </a:lnTo>
                  <a:lnTo>
                    <a:pt x="154140" y="0"/>
                  </a:lnTo>
                  <a:lnTo>
                    <a:pt x="154140" y="24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2218709" y="2497771"/>
              <a:ext cx="14380" cy="953"/>
            </a:xfrm>
            <a:custGeom>
              <a:avLst/>
              <a:pathLst>
                <a:path w="14380" h="953">
                  <a:moveTo>
                    <a:pt x="0" y="953"/>
                  </a:moveTo>
                  <a:lnTo>
                    <a:pt x="0" y="0"/>
                  </a:lnTo>
                  <a:lnTo>
                    <a:pt x="14380" y="0"/>
                  </a:lnTo>
                  <a:lnTo>
                    <a:pt x="14380" y="36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5267360" y="2497717"/>
              <a:ext cx="9586" cy="1007"/>
            </a:xfrm>
            <a:custGeom>
              <a:avLst/>
              <a:pathLst>
                <a:path w="9586" h="1007">
                  <a:moveTo>
                    <a:pt x="0" y="1007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1007"/>
                  </a:lnTo>
                  <a:lnTo>
                    <a:pt x="9586" y="100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4078578" y="2497693"/>
              <a:ext cx="9586" cy="1031"/>
            </a:xfrm>
            <a:custGeom>
              <a:avLst/>
              <a:pathLst>
                <a:path w="9586" h="1031">
                  <a:moveTo>
                    <a:pt x="0" y="1031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1031"/>
                  </a:lnTo>
                  <a:lnTo>
                    <a:pt x="9586" y="103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3934773" y="2497693"/>
              <a:ext cx="9586" cy="1031"/>
            </a:xfrm>
            <a:custGeom>
              <a:avLst/>
              <a:pathLst>
                <a:path w="9586" h="1031">
                  <a:moveTo>
                    <a:pt x="0" y="1031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1031"/>
                  </a:lnTo>
                  <a:lnTo>
                    <a:pt x="9586" y="103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4030643" y="2497656"/>
              <a:ext cx="9586" cy="1068"/>
            </a:xfrm>
            <a:custGeom>
              <a:avLst/>
              <a:pathLst>
                <a:path w="9586" h="1068">
                  <a:moveTo>
                    <a:pt x="0" y="1068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1068"/>
                  </a:lnTo>
                  <a:lnTo>
                    <a:pt x="9586" y="106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5785055" y="2497648"/>
              <a:ext cx="9586" cy="1076"/>
            </a:xfrm>
            <a:custGeom>
              <a:avLst/>
              <a:pathLst>
                <a:path w="9586" h="1076">
                  <a:moveTo>
                    <a:pt x="0" y="1076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1076"/>
                  </a:lnTo>
                  <a:lnTo>
                    <a:pt x="9586" y="107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4337425" y="2497644"/>
              <a:ext cx="9586" cy="1080"/>
            </a:xfrm>
            <a:custGeom>
              <a:avLst/>
              <a:pathLst>
                <a:path w="9586" h="1080">
                  <a:moveTo>
                    <a:pt x="0" y="1080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1080"/>
                  </a:lnTo>
                  <a:lnTo>
                    <a:pt x="9586" y="108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4308665" y="2497627"/>
              <a:ext cx="14380" cy="1097"/>
            </a:xfrm>
            <a:custGeom>
              <a:avLst/>
              <a:pathLst>
                <a:path w="14380" h="1097">
                  <a:moveTo>
                    <a:pt x="0" y="1097"/>
                  </a:moveTo>
                  <a:lnTo>
                    <a:pt x="0" y="0"/>
                  </a:lnTo>
                  <a:lnTo>
                    <a:pt x="14380" y="0"/>
                  </a:lnTo>
                  <a:lnTo>
                    <a:pt x="14380" y="64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3311622" y="2497615"/>
              <a:ext cx="9586" cy="1109"/>
            </a:xfrm>
            <a:custGeom>
              <a:avLst/>
              <a:pathLst>
                <a:path w="9586" h="1109">
                  <a:moveTo>
                    <a:pt x="0" y="1109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1109"/>
                  </a:lnTo>
                  <a:lnTo>
                    <a:pt x="9586" y="110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2632895" y="2497590"/>
              <a:ext cx="137437" cy="378"/>
            </a:xfrm>
            <a:custGeom>
              <a:avLst/>
              <a:pathLst>
                <a:path w="137437" h="378">
                  <a:moveTo>
                    <a:pt x="0" y="378"/>
                  </a:moveTo>
                  <a:lnTo>
                    <a:pt x="0" y="0"/>
                  </a:lnTo>
                  <a:lnTo>
                    <a:pt x="137437" y="0"/>
                  </a:lnTo>
                  <a:lnTo>
                    <a:pt x="137437" y="18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3225339" y="2497583"/>
              <a:ext cx="14380" cy="1141"/>
            </a:xfrm>
            <a:custGeom>
              <a:avLst/>
              <a:pathLst>
                <a:path w="14380" h="1141">
                  <a:moveTo>
                    <a:pt x="0" y="1141"/>
                  </a:moveTo>
                  <a:lnTo>
                    <a:pt x="0" y="0"/>
                  </a:lnTo>
                  <a:lnTo>
                    <a:pt x="14380" y="0"/>
                  </a:lnTo>
                  <a:lnTo>
                    <a:pt x="14380" y="75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5315295" y="2497579"/>
              <a:ext cx="14380" cy="1145"/>
            </a:xfrm>
            <a:custGeom>
              <a:avLst/>
              <a:pathLst>
                <a:path w="14380" h="1145">
                  <a:moveTo>
                    <a:pt x="0" y="1145"/>
                  </a:moveTo>
                  <a:lnTo>
                    <a:pt x="0" y="0"/>
                  </a:lnTo>
                  <a:lnTo>
                    <a:pt x="14380" y="0"/>
                  </a:lnTo>
                  <a:lnTo>
                    <a:pt x="14380" y="82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4145686" y="2497563"/>
              <a:ext cx="9586" cy="1161"/>
            </a:xfrm>
            <a:custGeom>
              <a:avLst/>
              <a:pathLst>
                <a:path w="9586" h="1161">
                  <a:moveTo>
                    <a:pt x="0" y="1161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1161"/>
                  </a:lnTo>
                  <a:lnTo>
                    <a:pt x="9586" y="116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3618404" y="2497523"/>
              <a:ext cx="9586" cy="1201"/>
            </a:xfrm>
            <a:custGeom>
              <a:avLst/>
              <a:pathLst>
                <a:path w="9586" h="1201">
                  <a:moveTo>
                    <a:pt x="0" y="1201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1201"/>
                  </a:lnTo>
                  <a:lnTo>
                    <a:pt x="9586" y="120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2204329" y="2497514"/>
              <a:ext cx="21570" cy="736"/>
            </a:xfrm>
            <a:custGeom>
              <a:avLst/>
              <a:pathLst>
                <a:path w="21570" h="736">
                  <a:moveTo>
                    <a:pt x="0" y="736"/>
                  </a:moveTo>
                  <a:lnTo>
                    <a:pt x="0" y="0"/>
                  </a:lnTo>
                  <a:lnTo>
                    <a:pt x="21570" y="0"/>
                  </a:lnTo>
                  <a:lnTo>
                    <a:pt x="21570" y="25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4356599" y="2497443"/>
              <a:ext cx="14380" cy="1281"/>
            </a:xfrm>
            <a:custGeom>
              <a:avLst/>
              <a:pathLst>
                <a:path w="14380" h="1281">
                  <a:moveTo>
                    <a:pt x="0" y="1281"/>
                  </a:moveTo>
                  <a:lnTo>
                    <a:pt x="0" y="0"/>
                  </a:lnTo>
                  <a:lnTo>
                    <a:pt x="14380" y="0"/>
                  </a:lnTo>
                  <a:lnTo>
                    <a:pt x="14380" y="41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3599230" y="2497412"/>
              <a:ext cx="9586" cy="1312"/>
            </a:xfrm>
            <a:custGeom>
              <a:avLst/>
              <a:pathLst>
                <a:path w="9586" h="1312">
                  <a:moveTo>
                    <a:pt x="0" y="1312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1312"/>
                  </a:lnTo>
                  <a:lnTo>
                    <a:pt x="9586" y="131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3417078" y="2497382"/>
              <a:ext cx="9586" cy="1342"/>
            </a:xfrm>
            <a:custGeom>
              <a:avLst/>
              <a:pathLst>
                <a:path w="9586" h="1342">
                  <a:moveTo>
                    <a:pt x="0" y="1342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1342"/>
                  </a:lnTo>
                  <a:lnTo>
                    <a:pt x="9586" y="134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3858078" y="2497359"/>
              <a:ext cx="9586" cy="1365"/>
            </a:xfrm>
            <a:custGeom>
              <a:avLst/>
              <a:pathLst>
                <a:path w="9586" h="1365">
                  <a:moveTo>
                    <a:pt x="0" y="1365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1365"/>
                  </a:lnTo>
                  <a:lnTo>
                    <a:pt x="9586" y="136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3206165" y="2497343"/>
              <a:ext cx="9586" cy="1381"/>
            </a:xfrm>
            <a:custGeom>
              <a:avLst/>
              <a:pathLst>
                <a:path w="9586" h="1381">
                  <a:moveTo>
                    <a:pt x="0" y="1381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1381"/>
                  </a:lnTo>
                  <a:lnTo>
                    <a:pt x="9586" y="138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3330796" y="2497322"/>
              <a:ext cx="9586" cy="1402"/>
            </a:xfrm>
            <a:custGeom>
              <a:avLst/>
              <a:pathLst>
                <a:path w="9586" h="1402">
                  <a:moveTo>
                    <a:pt x="0" y="1402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1402"/>
                  </a:lnTo>
                  <a:lnTo>
                    <a:pt x="9586" y="140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3158230" y="2497272"/>
              <a:ext cx="16777" cy="1452"/>
            </a:xfrm>
            <a:custGeom>
              <a:avLst/>
              <a:pathLst>
                <a:path w="16777" h="1452">
                  <a:moveTo>
                    <a:pt x="0" y="1452"/>
                  </a:moveTo>
                  <a:lnTo>
                    <a:pt x="0" y="0"/>
                  </a:lnTo>
                  <a:lnTo>
                    <a:pt x="16777" y="0"/>
                  </a:lnTo>
                  <a:lnTo>
                    <a:pt x="16777" y="95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2185155" y="2497250"/>
              <a:ext cx="29959" cy="628"/>
            </a:xfrm>
            <a:custGeom>
              <a:avLst/>
              <a:pathLst>
                <a:path w="29959" h="628">
                  <a:moveTo>
                    <a:pt x="0" y="628"/>
                  </a:moveTo>
                  <a:lnTo>
                    <a:pt x="0" y="0"/>
                  </a:lnTo>
                  <a:lnTo>
                    <a:pt x="29959" y="0"/>
                  </a:lnTo>
                  <a:lnTo>
                    <a:pt x="29959" y="26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4212795" y="2497249"/>
              <a:ext cx="9586" cy="1475"/>
            </a:xfrm>
            <a:custGeom>
              <a:avLst/>
              <a:pathLst>
                <a:path w="9586" h="1475">
                  <a:moveTo>
                    <a:pt x="0" y="1475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1475"/>
                  </a:lnTo>
                  <a:lnTo>
                    <a:pt x="9586" y="147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3637578" y="2497221"/>
              <a:ext cx="9586" cy="1503"/>
            </a:xfrm>
            <a:custGeom>
              <a:avLst/>
              <a:pathLst>
                <a:path w="9586" h="1503">
                  <a:moveTo>
                    <a:pt x="0" y="1503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1503"/>
                  </a:lnTo>
                  <a:lnTo>
                    <a:pt x="9586" y="150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3076741" y="2497217"/>
              <a:ext cx="21570" cy="858"/>
            </a:xfrm>
            <a:custGeom>
              <a:avLst/>
              <a:pathLst>
                <a:path w="21570" h="858">
                  <a:moveTo>
                    <a:pt x="0" y="858"/>
                  </a:moveTo>
                  <a:lnTo>
                    <a:pt x="0" y="0"/>
                  </a:lnTo>
                  <a:lnTo>
                    <a:pt x="21570" y="0"/>
                  </a:lnTo>
                  <a:lnTo>
                    <a:pt x="21570" y="63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3263687" y="2497189"/>
              <a:ext cx="14380" cy="1535"/>
            </a:xfrm>
            <a:custGeom>
              <a:avLst/>
              <a:pathLst>
                <a:path w="14380" h="1535">
                  <a:moveTo>
                    <a:pt x="0" y="1535"/>
                  </a:moveTo>
                  <a:lnTo>
                    <a:pt x="0" y="0"/>
                  </a:lnTo>
                  <a:lnTo>
                    <a:pt x="14380" y="0"/>
                  </a:lnTo>
                  <a:lnTo>
                    <a:pt x="14380" y="71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2345530" y="2497159"/>
              <a:ext cx="356084" cy="949"/>
            </a:xfrm>
            <a:custGeom>
              <a:avLst/>
              <a:pathLst>
                <a:path w="356084" h="949">
                  <a:moveTo>
                    <a:pt x="0" y="949"/>
                  </a:moveTo>
                  <a:lnTo>
                    <a:pt x="0" y="0"/>
                  </a:lnTo>
                  <a:lnTo>
                    <a:pt x="356084" y="0"/>
                  </a:lnTo>
                  <a:lnTo>
                    <a:pt x="356084" y="43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4001882" y="2497154"/>
              <a:ext cx="9586" cy="1570"/>
            </a:xfrm>
            <a:custGeom>
              <a:avLst/>
              <a:pathLst>
                <a:path w="9586" h="1570">
                  <a:moveTo>
                    <a:pt x="0" y="1570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1570"/>
                  </a:lnTo>
                  <a:lnTo>
                    <a:pt x="9586" y="157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4577099" y="2497135"/>
              <a:ext cx="9586" cy="1589"/>
            </a:xfrm>
            <a:custGeom>
              <a:avLst/>
              <a:pathLst>
                <a:path w="9586" h="1589">
                  <a:moveTo>
                    <a:pt x="0" y="1589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1589"/>
                  </a:lnTo>
                  <a:lnTo>
                    <a:pt x="9586" y="158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5583729" y="2497121"/>
              <a:ext cx="14380" cy="1603"/>
            </a:xfrm>
            <a:custGeom>
              <a:avLst/>
              <a:pathLst>
                <a:path w="14380" h="1603">
                  <a:moveTo>
                    <a:pt x="0" y="1603"/>
                  </a:moveTo>
                  <a:lnTo>
                    <a:pt x="0" y="0"/>
                  </a:lnTo>
                  <a:lnTo>
                    <a:pt x="14380" y="0"/>
                  </a:lnTo>
                  <a:lnTo>
                    <a:pt x="14380" y="68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5487860" y="2497100"/>
              <a:ext cx="14380" cy="1624"/>
            </a:xfrm>
            <a:custGeom>
              <a:avLst/>
              <a:pathLst>
                <a:path w="14380" h="1624">
                  <a:moveTo>
                    <a:pt x="0" y="1624"/>
                  </a:moveTo>
                  <a:lnTo>
                    <a:pt x="0" y="0"/>
                  </a:lnTo>
                  <a:lnTo>
                    <a:pt x="14380" y="0"/>
                  </a:lnTo>
                  <a:lnTo>
                    <a:pt x="14380" y="98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4174447" y="2497048"/>
              <a:ext cx="9586" cy="1676"/>
            </a:xfrm>
            <a:custGeom>
              <a:avLst/>
              <a:pathLst>
                <a:path w="9586" h="1676">
                  <a:moveTo>
                    <a:pt x="0" y="1676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1676"/>
                  </a:lnTo>
                  <a:lnTo>
                    <a:pt x="9586" y="167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5286534" y="2496967"/>
              <a:ext cx="9586" cy="1757"/>
            </a:xfrm>
            <a:custGeom>
              <a:avLst/>
              <a:pathLst>
                <a:path w="9586" h="1757">
                  <a:moveTo>
                    <a:pt x="0" y="1757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1757"/>
                  </a:lnTo>
                  <a:lnTo>
                    <a:pt x="9586" y="175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5305708" y="2496889"/>
              <a:ext cx="16777" cy="1835"/>
            </a:xfrm>
            <a:custGeom>
              <a:avLst/>
              <a:pathLst>
                <a:path w="16777" h="1835">
                  <a:moveTo>
                    <a:pt x="0" y="1835"/>
                  </a:moveTo>
                  <a:lnTo>
                    <a:pt x="0" y="0"/>
                  </a:lnTo>
                  <a:lnTo>
                    <a:pt x="16777" y="0"/>
                  </a:lnTo>
                  <a:lnTo>
                    <a:pt x="16777" y="69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3781382" y="2496879"/>
              <a:ext cx="9586" cy="1845"/>
            </a:xfrm>
            <a:custGeom>
              <a:avLst/>
              <a:pathLst>
                <a:path w="9586" h="1845">
                  <a:moveTo>
                    <a:pt x="0" y="1845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1845"/>
                  </a:lnTo>
                  <a:lnTo>
                    <a:pt x="9586" y="184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3532122" y="2496863"/>
              <a:ext cx="14380" cy="1861"/>
            </a:xfrm>
            <a:custGeom>
              <a:avLst/>
              <a:pathLst>
                <a:path w="14380" h="1861">
                  <a:moveTo>
                    <a:pt x="0" y="1861"/>
                  </a:moveTo>
                  <a:lnTo>
                    <a:pt x="0" y="0"/>
                  </a:lnTo>
                  <a:lnTo>
                    <a:pt x="14380" y="0"/>
                  </a:lnTo>
                  <a:lnTo>
                    <a:pt x="14380" y="141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4136099" y="2496795"/>
              <a:ext cx="14380" cy="1929"/>
            </a:xfrm>
            <a:custGeom>
              <a:avLst/>
              <a:pathLst>
                <a:path w="14380" h="1929">
                  <a:moveTo>
                    <a:pt x="0" y="1929"/>
                  </a:moveTo>
                  <a:lnTo>
                    <a:pt x="0" y="0"/>
                  </a:lnTo>
                  <a:lnTo>
                    <a:pt x="14380" y="0"/>
                  </a:lnTo>
                  <a:lnTo>
                    <a:pt x="14380" y="76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4198415" y="2496757"/>
              <a:ext cx="19173" cy="1304"/>
            </a:xfrm>
            <a:custGeom>
              <a:avLst/>
              <a:pathLst>
                <a:path w="19173" h="1304">
                  <a:moveTo>
                    <a:pt x="0" y="1304"/>
                  </a:moveTo>
                  <a:lnTo>
                    <a:pt x="0" y="0"/>
                  </a:lnTo>
                  <a:lnTo>
                    <a:pt x="19173" y="0"/>
                  </a:lnTo>
                  <a:lnTo>
                    <a:pt x="19173" y="49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4064197" y="2496737"/>
              <a:ext cx="19173" cy="1194"/>
            </a:xfrm>
            <a:custGeom>
              <a:avLst/>
              <a:pathLst>
                <a:path w="19173" h="1194">
                  <a:moveTo>
                    <a:pt x="0" y="1194"/>
                  </a:moveTo>
                  <a:lnTo>
                    <a:pt x="0" y="0"/>
                  </a:lnTo>
                  <a:lnTo>
                    <a:pt x="19173" y="0"/>
                  </a:lnTo>
                  <a:lnTo>
                    <a:pt x="19173" y="95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4567512" y="2496717"/>
              <a:ext cx="14380" cy="2007"/>
            </a:xfrm>
            <a:custGeom>
              <a:avLst/>
              <a:pathLst>
                <a:path w="14380" h="2007">
                  <a:moveTo>
                    <a:pt x="0" y="2007"/>
                  </a:moveTo>
                  <a:lnTo>
                    <a:pt x="0" y="0"/>
                  </a:lnTo>
                  <a:lnTo>
                    <a:pt x="14380" y="0"/>
                  </a:lnTo>
                  <a:lnTo>
                    <a:pt x="14380" y="41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4826360" y="2496682"/>
              <a:ext cx="9586" cy="2042"/>
            </a:xfrm>
            <a:custGeom>
              <a:avLst/>
              <a:pathLst>
                <a:path w="9586" h="2042">
                  <a:moveTo>
                    <a:pt x="0" y="2042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2042"/>
                  </a:lnTo>
                  <a:lnTo>
                    <a:pt x="9586" y="204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5272153" y="2496576"/>
              <a:ext cx="19173" cy="1140"/>
            </a:xfrm>
            <a:custGeom>
              <a:avLst/>
              <a:pathLst>
                <a:path w="19173" h="1140">
                  <a:moveTo>
                    <a:pt x="0" y="1140"/>
                  </a:moveTo>
                  <a:lnTo>
                    <a:pt x="0" y="0"/>
                  </a:lnTo>
                  <a:lnTo>
                    <a:pt x="19173" y="0"/>
                  </a:lnTo>
                  <a:lnTo>
                    <a:pt x="19173" y="39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2200134" y="2496569"/>
              <a:ext cx="323437" cy="681"/>
            </a:xfrm>
            <a:custGeom>
              <a:avLst/>
              <a:pathLst>
                <a:path w="323437" h="681">
                  <a:moveTo>
                    <a:pt x="0" y="681"/>
                  </a:moveTo>
                  <a:lnTo>
                    <a:pt x="0" y="0"/>
                  </a:lnTo>
                  <a:lnTo>
                    <a:pt x="323437" y="0"/>
                  </a:lnTo>
                  <a:lnTo>
                    <a:pt x="323437" y="59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3134263" y="2496562"/>
              <a:ext cx="32355" cy="1453"/>
            </a:xfrm>
            <a:custGeom>
              <a:avLst/>
              <a:pathLst>
                <a:path w="32355" h="1453">
                  <a:moveTo>
                    <a:pt x="0" y="1453"/>
                  </a:moveTo>
                  <a:lnTo>
                    <a:pt x="0" y="0"/>
                  </a:lnTo>
                  <a:lnTo>
                    <a:pt x="32355" y="0"/>
                  </a:lnTo>
                  <a:lnTo>
                    <a:pt x="32355" y="70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4864708" y="2496491"/>
              <a:ext cx="14380" cy="2233"/>
            </a:xfrm>
            <a:custGeom>
              <a:avLst/>
              <a:pathLst>
                <a:path w="14380" h="2233">
                  <a:moveTo>
                    <a:pt x="0" y="2233"/>
                  </a:moveTo>
                  <a:lnTo>
                    <a:pt x="0" y="0"/>
                  </a:lnTo>
                  <a:lnTo>
                    <a:pt x="14380" y="0"/>
                  </a:lnTo>
                  <a:lnTo>
                    <a:pt x="14380" y="171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4299078" y="2496343"/>
              <a:ext cx="16777" cy="2381"/>
            </a:xfrm>
            <a:custGeom>
              <a:avLst/>
              <a:pathLst>
                <a:path w="16777" h="2381">
                  <a:moveTo>
                    <a:pt x="0" y="2381"/>
                  </a:moveTo>
                  <a:lnTo>
                    <a:pt x="0" y="0"/>
                  </a:lnTo>
                  <a:lnTo>
                    <a:pt x="16777" y="0"/>
                  </a:lnTo>
                  <a:lnTo>
                    <a:pt x="16777" y="128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3743034" y="2496311"/>
              <a:ext cx="9586" cy="2413"/>
            </a:xfrm>
            <a:custGeom>
              <a:avLst/>
              <a:pathLst>
                <a:path w="9586" h="2413">
                  <a:moveTo>
                    <a:pt x="0" y="2413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2413"/>
                  </a:lnTo>
                  <a:lnTo>
                    <a:pt x="9586" y="241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3388317" y="2496279"/>
              <a:ext cx="9586" cy="2445"/>
            </a:xfrm>
            <a:custGeom>
              <a:avLst/>
              <a:pathLst>
                <a:path w="9586" h="2445">
                  <a:moveTo>
                    <a:pt x="0" y="2445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2445"/>
                  </a:lnTo>
                  <a:lnTo>
                    <a:pt x="9586" y="244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5344055" y="2496255"/>
              <a:ext cx="14380" cy="2469"/>
            </a:xfrm>
            <a:custGeom>
              <a:avLst/>
              <a:pathLst>
                <a:path w="14380" h="2469">
                  <a:moveTo>
                    <a:pt x="0" y="2469"/>
                  </a:moveTo>
                  <a:lnTo>
                    <a:pt x="0" y="0"/>
                  </a:lnTo>
                  <a:lnTo>
                    <a:pt x="14380" y="0"/>
                  </a:lnTo>
                  <a:lnTo>
                    <a:pt x="14380" y="190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5449512" y="2496223"/>
              <a:ext cx="14380" cy="2501"/>
            </a:xfrm>
            <a:custGeom>
              <a:avLst/>
              <a:pathLst>
                <a:path w="14380" h="2501">
                  <a:moveTo>
                    <a:pt x="0" y="2501"/>
                  </a:moveTo>
                  <a:lnTo>
                    <a:pt x="0" y="0"/>
                  </a:lnTo>
                  <a:lnTo>
                    <a:pt x="14380" y="0"/>
                  </a:lnTo>
                  <a:lnTo>
                    <a:pt x="14380" y="197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3087527" y="2496081"/>
              <a:ext cx="62914" cy="1135"/>
            </a:xfrm>
            <a:custGeom>
              <a:avLst/>
              <a:pathLst>
                <a:path w="62914" h="1135">
                  <a:moveTo>
                    <a:pt x="0" y="1135"/>
                  </a:moveTo>
                  <a:lnTo>
                    <a:pt x="0" y="0"/>
                  </a:lnTo>
                  <a:lnTo>
                    <a:pt x="62914" y="0"/>
                  </a:lnTo>
                  <a:lnTo>
                    <a:pt x="62914" y="48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3474600" y="2496078"/>
              <a:ext cx="9586" cy="2646"/>
            </a:xfrm>
            <a:custGeom>
              <a:avLst/>
              <a:pathLst>
                <a:path w="9586" h="2646">
                  <a:moveTo>
                    <a:pt x="0" y="2646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2646"/>
                  </a:lnTo>
                  <a:lnTo>
                    <a:pt x="9586" y="264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4097752" y="2495978"/>
              <a:ext cx="9586" cy="2746"/>
            </a:xfrm>
            <a:custGeom>
              <a:avLst/>
              <a:pathLst>
                <a:path w="9586" h="2746">
                  <a:moveTo>
                    <a:pt x="0" y="2746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2746"/>
                  </a:lnTo>
                  <a:lnTo>
                    <a:pt x="9586" y="274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4701730" y="2495940"/>
              <a:ext cx="9586" cy="2784"/>
            </a:xfrm>
            <a:custGeom>
              <a:avLst/>
              <a:pathLst>
                <a:path w="9586" h="2784">
                  <a:moveTo>
                    <a:pt x="0" y="2784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2784"/>
                  </a:lnTo>
                  <a:lnTo>
                    <a:pt x="9586" y="278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3062361" y="2495834"/>
              <a:ext cx="56622" cy="2890"/>
            </a:xfrm>
            <a:custGeom>
              <a:avLst/>
              <a:pathLst>
                <a:path w="56622" h="2890">
                  <a:moveTo>
                    <a:pt x="0" y="2890"/>
                  </a:moveTo>
                  <a:lnTo>
                    <a:pt x="0" y="0"/>
                  </a:lnTo>
                  <a:lnTo>
                    <a:pt x="56622" y="0"/>
                  </a:lnTo>
                  <a:lnTo>
                    <a:pt x="56622" y="24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3316415" y="2495773"/>
              <a:ext cx="19173" cy="1842"/>
            </a:xfrm>
            <a:custGeom>
              <a:avLst/>
              <a:pathLst>
                <a:path w="19173" h="1842">
                  <a:moveTo>
                    <a:pt x="0" y="1842"/>
                  </a:moveTo>
                  <a:lnTo>
                    <a:pt x="0" y="0"/>
                  </a:lnTo>
                  <a:lnTo>
                    <a:pt x="19173" y="0"/>
                  </a:lnTo>
                  <a:lnTo>
                    <a:pt x="19173" y="154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l173"/>
            <p:cNvSpPr/>
            <p:nvPr/>
          </p:nvSpPr>
          <p:spPr>
            <a:xfrm>
              <a:off x="5554968" y="2495758"/>
              <a:ext cx="9586" cy="2966"/>
            </a:xfrm>
            <a:custGeom>
              <a:avLst/>
              <a:pathLst>
                <a:path w="9586" h="2966">
                  <a:moveTo>
                    <a:pt x="0" y="2966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2966"/>
                  </a:lnTo>
                  <a:lnTo>
                    <a:pt x="9586" y="296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l174"/>
            <p:cNvSpPr/>
            <p:nvPr/>
          </p:nvSpPr>
          <p:spPr>
            <a:xfrm>
              <a:off x="3733447" y="2495736"/>
              <a:ext cx="14380" cy="2988"/>
            </a:xfrm>
            <a:custGeom>
              <a:avLst/>
              <a:pathLst>
                <a:path w="14380" h="2988">
                  <a:moveTo>
                    <a:pt x="0" y="2988"/>
                  </a:moveTo>
                  <a:lnTo>
                    <a:pt x="0" y="0"/>
                  </a:lnTo>
                  <a:lnTo>
                    <a:pt x="14380" y="0"/>
                  </a:lnTo>
                  <a:lnTo>
                    <a:pt x="14380" y="57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l175"/>
            <p:cNvSpPr/>
            <p:nvPr/>
          </p:nvSpPr>
          <p:spPr>
            <a:xfrm>
              <a:off x="3254100" y="2495722"/>
              <a:ext cx="16777" cy="3002"/>
            </a:xfrm>
            <a:custGeom>
              <a:avLst/>
              <a:pathLst>
                <a:path w="16777" h="3002">
                  <a:moveTo>
                    <a:pt x="0" y="3002"/>
                  </a:moveTo>
                  <a:lnTo>
                    <a:pt x="0" y="0"/>
                  </a:lnTo>
                  <a:lnTo>
                    <a:pt x="16777" y="0"/>
                  </a:lnTo>
                  <a:lnTo>
                    <a:pt x="16777" y="146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l176"/>
            <p:cNvSpPr/>
            <p:nvPr/>
          </p:nvSpPr>
          <p:spPr>
            <a:xfrm>
              <a:off x="4126513" y="2495643"/>
              <a:ext cx="16777" cy="3081"/>
            </a:xfrm>
            <a:custGeom>
              <a:avLst/>
              <a:pathLst>
                <a:path w="16777" h="3081">
                  <a:moveTo>
                    <a:pt x="0" y="3081"/>
                  </a:moveTo>
                  <a:lnTo>
                    <a:pt x="0" y="0"/>
                  </a:lnTo>
                  <a:lnTo>
                    <a:pt x="16777" y="0"/>
                  </a:lnTo>
                  <a:lnTo>
                    <a:pt x="16777" y="115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l177"/>
            <p:cNvSpPr/>
            <p:nvPr/>
          </p:nvSpPr>
          <p:spPr>
            <a:xfrm>
              <a:off x="3819730" y="2495642"/>
              <a:ext cx="14380" cy="3082"/>
            </a:xfrm>
            <a:custGeom>
              <a:avLst/>
              <a:pathLst>
                <a:path w="14380" h="3082">
                  <a:moveTo>
                    <a:pt x="0" y="3082"/>
                  </a:moveTo>
                  <a:lnTo>
                    <a:pt x="0" y="0"/>
                  </a:lnTo>
                  <a:lnTo>
                    <a:pt x="14380" y="0"/>
                  </a:lnTo>
                  <a:lnTo>
                    <a:pt x="14380" y="235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l178"/>
            <p:cNvSpPr/>
            <p:nvPr/>
          </p:nvSpPr>
          <p:spPr>
            <a:xfrm>
              <a:off x="4797599" y="2495598"/>
              <a:ext cx="9586" cy="3126"/>
            </a:xfrm>
            <a:custGeom>
              <a:avLst/>
              <a:pathLst>
                <a:path w="9586" h="3126">
                  <a:moveTo>
                    <a:pt x="0" y="3126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3126"/>
                  </a:lnTo>
                  <a:lnTo>
                    <a:pt x="9586" y="312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l179"/>
            <p:cNvSpPr/>
            <p:nvPr/>
          </p:nvSpPr>
          <p:spPr>
            <a:xfrm>
              <a:off x="4342219" y="2495538"/>
              <a:ext cx="21570" cy="2105"/>
            </a:xfrm>
            <a:custGeom>
              <a:avLst/>
              <a:pathLst>
                <a:path w="21570" h="2105">
                  <a:moveTo>
                    <a:pt x="0" y="2105"/>
                  </a:moveTo>
                  <a:lnTo>
                    <a:pt x="0" y="0"/>
                  </a:lnTo>
                  <a:lnTo>
                    <a:pt x="21570" y="0"/>
                  </a:lnTo>
                  <a:lnTo>
                    <a:pt x="21570" y="190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l180"/>
            <p:cNvSpPr/>
            <p:nvPr/>
          </p:nvSpPr>
          <p:spPr>
            <a:xfrm>
              <a:off x="3848491" y="2495533"/>
              <a:ext cx="14380" cy="3191"/>
            </a:xfrm>
            <a:custGeom>
              <a:avLst/>
              <a:pathLst>
                <a:path w="14380" h="3191">
                  <a:moveTo>
                    <a:pt x="0" y="3191"/>
                  </a:moveTo>
                  <a:lnTo>
                    <a:pt x="0" y="0"/>
                  </a:lnTo>
                  <a:lnTo>
                    <a:pt x="14380" y="0"/>
                  </a:lnTo>
                  <a:lnTo>
                    <a:pt x="14380" y="182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l181"/>
            <p:cNvSpPr/>
            <p:nvPr/>
          </p:nvSpPr>
          <p:spPr>
            <a:xfrm>
              <a:off x="3992295" y="2495518"/>
              <a:ext cx="14380" cy="3206"/>
            </a:xfrm>
            <a:custGeom>
              <a:avLst/>
              <a:pathLst>
                <a:path w="14380" h="3206">
                  <a:moveTo>
                    <a:pt x="0" y="3206"/>
                  </a:moveTo>
                  <a:lnTo>
                    <a:pt x="0" y="0"/>
                  </a:lnTo>
                  <a:lnTo>
                    <a:pt x="14380" y="0"/>
                  </a:lnTo>
                  <a:lnTo>
                    <a:pt x="14380" y="163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l182"/>
            <p:cNvSpPr/>
            <p:nvPr/>
          </p:nvSpPr>
          <p:spPr>
            <a:xfrm>
              <a:off x="5314096" y="2495503"/>
              <a:ext cx="37149" cy="1385"/>
            </a:xfrm>
            <a:custGeom>
              <a:avLst/>
              <a:pathLst>
                <a:path w="37149" h="1385">
                  <a:moveTo>
                    <a:pt x="0" y="1385"/>
                  </a:moveTo>
                  <a:lnTo>
                    <a:pt x="0" y="0"/>
                  </a:lnTo>
                  <a:lnTo>
                    <a:pt x="37149" y="0"/>
                  </a:lnTo>
                  <a:lnTo>
                    <a:pt x="37149" y="75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l183"/>
            <p:cNvSpPr/>
            <p:nvPr/>
          </p:nvSpPr>
          <p:spPr>
            <a:xfrm>
              <a:off x="3503361" y="2495481"/>
              <a:ext cx="9586" cy="3243"/>
            </a:xfrm>
            <a:custGeom>
              <a:avLst/>
              <a:pathLst>
                <a:path w="9586" h="3243">
                  <a:moveTo>
                    <a:pt x="0" y="3243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3243"/>
                  </a:lnTo>
                  <a:lnTo>
                    <a:pt x="9586" y="324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l184"/>
            <p:cNvSpPr/>
            <p:nvPr/>
          </p:nvSpPr>
          <p:spPr>
            <a:xfrm>
              <a:off x="3436252" y="2495454"/>
              <a:ext cx="9586" cy="3270"/>
            </a:xfrm>
            <a:custGeom>
              <a:avLst/>
              <a:pathLst>
                <a:path w="9586" h="3270">
                  <a:moveTo>
                    <a:pt x="0" y="3270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3270"/>
                  </a:lnTo>
                  <a:lnTo>
                    <a:pt x="9586" y="327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l185"/>
            <p:cNvSpPr/>
            <p:nvPr/>
          </p:nvSpPr>
          <p:spPr>
            <a:xfrm>
              <a:off x="3800556" y="2495441"/>
              <a:ext cx="9586" cy="3283"/>
            </a:xfrm>
            <a:custGeom>
              <a:avLst/>
              <a:pathLst>
                <a:path w="9586" h="3283">
                  <a:moveTo>
                    <a:pt x="0" y="3283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3283"/>
                  </a:lnTo>
                  <a:lnTo>
                    <a:pt x="9586" y="328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l186"/>
            <p:cNvSpPr/>
            <p:nvPr/>
          </p:nvSpPr>
          <p:spPr>
            <a:xfrm>
              <a:off x="3302035" y="2495423"/>
              <a:ext cx="23967" cy="3301"/>
            </a:xfrm>
            <a:custGeom>
              <a:avLst/>
              <a:pathLst>
                <a:path w="23967" h="3301">
                  <a:moveTo>
                    <a:pt x="0" y="3301"/>
                  </a:moveTo>
                  <a:lnTo>
                    <a:pt x="0" y="0"/>
                  </a:lnTo>
                  <a:lnTo>
                    <a:pt x="23967" y="0"/>
                  </a:lnTo>
                  <a:lnTo>
                    <a:pt x="23967" y="35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l187"/>
            <p:cNvSpPr/>
            <p:nvPr/>
          </p:nvSpPr>
          <p:spPr>
            <a:xfrm>
              <a:off x="4116926" y="2495408"/>
              <a:ext cx="17975" cy="3316"/>
            </a:xfrm>
            <a:custGeom>
              <a:avLst/>
              <a:pathLst>
                <a:path w="17975" h="3316">
                  <a:moveTo>
                    <a:pt x="0" y="3316"/>
                  </a:moveTo>
                  <a:lnTo>
                    <a:pt x="0" y="0"/>
                  </a:lnTo>
                  <a:lnTo>
                    <a:pt x="17975" y="0"/>
                  </a:lnTo>
                  <a:lnTo>
                    <a:pt x="17975" y="23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l188"/>
            <p:cNvSpPr/>
            <p:nvPr/>
          </p:nvSpPr>
          <p:spPr>
            <a:xfrm>
              <a:off x="4672969" y="2495399"/>
              <a:ext cx="9586" cy="3325"/>
            </a:xfrm>
            <a:custGeom>
              <a:avLst/>
              <a:pathLst>
                <a:path w="9586" h="3325">
                  <a:moveTo>
                    <a:pt x="0" y="3325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3325"/>
                  </a:lnTo>
                  <a:lnTo>
                    <a:pt x="9586" y="332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l189"/>
            <p:cNvSpPr/>
            <p:nvPr/>
          </p:nvSpPr>
          <p:spPr>
            <a:xfrm>
              <a:off x="3465013" y="2495382"/>
              <a:ext cx="14380" cy="3342"/>
            </a:xfrm>
            <a:custGeom>
              <a:avLst/>
              <a:pathLst>
                <a:path w="14380" h="3342">
                  <a:moveTo>
                    <a:pt x="0" y="3342"/>
                  </a:moveTo>
                  <a:lnTo>
                    <a:pt x="0" y="0"/>
                  </a:lnTo>
                  <a:lnTo>
                    <a:pt x="14380" y="0"/>
                  </a:lnTo>
                  <a:lnTo>
                    <a:pt x="14380" y="6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l190"/>
            <p:cNvSpPr/>
            <p:nvPr/>
          </p:nvSpPr>
          <p:spPr>
            <a:xfrm>
              <a:off x="3349969" y="2495278"/>
              <a:ext cx="9586" cy="3446"/>
            </a:xfrm>
            <a:custGeom>
              <a:avLst/>
              <a:pathLst>
                <a:path w="9586" h="3446">
                  <a:moveTo>
                    <a:pt x="0" y="3446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3446"/>
                  </a:lnTo>
                  <a:lnTo>
                    <a:pt x="9586" y="344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l191"/>
            <p:cNvSpPr/>
            <p:nvPr/>
          </p:nvSpPr>
          <p:spPr>
            <a:xfrm>
              <a:off x="5650838" y="2495276"/>
              <a:ext cx="9586" cy="3448"/>
            </a:xfrm>
            <a:custGeom>
              <a:avLst/>
              <a:pathLst>
                <a:path w="9586" h="3448">
                  <a:moveTo>
                    <a:pt x="0" y="3448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3448"/>
                  </a:lnTo>
                  <a:lnTo>
                    <a:pt x="9586" y="344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l192"/>
            <p:cNvSpPr/>
            <p:nvPr/>
          </p:nvSpPr>
          <p:spPr>
            <a:xfrm>
              <a:off x="4385360" y="2495250"/>
              <a:ext cx="14380" cy="3474"/>
            </a:xfrm>
            <a:custGeom>
              <a:avLst/>
              <a:pathLst>
                <a:path w="14380" h="3474">
                  <a:moveTo>
                    <a:pt x="0" y="3474"/>
                  </a:moveTo>
                  <a:lnTo>
                    <a:pt x="0" y="0"/>
                  </a:lnTo>
                  <a:lnTo>
                    <a:pt x="14380" y="0"/>
                  </a:lnTo>
                  <a:lnTo>
                    <a:pt x="14380" y="336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l193"/>
            <p:cNvSpPr/>
            <p:nvPr/>
          </p:nvSpPr>
          <p:spPr>
            <a:xfrm>
              <a:off x="4049817" y="2495204"/>
              <a:ext cx="23967" cy="3520"/>
            </a:xfrm>
            <a:custGeom>
              <a:avLst/>
              <a:pathLst>
                <a:path w="23967" h="3520">
                  <a:moveTo>
                    <a:pt x="0" y="3520"/>
                  </a:moveTo>
                  <a:lnTo>
                    <a:pt x="0" y="0"/>
                  </a:lnTo>
                  <a:lnTo>
                    <a:pt x="23967" y="0"/>
                  </a:lnTo>
                  <a:lnTo>
                    <a:pt x="23967" y="153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l194"/>
            <p:cNvSpPr/>
            <p:nvPr/>
          </p:nvSpPr>
          <p:spPr>
            <a:xfrm>
              <a:off x="5411164" y="2495126"/>
              <a:ext cx="9586" cy="3598"/>
            </a:xfrm>
            <a:custGeom>
              <a:avLst/>
              <a:pathLst>
                <a:path w="9586" h="3598">
                  <a:moveTo>
                    <a:pt x="0" y="3598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3598"/>
                  </a:lnTo>
                  <a:lnTo>
                    <a:pt x="9586" y="359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l195"/>
            <p:cNvSpPr/>
            <p:nvPr/>
          </p:nvSpPr>
          <p:spPr>
            <a:xfrm>
              <a:off x="5478273" y="2494982"/>
              <a:ext cx="16777" cy="3742"/>
            </a:xfrm>
            <a:custGeom>
              <a:avLst/>
              <a:pathLst>
                <a:path w="16777" h="3742">
                  <a:moveTo>
                    <a:pt x="0" y="3742"/>
                  </a:moveTo>
                  <a:lnTo>
                    <a:pt x="0" y="0"/>
                  </a:lnTo>
                  <a:lnTo>
                    <a:pt x="16777" y="0"/>
                  </a:lnTo>
                  <a:lnTo>
                    <a:pt x="16777" y="211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l196"/>
            <p:cNvSpPr/>
            <p:nvPr/>
          </p:nvSpPr>
          <p:spPr>
            <a:xfrm>
              <a:off x="3378730" y="2494906"/>
              <a:ext cx="14380" cy="3818"/>
            </a:xfrm>
            <a:custGeom>
              <a:avLst/>
              <a:pathLst>
                <a:path w="14380" h="3818">
                  <a:moveTo>
                    <a:pt x="0" y="3818"/>
                  </a:moveTo>
                  <a:lnTo>
                    <a:pt x="0" y="0"/>
                  </a:lnTo>
                  <a:lnTo>
                    <a:pt x="14380" y="0"/>
                  </a:lnTo>
                  <a:lnTo>
                    <a:pt x="14380" y="137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l197"/>
            <p:cNvSpPr/>
            <p:nvPr/>
          </p:nvSpPr>
          <p:spPr>
            <a:xfrm>
              <a:off x="3196578" y="2494875"/>
              <a:ext cx="14380" cy="3849"/>
            </a:xfrm>
            <a:custGeom>
              <a:avLst/>
              <a:pathLst>
                <a:path w="14380" h="3849">
                  <a:moveTo>
                    <a:pt x="0" y="3849"/>
                  </a:moveTo>
                  <a:lnTo>
                    <a:pt x="0" y="0"/>
                  </a:lnTo>
                  <a:lnTo>
                    <a:pt x="14380" y="0"/>
                  </a:lnTo>
                  <a:lnTo>
                    <a:pt x="14380" y="246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l198"/>
            <p:cNvSpPr/>
            <p:nvPr/>
          </p:nvSpPr>
          <p:spPr>
            <a:xfrm>
              <a:off x="5574142" y="2494657"/>
              <a:ext cx="16777" cy="4067"/>
            </a:xfrm>
            <a:custGeom>
              <a:avLst/>
              <a:pathLst>
                <a:path w="16777" h="4067">
                  <a:moveTo>
                    <a:pt x="0" y="4067"/>
                  </a:moveTo>
                  <a:lnTo>
                    <a:pt x="0" y="0"/>
                  </a:lnTo>
                  <a:lnTo>
                    <a:pt x="16777" y="0"/>
                  </a:lnTo>
                  <a:lnTo>
                    <a:pt x="16777" y="246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l199"/>
            <p:cNvSpPr/>
            <p:nvPr/>
          </p:nvSpPr>
          <p:spPr>
            <a:xfrm>
              <a:off x="3695100" y="2494517"/>
              <a:ext cx="14380" cy="4207"/>
            </a:xfrm>
            <a:custGeom>
              <a:avLst/>
              <a:pathLst>
                <a:path w="14380" h="4207">
                  <a:moveTo>
                    <a:pt x="0" y="4207"/>
                  </a:moveTo>
                  <a:lnTo>
                    <a:pt x="0" y="0"/>
                  </a:lnTo>
                  <a:lnTo>
                    <a:pt x="14380" y="0"/>
                  </a:lnTo>
                  <a:lnTo>
                    <a:pt x="14380" y="336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l200"/>
            <p:cNvSpPr/>
            <p:nvPr/>
          </p:nvSpPr>
          <p:spPr>
            <a:xfrm>
              <a:off x="3982708" y="2494380"/>
              <a:ext cx="16777" cy="4344"/>
            </a:xfrm>
            <a:custGeom>
              <a:avLst/>
              <a:pathLst>
                <a:path w="16777" h="4344">
                  <a:moveTo>
                    <a:pt x="0" y="4344"/>
                  </a:moveTo>
                  <a:lnTo>
                    <a:pt x="0" y="0"/>
                  </a:lnTo>
                  <a:lnTo>
                    <a:pt x="16777" y="0"/>
                  </a:lnTo>
                  <a:lnTo>
                    <a:pt x="16777" y="113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l201"/>
            <p:cNvSpPr/>
            <p:nvPr/>
          </p:nvSpPr>
          <p:spPr>
            <a:xfrm>
              <a:off x="3896426" y="2494358"/>
              <a:ext cx="9586" cy="4366"/>
            </a:xfrm>
            <a:custGeom>
              <a:avLst/>
              <a:pathLst>
                <a:path w="9586" h="4366">
                  <a:moveTo>
                    <a:pt x="0" y="4366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4366"/>
                  </a:lnTo>
                  <a:lnTo>
                    <a:pt x="9586" y="436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l202"/>
            <p:cNvSpPr/>
            <p:nvPr/>
          </p:nvSpPr>
          <p:spPr>
            <a:xfrm>
              <a:off x="3407491" y="2494348"/>
              <a:ext cx="14380" cy="4376"/>
            </a:xfrm>
            <a:custGeom>
              <a:avLst/>
              <a:pathLst>
                <a:path w="14380" h="4376">
                  <a:moveTo>
                    <a:pt x="0" y="4376"/>
                  </a:moveTo>
                  <a:lnTo>
                    <a:pt x="0" y="0"/>
                  </a:lnTo>
                  <a:lnTo>
                    <a:pt x="14380" y="0"/>
                  </a:lnTo>
                  <a:lnTo>
                    <a:pt x="14380" y="303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l203"/>
            <p:cNvSpPr/>
            <p:nvPr/>
          </p:nvSpPr>
          <p:spPr>
            <a:xfrm>
              <a:off x="5526207" y="2494327"/>
              <a:ext cx="9586" cy="4397"/>
            </a:xfrm>
            <a:custGeom>
              <a:avLst/>
              <a:pathLst>
                <a:path w="9586" h="4397">
                  <a:moveTo>
                    <a:pt x="0" y="4397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4397"/>
                  </a:lnTo>
                  <a:lnTo>
                    <a:pt x="9586" y="439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l204"/>
            <p:cNvSpPr/>
            <p:nvPr/>
          </p:nvSpPr>
          <p:spPr>
            <a:xfrm>
              <a:off x="2361853" y="2494304"/>
              <a:ext cx="728818" cy="2264"/>
            </a:xfrm>
            <a:custGeom>
              <a:avLst/>
              <a:pathLst>
                <a:path w="728818" h="2264">
                  <a:moveTo>
                    <a:pt x="0" y="2264"/>
                  </a:moveTo>
                  <a:lnTo>
                    <a:pt x="0" y="0"/>
                  </a:lnTo>
                  <a:lnTo>
                    <a:pt x="728818" y="0"/>
                  </a:lnTo>
                  <a:lnTo>
                    <a:pt x="728818" y="152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l205"/>
            <p:cNvSpPr/>
            <p:nvPr/>
          </p:nvSpPr>
          <p:spPr>
            <a:xfrm>
              <a:off x="4423708" y="2494115"/>
              <a:ext cx="9586" cy="4609"/>
            </a:xfrm>
            <a:custGeom>
              <a:avLst/>
              <a:pathLst>
                <a:path w="9586" h="4609">
                  <a:moveTo>
                    <a:pt x="0" y="4609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4609"/>
                  </a:lnTo>
                  <a:lnTo>
                    <a:pt x="9586" y="460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l206"/>
            <p:cNvSpPr/>
            <p:nvPr/>
          </p:nvSpPr>
          <p:spPr>
            <a:xfrm>
              <a:off x="3623198" y="2494073"/>
              <a:ext cx="19173" cy="3449"/>
            </a:xfrm>
            <a:custGeom>
              <a:avLst/>
              <a:pathLst>
                <a:path w="19173" h="3449">
                  <a:moveTo>
                    <a:pt x="0" y="3449"/>
                  </a:moveTo>
                  <a:lnTo>
                    <a:pt x="0" y="0"/>
                  </a:lnTo>
                  <a:lnTo>
                    <a:pt x="19173" y="0"/>
                  </a:lnTo>
                  <a:lnTo>
                    <a:pt x="19173" y="314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l207"/>
            <p:cNvSpPr/>
            <p:nvPr/>
          </p:nvSpPr>
          <p:spPr>
            <a:xfrm>
              <a:off x="5281740" y="2493970"/>
              <a:ext cx="50930" cy="2606"/>
            </a:xfrm>
            <a:custGeom>
              <a:avLst/>
              <a:pathLst>
                <a:path w="50930" h="2606">
                  <a:moveTo>
                    <a:pt x="0" y="2606"/>
                  </a:moveTo>
                  <a:lnTo>
                    <a:pt x="0" y="0"/>
                  </a:lnTo>
                  <a:lnTo>
                    <a:pt x="50930" y="0"/>
                  </a:lnTo>
                  <a:lnTo>
                    <a:pt x="50930" y="153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l208"/>
            <p:cNvSpPr/>
            <p:nvPr/>
          </p:nvSpPr>
          <p:spPr>
            <a:xfrm>
              <a:off x="5689186" y="2493882"/>
              <a:ext cx="9586" cy="4842"/>
            </a:xfrm>
            <a:custGeom>
              <a:avLst/>
              <a:pathLst>
                <a:path w="9586" h="4842">
                  <a:moveTo>
                    <a:pt x="0" y="4842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4842"/>
                  </a:lnTo>
                  <a:lnTo>
                    <a:pt x="9586" y="484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l209"/>
            <p:cNvSpPr/>
            <p:nvPr/>
          </p:nvSpPr>
          <p:spPr>
            <a:xfrm>
              <a:off x="3767002" y="2493855"/>
              <a:ext cx="19173" cy="4490"/>
            </a:xfrm>
            <a:custGeom>
              <a:avLst/>
              <a:pathLst>
                <a:path w="19173" h="4490">
                  <a:moveTo>
                    <a:pt x="0" y="4490"/>
                  </a:moveTo>
                  <a:lnTo>
                    <a:pt x="0" y="0"/>
                  </a:lnTo>
                  <a:lnTo>
                    <a:pt x="19173" y="0"/>
                  </a:lnTo>
                  <a:lnTo>
                    <a:pt x="19173" y="302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l210"/>
            <p:cNvSpPr/>
            <p:nvPr/>
          </p:nvSpPr>
          <p:spPr>
            <a:xfrm>
              <a:off x="3292448" y="2493798"/>
              <a:ext cx="21570" cy="4926"/>
            </a:xfrm>
            <a:custGeom>
              <a:avLst/>
              <a:pathLst>
                <a:path w="21570" h="4926">
                  <a:moveTo>
                    <a:pt x="0" y="4926"/>
                  </a:moveTo>
                  <a:lnTo>
                    <a:pt x="0" y="0"/>
                  </a:lnTo>
                  <a:lnTo>
                    <a:pt x="21570" y="0"/>
                  </a:lnTo>
                  <a:lnTo>
                    <a:pt x="21570" y="162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l211"/>
            <p:cNvSpPr/>
            <p:nvPr/>
          </p:nvSpPr>
          <p:spPr>
            <a:xfrm>
              <a:off x="5430338" y="2493692"/>
              <a:ext cx="9586" cy="5032"/>
            </a:xfrm>
            <a:custGeom>
              <a:avLst/>
              <a:pathLst>
                <a:path w="9586" h="5032">
                  <a:moveTo>
                    <a:pt x="0" y="5032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5032"/>
                  </a:lnTo>
                  <a:lnTo>
                    <a:pt x="9586" y="503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l212"/>
            <p:cNvSpPr/>
            <p:nvPr/>
          </p:nvSpPr>
          <p:spPr>
            <a:xfrm>
              <a:off x="3740638" y="2493554"/>
              <a:ext cx="35951" cy="2182"/>
            </a:xfrm>
            <a:custGeom>
              <a:avLst/>
              <a:pathLst>
                <a:path w="35951" h="2182">
                  <a:moveTo>
                    <a:pt x="0" y="2182"/>
                  </a:moveTo>
                  <a:lnTo>
                    <a:pt x="0" y="0"/>
                  </a:lnTo>
                  <a:lnTo>
                    <a:pt x="35951" y="0"/>
                  </a:lnTo>
                  <a:lnTo>
                    <a:pt x="35951" y="30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l213"/>
            <p:cNvSpPr/>
            <p:nvPr/>
          </p:nvSpPr>
          <p:spPr>
            <a:xfrm>
              <a:off x="3455426" y="2493528"/>
              <a:ext cx="16777" cy="5196"/>
            </a:xfrm>
            <a:custGeom>
              <a:avLst/>
              <a:pathLst>
                <a:path w="16777" h="5196">
                  <a:moveTo>
                    <a:pt x="0" y="5196"/>
                  </a:moveTo>
                  <a:lnTo>
                    <a:pt x="0" y="0"/>
                  </a:lnTo>
                  <a:lnTo>
                    <a:pt x="16777" y="0"/>
                  </a:lnTo>
                  <a:lnTo>
                    <a:pt x="16777" y="185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l214"/>
            <p:cNvSpPr/>
            <p:nvPr/>
          </p:nvSpPr>
          <p:spPr>
            <a:xfrm>
              <a:off x="4035436" y="2493401"/>
              <a:ext cx="26364" cy="4254"/>
            </a:xfrm>
            <a:custGeom>
              <a:avLst/>
              <a:pathLst>
                <a:path w="26364" h="4254">
                  <a:moveTo>
                    <a:pt x="0" y="4254"/>
                  </a:moveTo>
                  <a:lnTo>
                    <a:pt x="0" y="0"/>
                  </a:lnTo>
                  <a:lnTo>
                    <a:pt x="26364" y="0"/>
                  </a:lnTo>
                  <a:lnTo>
                    <a:pt x="26364" y="180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l215"/>
            <p:cNvSpPr/>
            <p:nvPr/>
          </p:nvSpPr>
          <p:spPr>
            <a:xfrm>
              <a:off x="3973121" y="2493288"/>
              <a:ext cx="17975" cy="5436"/>
            </a:xfrm>
            <a:custGeom>
              <a:avLst/>
              <a:pathLst>
                <a:path w="17975" h="5436">
                  <a:moveTo>
                    <a:pt x="0" y="5436"/>
                  </a:moveTo>
                  <a:lnTo>
                    <a:pt x="0" y="0"/>
                  </a:lnTo>
                  <a:lnTo>
                    <a:pt x="17975" y="0"/>
                  </a:lnTo>
                  <a:lnTo>
                    <a:pt x="17975" y="109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l216"/>
            <p:cNvSpPr/>
            <p:nvPr/>
          </p:nvSpPr>
          <p:spPr>
            <a:xfrm>
              <a:off x="4179241" y="2493222"/>
              <a:ext cx="28760" cy="3826"/>
            </a:xfrm>
            <a:custGeom>
              <a:avLst/>
              <a:pathLst>
                <a:path w="28760" h="3826">
                  <a:moveTo>
                    <a:pt x="0" y="3826"/>
                  </a:moveTo>
                  <a:lnTo>
                    <a:pt x="0" y="0"/>
                  </a:lnTo>
                  <a:lnTo>
                    <a:pt x="28760" y="0"/>
                  </a:lnTo>
                  <a:lnTo>
                    <a:pt x="28760" y="353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l217"/>
            <p:cNvSpPr/>
            <p:nvPr/>
          </p:nvSpPr>
          <p:spPr>
            <a:xfrm>
              <a:off x="5161903" y="2492984"/>
              <a:ext cx="9586" cy="5740"/>
            </a:xfrm>
            <a:custGeom>
              <a:avLst/>
              <a:pathLst>
                <a:path w="9586" h="5740">
                  <a:moveTo>
                    <a:pt x="0" y="5740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5740"/>
                  </a:lnTo>
                  <a:lnTo>
                    <a:pt x="9586" y="574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l218"/>
            <p:cNvSpPr/>
            <p:nvPr/>
          </p:nvSpPr>
          <p:spPr>
            <a:xfrm>
              <a:off x="4998925" y="2492670"/>
              <a:ext cx="9586" cy="6054"/>
            </a:xfrm>
            <a:custGeom>
              <a:avLst/>
              <a:pathLst>
                <a:path w="9586" h="6054">
                  <a:moveTo>
                    <a:pt x="0" y="6054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6054"/>
                  </a:lnTo>
                  <a:lnTo>
                    <a:pt x="9586" y="605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l219"/>
            <p:cNvSpPr/>
            <p:nvPr/>
          </p:nvSpPr>
          <p:spPr>
            <a:xfrm>
              <a:off x="4816773" y="2492644"/>
              <a:ext cx="14380" cy="6080"/>
            </a:xfrm>
            <a:custGeom>
              <a:avLst/>
              <a:pathLst>
                <a:path w="14380" h="6080">
                  <a:moveTo>
                    <a:pt x="0" y="6080"/>
                  </a:moveTo>
                  <a:lnTo>
                    <a:pt x="0" y="0"/>
                  </a:lnTo>
                  <a:lnTo>
                    <a:pt x="14380" y="0"/>
                  </a:lnTo>
                  <a:lnTo>
                    <a:pt x="14380" y="403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l220"/>
            <p:cNvSpPr/>
            <p:nvPr/>
          </p:nvSpPr>
          <p:spPr>
            <a:xfrm>
              <a:off x="3262488" y="2492573"/>
              <a:ext cx="40744" cy="3149"/>
            </a:xfrm>
            <a:custGeom>
              <a:avLst/>
              <a:pathLst>
                <a:path w="40744" h="3149">
                  <a:moveTo>
                    <a:pt x="0" y="3149"/>
                  </a:moveTo>
                  <a:lnTo>
                    <a:pt x="0" y="0"/>
                  </a:lnTo>
                  <a:lnTo>
                    <a:pt x="40744" y="0"/>
                  </a:lnTo>
                  <a:lnTo>
                    <a:pt x="40744" y="122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l221"/>
            <p:cNvSpPr/>
            <p:nvPr/>
          </p:nvSpPr>
          <p:spPr>
            <a:xfrm>
              <a:off x="3493774" y="2492205"/>
              <a:ext cx="14380" cy="6519"/>
            </a:xfrm>
            <a:custGeom>
              <a:avLst/>
              <a:pathLst>
                <a:path w="14380" h="6519">
                  <a:moveTo>
                    <a:pt x="0" y="6519"/>
                  </a:moveTo>
                  <a:lnTo>
                    <a:pt x="0" y="0"/>
                  </a:lnTo>
                  <a:lnTo>
                    <a:pt x="14380" y="0"/>
                  </a:lnTo>
                  <a:lnTo>
                    <a:pt x="14380" y="327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l222"/>
            <p:cNvSpPr/>
            <p:nvPr/>
          </p:nvSpPr>
          <p:spPr>
            <a:xfrm>
              <a:off x="3826920" y="2492026"/>
              <a:ext cx="28760" cy="3615"/>
            </a:xfrm>
            <a:custGeom>
              <a:avLst/>
              <a:pathLst>
                <a:path w="28760" h="3615">
                  <a:moveTo>
                    <a:pt x="0" y="3615"/>
                  </a:moveTo>
                  <a:lnTo>
                    <a:pt x="0" y="0"/>
                  </a:lnTo>
                  <a:lnTo>
                    <a:pt x="28760" y="0"/>
                  </a:lnTo>
                  <a:lnTo>
                    <a:pt x="28760" y="350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l223"/>
            <p:cNvSpPr/>
            <p:nvPr/>
          </p:nvSpPr>
          <p:spPr>
            <a:xfrm>
              <a:off x="3522535" y="2491983"/>
              <a:ext cx="16777" cy="6741"/>
            </a:xfrm>
            <a:custGeom>
              <a:avLst/>
              <a:pathLst>
                <a:path w="16777" h="6741">
                  <a:moveTo>
                    <a:pt x="0" y="6741"/>
                  </a:moveTo>
                  <a:lnTo>
                    <a:pt x="0" y="0"/>
                  </a:lnTo>
                  <a:lnTo>
                    <a:pt x="16777" y="0"/>
                  </a:lnTo>
                  <a:lnTo>
                    <a:pt x="16777" y="487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l224"/>
            <p:cNvSpPr/>
            <p:nvPr/>
          </p:nvSpPr>
          <p:spPr>
            <a:xfrm>
              <a:off x="5382403" y="2491940"/>
              <a:ext cx="9586" cy="6784"/>
            </a:xfrm>
            <a:custGeom>
              <a:avLst/>
              <a:pathLst>
                <a:path w="9586" h="6784">
                  <a:moveTo>
                    <a:pt x="0" y="6784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6784"/>
                  </a:lnTo>
                  <a:lnTo>
                    <a:pt x="9586" y="678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l225"/>
            <p:cNvSpPr/>
            <p:nvPr/>
          </p:nvSpPr>
          <p:spPr>
            <a:xfrm>
              <a:off x="4353004" y="2491868"/>
              <a:ext cx="39546" cy="3670"/>
            </a:xfrm>
            <a:custGeom>
              <a:avLst/>
              <a:pathLst>
                <a:path w="39546" h="3670">
                  <a:moveTo>
                    <a:pt x="0" y="3670"/>
                  </a:moveTo>
                  <a:lnTo>
                    <a:pt x="0" y="0"/>
                  </a:lnTo>
                  <a:lnTo>
                    <a:pt x="39546" y="0"/>
                  </a:lnTo>
                  <a:lnTo>
                    <a:pt x="39546" y="338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l226"/>
            <p:cNvSpPr/>
            <p:nvPr/>
          </p:nvSpPr>
          <p:spPr>
            <a:xfrm>
              <a:off x="3570469" y="2491855"/>
              <a:ext cx="9586" cy="6869"/>
            </a:xfrm>
            <a:custGeom>
              <a:avLst/>
              <a:pathLst>
                <a:path w="9586" h="6869">
                  <a:moveTo>
                    <a:pt x="0" y="6869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6869"/>
                  </a:lnTo>
                  <a:lnTo>
                    <a:pt x="9586" y="686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l227"/>
            <p:cNvSpPr/>
            <p:nvPr/>
          </p:nvSpPr>
          <p:spPr>
            <a:xfrm>
              <a:off x="1959861" y="2491702"/>
              <a:ext cx="9586" cy="7022"/>
            </a:xfrm>
            <a:custGeom>
              <a:avLst/>
              <a:pathLst>
                <a:path w="9586" h="7022">
                  <a:moveTo>
                    <a:pt x="0" y="7022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7022"/>
                  </a:lnTo>
                  <a:lnTo>
                    <a:pt x="9586" y="702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l228"/>
            <p:cNvSpPr/>
            <p:nvPr/>
          </p:nvSpPr>
          <p:spPr>
            <a:xfrm>
              <a:off x="4692143" y="2491656"/>
              <a:ext cx="14380" cy="7068"/>
            </a:xfrm>
            <a:custGeom>
              <a:avLst/>
              <a:pathLst>
                <a:path w="14380" h="7068">
                  <a:moveTo>
                    <a:pt x="0" y="7068"/>
                  </a:moveTo>
                  <a:lnTo>
                    <a:pt x="0" y="0"/>
                  </a:lnTo>
                  <a:lnTo>
                    <a:pt x="14380" y="0"/>
                  </a:lnTo>
                  <a:lnTo>
                    <a:pt x="14380" y="428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l229"/>
            <p:cNvSpPr/>
            <p:nvPr/>
          </p:nvSpPr>
          <p:spPr>
            <a:xfrm>
              <a:off x="3685513" y="2491626"/>
              <a:ext cx="16777" cy="7098"/>
            </a:xfrm>
            <a:custGeom>
              <a:avLst/>
              <a:pathLst>
                <a:path w="16777" h="7098">
                  <a:moveTo>
                    <a:pt x="0" y="7098"/>
                  </a:moveTo>
                  <a:lnTo>
                    <a:pt x="0" y="0"/>
                  </a:lnTo>
                  <a:lnTo>
                    <a:pt x="16777" y="0"/>
                  </a:lnTo>
                  <a:lnTo>
                    <a:pt x="16777" y="289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l230"/>
            <p:cNvSpPr/>
            <p:nvPr/>
          </p:nvSpPr>
          <p:spPr>
            <a:xfrm>
              <a:off x="5909686" y="2491608"/>
              <a:ext cx="9586" cy="7116"/>
            </a:xfrm>
            <a:custGeom>
              <a:avLst/>
              <a:pathLst>
                <a:path w="9586" h="7116">
                  <a:moveTo>
                    <a:pt x="0" y="7116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7116"/>
                  </a:lnTo>
                  <a:lnTo>
                    <a:pt x="9586" y="711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l231"/>
            <p:cNvSpPr/>
            <p:nvPr/>
          </p:nvSpPr>
          <p:spPr>
            <a:xfrm>
              <a:off x="2151600" y="2491538"/>
              <a:ext cx="9586" cy="7186"/>
            </a:xfrm>
            <a:custGeom>
              <a:avLst/>
              <a:pathLst>
                <a:path w="9586" h="7186">
                  <a:moveTo>
                    <a:pt x="0" y="7186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7186"/>
                  </a:lnTo>
                  <a:lnTo>
                    <a:pt x="9586" y="718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l232"/>
            <p:cNvSpPr/>
            <p:nvPr/>
          </p:nvSpPr>
          <p:spPr>
            <a:xfrm>
              <a:off x="3232529" y="2491397"/>
              <a:ext cx="50331" cy="6185"/>
            </a:xfrm>
            <a:custGeom>
              <a:avLst/>
              <a:pathLst>
                <a:path w="50331" h="6185">
                  <a:moveTo>
                    <a:pt x="0" y="6185"/>
                  </a:moveTo>
                  <a:lnTo>
                    <a:pt x="0" y="0"/>
                  </a:lnTo>
                  <a:lnTo>
                    <a:pt x="50331" y="0"/>
                  </a:lnTo>
                  <a:lnTo>
                    <a:pt x="50331" y="117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l233"/>
            <p:cNvSpPr/>
            <p:nvPr/>
          </p:nvSpPr>
          <p:spPr>
            <a:xfrm>
              <a:off x="3656752" y="2491383"/>
              <a:ext cx="9586" cy="7341"/>
            </a:xfrm>
            <a:custGeom>
              <a:avLst/>
              <a:pathLst>
                <a:path w="9586" h="7341">
                  <a:moveTo>
                    <a:pt x="0" y="7341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7341"/>
                  </a:lnTo>
                  <a:lnTo>
                    <a:pt x="9586" y="734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l234"/>
            <p:cNvSpPr/>
            <p:nvPr/>
          </p:nvSpPr>
          <p:spPr>
            <a:xfrm>
              <a:off x="3886839" y="2491381"/>
              <a:ext cx="14380" cy="7343"/>
            </a:xfrm>
            <a:custGeom>
              <a:avLst/>
              <a:pathLst>
                <a:path w="14380" h="7343">
                  <a:moveTo>
                    <a:pt x="0" y="7343"/>
                  </a:moveTo>
                  <a:lnTo>
                    <a:pt x="0" y="0"/>
                  </a:lnTo>
                  <a:lnTo>
                    <a:pt x="14380" y="0"/>
                  </a:lnTo>
                  <a:lnTo>
                    <a:pt x="14380" y="297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l235"/>
            <p:cNvSpPr/>
            <p:nvPr/>
          </p:nvSpPr>
          <p:spPr>
            <a:xfrm>
              <a:off x="4855121" y="2491257"/>
              <a:ext cx="16777" cy="7467"/>
            </a:xfrm>
            <a:custGeom>
              <a:avLst/>
              <a:pathLst>
                <a:path w="16777" h="7467">
                  <a:moveTo>
                    <a:pt x="0" y="7467"/>
                  </a:moveTo>
                  <a:lnTo>
                    <a:pt x="0" y="0"/>
                  </a:lnTo>
                  <a:lnTo>
                    <a:pt x="16777" y="0"/>
                  </a:lnTo>
                  <a:lnTo>
                    <a:pt x="16777" y="523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l236"/>
            <p:cNvSpPr/>
            <p:nvPr/>
          </p:nvSpPr>
          <p:spPr>
            <a:xfrm>
              <a:off x="3805350" y="2491200"/>
              <a:ext cx="35951" cy="4240"/>
            </a:xfrm>
            <a:custGeom>
              <a:avLst/>
              <a:pathLst>
                <a:path w="35951" h="4240">
                  <a:moveTo>
                    <a:pt x="0" y="4240"/>
                  </a:moveTo>
                  <a:lnTo>
                    <a:pt x="0" y="0"/>
                  </a:lnTo>
                  <a:lnTo>
                    <a:pt x="35951" y="0"/>
                  </a:lnTo>
                  <a:lnTo>
                    <a:pt x="35951" y="82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l237"/>
            <p:cNvSpPr/>
            <p:nvPr/>
          </p:nvSpPr>
          <p:spPr>
            <a:xfrm>
              <a:off x="4922230" y="2491071"/>
              <a:ext cx="9586" cy="7653"/>
            </a:xfrm>
            <a:custGeom>
              <a:avLst/>
              <a:pathLst>
                <a:path w="9586" h="7653">
                  <a:moveTo>
                    <a:pt x="0" y="7653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7653"/>
                  </a:lnTo>
                  <a:lnTo>
                    <a:pt x="9586" y="765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l238"/>
            <p:cNvSpPr/>
            <p:nvPr/>
          </p:nvSpPr>
          <p:spPr>
            <a:xfrm>
              <a:off x="5257773" y="2490882"/>
              <a:ext cx="49432" cy="7842"/>
            </a:xfrm>
            <a:custGeom>
              <a:avLst/>
              <a:pathLst>
                <a:path w="49432" h="7842">
                  <a:moveTo>
                    <a:pt x="0" y="7842"/>
                  </a:moveTo>
                  <a:lnTo>
                    <a:pt x="0" y="0"/>
                  </a:lnTo>
                  <a:lnTo>
                    <a:pt x="49432" y="0"/>
                  </a:lnTo>
                  <a:lnTo>
                    <a:pt x="49432" y="308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l239"/>
            <p:cNvSpPr/>
            <p:nvPr/>
          </p:nvSpPr>
          <p:spPr>
            <a:xfrm>
              <a:off x="3203768" y="2490765"/>
              <a:ext cx="53926" cy="4110"/>
            </a:xfrm>
            <a:custGeom>
              <a:avLst/>
              <a:pathLst>
                <a:path w="53926" h="4110">
                  <a:moveTo>
                    <a:pt x="0" y="4110"/>
                  </a:moveTo>
                  <a:lnTo>
                    <a:pt x="0" y="0"/>
                  </a:lnTo>
                  <a:lnTo>
                    <a:pt x="53926" y="0"/>
                  </a:lnTo>
                  <a:lnTo>
                    <a:pt x="53926" y="63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l240"/>
            <p:cNvSpPr/>
            <p:nvPr/>
          </p:nvSpPr>
          <p:spPr>
            <a:xfrm>
              <a:off x="3369143" y="2490650"/>
              <a:ext cx="16777" cy="8074"/>
            </a:xfrm>
            <a:custGeom>
              <a:avLst/>
              <a:pathLst>
                <a:path w="16777" h="8074">
                  <a:moveTo>
                    <a:pt x="0" y="8074"/>
                  </a:moveTo>
                  <a:lnTo>
                    <a:pt x="0" y="0"/>
                  </a:lnTo>
                  <a:lnTo>
                    <a:pt x="16777" y="0"/>
                  </a:lnTo>
                  <a:lnTo>
                    <a:pt x="16777" y="425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l241"/>
            <p:cNvSpPr/>
            <p:nvPr/>
          </p:nvSpPr>
          <p:spPr>
            <a:xfrm>
              <a:off x="5238599" y="2490311"/>
              <a:ext cx="9586" cy="8413"/>
            </a:xfrm>
            <a:custGeom>
              <a:avLst/>
              <a:pathLst>
                <a:path w="9586" h="8413">
                  <a:moveTo>
                    <a:pt x="0" y="8413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8413"/>
                  </a:lnTo>
                  <a:lnTo>
                    <a:pt x="9586" y="841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l242"/>
            <p:cNvSpPr/>
            <p:nvPr/>
          </p:nvSpPr>
          <p:spPr>
            <a:xfrm>
              <a:off x="3604024" y="2490150"/>
              <a:ext cx="28760" cy="7262"/>
            </a:xfrm>
            <a:custGeom>
              <a:avLst/>
              <a:pathLst>
                <a:path w="28760" h="7262">
                  <a:moveTo>
                    <a:pt x="0" y="7262"/>
                  </a:moveTo>
                  <a:lnTo>
                    <a:pt x="0" y="0"/>
                  </a:lnTo>
                  <a:lnTo>
                    <a:pt x="28760" y="0"/>
                  </a:lnTo>
                  <a:lnTo>
                    <a:pt x="28760" y="392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l243"/>
            <p:cNvSpPr/>
            <p:nvPr/>
          </p:nvSpPr>
          <p:spPr>
            <a:xfrm>
              <a:off x="2726263" y="2490097"/>
              <a:ext cx="504468" cy="4206"/>
            </a:xfrm>
            <a:custGeom>
              <a:avLst/>
              <a:pathLst>
                <a:path w="504468" h="4206">
                  <a:moveTo>
                    <a:pt x="0" y="4206"/>
                  </a:moveTo>
                  <a:lnTo>
                    <a:pt x="0" y="0"/>
                  </a:lnTo>
                  <a:lnTo>
                    <a:pt x="504468" y="0"/>
                  </a:lnTo>
                  <a:lnTo>
                    <a:pt x="504468" y="66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l244"/>
            <p:cNvSpPr/>
            <p:nvPr/>
          </p:nvSpPr>
          <p:spPr>
            <a:xfrm>
              <a:off x="5456702" y="2489816"/>
              <a:ext cx="29959" cy="6407"/>
            </a:xfrm>
            <a:custGeom>
              <a:avLst/>
              <a:pathLst>
                <a:path w="29959" h="6407">
                  <a:moveTo>
                    <a:pt x="0" y="6407"/>
                  </a:moveTo>
                  <a:lnTo>
                    <a:pt x="0" y="0"/>
                  </a:lnTo>
                  <a:lnTo>
                    <a:pt x="29959" y="0"/>
                  </a:lnTo>
                  <a:lnTo>
                    <a:pt x="29959" y="516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l245"/>
            <p:cNvSpPr/>
            <p:nvPr/>
          </p:nvSpPr>
          <p:spPr>
            <a:xfrm>
              <a:off x="2170774" y="2489610"/>
              <a:ext cx="807722" cy="9114"/>
            </a:xfrm>
            <a:custGeom>
              <a:avLst/>
              <a:pathLst>
                <a:path w="807722" h="9114">
                  <a:moveTo>
                    <a:pt x="0" y="9114"/>
                  </a:moveTo>
                  <a:lnTo>
                    <a:pt x="0" y="0"/>
                  </a:lnTo>
                  <a:lnTo>
                    <a:pt x="807722" y="0"/>
                  </a:lnTo>
                  <a:lnTo>
                    <a:pt x="807722" y="48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l246"/>
            <p:cNvSpPr/>
            <p:nvPr/>
          </p:nvSpPr>
          <p:spPr>
            <a:xfrm>
              <a:off x="3963534" y="2489596"/>
              <a:ext cx="18574" cy="9128"/>
            </a:xfrm>
            <a:custGeom>
              <a:avLst/>
              <a:pathLst>
                <a:path w="18574" h="9128">
                  <a:moveTo>
                    <a:pt x="0" y="9128"/>
                  </a:moveTo>
                  <a:lnTo>
                    <a:pt x="0" y="0"/>
                  </a:lnTo>
                  <a:lnTo>
                    <a:pt x="18574" y="0"/>
                  </a:lnTo>
                  <a:lnTo>
                    <a:pt x="18574" y="369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l247"/>
            <p:cNvSpPr/>
            <p:nvPr/>
          </p:nvSpPr>
          <p:spPr>
            <a:xfrm>
              <a:off x="5401577" y="2489568"/>
              <a:ext cx="14380" cy="9156"/>
            </a:xfrm>
            <a:custGeom>
              <a:avLst/>
              <a:pathLst>
                <a:path w="14380" h="9156">
                  <a:moveTo>
                    <a:pt x="0" y="9156"/>
                  </a:moveTo>
                  <a:lnTo>
                    <a:pt x="0" y="0"/>
                  </a:lnTo>
                  <a:lnTo>
                    <a:pt x="14380" y="0"/>
                  </a:lnTo>
                  <a:lnTo>
                    <a:pt x="14380" y="555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l248"/>
            <p:cNvSpPr/>
            <p:nvPr/>
          </p:nvSpPr>
          <p:spPr>
            <a:xfrm>
              <a:off x="3920393" y="2489564"/>
              <a:ext cx="19173" cy="8900"/>
            </a:xfrm>
            <a:custGeom>
              <a:avLst/>
              <a:pathLst>
                <a:path w="19173" h="8900">
                  <a:moveTo>
                    <a:pt x="0" y="8900"/>
                  </a:moveTo>
                  <a:lnTo>
                    <a:pt x="0" y="0"/>
                  </a:lnTo>
                  <a:lnTo>
                    <a:pt x="19173" y="0"/>
                  </a:lnTo>
                  <a:lnTo>
                    <a:pt x="19173" y="812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l249"/>
            <p:cNvSpPr/>
            <p:nvPr/>
          </p:nvSpPr>
          <p:spPr>
            <a:xfrm>
              <a:off x="5804229" y="2489459"/>
              <a:ext cx="9586" cy="9265"/>
            </a:xfrm>
            <a:custGeom>
              <a:avLst/>
              <a:pathLst>
                <a:path w="9586" h="9265">
                  <a:moveTo>
                    <a:pt x="0" y="9265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9265"/>
                  </a:lnTo>
                  <a:lnTo>
                    <a:pt x="9586" y="926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l250"/>
            <p:cNvSpPr/>
            <p:nvPr/>
          </p:nvSpPr>
          <p:spPr>
            <a:xfrm>
              <a:off x="4102545" y="2489225"/>
              <a:ext cx="23368" cy="6752"/>
            </a:xfrm>
            <a:custGeom>
              <a:avLst/>
              <a:pathLst>
                <a:path w="23368" h="6752">
                  <a:moveTo>
                    <a:pt x="0" y="6752"/>
                  </a:moveTo>
                  <a:lnTo>
                    <a:pt x="0" y="0"/>
                  </a:lnTo>
                  <a:lnTo>
                    <a:pt x="23368" y="0"/>
                  </a:lnTo>
                  <a:lnTo>
                    <a:pt x="23368" y="618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251"/>
            <p:cNvSpPr/>
            <p:nvPr/>
          </p:nvSpPr>
          <p:spPr>
            <a:xfrm>
              <a:off x="2103666" y="2489117"/>
              <a:ext cx="9586" cy="9607"/>
            </a:xfrm>
            <a:custGeom>
              <a:avLst/>
              <a:pathLst>
                <a:path w="9586" h="9607">
                  <a:moveTo>
                    <a:pt x="0" y="9607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9607"/>
                  </a:lnTo>
                  <a:lnTo>
                    <a:pt x="9586" y="960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252"/>
            <p:cNvSpPr/>
            <p:nvPr/>
          </p:nvSpPr>
          <p:spPr>
            <a:xfrm>
              <a:off x="4557925" y="2488962"/>
              <a:ext cx="16777" cy="9762"/>
            </a:xfrm>
            <a:custGeom>
              <a:avLst/>
              <a:pathLst>
                <a:path w="16777" h="9762">
                  <a:moveTo>
                    <a:pt x="0" y="9762"/>
                  </a:moveTo>
                  <a:lnTo>
                    <a:pt x="0" y="0"/>
                  </a:lnTo>
                  <a:lnTo>
                    <a:pt x="16777" y="0"/>
                  </a:lnTo>
                  <a:lnTo>
                    <a:pt x="16777" y="775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253"/>
            <p:cNvSpPr/>
            <p:nvPr/>
          </p:nvSpPr>
          <p:spPr>
            <a:xfrm>
              <a:off x="4845534" y="2488933"/>
              <a:ext cx="17975" cy="9791"/>
            </a:xfrm>
            <a:custGeom>
              <a:avLst/>
              <a:pathLst>
                <a:path w="17975" h="9791">
                  <a:moveTo>
                    <a:pt x="0" y="9791"/>
                  </a:moveTo>
                  <a:lnTo>
                    <a:pt x="0" y="0"/>
                  </a:lnTo>
                  <a:lnTo>
                    <a:pt x="17975" y="0"/>
                  </a:lnTo>
                  <a:lnTo>
                    <a:pt x="17975" y="232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254"/>
            <p:cNvSpPr/>
            <p:nvPr/>
          </p:nvSpPr>
          <p:spPr>
            <a:xfrm>
              <a:off x="3723861" y="2488730"/>
              <a:ext cx="34752" cy="9994"/>
            </a:xfrm>
            <a:custGeom>
              <a:avLst/>
              <a:pathLst>
                <a:path w="34752" h="9994">
                  <a:moveTo>
                    <a:pt x="0" y="9994"/>
                  </a:moveTo>
                  <a:lnTo>
                    <a:pt x="0" y="0"/>
                  </a:lnTo>
                  <a:lnTo>
                    <a:pt x="34752" y="0"/>
                  </a:lnTo>
                  <a:lnTo>
                    <a:pt x="34752" y="482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255"/>
            <p:cNvSpPr/>
            <p:nvPr/>
          </p:nvSpPr>
          <p:spPr>
            <a:xfrm>
              <a:off x="5900099" y="2488677"/>
              <a:ext cx="14380" cy="10047"/>
            </a:xfrm>
            <a:custGeom>
              <a:avLst/>
              <a:pathLst>
                <a:path w="14380" h="10047">
                  <a:moveTo>
                    <a:pt x="0" y="10047"/>
                  </a:moveTo>
                  <a:lnTo>
                    <a:pt x="0" y="0"/>
                  </a:lnTo>
                  <a:lnTo>
                    <a:pt x="14380" y="0"/>
                  </a:lnTo>
                  <a:lnTo>
                    <a:pt x="14380" y="293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256"/>
            <p:cNvSpPr/>
            <p:nvPr/>
          </p:nvSpPr>
          <p:spPr>
            <a:xfrm>
              <a:off x="3441045" y="2488545"/>
              <a:ext cx="22769" cy="6908"/>
            </a:xfrm>
            <a:custGeom>
              <a:avLst/>
              <a:pathLst>
                <a:path w="22769" h="6908">
                  <a:moveTo>
                    <a:pt x="0" y="6908"/>
                  </a:moveTo>
                  <a:lnTo>
                    <a:pt x="0" y="0"/>
                  </a:lnTo>
                  <a:lnTo>
                    <a:pt x="22769" y="0"/>
                  </a:lnTo>
                  <a:lnTo>
                    <a:pt x="22769" y="498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257"/>
            <p:cNvSpPr/>
            <p:nvPr/>
          </p:nvSpPr>
          <p:spPr>
            <a:xfrm>
              <a:off x="1988622" y="2488279"/>
              <a:ext cx="9586" cy="10445"/>
            </a:xfrm>
            <a:custGeom>
              <a:avLst/>
              <a:pathLst>
                <a:path w="9586" h="10445">
                  <a:moveTo>
                    <a:pt x="0" y="10445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10445"/>
                  </a:lnTo>
                  <a:lnTo>
                    <a:pt x="9586" y="1044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258"/>
            <p:cNvSpPr/>
            <p:nvPr/>
          </p:nvSpPr>
          <p:spPr>
            <a:xfrm>
              <a:off x="4164860" y="2488268"/>
              <a:ext cx="28760" cy="10456"/>
            </a:xfrm>
            <a:custGeom>
              <a:avLst/>
              <a:pathLst>
                <a:path w="28760" h="10456">
                  <a:moveTo>
                    <a:pt x="0" y="10456"/>
                  </a:moveTo>
                  <a:lnTo>
                    <a:pt x="0" y="0"/>
                  </a:lnTo>
                  <a:lnTo>
                    <a:pt x="28760" y="0"/>
                  </a:lnTo>
                  <a:lnTo>
                    <a:pt x="28760" y="495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l259"/>
            <p:cNvSpPr/>
            <p:nvPr/>
          </p:nvSpPr>
          <p:spPr>
            <a:xfrm>
              <a:off x="3675926" y="2488230"/>
              <a:ext cx="17975" cy="10494"/>
            </a:xfrm>
            <a:custGeom>
              <a:avLst/>
              <a:pathLst>
                <a:path w="17975" h="10494">
                  <a:moveTo>
                    <a:pt x="0" y="10494"/>
                  </a:moveTo>
                  <a:lnTo>
                    <a:pt x="0" y="0"/>
                  </a:lnTo>
                  <a:lnTo>
                    <a:pt x="17975" y="0"/>
                  </a:lnTo>
                  <a:lnTo>
                    <a:pt x="17975" y="339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l260"/>
            <p:cNvSpPr/>
            <p:nvPr/>
          </p:nvSpPr>
          <p:spPr>
            <a:xfrm>
              <a:off x="5516621" y="2488223"/>
              <a:ext cx="14380" cy="10501"/>
            </a:xfrm>
            <a:custGeom>
              <a:avLst/>
              <a:pathLst>
                <a:path w="14380" h="10501">
                  <a:moveTo>
                    <a:pt x="0" y="10501"/>
                  </a:moveTo>
                  <a:lnTo>
                    <a:pt x="0" y="0"/>
                  </a:lnTo>
                  <a:lnTo>
                    <a:pt x="14380" y="0"/>
                  </a:lnTo>
                  <a:lnTo>
                    <a:pt x="14380" y="610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l261"/>
            <p:cNvSpPr/>
            <p:nvPr/>
          </p:nvSpPr>
          <p:spPr>
            <a:xfrm>
              <a:off x="5938446" y="2488211"/>
              <a:ext cx="9586" cy="10513"/>
            </a:xfrm>
            <a:custGeom>
              <a:avLst/>
              <a:pathLst>
                <a:path w="9586" h="10513">
                  <a:moveTo>
                    <a:pt x="0" y="10513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10513"/>
                  </a:lnTo>
                  <a:lnTo>
                    <a:pt x="9586" y="1051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l262"/>
            <p:cNvSpPr/>
            <p:nvPr/>
          </p:nvSpPr>
          <p:spPr>
            <a:xfrm>
              <a:off x="5559762" y="2487971"/>
              <a:ext cx="22769" cy="7786"/>
            </a:xfrm>
            <a:custGeom>
              <a:avLst/>
              <a:pathLst>
                <a:path w="22769" h="7786">
                  <a:moveTo>
                    <a:pt x="0" y="7786"/>
                  </a:moveTo>
                  <a:lnTo>
                    <a:pt x="0" y="0"/>
                  </a:lnTo>
                  <a:lnTo>
                    <a:pt x="22769" y="0"/>
                  </a:lnTo>
                  <a:lnTo>
                    <a:pt x="22769" y="668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l263"/>
            <p:cNvSpPr/>
            <p:nvPr/>
          </p:nvSpPr>
          <p:spPr>
            <a:xfrm>
              <a:off x="4307466" y="2487898"/>
              <a:ext cx="65311" cy="8444"/>
            </a:xfrm>
            <a:custGeom>
              <a:avLst/>
              <a:pathLst>
                <a:path w="65311" h="8444">
                  <a:moveTo>
                    <a:pt x="0" y="8444"/>
                  </a:moveTo>
                  <a:lnTo>
                    <a:pt x="0" y="0"/>
                  </a:lnTo>
                  <a:lnTo>
                    <a:pt x="65311" y="0"/>
                  </a:lnTo>
                  <a:lnTo>
                    <a:pt x="65311" y="396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l264"/>
            <p:cNvSpPr/>
            <p:nvPr/>
          </p:nvSpPr>
          <p:spPr>
            <a:xfrm>
              <a:off x="4442882" y="2487672"/>
              <a:ext cx="9586" cy="11052"/>
            </a:xfrm>
            <a:custGeom>
              <a:avLst/>
              <a:pathLst>
                <a:path w="9586" h="11052">
                  <a:moveTo>
                    <a:pt x="0" y="11052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11052"/>
                  </a:lnTo>
                  <a:lnTo>
                    <a:pt x="9586" y="1105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l265"/>
            <p:cNvSpPr/>
            <p:nvPr/>
          </p:nvSpPr>
          <p:spPr>
            <a:xfrm>
              <a:off x="3414681" y="2487617"/>
              <a:ext cx="37748" cy="6731"/>
            </a:xfrm>
            <a:custGeom>
              <a:avLst/>
              <a:pathLst>
                <a:path w="37748" h="6731">
                  <a:moveTo>
                    <a:pt x="0" y="6731"/>
                  </a:moveTo>
                  <a:lnTo>
                    <a:pt x="0" y="0"/>
                  </a:lnTo>
                  <a:lnTo>
                    <a:pt x="37748" y="0"/>
                  </a:lnTo>
                  <a:lnTo>
                    <a:pt x="37748" y="92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l266"/>
            <p:cNvSpPr/>
            <p:nvPr/>
          </p:nvSpPr>
          <p:spPr>
            <a:xfrm>
              <a:off x="4615447" y="2487175"/>
              <a:ext cx="9586" cy="11549"/>
            </a:xfrm>
            <a:custGeom>
              <a:avLst/>
              <a:pathLst>
                <a:path w="9586" h="11549">
                  <a:moveTo>
                    <a:pt x="0" y="11549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11549"/>
                  </a:lnTo>
                  <a:lnTo>
                    <a:pt x="9586" y="1154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l267"/>
            <p:cNvSpPr/>
            <p:nvPr/>
          </p:nvSpPr>
          <p:spPr>
            <a:xfrm>
              <a:off x="3589643" y="2487173"/>
              <a:ext cx="28760" cy="11551"/>
            </a:xfrm>
            <a:custGeom>
              <a:avLst/>
              <a:pathLst>
                <a:path w="28760" h="11551">
                  <a:moveTo>
                    <a:pt x="0" y="11551"/>
                  </a:moveTo>
                  <a:lnTo>
                    <a:pt x="0" y="0"/>
                  </a:lnTo>
                  <a:lnTo>
                    <a:pt x="28760" y="0"/>
                  </a:lnTo>
                  <a:lnTo>
                    <a:pt x="28760" y="297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l268"/>
            <p:cNvSpPr/>
            <p:nvPr/>
          </p:nvSpPr>
          <p:spPr>
            <a:xfrm>
              <a:off x="5832990" y="2487119"/>
              <a:ext cx="9586" cy="11605"/>
            </a:xfrm>
            <a:custGeom>
              <a:avLst/>
              <a:pathLst>
                <a:path w="9586" h="11605">
                  <a:moveTo>
                    <a:pt x="0" y="11605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11605"/>
                  </a:lnTo>
                  <a:lnTo>
                    <a:pt x="9586" y="1160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l269"/>
            <p:cNvSpPr/>
            <p:nvPr/>
          </p:nvSpPr>
          <p:spPr>
            <a:xfrm>
              <a:off x="2094079" y="2486915"/>
              <a:ext cx="14380" cy="11809"/>
            </a:xfrm>
            <a:custGeom>
              <a:avLst/>
              <a:pathLst>
                <a:path w="14380" h="11809">
                  <a:moveTo>
                    <a:pt x="0" y="11809"/>
                  </a:moveTo>
                  <a:lnTo>
                    <a:pt x="0" y="0"/>
                  </a:lnTo>
                  <a:lnTo>
                    <a:pt x="14380" y="0"/>
                  </a:lnTo>
                  <a:lnTo>
                    <a:pt x="14380" y="220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l270"/>
            <p:cNvSpPr/>
            <p:nvPr/>
          </p:nvSpPr>
          <p:spPr>
            <a:xfrm>
              <a:off x="4231969" y="2486541"/>
              <a:ext cx="9586" cy="12183"/>
            </a:xfrm>
            <a:custGeom>
              <a:avLst/>
              <a:pathLst>
                <a:path w="9586" h="12183">
                  <a:moveTo>
                    <a:pt x="0" y="12183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12183"/>
                  </a:lnTo>
                  <a:lnTo>
                    <a:pt x="9586" y="1218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l271"/>
            <p:cNvSpPr/>
            <p:nvPr/>
          </p:nvSpPr>
          <p:spPr>
            <a:xfrm>
              <a:off x="4644208" y="2486331"/>
              <a:ext cx="9586" cy="12393"/>
            </a:xfrm>
            <a:custGeom>
              <a:avLst/>
              <a:pathLst>
                <a:path w="9586" h="12393">
                  <a:moveTo>
                    <a:pt x="0" y="12393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12393"/>
                  </a:lnTo>
                  <a:lnTo>
                    <a:pt x="9586" y="1239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l272"/>
            <p:cNvSpPr/>
            <p:nvPr/>
          </p:nvSpPr>
          <p:spPr>
            <a:xfrm>
              <a:off x="4260730" y="2486218"/>
              <a:ext cx="9586" cy="12506"/>
            </a:xfrm>
            <a:custGeom>
              <a:avLst/>
              <a:pathLst>
                <a:path w="9586" h="12506">
                  <a:moveTo>
                    <a:pt x="0" y="12506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12506"/>
                  </a:lnTo>
                  <a:lnTo>
                    <a:pt x="9586" y="1250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l273"/>
            <p:cNvSpPr/>
            <p:nvPr/>
          </p:nvSpPr>
          <p:spPr>
            <a:xfrm>
              <a:off x="3377532" y="2485904"/>
              <a:ext cx="56023" cy="4746"/>
            </a:xfrm>
            <a:custGeom>
              <a:avLst/>
              <a:pathLst>
                <a:path w="56023" h="4746">
                  <a:moveTo>
                    <a:pt x="0" y="4746"/>
                  </a:moveTo>
                  <a:lnTo>
                    <a:pt x="0" y="0"/>
                  </a:lnTo>
                  <a:lnTo>
                    <a:pt x="56023" y="0"/>
                  </a:lnTo>
                  <a:lnTo>
                    <a:pt x="56023" y="171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l274"/>
            <p:cNvSpPr/>
            <p:nvPr/>
          </p:nvSpPr>
          <p:spPr>
            <a:xfrm>
              <a:off x="5679599" y="2485797"/>
              <a:ext cx="14380" cy="12927"/>
            </a:xfrm>
            <a:custGeom>
              <a:avLst/>
              <a:pathLst>
                <a:path w="14380" h="12927">
                  <a:moveTo>
                    <a:pt x="0" y="12927"/>
                  </a:moveTo>
                  <a:lnTo>
                    <a:pt x="0" y="0"/>
                  </a:lnTo>
                  <a:lnTo>
                    <a:pt x="14380" y="0"/>
                  </a:lnTo>
                  <a:lnTo>
                    <a:pt x="14380" y="808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l275"/>
            <p:cNvSpPr/>
            <p:nvPr/>
          </p:nvSpPr>
          <p:spPr>
            <a:xfrm>
              <a:off x="4289491" y="2485496"/>
              <a:ext cx="50631" cy="13228"/>
            </a:xfrm>
            <a:custGeom>
              <a:avLst/>
              <a:pathLst>
                <a:path w="50631" h="13228">
                  <a:moveTo>
                    <a:pt x="0" y="13228"/>
                  </a:moveTo>
                  <a:lnTo>
                    <a:pt x="0" y="0"/>
                  </a:lnTo>
                  <a:lnTo>
                    <a:pt x="50631" y="0"/>
                  </a:lnTo>
                  <a:lnTo>
                    <a:pt x="50631" y="240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l276"/>
            <p:cNvSpPr/>
            <p:nvPr/>
          </p:nvSpPr>
          <p:spPr>
            <a:xfrm>
              <a:off x="5229012" y="2485317"/>
              <a:ext cx="14380" cy="13407"/>
            </a:xfrm>
            <a:custGeom>
              <a:avLst/>
              <a:pathLst>
                <a:path w="14380" h="13407">
                  <a:moveTo>
                    <a:pt x="0" y="13407"/>
                  </a:moveTo>
                  <a:lnTo>
                    <a:pt x="0" y="0"/>
                  </a:lnTo>
                  <a:lnTo>
                    <a:pt x="14380" y="0"/>
                  </a:lnTo>
                  <a:lnTo>
                    <a:pt x="14380" y="499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l277"/>
            <p:cNvSpPr/>
            <p:nvPr/>
          </p:nvSpPr>
          <p:spPr>
            <a:xfrm>
              <a:off x="5890512" y="2485016"/>
              <a:ext cx="16777" cy="13708"/>
            </a:xfrm>
            <a:custGeom>
              <a:avLst/>
              <a:pathLst>
                <a:path w="16777" h="13708">
                  <a:moveTo>
                    <a:pt x="0" y="13708"/>
                  </a:moveTo>
                  <a:lnTo>
                    <a:pt x="0" y="0"/>
                  </a:lnTo>
                  <a:lnTo>
                    <a:pt x="16777" y="0"/>
                  </a:lnTo>
                  <a:lnTo>
                    <a:pt x="16777" y="366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l278"/>
            <p:cNvSpPr/>
            <p:nvPr/>
          </p:nvSpPr>
          <p:spPr>
            <a:xfrm>
              <a:off x="5152316" y="2484557"/>
              <a:ext cx="14380" cy="14167"/>
            </a:xfrm>
            <a:custGeom>
              <a:avLst/>
              <a:pathLst>
                <a:path w="14380" h="14167">
                  <a:moveTo>
                    <a:pt x="0" y="14167"/>
                  </a:moveTo>
                  <a:lnTo>
                    <a:pt x="0" y="0"/>
                  </a:lnTo>
                  <a:lnTo>
                    <a:pt x="14380" y="0"/>
                  </a:lnTo>
                  <a:lnTo>
                    <a:pt x="14380" y="842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l279"/>
            <p:cNvSpPr/>
            <p:nvPr/>
          </p:nvSpPr>
          <p:spPr>
            <a:xfrm>
              <a:off x="4251143" y="2484321"/>
              <a:ext cx="14380" cy="14403"/>
            </a:xfrm>
            <a:custGeom>
              <a:avLst/>
              <a:pathLst>
                <a:path w="14380" h="14403">
                  <a:moveTo>
                    <a:pt x="0" y="14403"/>
                  </a:moveTo>
                  <a:lnTo>
                    <a:pt x="0" y="0"/>
                  </a:lnTo>
                  <a:lnTo>
                    <a:pt x="14380" y="0"/>
                  </a:lnTo>
                  <a:lnTo>
                    <a:pt x="14380" y="189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l280"/>
            <p:cNvSpPr/>
            <p:nvPr/>
          </p:nvSpPr>
          <p:spPr>
            <a:xfrm>
              <a:off x="4720904" y="2484279"/>
              <a:ext cx="9586" cy="14445"/>
            </a:xfrm>
            <a:custGeom>
              <a:avLst/>
              <a:pathLst>
                <a:path w="9586" h="14445">
                  <a:moveTo>
                    <a:pt x="0" y="14445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14445"/>
                  </a:lnTo>
                  <a:lnTo>
                    <a:pt x="9586" y="1444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l281"/>
            <p:cNvSpPr/>
            <p:nvPr/>
          </p:nvSpPr>
          <p:spPr>
            <a:xfrm>
              <a:off x="3354763" y="2484070"/>
              <a:ext cx="50780" cy="11207"/>
            </a:xfrm>
            <a:custGeom>
              <a:avLst/>
              <a:pathLst>
                <a:path w="50780" h="11207">
                  <a:moveTo>
                    <a:pt x="0" y="11207"/>
                  </a:moveTo>
                  <a:lnTo>
                    <a:pt x="0" y="0"/>
                  </a:lnTo>
                  <a:lnTo>
                    <a:pt x="50780" y="0"/>
                  </a:lnTo>
                  <a:lnTo>
                    <a:pt x="50780" y="183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l282"/>
            <p:cNvSpPr/>
            <p:nvPr/>
          </p:nvSpPr>
          <p:spPr>
            <a:xfrm>
              <a:off x="3661545" y="2484008"/>
              <a:ext cx="23368" cy="7375"/>
            </a:xfrm>
            <a:custGeom>
              <a:avLst/>
              <a:pathLst>
                <a:path w="23368" h="7375">
                  <a:moveTo>
                    <a:pt x="0" y="7375"/>
                  </a:moveTo>
                  <a:lnTo>
                    <a:pt x="0" y="0"/>
                  </a:lnTo>
                  <a:lnTo>
                    <a:pt x="23368" y="0"/>
                  </a:lnTo>
                  <a:lnTo>
                    <a:pt x="23368" y="422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l283"/>
            <p:cNvSpPr/>
            <p:nvPr/>
          </p:nvSpPr>
          <p:spPr>
            <a:xfrm>
              <a:off x="1979035" y="2483976"/>
              <a:ext cx="14380" cy="14748"/>
            </a:xfrm>
            <a:custGeom>
              <a:avLst/>
              <a:pathLst>
                <a:path w="14380" h="14748">
                  <a:moveTo>
                    <a:pt x="0" y="14748"/>
                  </a:moveTo>
                  <a:lnTo>
                    <a:pt x="0" y="0"/>
                  </a:lnTo>
                  <a:lnTo>
                    <a:pt x="14380" y="0"/>
                  </a:lnTo>
                  <a:lnTo>
                    <a:pt x="14380" y="430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l284"/>
            <p:cNvSpPr/>
            <p:nvPr/>
          </p:nvSpPr>
          <p:spPr>
            <a:xfrm>
              <a:off x="4663382" y="2483919"/>
              <a:ext cx="14380" cy="14805"/>
            </a:xfrm>
            <a:custGeom>
              <a:avLst/>
              <a:pathLst>
                <a:path w="14380" h="14805">
                  <a:moveTo>
                    <a:pt x="0" y="14805"/>
                  </a:moveTo>
                  <a:lnTo>
                    <a:pt x="0" y="0"/>
                  </a:lnTo>
                  <a:lnTo>
                    <a:pt x="14380" y="0"/>
                  </a:lnTo>
                  <a:lnTo>
                    <a:pt x="14380" y="1148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l285"/>
            <p:cNvSpPr/>
            <p:nvPr/>
          </p:nvSpPr>
          <p:spPr>
            <a:xfrm>
              <a:off x="3500964" y="2483530"/>
              <a:ext cx="29959" cy="8675"/>
            </a:xfrm>
            <a:custGeom>
              <a:avLst/>
              <a:pathLst>
                <a:path w="29959" h="8675">
                  <a:moveTo>
                    <a:pt x="0" y="8675"/>
                  </a:moveTo>
                  <a:lnTo>
                    <a:pt x="0" y="0"/>
                  </a:lnTo>
                  <a:lnTo>
                    <a:pt x="29959" y="0"/>
                  </a:lnTo>
                  <a:lnTo>
                    <a:pt x="29959" y="845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l286"/>
            <p:cNvSpPr/>
            <p:nvPr/>
          </p:nvSpPr>
          <p:spPr>
            <a:xfrm>
              <a:off x="5789849" y="2483516"/>
              <a:ext cx="19173" cy="14131"/>
            </a:xfrm>
            <a:custGeom>
              <a:avLst/>
              <a:pathLst>
                <a:path w="19173" h="14131">
                  <a:moveTo>
                    <a:pt x="0" y="14131"/>
                  </a:moveTo>
                  <a:lnTo>
                    <a:pt x="0" y="0"/>
                  </a:lnTo>
                  <a:lnTo>
                    <a:pt x="19173" y="0"/>
                  </a:lnTo>
                  <a:lnTo>
                    <a:pt x="19173" y="594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l287"/>
            <p:cNvSpPr/>
            <p:nvPr/>
          </p:nvSpPr>
          <p:spPr>
            <a:xfrm>
              <a:off x="3877252" y="2483496"/>
              <a:ext cx="16777" cy="15228"/>
            </a:xfrm>
            <a:custGeom>
              <a:avLst/>
              <a:pathLst>
                <a:path w="16777" h="15228">
                  <a:moveTo>
                    <a:pt x="0" y="15228"/>
                  </a:moveTo>
                  <a:lnTo>
                    <a:pt x="0" y="0"/>
                  </a:lnTo>
                  <a:lnTo>
                    <a:pt x="16777" y="0"/>
                  </a:lnTo>
                  <a:lnTo>
                    <a:pt x="16777" y="788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l288"/>
            <p:cNvSpPr/>
            <p:nvPr/>
          </p:nvSpPr>
          <p:spPr>
            <a:xfrm>
              <a:off x="3560882" y="2483202"/>
              <a:ext cx="14380" cy="15522"/>
            </a:xfrm>
            <a:custGeom>
              <a:avLst/>
              <a:pathLst>
                <a:path w="14380" h="15522">
                  <a:moveTo>
                    <a:pt x="0" y="15522"/>
                  </a:moveTo>
                  <a:lnTo>
                    <a:pt x="0" y="0"/>
                  </a:lnTo>
                  <a:lnTo>
                    <a:pt x="14380" y="0"/>
                  </a:lnTo>
                  <a:lnTo>
                    <a:pt x="14380" y="865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l289"/>
            <p:cNvSpPr/>
            <p:nvPr/>
          </p:nvSpPr>
          <p:spPr>
            <a:xfrm>
              <a:off x="4802393" y="2483014"/>
              <a:ext cx="21570" cy="12583"/>
            </a:xfrm>
            <a:custGeom>
              <a:avLst/>
              <a:pathLst>
                <a:path w="21570" h="12583">
                  <a:moveTo>
                    <a:pt x="0" y="12583"/>
                  </a:moveTo>
                  <a:lnTo>
                    <a:pt x="0" y="0"/>
                  </a:lnTo>
                  <a:lnTo>
                    <a:pt x="21570" y="0"/>
                  </a:lnTo>
                  <a:lnTo>
                    <a:pt x="21570" y="962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l290"/>
            <p:cNvSpPr/>
            <p:nvPr/>
          </p:nvSpPr>
          <p:spPr>
            <a:xfrm>
              <a:off x="5387197" y="2482587"/>
              <a:ext cx="21570" cy="9353"/>
            </a:xfrm>
            <a:custGeom>
              <a:avLst/>
              <a:pathLst>
                <a:path w="21570" h="9353">
                  <a:moveTo>
                    <a:pt x="0" y="9353"/>
                  </a:moveTo>
                  <a:lnTo>
                    <a:pt x="0" y="0"/>
                  </a:lnTo>
                  <a:lnTo>
                    <a:pt x="21570" y="0"/>
                  </a:lnTo>
                  <a:lnTo>
                    <a:pt x="21570" y="698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l291"/>
            <p:cNvSpPr/>
            <p:nvPr/>
          </p:nvSpPr>
          <p:spPr>
            <a:xfrm>
              <a:off x="4021056" y="2482576"/>
              <a:ext cx="27562" cy="16148"/>
            </a:xfrm>
            <a:custGeom>
              <a:avLst/>
              <a:pathLst>
                <a:path w="27562" h="16148">
                  <a:moveTo>
                    <a:pt x="0" y="16148"/>
                  </a:moveTo>
                  <a:lnTo>
                    <a:pt x="0" y="0"/>
                  </a:lnTo>
                  <a:lnTo>
                    <a:pt x="27562" y="0"/>
                  </a:lnTo>
                  <a:lnTo>
                    <a:pt x="27562" y="1082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l292"/>
            <p:cNvSpPr/>
            <p:nvPr/>
          </p:nvSpPr>
          <p:spPr>
            <a:xfrm>
              <a:off x="5200251" y="2482566"/>
              <a:ext cx="9586" cy="16158"/>
            </a:xfrm>
            <a:custGeom>
              <a:avLst/>
              <a:pathLst>
                <a:path w="9586" h="16158">
                  <a:moveTo>
                    <a:pt x="0" y="16158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16158"/>
                  </a:lnTo>
                  <a:lnTo>
                    <a:pt x="9586" y="1615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l293"/>
            <p:cNvSpPr/>
            <p:nvPr/>
          </p:nvSpPr>
          <p:spPr>
            <a:xfrm>
              <a:off x="2122840" y="2482377"/>
              <a:ext cx="9586" cy="16347"/>
            </a:xfrm>
            <a:custGeom>
              <a:avLst/>
              <a:pathLst>
                <a:path w="9586" h="16347">
                  <a:moveTo>
                    <a:pt x="0" y="16347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16347"/>
                  </a:lnTo>
                  <a:lnTo>
                    <a:pt x="9586" y="1634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l294"/>
            <p:cNvSpPr/>
            <p:nvPr/>
          </p:nvSpPr>
          <p:spPr>
            <a:xfrm>
              <a:off x="4605860" y="2482205"/>
              <a:ext cx="14380" cy="16519"/>
            </a:xfrm>
            <a:custGeom>
              <a:avLst/>
              <a:pathLst>
                <a:path w="14380" h="16519">
                  <a:moveTo>
                    <a:pt x="0" y="16519"/>
                  </a:moveTo>
                  <a:lnTo>
                    <a:pt x="0" y="0"/>
                  </a:lnTo>
                  <a:lnTo>
                    <a:pt x="14380" y="0"/>
                  </a:lnTo>
                  <a:lnTo>
                    <a:pt x="14380" y="497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l295"/>
            <p:cNvSpPr/>
            <p:nvPr/>
          </p:nvSpPr>
          <p:spPr>
            <a:xfrm>
              <a:off x="4941403" y="2481998"/>
              <a:ext cx="9586" cy="16726"/>
            </a:xfrm>
            <a:custGeom>
              <a:avLst/>
              <a:pathLst>
                <a:path w="9586" h="16726">
                  <a:moveTo>
                    <a:pt x="0" y="16726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16726"/>
                  </a:lnTo>
                  <a:lnTo>
                    <a:pt x="9586" y="1672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l296"/>
            <p:cNvSpPr/>
            <p:nvPr/>
          </p:nvSpPr>
          <p:spPr>
            <a:xfrm>
              <a:off x="2574636" y="2481900"/>
              <a:ext cx="805517" cy="7709"/>
            </a:xfrm>
            <a:custGeom>
              <a:avLst/>
              <a:pathLst>
                <a:path w="805517" h="7709">
                  <a:moveTo>
                    <a:pt x="0" y="7709"/>
                  </a:moveTo>
                  <a:lnTo>
                    <a:pt x="0" y="0"/>
                  </a:lnTo>
                  <a:lnTo>
                    <a:pt x="805517" y="0"/>
                  </a:lnTo>
                  <a:lnTo>
                    <a:pt x="805517" y="217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l297"/>
            <p:cNvSpPr/>
            <p:nvPr/>
          </p:nvSpPr>
          <p:spPr>
            <a:xfrm>
              <a:off x="5435131" y="2481650"/>
              <a:ext cx="36550" cy="12042"/>
            </a:xfrm>
            <a:custGeom>
              <a:avLst/>
              <a:pathLst>
                <a:path w="36550" h="12042">
                  <a:moveTo>
                    <a:pt x="0" y="12042"/>
                  </a:moveTo>
                  <a:lnTo>
                    <a:pt x="0" y="0"/>
                  </a:lnTo>
                  <a:lnTo>
                    <a:pt x="36550" y="0"/>
                  </a:lnTo>
                  <a:lnTo>
                    <a:pt x="36550" y="816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l298"/>
            <p:cNvSpPr/>
            <p:nvPr/>
          </p:nvSpPr>
          <p:spPr>
            <a:xfrm>
              <a:off x="4462056" y="2481526"/>
              <a:ext cx="9586" cy="17198"/>
            </a:xfrm>
            <a:custGeom>
              <a:avLst/>
              <a:pathLst>
                <a:path w="9586" h="17198">
                  <a:moveTo>
                    <a:pt x="0" y="17198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17198"/>
                  </a:lnTo>
                  <a:lnTo>
                    <a:pt x="9586" y="1719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l299"/>
            <p:cNvSpPr/>
            <p:nvPr/>
          </p:nvSpPr>
          <p:spPr>
            <a:xfrm>
              <a:off x="3823325" y="2481473"/>
              <a:ext cx="62315" cy="9727"/>
            </a:xfrm>
            <a:custGeom>
              <a:avLst/>
              <a:pathLst>
                <a:path w="62315" h="9727">
                  <a:moveTo>
                    <a:pt x="0" y="9727"/>
                  </a:moveTo>
                  <a:lnTo>
                    <a:pt x="0" y="0"/>
                  </a:lnTo>
                  <a:lnTo>
                    <a:pt x="62315" y="0"/>
                  </a:lnTo>
                  <a:lnTo>
                    <a:pt x="62315" y="202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l300"/>
            <p:cNvSpPr/>
            <p:nvPr/>
          </p:nvSpPr>
          <p:spPr>
            <a:xfrm>
              <a:off x="4114229" y="2481269"/>
              <a:ext cx="65011" cy="7956"/>
            </a:xfrm>
            <a:custGeom>
              <a:avLst/>
              <a:pathLst>
                <a:path w="65011" h="7956">
                  <a:moveTo>
                    <a:pt x="0" y="7956"/>
                  </a:moveTo>
                  <a:lnTo>
                    <a:pt x="0" y="0"/>
                  </a:lnTo>
                  <a:lnTo>
                    <a:pt x="65011" y="0"/>
                  </a:lnTo>
                  <a:lnTo>
                    <a:pt x="65011" y="699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l301"/>
            <p:cNvSpPr/>
            <p:nvPr/>
          </p:nvSpPr>
          <p:spPr>
            <a:xfrm>
              <a:off x="5670012" y="2481162"/>
              <a:ext cx="16777" cy="17562"/>
            </a:xfrm>
            <a:custGeom>
              <a:avLst/>
              <a:pathLst>
                <a:path w="16777" h="17562">
                  <a:moveTo>
                    <a:pt x="0" y="17562"/>
                  </a:moveTo>
                  <a:lnTo>
                    <a:pt x="0" y="0"/>
                  </a:lnTo>
                  <a:lnTo>
                    <a:pt x="16777" y="0"/>
                  </a:lnTo>
                  <a:lnTo>
                    <a:pt x="16777" y="463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l302"/>
            <p:cNvSpPr/>
            <p:nvPr/>
          </p:nvSpPr>
          <p:spPr>
            <a:xfrm>
              <a:off x="4414121" y="2480879"/>
              <a:ext cx="14380" cy="17845"/>
            </a:xfrm>
            <a:custGeom>
              <a:avLst/>
              <a:pathLst>
                <a:path w="14380" h="17845">
                  <a:moveTo>
                    <a:pt x="0" y="17845"/>
                  </a:moveTo>
                  <a:lnTo>
                    <a:pt x="0" y="0"/>
                  </a:lnTo>
                  <a:lnTo>
                    <a:pt x="14380" y="0"/>
                  </a:lnTo>
                  <a:lnTo>
                    <a:pt x="14380" y="1323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l303"/>
            <p:cNvSpPr/>
            <p:nvPr/>
          </p:nvSpPr>
          <p:spPr>
            <a:xfrm>
              <a:off x="4279904" y="2480187"/>
              <a:ext cx="34902" cy="18537"/>
            </a:xfrm>
            <a:custGeom>
              <a:avLst/>
              <a:pathLst>
                <a:path w="34902" h="18537">
                  <a:moveTo>
                    <a:pt x="0" y="18537"/>
                  </a:moveTo>
                  <a:lnTo>
                    <a:pt x="0" y="0"/>
                  </a:lnTo>
                  <a:lnTo>
                    <a:pt x="34902" y="0"/>
                  </a:lnTo>
                  <a:lnTo>
                    <a:pt x="34902" y="530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l304"/>
            <p:cNvSpPr/>
            <p:nvPr/>
          </p:nvSpPr>
          <p:spPr>
            <a:xfrm>
              <a:off x="5545381" y="2480138"/>
              <a:ext cx="25764" cy="18586"/>
            </a:xfrm>
            <a:custGeom>
              <a:avLst/>
              <a:pathLst>
                <a:path w="25764" h="18586">
                  <a:moveTo>
                    <a:pt x="0" y="18586"/>
                  </a:moveTo>
                  <a:lnTo>
                    <a:pt x="0" y="0"/>
                  </a:lnTo>
                  <a:lnTo>
                    <a:pt x="25764" y="0"/>
                  </a:lnTo>
                  <a:lnTo>
                    <a:pt x="25764" y="783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l305"/>
            <p:cNvSpPr/>
            <p:nvPr/>
          </p:nvSpPr>
          <p:spPr>
            <a:xfrm>
              <a:off x="4927023" y="2480072"/>
              <a:ext cx="19173" cy="10999"/>
            </a:xfrm>
            <a:custGeom>
              <a:avLst/>
              <a:pathLst>
                <a:path w="19173" h="10999">
                  <a:moveTo>
                    <a:pt x="0" y="10999"/>
                  </a:moveTo>
                  <a:lnTo>
                    <a:pt x="0" y="0"/>
                  </a:lnTo>
                  <a:lnTo>
                    <a:pt x="19173" y="0"/>
                  </a:lnTo>
                  <a:lnTo>
                    <a:pt x="19173" y="192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l306"/>
            <p:cNvSpPr/>
            <p:nvPr/>
          </p:nvSpPr>
          <p:spPr>
            <a:xfrm>
              <a:off x="4649001" y="2479587"/>
              <a:ext cx="21570" cy="6743"/>
            </a:xfrm>
            <a:custGeom>
              <a:avLst/>
              <a:pathLst>
                <a:path w="21570" h="6743">
                  <a:moveTo>
                    <a:pt x="0" y="6743"/>
                  </a:moveTo>
                  <a:lnTo>
                    <a:pt x="0" y="0"/>
                  </a:lnTo>
                  <a:lnTo>
                    <a:pt x="21570" y="0"/>
                  </a:lnTo>
                  <a:lnTo>
                    <a:pt x="21570" y="433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l307"/>
            <p:cNvSpPr/>
            <p:nvPr/>
          </p:nvSpPr>
          <p:spPr>
            <a:xfrm>
              <a:off x="5928859" y="2479543"/>
              <a:ext cx="14380" cy="19181"/>
            </a:xfrm>
            <a:custGeom>
              <a:avLst/>
              <a:pathLst>
                <a:path w="14380" h="19181">
                  <a:moveTo>
                    <a:pt x="0" y="19181"/>
                  </a:moveTo>
                  <a:lnTo>
                    <a:pt x="0" y="0"/>
                  </a:lnTo>
                  <a:lnTo>
                    <a:pt x="14380" y="0"/>
                  </a:lnTo>
                  <a:lnTo>
                    <a:pt x="14380" y="866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l308"/>
            <p:cNvSpPr/>
            <p:nvPr/>
          </p:nvSpPr>
          <p:spPr>
            <a:xfrm>
              <a:off x="2055731" y="2479513"/>
              <a:ext cx="9586" cy="19211"/>
            </a:xfrm>
            <a:custGeom>
              <a:avLst/>
              <a:pathLst>
                <a:path w="9586" h="19211">
                  <a:moveTo>
                    <a:pt x="0" y="19211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19211"/>
                  </a:lnTo>
                  <a:lnTo>
                    <a:pt x="9586" y="1921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l309"/>
            <p:cNvSpPr/>
            <p:nvPr/>
          </p:nvSpPr>
          <p:spPr>
            <a:xfrm>
              <a:off x="4970164" y="2479196"/>
              <a:ext cx="9586" cy="19528"/>
            </a:xfrm>
            <a:custGeom>
              <a:avLst/>
              <a:pathLst>
                <a:path w="9586" h="19528">
                  <a:moveTo>
                    <a:pt x="0" y="19528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19528"/>
                  </a:lnTo>
                  <a:lnTo>
                    <a:pt x="9586" y="1952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l310"/>
            <p:cNvSpPr/>
            <p:nvPr/>
          </p:nvSpPr>
          <p:spPr>
            <a:xfrm>
              <a:off x="4699333" y="2479140"/>
              <a:ext cx="26364" cy="12516"/>
            </a:xfrm>
            <a:custGeom>
              <a:avLst/>
              <a:pathLst>
                <a:path w="26364" h="12516">
                  <a:moveTo>
                    <a:pt x="0" y="12516"/>
                  </a:moveTo>
                  <a:lnTo>
                    <a:pt x="0" y="0"/>
                  </a:lnTo>
                  <a:lnTo>
                    <a:pt x="26364" y="0"/>
                  </a:lnTo>
                  <a:lnTo>
                    <a:pt x="26364" y="513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l311"/>
            <p:cNvSpPr/>
            <p:nvPr/>
          </p:nvSpPr>
          <p:spPr>
            <a:xfrm>
              <a:off x="4893469" y="2479097"/>
              <a:ext cx="9586" cy="19627"/>
            </a:xfrm>
            <a:custGeom>
              <a:avLst/>
              <a:pathLst>
                <a:path w="9586" h="19627">
                  <a:moveTo>
                    <a:pt x="0" y="19627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19627"/>
                  </a:lnTo>
                  <a:lnTo>
                    <a:pt x="9586" y="1962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l312"/>
            <p:cNvSpPr/>
            <p:nvPr/>
          </p:nvSpPr>
          <p:spPr>
            <a:xfrm>
              <a:off x="5765881" y="2478962"/>
              <a:ext cx="9586" cy="19762"/>
            </a:xfrm>
            <a:custGeom>
              <a:avLst/>
              <a:pathLst>
                <a:path w="9586" h="19762">
                  <a:moveTo>
                    <a:pt x="0" y="19762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19762"/>
                  </a:lnTo>
                  <a:lnTo>
                    <a:pt x="9586" y="1976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l313"/>
            <p:cNvSpPr/>
            <p:nvPr/>
          </p:nvSpPr>
          <p:spPr>
            <a:xfrm>
              <a:off x="4596273" y="2478729"/>
              <a:ext cx="16777" cy="19995"/>
            </a:xfrm>
            <a:custGeom>
              <a:avLst/>
              <a:pathLst>
                <a:path w="16777" h="19995">
                  <a:moveTo>
                    <a:pt x="0" y="19995"/>
                  </a:moveTo>
                  <a:lnTo>
                    <a:pt x="0" y="0"/>
                  </a:lnTo>
                  <a:lnTo>
                    <a:pt x="16777" y="0"/>
                  </a:lnTo>
                  <a:lnTo>
                    <a:pt x="16777" y="347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l314"/>
            <p:cNvSpPr/>
            <p:nvPr/>
          </p:nvSpPr>
          <p:spPr>
            <a:xfrm>
              <a:off x="4538751" y="2478675"/>
              <a:ext cx="9586" cy="20049"/>
            </a:xfrm>
            <a:custGeom>
              <a:avLst/>
              <a:pathLst>
                <a:path w="9586" h="20049">
                  <a:moveTo>
                    <a:pt x="0" y="20049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20049"/>
                  </a:lnTo>
                  <a:lnTo>
                    <a:pt x="9586" y="2004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l315"/>
            <p:cNvSpPr/>
            <p:nvPr/>
          </p:nvSpPr>
          <p:spPr>
            <a:xfrm>
              <a:off x="2101269" y="2478313"/>
              <a:ext cx="26364" cy="8601"/>
            </a:xfrm>
            <a:custGeom>
              <a:avLst/>
              <a:pathLst>
                <a:path w="26364" h="8601">
                  <a:moveTo>
                    <a:pt x="0" y="8601"/>
                  </a:moveTo>
                  <a:lnTo>
                    <a:pt x="0" y="0"/>
                  </a:lnTo>
                  <a:lnTo>
                    <a:pt x="26364" y="0"/>
                  </a:lnTo>
                  <a:lnTo>
                    <a:pt x="26364" y="406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l316"/>
            <p:cNvSpPr/>
            <p:nvPr/>
          </p:nvSpPr>
          <p:spPr>
            <a:xfrm>
              <a:off x="3604024" y="2477757"/>
              <a:ext cx="69205" cy="9415"/>
            </a:xfrm>
            <a:custGeom>
              <a:avLst/>
              <a:pathLst>
                <a:path w="69205" h="9415">
                  <a:moveTo>
                    <a:pt x="0" y="9415"/>
                  </a:moveTo>
                  <a:lnTo>
                    <a:pt x="0" y="0"/>
                  </a:lnTo>
                  <a:lnTo>
                    <a:pt x="69205" y="0"/>
                  </a:lnTo>
                  <a:lnTo>
                    <a:pt x="69205" y="625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l317"/>
            <p:cNvSpPr/>
            <p:nvPr/>
          </p:nvSpPr>
          <p:spPr>
            <a:xfrm>
              <a:off x="5372816" y="2477652"/>
              <a:ext cx="25165" cy="21072"/>
            </a:xfrm>
            <a:custGeom>
              <a:avLst/>
              <a:pathLst>
                <a:path w="25165" h="21072">
                  <a:moveTo>
                    <a:pt x="0" y="21072"/>
                  </a:moveTo>
                  <a:lnTo>
                    <a:pt x="0" y="0"/>
                  </a:lnTo>
                  <a:lnTo>
                    <a:pt x="25165" y="0"/>
                  </a:lnTo>
                  <a:lnTo>
                    <a:pt x="25165" y="493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l318"/>
            <p:cNvSpPr/>
            <p:nvPr/>
          </p:nvSpPr>
          <p:spPr>
            <a:xfrm>
              <a:off x="4740077" y="2477379"/>
              <a:ext cx="9586" cy="21345"/>
            </a:xfrm>
            <a:custGeom>
              <a:avLst/>
              <a:pathLst>
                <a:path w="9586" h="21345">
                  <a:moveTo>
                    <a:pt x="0" y="21345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21345"/>
                  </a:lnTo>
                  <a:lnTo>
                    <a:pt x="9586" y="2134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l319"/>
            <p:cNvSpPr/>
            <p:nvPr/>
          </p:nvSpPr>
          <p:spPr>
            <a:xfrm>
              <a:off x="4854522" y="2476786"/>
              <a:ext cx="43740" cy="12147"/>
            </a:xfrm>
            <a:custGeom>
              <a:avLst/>
              <a:pathLst>
                <a:path w="43740" h="12147">
                  <a:moveTo>
                    <a:pt x="0" y="12147"/>
                  </a:moveTo>
                  <a:lnTo>
                    <a:pt x="0" y="0"/>
                  </a:lnTo>
                  <a:lnTo>
                    <a:pt x="43740" y="0"/>
                  </a:lnTo>
                  <a:lnTo>
                    <a:pt x="43740" y="231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l320"/>
            <p:cNvSpPr/>
            <p:nvPr/>
          </p:nvSpPr>
          <p:spPr>
            <a:xfrm>
              <a:off x="1950274" y="2475256"/>
              <a:ext cx="14380" cy="23468"/>
            </a:xfrm>
            <a:custGeom>
              <a:avLst/>
              <a:pathLst>
                <a:path w="14380" h="23468">
                  <a:moveTo>
                    <a:pt x="0" y="23468"/>
                  </a:moveTo>
                  <a:lnTo>
                    <a:pt x="0" y="0"/>
                  </a:lnTo>
                  <a:lnTo>
                    <a:pt x="14380" y="0"/>
                  </a:lnTo>
                  <a:lnTo>
                    <a:pt x="14380" y="1644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l321"/>
            <p:cNvSpPr/>
            <p:nvPr/>
          </p:nvSpPr>
          <p:spPr>
            <a:xfrm>
              <a:off x="4566314" y="2475178"/>
              <a:ext cx="38347" cy="13784"/>
            </a:xfrm>
            <a:custGeom>
              <a:avLst/>
              <a:pathLst>
                <a:path w="38347" h="13784">
                  <a:moveTo>
                    <a:pt x="0" y="13784"/>
                  </a:moveTo>
                  <a:lnTo>
                    <a:pt x="0" y="0"/>
                  </a:lnTo>
                  <a:lnTo>
                    <a:pt x="38347" y="0"/>
                  </a:lnTo>
                  <a:lnTo>
                    <a:pt x="38347" y="355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l322"/>
            <p:cNvSpPr/>
            <p:nvPr/>
          </p:nvSpPr>
          <p:spPr>
            <a:xfrm>
              <a:off x="4500404" y="2474918"/>
              <a:ext cx="9586" cy="23806"/>
            </a:xfrm>
            <a:custGeom>
              <a:avLst/>
              <a:pathLst>
                <a:path w="9586" h="23806">
                  <a:moveTo>
                    <a:pt x="0" y="23806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23806"/>
                  </a:lnTo>
                  <a:lnTo>
                    <a:pt x="9586" y="2380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l323"/>
            <p:cNvSpPr/>
            <p:nvPr/>
          </p:nvSpPr>
          <p:spPr>
            <a:xfrm>
              <a:off x="2142014" y="2474916"/>
              <a:ext cx="14380" cy="23808"/>
            </a:xfrm>
            <a:custGeom>
              <a:avLst/>
              <a:pathLst>
                <a:path w="14380" h="23808">
                  <a:moveTo>
                    <a:pt x="0" y="23808"/>
                  </a:moveTo>
                  <a:lnTo>
                    <a:pt x="0" y="0"/>
                  </a:lnTo>
                  <a:lnTo>
                    <a:pt x="14380" y="0"/>
                  </a:lnTo>
                  <a:lnTo>
                    <a:pt x="14380" y="1662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l324"/>
            <p:cNvSpPr/>
            <p:nvPr/>
          </p:nvSpPr>
          <p:spPr>
            <a:xfrm>
              <a:off x="3741237" y="2474375"/>
              <a:ext cx="113245" cy="14354"/>
            </a:xfrm>
            <a:custGeom>
              <a:avLst/>
              <a:pathLst>
                <a:path w="113245" h="14354">
                  <a:moveTo>
                    <a:pt x="0" y="14354"/>
                  </a:moveTo>
                  <a:lnTo>
                    <a:pt x="0" y="0"/>
                  </a:lnTo>
                  <a:lnTo>
                    <a:pt x="113245" y="0"/>
                  </a:lnTo>
                  <a:lnTo>
                    <a:pt x="113245" y="709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l325"/>
            <p:cNvSpPr/>
            <p:nvPr/>
          </p:nvSpPr>
          <p:spPr>
            <a:xfrm>
              <a:off x="3568073" y="2473982"/>
              <a:ext cx="70553" cy="9219"/>
            </a:xfrm>
            <a:custGeom>
              <a:avLst/>
              <a:pathLst>
                <a:path w="70553" h="9219">
                  <a:moveTo>
                    <a:pt x="0" y="9219"/>
                  </a:moveTo>
                  <a:lnTo>
                    <a:pt x="0" y="0"/>
                  </a:lnTo>
                  <a:lnTo>
                    <a:pt x="70553" y="0"/>
                  </a:lnTo>
                  <a:lnTo>
                    <a:pt x="70553" y="377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l326"/>
            <p:cNvSpPr/>
            <p:nvPr/>
          </p:nvSpPr>
          <p:spPr>
            <a:xfrm>
              <a:off x="5219425" y="2473882"/>
              <a:ext cx="16777" cy="24842"/>
            </a:xfrm>
            <a:custGeom>
              <a:avLst/>
              <a:pathLst>
                <a:path w="16777" h="24842">
                  <a:moveTo>
                    <a:pt x="0" y="24842"/>
                  </a:moveTo>
                  <a:lnTo>
                    <a:pt x="0" y="0"/>
                  </a:lnTo>
                  <a:lnTo>
                    <a:pt x="16777" y="0"/>
                  </a:lnTo>
                  <a:lnTo>
                    <a:pt x="16777" y="1143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l327"/>
            <p:cNvSpPr/>
            <p:nvPr/>
          </p:nvSpPr>
          <p:spPr>
            <a:xfrm>
              <a:off x="5066034" y="2473623"/>
              <a:ext cx="9586" cy="25101"/>
            </a:xfrm>
            <a:custGeom>
              <a:avLst/>
              <a:pathLst>
                <a:path w="9586" h="25101">
                  <a:moveTo>
                    <a:pt x="0" y="25101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25101"/>
                  </a:lnTo>
                  <a:lnTo>
                    <a:pt x="9586" y="2510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l328"/>
            <p:cNvSpPr/>
            <p:nvPr/>
          </p:nvSpPr>
          <p:spPr>
            <a:xfrm>
              <a:off x="5190664" y="2473173"/>
              <a:ext cx="14380" cy="25551"/>
            </a:xfrm>
            <a:custGeom>
              <a:avLst/>
              <a:pathLst>
                <a:path w="14380" h="25551">
                  <a:moveTo>
                    <a:pt x="0" y="25551"/>
                  </a:moveTo>
                  <a:lnTo>
                    <a:pt x="0" y="0"/>
                  </a:lnTo>
                  <a:lnTo>
                    <a:pt x="14380" y="0"/>
                  </a:lnTo>
                  <a:lnTo>
                    <a:pt x="14380" y="939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l329"/>
            <p:cNvSpPr/>
            <p:nvPr/>
          </p:nvSpPr>
          <p:spPr>
            <a:xfrm>
              <a:off x="5655631" y="2472767"/>
              <a:ext cx="22769" cy="22509"/>
            </a:xfrm>
            <a:custGeom>
              <a:avLst/>
              <a:pathLst>
                <a:path w="22769" h="22509">
                  <a:moveTo>
                    <a:pt x="0" y="22509"/>
                  </a:moveTo>
                  <a:lnTo>
                    <a:pt x="0" y="0"/>
                  </a:lnTo>
                  <a:lnTo>
                    <a:pt x="22769" y="0"/>
                  </a:lnTo>
                  <a:lnTo>
                    <a:pt x="22769" y="83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l330"/>
            <p:cNvSpPr/>
            <p:nvPr/>
          </p:nvSpPr>
          <p:spPr>
            <a:xfrm>
              <a:off x="3515944" y="2471682"/>
              <a:ext cx="87406" cy="11847"/>
            </a:xfrm>
            <a:custGeom>
              <a:avLst/>
              <a:pathLst>
                <a:path w="87406" h="11847">
                  <a:moveTo>
                    <a:pt x="0" y="11847"/>
                  </a:moveTo>
                  <a:lnTo>
                    <a:pt x="0" y="0"/>
                  </a:lnTo>
                  <a:lnTo>
                    <a:pt x="87406" y="0"/>
                  </a:lnTo>
                  <a:lnTo>
                    <a:pt x="87406" y="230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l331"/>
            <p:cNvSpPr/>
            <p:nvPr/>
          </p:nvSpPr>
          <p:spPr>
            <a:xfrm>
              <a:off x="2074905" y="2470974"/>
              <a:ext cx="9586" cy="27750"/>
            </a:xfrm>
            <a:custGeom>
              <a:avLst/>
              <a:pathLst>
                <a:path w="9586" h="27750">
                  <a:moveTo>
                    <a:pt x="0" y="27750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27750"/>
                  </a:lnTo>
                  <a:lnTo>
                    <a:pt x="9586" y="2775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l332"/>
            <p:cNvSpPr/>
            <p:nvPr/>
          </p:nvSpPr>
          <p:spPr>
            <a:xfrm>
              <a:off x="4447675" y="2470864"/>
              <a:ext cx="19173" cy="16807"/>
            </a:xfrm>
            <a:custGeom>
              <a:avLst/>
              <a:pathLst>
                <a:path w="19173" h="16807">
                  <a:moveTo>
                    <a:pt x="0" y="16807"/>
                  </a:moveTo>
                  <a:lnTo>
                    <a:pt x="0" y="0"/>
                  </a:lnTo>
                  <a:lnTo>
                    <a:pt x="19173" y="0"/>
                  </a:lnTo>
                  <a:lnTo>
                    <a:pt x="19173" y="1066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l333"/>
            <p:cNvSpPr/>
            <p:nvPr/>
          </p:nvSpPr>
          <p:spPr>
            <a:xfrm>
              <a:off x="5018099" y="2469792"/>
              <a:ext cx="9586" cy="28932"/>
            </a:xfrm>
            <a:custGeom>
              <a:avLst/>
              <a:pathLst>
                <a:path w="9586" h="28932">
                  <a:moveTo>
                    <a:pt x="0" y="28932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28932"/>
                  </a:lnTo>
                  <a:lnTo>
                    <a:pt x="9586" y="2893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l334"/>
            <p:cNvSpPr/>
            <p:nvPr/>
          </p:nvSpPr>
          <p:spPr>
            <a:xfrm>
              <a:off x="4258333" y="2469199"/>
              <a:ext cx="39021" cy="15121"/>
            </a:xfrm>
            <a:custGeom>
              <a:avLst/>
              <a:pathLst>
                <a:path w="39021" h="15121">
                  <a:moveTo>
                    <a:pt x="0" y="15121"/>
                  </a:moveTo>
                  <a:lnTo>
                    <a:pt x="0" y="0"/>
                  </a:lnTo>
                  <a:lnTo>
                    <a:pt x="39021" y="0"/>
                  </a:lnTo>
                  <a:lnTo>
                    <a:pt x="39021" y="1098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l335"/>
            <p:cNvSpPr/>
            <p:nvPr/>
          </p:nvSpPr>
          <p:spPr>
            <a:xfrm>
              <a:off x="4712515" y="2469075"/>
              <a:ext cx="32355" cy="10065"/>
            </a:xfrm>
            <a:custGeom>
              <a:avLst/>
              <a:pathLst>
                <a:path w="32355" h="10065">
                  <a:moveTo>
                    <a:pt x="0" y="10065"/>
                  </a:moveTo>
                  <a:lnTo>
                    <a:pt x="0" y="0"/>
                  </a:lnTo>
                  <a:lnTo>
                    <a:pt x="32355" y="0"/>
                  </a:lnTo>
                  <a:lnTo>
                    <a:pt x="32355" y="830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l336"/>
            <p:cNvSpPr/>
            <p:nvPr/>
          </p:nvSpPr>
          <p:spPr>
            <a:xfrm>
              <a:off x="4034837" y="2468993"/>
              <a:ext cx="111897" cy="13583"/>
            </a:xfrm>
            <a:custGeom>
              <a:avLst/>
              <a:pathLst>
                <a:path w="111897" h="13583">
                  <a:moveTo>
                    <a:pt x="0" y="13583"/>
                  </a:moveTo>
                  <a:lnTo>
                    <a:pt x="0" y="0"/>
                  </a:lnTo>
                  <a:lnTo>
                    <a:pt x="111897" y="0"/>
                  </a:lnTo>
                  <a:lnTo>
                    <a:pt x="111897" y="1227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l337"/>
            <p:cNvSpPr/>
            <p:nvPr/>
          </p:nvSpPr>
          <p:spPr>
            <a:xfrm>
              <a:off x="4768838" y="2468815"/>
              <a:ext cx="9586" cy="29909"/>
            </a:xfrm>
            <a:custGeom>
              <a:avLst/>
              <a:pathLst>
                <a:path w="9586" h="29909">
                  <a:moveTo>
                    <a:pt x="0" y="29909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29909"/>
                  </a:lnTo>
                  <a:lnTo>
                    <a:pt x="9586" y="2990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l338"/>
            <p:cNvSpPr/>
            <p:nvPr/>
          </p:nvSpPr>
          <p:spPr>
            <a:xfrm>
              <a:off x="5142729" y="2468330"/>
              <a:ext cx="16777" cy="30394"/>
            </a:xfrm>
            <a:custGeom>
              <a:avLst/>
              <a:pathLst>
                <a:path w="16777" h="30394">
                  <a:moveTo>
                    <a:pt x="0" y="30394"/>
                  </a:moveTo>
                  <a:lnTo>
                    <a:pt x="0" y="0"/>
                  </a:lnTo>
                  <a:lnTo>
                    <a:pt x="16777" y="0"/>
                  </a:lnTo>
                  <a:lnTo>
                    <a:pt x="16777" y="1622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l339"/>
            <p:cNvSpPr/>
            <p:nvPr/>
          </p:nvSpPr>
          <p:spPr>
            <a:xfrm>
              <a:off x="4813178" y="2468318"/>
              <a:ext cx="63213" cy="14696"/>
            </a:xfrm>
            <a:custGeom>
              <a:avLst/>
              <a:pathLst>
                <a:path w="63213" h="14696">
                  <a:moveTo>
                    <a:pt x="0" y="14696"/>
                  </a:moveTo>
                  <a:lnTo>
                    <a:pt x="0" y="0"/>
                  </a:lnTo>
                  <a:lnTo>
                    <a:pt x="63213" y="0"/>
                  </a:lnTo>
                  <a:lnTo>
                    <a:pt x="63213" y="846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l340"/>
            <p:cNvSpPr/>
            <p:nvPr/>
          </p:nvSpPr>
          <p:spPr>
            <a:xfrm>
              <a:off x="5523811" y="2468146"/>
              <a:ext cx="34453" cy="20076"/>
            </a:xfrm>
            <a:custGeom>
              <a:avLst/>
              <a:pathLst>
                <a:path w="34453" h="20076">
                  <a:moveTo>
                    <a:pt x="0" y="20076"/>
                  </a:moveTo>
                  <a:lnTo>
                    <a:pt x="0" y="0"/>
                  </a:lnTo>
                  <a:lnTo>
                    <a:pt x="34453" y="0"/>
                  </a:lnTo>
                  <a:lnTo>
                    <a:pt x="34453" y="1199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l341"/>
            <p:cNvSpPr/>
            <p:nvPr/>
          </p:nvSpPr>
          <p:spPr>
            <a:xfrm>
              <a:off x="5282489" y="2467868"/>
              <a:ext cx="102909" cy="23014"/>
            </a:xfrm>
            <a:custGeom>
              <a:avLst/>
              <a:pathLst>
                <a:path w="102909" h="23014">
                  <a:moveTo>
                    <a:pt x="0" y="23014"/>
                  </a:moveTo>
                  <a:lnTo>
                    <a:pt x="0" y="0"/>
                  </a:lnTo>
                  <a:lnTo>
                    <a:pt x="102909" y="0"/>
                  </a:lnTo>
                  <a:lnTo>
                    <a:pt x="102909" y="978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l342"/>
            <p:cNvSpPr/>
            <p:nvPr/>
          </p:nvSpPr>
          <p:spPr>
            <a:xfrm>
              <a:off x="2977395" y="2467858"/>
              <a:ext cx="582251" cy="14042"/>
            </a:xfrm>
            <a:custGeom>
              <a:avLst/>
              <a:pathLst>
                <a:path w="582251" h="14042">
                  <a:moveTo>
                    <a:pt x="0" y="14042"/>
                  </a:moveTo>
                  <a:lnTo>
                    <a:pt x="0" y="0"/>
                  </a:lnTo>
                  <a:lnTo>
                    <a:pt x="582251" y="0"/>
                  </a:lnTo>
                  <a:lnTo>
                    <a:pt x="582251" y="382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l343"/>
            <p:cNvSpPr/>
            <p:nvPr/>
          </p:nvSpPr>
          <p:spPr>
            <a:xfrm>
              <a:off x="3953947" y="2467517"/>
              <a:ext cx="18874" cy="31207"/>
            </a:xfrm>
            <a:custGeom>
              <a:avLst/>
              <a:pathLst>
                <a:path w="18874" h="31207">
                  <a:moveTo>
                    <a:pt x="0" y="31207"/>
                  </a:moveTo>
                  <a:lnTo>
                    <a:pt x="0" y="0"/>
                  </a:lnTo>
                  <a:lnTo>
                    <a:pt x="18874" y="0"/>
                  </a:lnTo>
                  <a:lnTo>
                    <a:pt x="18874" y="2207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l344"/>
            <p:cNvSpPr/>
            <p:nvPr/>
          </p:nvSpPr>
          <p:spPr>
            <a:xfrm>
              <a:off x="4543545" y="2466938"/>
              <a:ext cx="41942" cy="11737"/>
            </a:xfrm>
            <a:custGeom>
              <a:avLst/>
              <a:pathLst>
                <a:path w="41942" h="11737">
                  <a:moveTo>
                    <a:pt x="0" y="11737"/>
                  </a:moveTo>
                  <a:lnTo>
                    <a:pt x="0" y="0"/>
                  </a:lnTo>
                  <a:lnTo>
                    <a:pt x="41942" y="0"/>
                  </a:lnTo>
                  <a:lnTo>
                    <a:pt x="41942" y="824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l345"/>
            <p:cNvSpPr/>
            <p:nvPr/>
          </p:nvSpPr>
          <p:spPr>
            <a:xfrm>
              <a:off x="4634621" y="2466509"/>
              <a:ext cx="25165" cy="32215"/>
            </a:xfrm>
            <a:custGeom>
              <a:avLst/>
              <a:pathLst>
                <a:path w="25165" h="32215">
                  <a:moveTo>
                    <a:pt x="0" y="32215"/>
                  </a:moveTo>
                  <a:lnTo>
                    <a:pt x="0" y="0"/>
                  </a:lnTo>
                  <a:lnTo>
                    <a:pt x="25165" y="0"/>
                  </a:lnTo>
                  <a:lnTo>
                    <a:pt x="25165" y="1307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l346"/>
            <p:cNvSpPr/>
            <p:nvPr/>
          </p:nvSpPr>
          <p:spPr>
            <a:xfrm>
              <a:off x="4912643" y="2465473"/>
              <a:ext cx="23967" cy="33251"/>
            </a:xfrm>
            <a:custGeom>
              <a:avLst/>
              <a:pathLst>
                <a:path w="23967" h="33251">
                  <a:moveTo>
                    <a:pt x="0" y="33251"/>
                  </a:moveTo>
                  <a:lnTo>
                    <a:pt x="0" y="0"/>
                  </a:lnTo>
                  <a:lnTo>
                    <a:pt x="23967" y="0"/>
                  </a:lnTo>
                  <a:lnTo>
                    <a:pt x="23967" y="1459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l347"/>
            <p:cNvSpPr/>
            <p:nvPr/>
          </p:nvSpPr>
          <p:spPr>
            <a:xfrm>
              <a:off x="5612490" y="2465260"/>
              <a:ext cx="9586" cy="33464"/>
            </a:xfrm>
            <a:custGeom>
              <a:avLst/>
              <a:pathLst>
                <a:path w="9586" h="33464">
                  <a:moveTo>
                    <a:pt x="0" y="33464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33464"/>
                  </a:lnTo>
                  <a:lnTo>
                    <a:pt x="9586" y="3346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l348"/>
            <p:cNvSpPr/>
            <p:nvPr/>
          </p:nvSpPr>
          <p:spPr>
            <a:xfrm>
              <a:off x="4519578" y="2464681"/>
              <a:ext cx="9586" cy="34043"/>
            </a:xfrm>
            <a:custGeom>
              <a:avLst/>
              <a:pathLst>
                <a:path w="9586" h="34043">
                  <a:moveTo>
                    <a:pt x="0" y="34043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34043"/>
                  </a:lnTo>
                  <a:lnTo>
                    <a:pt x="9586" y="3404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l349"/>
            <p:cNvSpPr/>
            <p:nvPr/>
          </p:nvSpPr>
          <p:spPr>
            <a:xfrm>
              <a:off x="2026970" y="2463755"/>
              <a:ext cx="9586" cy="34969"/>
            </a:xfrm>
            <a:custGeom>
              <a:avLst/>
              <a:pathLst>
                <a:path w="9586" h="34969">
                  <a:moveTo>
                    <a:pt x="0" y="34969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34969"/>
                  </a:lnTo>
                  <a:lnTo>
                    <a:pt x="9586" y="3496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l350"/>
            <p:cNvSpPr/>
            <p:nvPr/>
          </p:nvSpPr>
          <p:spPr>
            <a:xfrm>
              <a:off x="2046144" y="2463734"/>
              <a:ext cx="14380" cy="34990"/>
            </a:xfrm>
            <a:custGeom>
              <a:avLst/>
              <a:pathLst>
                <a:path w="14380" h="34990">
                  <a:moveTo>
                    <a:pt x="0" y="34990"/>
                  </a:moveTo>
                  <a:lnTo>
                    <a:pt x="0" y="0"/>
                  </a:lnTo>
                  <a:lnTo>
                    <a:pt x="14380" y="0"/>
                  </a:lnTo>
                  <a:lnTo>
                    <a:pt x="14380" y="1577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l351"/>
            <p:cNvSpPr/>
            <p:nvPr/>
          </p:nvSpPr>
          <p:spPr>
            <a:xfrm>
              <a:off x="3929980" y="2463500"/>
              <a:ext cx="33404" cy="26064"/>
            </a:xfrm>
            <a:custGeom>
              <a:avLst/>
              <a:pathLst>
                <a:path w="33404" h="26064">
                  <a:moveTo>
                    <a:pt x="0" y="26064"/>
                  </a:moveTo>
                  <a:lnTo>
                    <a:pt x="0" y="0"/>
                  </a:lnTo>
                  <a:lnTo>
                    <a:pt x="33404" y="0"/>
                  </a:lnTo>
                  <a:lnTo>
                    <a:pt x="33404" y="401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l352"/>
            <p:cNvSpPr/>
            <p:nvPr/>
          </p:nvSpPr>
          <p:spPr>
            <a:xfrm>
              <a:off x="5113969" y="2463480"/>
              <a:ext cx="9586" cy="35244"/>
            </a:xfrm>
            <a:custGeom>
              <a:avLst/>
              <a:pathLst>
                <a:path w="9586" h="35244">
                  <a:moveTo>
                    <a:pt x="0" y="35244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35244"/>
                  </a:lnTo>
                  <a:lnTo>
                    <a:pt x="9586" y="3524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l353"/>
            <p:cNvSpPr/>
            <p:nvPr/>
          </p:nvSpPr>
          <p:spPr>
            <a:xfrm>
              <a:off x="5133142" y="2463012"/>
              <a:ext cx="17975" cy="35712"/>
            </a:xfrm>
            <a:custGeom>
              <a:avLst/>
              <a:pathLst>
                <a:path w="17975" h="35712">
                  <a:moveTo>
                    <a:pt x="0" y="35712"/>
                  </a:moveTo>
                  <a:lnTo>
                    <a:pt x="0" y="0"/>
                  </a:lnTo>
                  <a:lnTo>
                    <a:pt x="17975" y="0"/>
                  </a:lnTo>
                  <a:lnTo>
                    <a:pt x="17975" y="531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l354"/>
            <p:cNvSpPr/>
            <p:nvPr/>
          </p:nvSpPr>
          <p:spPr>
            <a:xfrm>
              <a:off x="4960577" y="2462985"/>
              <a:ext cx="14380" cy="35739"/>
            </a:xfrm>
            <a:custGeom>
              <a:avLst/>
              <a:pathLst>
                <a:path w="14380" h="35739">
                  <a:moveTo>
                    <a:pt x="0" y="35739"/>
                  </a:moveTo>
                  <a:lnTo>
                    <a:pt x="0" y="0"/>
                  </a:lnTo>
                  <a:lnTo>
                    <a:pt x="14380" y="0"/>
                  </a:lnTo>
                  <a:lnTo>
                    <a:pt x="14380" y="1621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l355"/>
            <p:cNvSpPr/>
            <p:nvPr/>
          </p:nvSpPr>
          <p:spPr>
            <a:xfrm>
              <a:off x="4989338" y="2460468"/>
              <a:ext cx="14380" cy="38256"/>
            </a:xfrm>
            <a:custGeom>
              <a:avLst/>
              <a:pathLst>
                <a:path w="14380" h="38256">
                  <a:moveTo>
                    <a:pt x="0" y="38256"/>
                  </a:moveTo>
                  <a:lnTo>
                    <a:pt x="0" y="0"/>
                  </a:lnTo>
                  <a:lnTo>
                    <a:pt x="14380" y="0"/>
                  </a:lnTo>
                  <a:lnTo>
                    <a:pt x="14380" y="3220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l356"/>
            <p:cNvSpPr/>
            <p:nvPr/>
          </p:nvSpPr>
          <p:spPr>
            <a:xfrm>
              <a:off x="5085208" y="2460197"/>
              <a:ext cx="9586" cy="38527"/>
            </a:xfrm>
            <a:custGeom>
              <a:avLst/>
              <a:pathLst>
                <a:path w="9586" h="38527">
                  <a:moveTo>
                    <a:pt x="0" y="38527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38527"/>
                  </a:lnTo>
                  <a:lnTo>
                    <a:pt x="9586" y="3852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l357"/>
            <p:cNvSpPr/>
            <p:nvPr/>
          </p:nvSpPr>
          <p:spPr>
            <a:xfrm>
              <a:off x="5104382" y="2459975"/>
              <a:ext cx="14380" cy="38749"/>
            </a:xfrm>
            <a:custGeom>
              <a:avLst/>
              <a:pathLst>
                <a:path w="14380" h="38749">
                  <a:moveTo>
                    <a:pt x="0" y="38749"/>
                  </a:moveTo>
                  <a:lnTo>
                    <a:pt x="0" y="0"/>
                  </a:lnTo>
                  <a:lnTo>
                    <a:pt x="14380" y="0"/>
                  </a:lnTo>
                  <a:lnTo>
                    <a:pt x="14380" y="350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l358"/>
            <p:cNvSpPr/>
            <p:nvPr/>
          </p:nvSpPr>
          <p:spPr>
            <a:xfrm>
              <a:off x="3797860" y="2458592"/>
              <a:ext cx="148822" cy="15783"/>
            </a:xfrm>
            <a:custGeom>
              <a:avLst/>
              <a:pathLst>
                <a:path w="148822" h="15783">
                  <a:moveTo>
                    <a:pt x="0" y="15783"/>
                  </a:moveTo>
                  <a:lnTo>
                    <a:pt x="0" y="0"/>
                  </a:lnTo>
                  <a:lnTo>
                    <a:pt x="148822" y="0"/>
                  </a:lnTo>
                  <a:lnTo>
                    <a:pt x="148822" y="490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l359"/>
            <p:cNvSpPr/>
            <p:nvPr/>
          </p:nvSpPr>
          <p:spPr>
            <a:xfrm>
              <a:off x="5037273" y="2458395"/>
              <a:ext cx="9586" cy="40329"/>
            </a:xfrm>
            <a:custGeom>
              <a:avLst/>
              <a:pathLst>
                <a:path w="9586" h="40329">
                  <a:moveTo>
                    <a:pt x="0" y="40329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40329"/>
                  </a:lnTo>
                  <a:lnTo>
                    <a:pt x="9586" y="4032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l360"/>
            <p:cNvSpPr/>
            <p:nvPr/>
          </p:nvSpPr>
          <p:spPr>
            <a:xfrm>
              <a:off x="4421311" y="2458362"/>
              <a:ext cx="35951" cy="22516"/>
            </a:xfrm>
            <a:custGeom>
              <a:avLst/>
              <a:pathLst>
                <a:path w="35951" h="22516">
                  <a:moveTo>
                    <a:pt x="0" y="22516"/>
                  </a:moveTo>
                  <a:lnTo>
                    <a:pt x="0" y="0"/>
                  </a:lnTo>
                  <a:lnTo>
                    <a:pt x="35951" y="0"/>
                  </a:lnTo>
                  <a:lnTo>
                    <a:pt x="35951" y="1250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l361"/>
            <p:cNvSpPr/>
            <p:nvPr/>
          </p:nvSpPr>
          <p:spPr>
            <a:xfrm>
              <a:off x="4505197" y="2458224"/>
              <a:ext cx="19173" cy="16694"/>
            </a:xfrm>
            <a:custGeom>
              <a:avLst/>
              <a:pathLst>
                <a:path w="19173" h="16694">
                  <a:moveTo>
                    <a:pt x="0" y="16694"/>
                  </a:moveTo>
                  <a:lnTo>
                    <a:pt x="0" y="0"/>
                  </a:lnTo>
                  <a:lnTo>
                    <a:pt x="19173" y="0"/>
                  </a:lnTo>
                  <a:lnTo>
                    <a:pt x="19173" y="645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l362"/>
            <p:cNvSpPr/>
            <p:nvPr/>
          </p:nvSpPr>
          <p:spPr>
            <a:xfrm>
              <a:off x="5898900" y="2457036"/>
              <a:ext cx="37149" cy="27980"/>
            </a:xfrm>
            <a:custGeom>
              <a:avLst/>
              <a:pathLst>
                <a:path w="37149" h="27980">
                  <a:moveTo>
                    <a:pt x="0" y="27980"/>
                  </a:moveTo>
                  <a:lnTo>
                    <a:pt x="0" y="0"/>
                  </a:lnTo>
                  <a:lnTo>
                    <a:pt x="37149" y="0"/>
                  </a:lnTo>
                  <a:lnTo>
                    <a:pt x="37149" y="2250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l363"/>
            <p:cNvSpPr/>
            <p:nvPr/>
          </p:nvSpPr>
          <p:spPr>
            <a:xfrm>
              <a:off x="4236762" y="2455434"/>
              <a:ext cx="41081" cy="31107"/>
            </a:xfrm>
            <a:custGeom>
              <a:avLst/>
              <a:pathLst>
                <a:path w="41081" h="31107">
                  <a:moveTo>
                    <a:pt x="0" y="31107"/>
                  </a:moveTo>
                  <a:lnTo>
                    <a:pt x="0" y="0"/>
                  </a:lnTo>
                  <a:lnTo>
                    <a:pt x="41081" y="0"/>
                  </a:lnTo>
                  <a:lnTo>
                    <a:pt x="41081" y="1376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l364"/>
            <p:cNvSpPr/>
            <p:nvPr/>
          </p:nvSpPr>
          <p:spPr>
            <a:xfrm>
              <a:off x="5541037" y="2455296"/>
              <a:ext cx="76246" cy="12849"/>
            </a:xfrm>
            <a:custGeom>
              <a:avLst/>
              <a:pathLst>
                <a:path w="76246" h="12849">
                  <a:moveTo>
                    <a:pt x="0" y="12849"/>
                  </a:moveTo>
                  <a:lnTo>
                    <a:pt x="0" y="0"/>
                  </a:lnTo>
                  <a:lnTo>
                    <a:pt x="76246" y="0"/>
                  </a:lnTo>
                  <a:lnTo>
                    <a:pt x="76246" y="996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l365"/>
            <p:cNvSpPr/>
            <p:nvPr/>
          </p:nvSpPr>
          <p:spPr>
            <a:xfrm>
              <a:off x="2114451" y="2455262"/>
              <a:ext cx="34752" cy="23051"/>
            </a:xfrm>
            <a:custGeom>
              <a:avLst/>
              <a:pathLst>
                <a:path w="34752" h="23051">
                  <a:moveTo>
                    <a:pt x="0" y="23051"/>
                  </a:moveTo>
                  <a:lnTo>
                    <a:pt x="0" y="0"/>
                  </a:lnTo>
                  <a:lnTo>
                    <a:pt x="34752" y="0"/>
                  </a:lnTo>
                  <a:lnTo>
                    <a:pt x="34752" y="1965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l366"/>
            <p:cNvSpPr/>
            <p:nvPr/>
          </p:nvSpPr>
          <p:spPr>
            <a:xfrm>
              <a:off x="5708360" y="2453006"/>
              <a:ext cx="9586" cy="45718"/>
            </a:xfrm>
            <a:custGeom>
              <a:avLst/>
              <a:pathLst>
                <a:path w="9586" h="45718">
                  <a:moveTo>
                    <a:pt x="0" y="45718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45718"/>
                  </a:lnTo>
                  <a:lnTo>
                    <a:pt x="9586" y="4571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l367"/>
            <p:cNvSpPr/>
            <p:nvPr/>
          </p:nvSpPr>
          <p:spPr>
            <a:xfrm>
              <a:off x="4090786" y="2452473"/>
              <a:ext cx="166517" cy="16520"/>
            </a:xfrm>
            <a:custGeom>
              <a:avLst/>
              <a:pathLst>
                <a:path w="166517" h="16520">
                  <a:moveTo>
                    <a:pt x="0" y="16520"/>
                  </a:moveTo>
                  <a:lnTo>
                    <a:pt x="0" y="0"/>
                  </a:lnTo>
                  <a:lnTo>
                    <a:pt x="166517" y="0"/>
                  </a:lnTo>
                  <a:lnTo>
                    <a:pt x="166517" y="296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l368"/>
            <p:cNvSpPr/>
            <p:nvPr/>
          </p:nvSpPr>
          <p:spPr>
            <a:xfrm>
              <a:off x="3268521" y="2452080"/>
              <a:ext cx="603750" cy="15777"/>
            </a:xfrm>
            <a:custGeom>
              <a:avLst/>
              <a:pathLst>
                <a:path w="603750" h="15777">
                  <a:moveTo>
                    <a:pt x="0" y="15777"/>
                  </a:moveTo>
                  <a:lnTo>
                    <a:pt x="0" y="0"/>
                  </a:lnTo>
                  <a:lnTo>
                    <a:pt x="603750" y="0"/>
                  </a:lnTo>
                  <a:lnTo>
                    <a:pt x="603750" y="651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l369"/>
            <p:cNvSpPr/>
            <p:nvPr/>
          </p:nvSpPr>
          <p:spPr>
            <a:xfrm>
              <a:off x="5181077" y="2448413"/>
              <a:ext cx="16777" cy="50311"/>
            </a:xfrm>
            <a:custGeom>
              <a:avLst/>
              <a:pathLst>
                <a:path w="16777" h="50311">
                  <a:moveTo>
                    <a:pt x="0" y="50311"/>
                  </a:moveTo>
                  <a:lnTo>
                    <a:pt x="0" y="0"/>
                  </a:lnTo>
                  <a:lnTo>
                    <a:pt x="16777" y="0"/>
                  </a:lnTo>
                  <a:lnTo>
                    <a:pt x="16777" y="2476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l370"/>
            <p:cNvSpPr/>
            <p:nvPr/>
          </p:nvSpPr>
          <p:spPr>
            <a:xfrm>
              <a:off x="5056447" y="2447500"/>
              <a:ext cx="14380" cy="51224"/>
            </a:xfrm>
            <a:custGeom>
              <a:avLst/>
              <a:pathLst>
                <a:path w="14380" h="51224">
                  <a:moveTo>
                    <a:pt x="0" y="51224"/>
                  </a:moveTo>
                  <a:lnTo>
                    <a:pt x="0" y="0"/>
                  </a:lnTo>
                  <a:lnTo>
                    <a:pt x="14380" y="0"/>
                  </a:lnTo>
                  <a:lnTo>
                    <a:pt x="14380" y="2612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l371"/>
            <p:cNvSpPr/>
            <p:nvPr/>
          </p:nvSpPr>
          <p:spPr>
            <a:xfrm>
              <a:off x="5453407" y="2447271"/>
              <a:ext cx="125753" cy="34378"/>
            </a:xfrm>
            <a:custGeom>
              <a:avLst/>
              <a:pathLst>
                <a:path w="125753" h="34378">
                  <a:moveTo>
                    <a:pt x="0" y="34378"/>
                  </a:moveTo>
                  <a:lnTo>
                    <a:pt x="0" y="0"/>
                  </a:lnTo>
                  <a:lnTo>
                    <a:pt x="125753" y="0"/>
                  </a:lnTo>
                  <a:lnTo>
                    <a:pt x="125753" y="802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l372"/>
            <p:cNvSpPr/>
            <p:nvPr/>
          </p:nvSpPr>
          <p:spPr>
            <a:xfrm>
              <a:off x="5631664" y="2446240"/>
              <a:ext cx="9586" cy="52484"/>
            </a:xfrm>
            <a:custGeom>
              <a:avLst/>
              <a:pathLst>
                <a:path w="9586" h="52484">
                  <a:moveTo>
                    <a:pt x="0" y="52484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52484"/>
                  </a:lnTo>
                  <a:lnTo>
                    <a:pt x="9586" y="5248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l373"/>
            <p:cNvSpPr/>
            <p:nvPr/>
          </p:nvSpPr>
          <p:spPr>
            <a:xfrm>
              <a:off x="4924626" y="2446202"/>
              <a:ext cx="43141" cy="19271"/>
            </a:xfrm>
            <a:custGeom>
              <a:avLst/>
              <a:pathLst>
                <a:path w="43141" h="19271">
                  <a:moveTo>
                    <a:pt x="0" y="19271"/>
                  </a:moveTo>
                  <a:lnTo>
                    <a:pt x="0" y="0"/>
                  </a:lnTo>
                  <a:lnTo>
                    <a:pt x="43141" y="0"/>
                  </a:lnTo>
                  <a:lnTo>
                    <a:pt x="43141" y="1678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l374"/>
            <p:cNvSpPr/>
            <p:nvPr/>
          </p:nvSpPr>
          <p:spPr>
            <a:xfrm>
              <a:off x="4759251" y="2446013"/>
              <a:ext cx="14380" cy="52711"/>
            </a:xfrm>
            <a:custGeom>
              <a:avLst/>
              <a:pathLst>
                <a:path w="14380" h="52711">
                  <a:moveTo>
                    <a:pt x="0" y="52711"/>
                  </a:moveTo>
                  <a:lnTo>
                    <a:pt x="0" y="0"/>
                  </a:lnTo>
                  <a:lnTo>
                    <a:pt x="14380" y="0"/>
                  </a:lnTo>
                  <a:lnTo>
                    <a:pt x="14380" y="2280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l375"/>
            <p:cNvSpPr/>
            <p:nvPr/>
          </p:nvSpPr>
          <p:spPr>
            <a:xfrm>
              <a:off x="5756294" y="2442229"/>
              <a:ext cx="14380" cy="56495"/>
            </a:xfrm>
            <a:custGeom>
              <a:avLst/>
              <a:pathLst>
                <a:path w="14380" h="56495">
                  <a:moveTo>
                    <a:pt x="0" y="56495"/>
                  </a:moveTo>
                  <a:lnTo>
                    <a:pt x="0" y="0"/>
                  </a:lnTo>
                  <a:lnTo>
                    <a:pt x="14380" y="0"/>
                  </a:lnTo>
                  <a:lnTo>
                    <a:pt x="14380" y="3673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l376"/>
            <p:cNvSpPr/>
            <p:nvPr/>
          </p:nvSpPr>
          <p:spPr>
            <a:xfrm>
              <a:off x="5852164" y="2441714"/>
              <a:ext cx="9586" cy="57010"/>
            </a:xfrm>
            <a:custGeom>
              <a:avLst/>
              <a:pathLst>
                <a:path w="9586" h="57010">
                  <a:moveTo>
                    <a:pt x="0" y="57010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57010"/>
                  </a:lnTo>
                  <a:lnTo>
                    <a:pt x="9586" y="5701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l377"/>
            <p:cNvSpPr/>
            <p:nvPr/>
          </p:nvSpPr>
          <p:spPr>
            <a:xfrm>
              <a:off x="5142130" y="2441545"/>
              <a:ext cx="47335" cy="21467"/>
            </a:xfrm>
            <a:custGeom>
              <a:avLst/>
              <a:pathLst>
                <a:path w="47335" h="21467">
                  <a:moveTo>
                    <a:pt x="0" y="21467"/>
                  </a:moveTo>
                  <a:lnTo>
                    <a:pt x="0" y="0"/>
                  </a:lnTo>
                  <a:lnTo>
                    <a:pt x="47335" y="0"/>
                  </a:lnTo>
                  <a:lnTo>
                    <a:pt x="47335" y="686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l378"/>
            <p:cNvSpPr/>
            <p:nvPr/>
          </p:nvSpPr>
          <p:spPr>
            <a:xfrm>
              <a:off x="4564516" y="2439916"/>
              <a:ext cx="82687" cy="27021"/>
            </a:xfrm>
            <a:custGeom>
              <a:avLst/>
              <a:pathLst>
                <a:path w="82687" h="27021">
                  <a:moveTo>
                    <a:pt x="0" y="27021"/>
                  </a:moveTo>
                  <a:lnTo>
                    <a:pt x="0" y="0"/>
                  </a:lnTo>
                  <a:lnTo>
                    <a:pt x="82687" y="0"/>
                  </a:lnTo>
                  <a:lnTo>
                    <a:pt x="82687" y="2659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l379"/>
            <p:cNvSpPr/>
            <p:nvPr/>
          </p:nvSpPr>
          <p:spPr>
            <a:xfrm>
              <a:off x="5022892" y="2439330"/>
              <a:ext cx="19173" cy="30462"/>
            </a:xfrm>
            <a:custGeom>
              <a:avLst/>
              <a:pathLst>
                <a:path w="19173" h="30462">
                  <a:moveTo>
                    <a:pt x="0" y="30462"/>
                  </a:moveTo>
                  <a:lnTo>
                    <a:pt x="0" y="0"/>
                  </a:lnTo>
                  <a:lnTo>
                    <a:pt x="19173" y="0"/>
                  </a:lnTo>
                  <a:lnTo>
                    <a:pt x="19173" y="1906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l380"/>
            <p:cNvSpPr/>
            <p:nvPr/>
          </p:nvSpPr>
          <p:spPr>
            <a:xfrm>
              <a:off x="5823403" y="2438612"/>
              <a:ext cx="14380" cy="60112"/>
            </a:xfrm>
            <a:custGeom>
              <a:avLst/>
              <a:pathLst>
                <a:path w="14380" h="60112">
                  <a:moveTo>
                    <a:pt x="0" y="60112"/>
                  </a:moveTo>
                  <a:lnTo>
                    <a:pt x="0" y="0"/>
                  </a:lnTo>
                  <a:lnTo>
                    <a:pt x="14380" y="0"/>
                  </a:lnTo>
                  <a:lnTo>
                    <a:pt x="14380" y="4850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l381"/>
            <p:cNvSpPr/>
            <p:nvPr/>
          </p:nvSpPr>
          <p:spPr>
            <a:xfrm>
              <a:off x="5227814" y="2438376"/>
              <a:ext cx="106130" cy="35505"/>
            </a:xfrm>
            <a:custGeom>
              <a:avLst/>
              <a:pathLst>
                <a:path w="106130" h="35505">
                  <a:moveTo>
                    <a:pt x="0" y="35505"/>
                  </a:moveTo>
                  <a:lnTo>
                    <a:pt x="0" y="0"/>
                  </a:lnTo>
                  <a:lnTo>
                    <a:pt x="106130" y="0"/>
                  </a:lnTo>
                  <a:lnTo>
                    <a:pt x="106130" y="2949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l382"/>
            <p:cNvSpPr/>
            <p:nvPr/>
          </p:nvSpPr>
          <p:spPr>
            <a:xfrm>
              <a:off x="4514784" y="2438274"/>
              <a:ext cx="91076" cy="19950"/>
            </a:xfrm>
            <a:custGeom>
              <a:avLst/>
              <a:pathLst>
                <a:path w="91076" h="19950">
                  <a:moveTo>
                    <a:pt x="0" y="19950"/>
                  </a:moveTo>
                  <a:lnTo>
                    <a:pt x="0" y="0"/>
                  </a:lnTo>
                  <a:lnTo>
                    <a:pt x="91076" y="0"/>
                  </a:lnTo>
                  <a:lnTo>
                    <a:pt x="91076" y="164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l383"/>
            <p:cNvSpPr/>
            <p:nvPr/>
          </p:nvSpPr>
          <p:spPr>
            <a:xfrm>
              <a:off x="4844785" y="2436585"/>
              <a:ext cx="101411" cy="31732"/>
            </a:xfrm>
            <a:custGeom>
              <a:avLst/>
              <a:pathLst>
                <a:path w="101411" h="31732">
                  <a:moveTo>
                    <a:pt x="0" y="31732"/>
                  </a:moveTo>
                  <a:lnTo>
                    <a:pt x="0" y="0"/>
                  </a:lnTo>
                  <a:lnTo>
                    <a:pt x="101411" y="0"/>
                  </a:lnTo>
                  <a:lnTo>
                    <a:pt x="101411" y="961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l384"/>
            <p:cNvSpPr/>
            <p:nvPr/>
          </p:nvSpPr>
          <p:spPr>
            <a:xfrm>
              <a:off x="4490817" y="2436554"/>
              <a:ext cx="69505" cy="62170"/>
            </a:xfrm>
            <a:custGeom>
              <a:avLst/>
              <a:pathLst>
                <a:path w="69505" h="62170">
                  <a:moveTo>
                    <a:pt x="0" y="62170"/>
                  </a:moveTo>
                  <a:lnTo>
                    <a:pt x="0" y="0"/>
                  </a:lnTo>
                  <a:lnTo>
                    <a:pt x="69505" y="0"/>
                  </a:lnTo>
                  <a:lnTo>
                    <a:pt x="69505" y="171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l385"/>
            <p:cNvSpPr/>
            <p:nvPr/>
          </p:nvSpPr>
          <p:spPr>
            <a:xfrm>
              <a:off x="4728693" y="2432899"/>
              <a:ext cx="37748" cy="36175"/>
            </a:xfrm>
            <a:custGeom>
              <a:avLst/>
              <a:pathLst>
                <a:path w="37748" h="36175">
                  <a:moveTo>
                    <a:pt x="0" y="36175"/>
                  </a:moveTo>
                  <a:lnTo>
                    <a:pt x="0" y="0"/>
                  </a:lnTo>
                  <a:lnTo>
                    <a:pt x="37748" y="0"/>
                  </a:lnTo>
                  <a:lnTo>
                    <a:pt x="37748" y="1311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l386"/>
            <p:cNvSpPr/>
            <p:nvPr/>
          </p:nvSpPr>
          <p:spPr>
            <a:xfrm>
              <a:off x="5111572" y="2432398"/>
              <a:ext cx="54226" cy="27577"/>
            </a:xfrm>
            <a:custGeom>
              <a:avLst/>
              <a:pathLst>
                <a:path w="54226" h="27577">
                  <a:moveTo>
                    <a:pt x="0" y="27577"/>
                  </a:moveTo>
                  <a:lnTo>
                    <a:pt x="0" y="0"/>
                  </a:lnTo>
                  <a:lnTo>
                    <a:pt x="54226" y="0"/>
                  </a:lnTo>
                  <a:lnTo>
                    <a:pt x="54226" y="914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l387"/>
            <p:cNvSpPr/>
            <p:nvPr/>
          </p:nvSpPr>
          <p:spPr>
            <a:xfrm>
              <a:off x="5880925" y="2431839"/>
              <a:ext cx="36550" cy="66885"/>
            </a:xfrm>
            <a:custGeom>
              <a:avLst/>
              <a:pathLst>
                <a:path w="36550" h="66885">
                  <a:moveTo>
                    <a:pt x="0" y="66885"/>
                  </a:moveTo>
                  <a:lnTo>
                    <a:pt x="0" y="0"/>
                  </a:lnTo>
                  <a:lnTo>
                    <a:pt x="36550" y="0"/>
                  </a:lnTo>
                  <a:lnTo>
                    <a:pt x="36550" y="2519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l388"/>
            <p:cNvSpPr/>
            <p:nvPr/>
          </p:nvSpPr>
          <p:spPr>
            <a:xfrm>
              <a:off x="2079698" y="2430818"/>
              <a:ext cx="52129" cy="40155"/>
            </a:xfrm>
            <a:custGeom>
              <a:avLst/>
              <a:pathLst>
                <a:path w="52129" h="40155">
                  <a:moveTo>
                    <a:pt x="0" y="40155"/>
                  </a:moveTo>
                  <a:lnTo>
                    <a:pt x="0" y="0"/>
                  </a:lnTo>
                  <a:lnTo>
                    <a:pt x="52129" y="0"/>
                  </a:lnTo>
                  <a:lnTo>
                    <a:pt x="52129" y="2444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l389"/>
            <p:cNvSpPr/>
            <p:nvPr/>
          </p:nvSpPr>
          <p:spPr>
            <a:xfrm>
              <a:off x="5667016" y="2429813"/>
              <a:ext cx="46137" cy="42953"/>
            </a:xfrm>
            <a:custGeom>
              <a:avLst/>
              <a:pathLst>
                <a:path w="46137" h="42953">
                  <a:moveTo>
                    <a:pt x="0" y="42953"/>
                  </a:moveTo>
                  <a:lnTo>
                    <a:pt x="0" y="0"/>
                  </a:lnTo>
                  <a:lnTo>
                    <a:pt x="46137" y="0"/>
                  </a:lnTo>
                  <a:lnTo>
                    <a:pt x="46137" y="2319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l390"/>
            <p:cNvSpPr/>
            <p:nvPr/>
          </p:nvSpPr>
          <p:spPr>
            <a:xfrm>
              <a:off x="4481230" y="2429631"/>
              <a:ext cx="44339" cy="69093"/>
            </a:xfrm>
            <a:custGeom>
              <a:avLst/>
              <a:pathLst>
                <a:path w="44339" h="69093">
                  <a:moveTo>
                    <a:pt x="0" y="69093"/>
                  </a:moveTo>
                  <a:lnTo>
                    <a:pt x="0" y="0"/>
                  </a:lnTo>
                  <a:lnTo>
                    <a:pt x="44339" y="0"/>
                  </a:lnTo>
                  <a:lnTo>
                    <a:pt x="44339" y="692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l391"/>
            <p:cNvSpPr/>
            <p:nvPr/>
          </p:nvSpPr>
          <p:spPr>
            <a:xfrm>
              <a:off x="5090001" y="2427696"/>
              <a:ext cx="48683" cy="32501"/>
            </a:xfrm>
            <a:custGeom>
              <a:avLst/>
              <a:pathLst>
                <a:path w="48683" h="32501">
                  <a:moveTo>
                    <a:pt x="0" y="32501"/>
                  </a:moveTo>
                  <a:lnTo>
                    <a:pt x="0" y="0"/>
                  </a:lnTo>
                  <a:lnTo>
                    <a:pt x="48683" y="0"/>
                  </a:lnTo>
                  <a:lnTo>
                    <a:pt x="48683" y="470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l392"/>
            <p:cNvSpPr/>
            <p:nvPr/>
          </p:nvSpPr>
          <p:spPr>
            <a:xfrm>
              <a:off x="2017383" y="2424872"/>
              <a:ext cx="14380" cy="73852"/>
            </a:xfrm>
            <a:custGeom>
              <a:avLst/>
              <a:pathLst>
                <a:path w="14380" h="73852">
                  <a:moveTo>
                    <a:pt x="0" y="73852"/>
                  </a:moveTo>
                  <a:lnTo>
                    <a:pt x="0" y="0"/>
                  </a:lnTo>
                  <a:lnTo>
                    <a:pt x="14380" y="0"/>
                  </a:lnTo>
                  <a:lnTo>
                    <a:pt x="14380" y="3888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l393"/>
            <p:cNvSpPr/>
            <p:nvPr/>
          </p:nvSpPr>
          <p:spPr>
            <a:xfrm>
              <a:off x="4439287" y="2423630"/>
              <a:ext cx="64112" cy="34732"/>
            </a:xfrm>
            <a:custGeom>
              <a:avLst/>
              <a:pathLst>
                <a:path w="64112" h="34732">
                  <a:moveTo>
                    <a:pt x="0" y="34732"/>
                  </a:moveTo>
                  <a:lnTo>
                    <a:pt x="0" y="0"/>
                  </a:lnTo>
                  <a:lnTo>
                    <a:pt x="64112" y="0"/>
                  </a:lnTo>
                  <a:lnTo>
                    <a:pt x="64112" y="600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l394"/>
            <p:cNvSpPr/>
            <p:nvPr/>
          </p:nvSpPr>
          <p:spPr>
            <a:xfrm>
              <a:off x="4174045" y="2417484"/>
              <a:ext cx="297298" cy="34988"/>
            </a:xfrm>
            <a:custGeom>
              <a:avLst/>
              <a:pathLst>
                <a:path w="297298" h="34988">
                  <a:moveTo>
                    <a:pt x="0" y="34988"/>
                  </a:moveTo>
                  <a:lnTo>
                    <a:pt x="0" y="0"/>
                  </a:lnTo>
                  <a:lnTo>
                    <a:pt x="297298" y="0"/>
                  </a:lnTo>
                  <a:lnTo>
                    <a:pt x="297298" y="614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l395"/>
            <p:cNvSpPr/>
            <p:nvPr/>
          </p:nvSpPr>
          <p:spPr>
            <a:xfrm>
              <a:off x="4788012" y="2413034"/>
              <a:ext cx="107478" cy="85690"/>
            </a:xfrm>
            <a:custGeom>
              <a:avLst/>
              <a:pathLst>
                <a:path w="107478" h="85690">
                  <a:moveTo>
                    <a:pt x="0" y="85690"/>
                  </a:moveTo>
                  <a:lnTo>
                    <a:pt x="0" y="0"/>
                  </a:lnTo>
                  <a:lnTo>
                    <a:pt x="107478" y="0"/>
                  </a:lnTo>
                  <a:lnTo>
                    <a:pt x="107478" y="2355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l396"/>
            <p:cNvSpPr/>
            <p:nvPr/>
          </p:nvSpPr>
          <p:spPr>
            <a:xfrm>
              <a:off x="5799436" y="2410776"/>
              <a:ext cx="31157" cy="72740"/>
            </a:xfrm>
            <a:custGeom>
              <a:avLst/>
              <a:pathLst>
                <a:path w="31157" h="72740">
                  <a:moveTo>
                    <a:pt x="0" y="72740"/>
                  </a:moveTo>
                  <a:lnTo>
                    <a:pt x="0" y="0"/>
                  </a:lnTo>
                  <a:lnTo>
                    <a:pt x="31157" y="0"/>
                  </a:lnTo>
                  <a:lnTo>
                    <a:pt x="31157" y="2783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l397"/>
            <p:cNvSpPr/>
            <p:nvPr/>
          </p:nvSpPr>
          <p:spPr>
            <a:xfrm>
              <a:off x="3570396" y="2410708"/>
              <a:ext cx="752298" cy="41371"/>
            </a:xfrm>
            <a:custGeom>
              <a:avLst/>
              <a:pathLst>
                <a:path w="752298" h="41371">
                  <a:moveTo>
                    <a:pt x="0" y="41371"/>
                  </a:moveTo>
                  <a:lnTo>
                    <a:pt x="0" y="0"/>
                  </a:lnTo>
                  <a:lnTo>
                    <a:pt x="752298" y="0"/>
                  </a:lnTo>
                  <a:lnTo>
                    <a:pt x="752298" y="677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l398"/>
            <p:cNvSpPr/>
            <p:nvPr/>
          </p:nvSpPr>
          <p:spPr>
            <a:xfrm>
              <a:off x="5727533" y="2409073"/>
              <a:ext cx="9586" cy="89651"/>
            </a:xfrm>
            <a:custGeom>
              <a:avLst/>
              <a:pathLst>
                <a:path w="9586" h="89651">
                  <a:moveTo>
                    <a:pt x="0" y="89651"/>
                  </a:moveTo>
                  <a:lnTo>
                    <a:pt x="0" y="0"/>
                  </a:lnTo>
                  <a:lnTo>
                    <a:pt x="9586" y="0"/>
                  </a:lnTo>
                  <a:lnTo>
                    <a:pt x="9586" y="89651"/>
                  </a:lnTo>
                  <a:lnTo>
                    <a:pt x="9586" y="8965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l399"/>
            <p:cNvSpPr/>
            <p:nvPr/>
          </p:nvSpPr>
          <p:spPr>
            <a:xfrm>
              <a:off x="5516283" y="2396944"/>
              <a:ext cx="120173" cy="50327"/>
            </a:xfrm>
            <a:custGeom>
              <a:avLst/>
              <a:pathLst>
                <a:path w="120173" h="50327">
                  <a:moveTo>
                    <a:pt x="0" y="50327"/>
                  </a:moveTo>
                  <a:lnTo>
                    <a:pt x="0" y="0"/>
                  </a:lnTo>
                  <a:lnTo>
                    <a:pt x="120173" y="0"/>
                  </a:lnTo>
                  <a:lnTo>
                    <a:pt x="120173" y="4929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l400"/>
            <p:cNvSpPr/>
            <p:nvPr/>
          </p:nvSpPr>
          <p:spPr>
            <a:xfrm>
              <a:off x="5063637" y="2394941"/>
              <a:ext cx="50705" cy="52558"/>
            </a:xfrm>
            <a:custGeom>
              <a:avLst/>
              <a:pathLst>
                <a:path w="50705" h="52558">
                  <a:moveTo>
                    <a:pt x="0" y="52558"/>
                  </a:moveTo>
                  <a:lnTo>
                    <a:pt x="0" y="0"/>
                  </a:lnTo>
                  <a:lnTo>
                    <a:pt x="50705" y="0"/>
                  </a:lnTo>
                  <a:lnTo>
                    <a:pt x="50705" y="3275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l401"/>
            <p:cNvSpPr/>
            <p:nvPr/>
          </p:nvSpPr>
          <p:spPr>
            <a:xfrm>
              <a:off x="2105763" y="2390168"/>
              <a:ext cx="1840782" cy="40650"/>
            </a:xfrm>
            <a:custGeom>
              <a:avLst/>
              <a:pathLst>
                <a:path w="1840782" h="40650">
                  <a:moveTo>
                    <a:pt x="0" y="40650"/>
                  </a:moveTo>
                  <a:lnTo>
                    <a:pt x="0" y="0"/>
                  </a:lnTo>
                  <a:lnTo>
                    <a:pt x="1840782" y="0"/>
                  </a:lnTo>
                  <a:lnTo>
                    <a:pt x="1840782" y="2054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l402"/>
            <p:cNvSpPr/>
            <p:nvPr/>
          </p:nvSpPr>
          <p:spPr>
            <a:xfrm>
              <a:off x="5746707" y="2389997"/>
              <a:ext cx="16777" cy="108727"/>
            </a:xfrm>
            <a:custGeom>
              <a:avLst/>
              <a:pathLst>
                <a:path w="16777" h="108727">
                  <a:moveTo>
                    <a:pt x="0" y="108727"/>
                  </a:moveTo>
                  <a:lnTo>
                    <a:pt x="0" y="0"/>
                  </a:lnTo>
                  <a:lnTo>
                    <a:pt x="16777" y="0"/>
                  </a:lnTo>
                  <a:lnTo>
                    <a:pt x="16777" y="5223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l403"/>
            <p:cNvSpPr/>
            <p:nvPr/>
          </p:nvSpPr>
          <p:spPr>
            <a:xfrm>
              <a:off x="2007796" y="2377579"/>
              <a:ext cx="16777" cy="121145"/>
            </a:xfrm>
            <a:custGeom>
              <a:avLst/>
              <a:pathLst>
                <a:path w="16777" h="121145">
                  <a:moveTo>
                    <a:pt x="0" y="121145"/>
                  </a:moveTo>
                  <a:lnTo>
                    <a:pt x="0" y="0"/>
                  </a:lnTo>
                  <a:lnTo>
                    <a:pt x="16777" y="0"/>
                  </a:lnTo>
                  <a:lnTo>
                    <a:pt x="16777" y="4729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l404"/>
            <p:cNvSpPr/>
            <p:nvPr/>
          </p:nvSpPr>
          <p:spPr>
            <a:xfrm>
              <a:off x="5032479" y="2375625"/>
              <a:ext cx="56510" cy="63704"/>
            </a:xfrm>
            <a:custGeom>
              <a:avLst/>
              <a:pathLst>
                <a:path w="56510" h="63704">
                  <a:moveTo>
                    <a:pt x="0" y="63704"/>
                  </a:moveTo>
                  <a:lnTo>
                    <a:pt x="0" y="0"/>
                  </a:lnTo>
                  <a:lnTo>
                    <a:pt x="56510" y="0"/>
                  </a:lnTo>
                  <a:lnTo>
                    <a:pt x="56510" y="1931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l405"/>
            <p:cNvSpPr/>
            <p:nvPr/>
          </p:nvSpPr>
          <p:spPr>
            <a:xfrm>
              <a:off x="5690084" y="2374049"/>
              <a:ext cx="42242" cy="55763"/>
            </a:xfrm>
            <a:custGeom>
              <a:avLst/>
              <a:pathLst>
                <a:path w="42242" h="55763">
                  <a:moveTo>
                    <a:pt x="0" y="55763"/>
                  </a:moveTo>
                  <a:lnTo>
                    <a:pt x="0" y="0"/>
                  </a:lnTo>
                  <a:lnTo>
                    <a:pt x="42242" y="0"/>
                  </a:lnTo>
                  <a:lnTo>
                    <a:pt x="42242" y="3502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l406"/>
            <p:cNvSpPr/>
            <p:nvPr/>
          </p:nvSpPr>
          <p:spPr>
            <a:xfrm>
              <a:off x="5871338" y="2372621"/>
              <a:ext cx="27862" cy="126103"/>
            </a:xfrm>
            <a:custGeom>
              <a:avLst/>
              <a:pathLst>
                <a:path w="27862" h="126103">
                  <a:moveTo>
                    <a:pt x="0" y="126103"/>
                  </a:moveTo>
                  <a:lnTo>
                    <a:pt x="0" y="0"/>
                  </a:lnTo>
                  <a:lnTo>
                    <a:pt x="27862" y="0"/>
                  </a:lnTo>
                  <a:lnTo>
                    <a:pt x="27862" y="5921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l407"/>
            <p:cNvSpPr/>
            <p:nvPr/>
          </p:nvSpPr>
          <p:spPr>
            <a:xfrm>
              <a:off x="4996528" y="2363188"/>
              <a:ext cx="64206" cy="97279"/>
            </a:xfrm>
            <a:custGeom>
              <a:avLst/>
              <a:pathLst>
                <a:path w="64206" h="97279">
                  <a:moveTo>
                    <a:pt x="0" y="97279"/>
                  </a:moveTo>
                  <a:lnTo>
                    <a:pt x="0" y="0"/>
                  </a:lnTo>
                  <a:lnTo>
                    <a:pt x="64206" y="0"/>
                  </a:lnTo>
                  <a:lnTo>
                    <a:pt x="64206" y="1243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l408"/>
            <p:cNvSpPr/>
            <p:nvPr/>
          </p:nvSpPr>
          <p:spPr>
            <a:xfrm>
              <a:off x="5280879" y="2362217"/>
              <a:ext cx="295491" cy="76158"/>
            </a:xfrm>
            <a:custGeom>
              <a:avLst/>
              <a:pathLst>
                <a:path w="295491" h="76158">
                  <a:moveTo>
                    <a:pt x="0" y="76158"/>
                  </a:moveTo>
                  <a:lnTo>
                    <a:pt x="0" y="0"/>
                  </a:lnTo>
                  <a:lnTo>
                    <a:pt x="295491" y="0"/>
                  </a:lnTo>
                  <a:lnTo>
                    <a:pt x="295491" y="3472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l409"/>
            <p:cNvSpPr/>
            <p:nvPr/>
          </p:nvSpPr>
          <p:spPr>
            <a:xfrm>
              <a:off x="4841752" y="2352385"/>
              <a:ext cx="186880" cy="60648"/>
            </a:xfrm>
            <a:custGeom>
              <a:avLst/>
              <a:pathLst>
                <a:path w="186880" h="60648">
                  <a:moveTo>
                    <a:pt x="0" y="60648"/>
                  </a:moveTo>
                  <a:lnTo>
                    <a:pt x="0" y="0"/>
                  </a:lnTo>
                  <a:lnTo>
                    <a:pt x="186880" y="0"/>
                  </a:lnTo>
                  <a:lnTo>
                    <a:pt x="186880" y="1080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l410"/>
            <p:cNvSpPr/>
            <p:nvPr/>
          </p:nvSpPr>
          <p:spPr>
            <a:xfrm>
              <a:off x="5856957" y="2350378"/>
              <a:ext cx="28311" cy="91335"/>
            </a:xfrm>
            <a:custGeom>
              <a:avLst/>
              <a:pathLst>
                <a:path w="28311" h="91335">
                  <a:moveTo>
                    <a:pt x="0" y="91335"/>
                  </a:moveTo>
                  <a:lnTo>
                    <a:pt x="0" y="0"/>
                  </a:lnTo>
                  <a:lnTo>
                    <a:pt x="28311" y="0"/>
                  </a:lnTo>
                  <a:lnTo>
                    <a:pt x="28311" y="2224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l411"/>
            <p:cNvSpPr/>
            <p:nvPr/>
          </p:nvSpPr>
          <p:spPr>
            <a:xfrm>
              <a:off x="4747567" y="2344306"/>
              <a:ext cx="187624" cy="88593"/>
            </a:xfrm>
            <a:custGeom>
              <a:avLst/>
              <a:pathLst>
                <a:path w="187624" h="88593">
                  <a:moveTo>
                    <a:pt x="0" y="88593"/>
                  </a:moveTo>
                  <a:lnTo>
                    <a:pt x="0" y="0"/>
                  </a:lnTo>
                  <a:lnTo>
                    <a:pt x="187624" y="0"/>
                  </a:lnTo>
                  <a:lnTo>
                    <a:pt x="187624" y="807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l412"/>
            <p:cNvSpPr/>
            <p:nvPr/>
          </p:nvSpPr>
          <p:spPr>
            <a:xfrm>
              <a:off x="1986226" y="2342238"/>
              <a:ext cx="29959" cy="141737"/>
            </a:xfrm>
            <a:custGeom>
              <a:avLst/>
              <a:pathLst>
                <a:path w="29959" h="141737">
                  <a:moveTo>
                    <a:pt x="0" y="141737"/>
                  </a:moveTo>
                  <a:lnTo>
                    <a:pt x="0" y="0"/>
                  </a:lnTo>
                  <a:lnTo>
                    <a:pt x="29959" y="0"/>
                  </a:lnTo>
                  <a:lnTo>
                    <a:pt x="29959" y="3534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l413"/>
            <p:cNvSpPr/>
            <p:nvPr/>
          </p:nvSpPr>
          <p:spPr>
            <a:xfrm>
              <a:off x="3026154" y="2325749"/>
              <a:ext cx="1815225" cy="64418"/>
            </a:xfrm>
            <a:custGeom>
              <a:avLst/>
              <a:pathLst>
                <a:path w="1815225" h="64418">
                  <a:moveTo>
                    <a:pt x="0" y="64418"/>
                  </a:moveTo>
                  <a:lnTo>
                    <a:pt x="0" y="0"/>
                  </a:lnTo>
                  <a:lnTo>
                    <a:pt x="1815225" y="0"/>
                  </a:lnTo>
                  <a:lnTo>
                    <a:pt x="1815225" y="1855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l414"/>
            <p:cNvSpPr/>
            <p:nvPr/>
          </p:nvSpPr>
          <p:spPr>
            <a:xfrm>
              <a:off x="5815014" y="2284225"/>
              <a:ext cx="56098" cy="126551"/>
            </a:xfrm>
            <a:custGeom>
              <a:avLst/>
              <a:pathLst>
                <a:path w="56098" h="126551">
                  <a:moveTo>
                    <a:pt x="0" y="126551"/>
                  </a:moveTo>
                  <a:lnTo>
                    <a:pt x="0" y="0"/>
                  </a:lnTo>
                  <a:lnTo>
                    <a:pt x="56098" y="0"/>
                  </a:lnTo>
                  <a:lnTo>
                    <a:pt x="56098" y="6615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l415"/>
            <p:cNvSpPr/>
            <p:nvPr/>
          </p:nvSpPr>
          <p:spPr>
            <a:xfrm>
              <a:off x="2053334" y="2210432"/>
              <a:ext cx="1880432" cy="253302"/>
            </a:xfrm>
            <a:custGeom>
              <a:avLst/>
              <a:pathLst>
                <a:path w="1880432" h="253302">
                  <a:moveTo>
                    <a:pt x="0" y="253302"/>
                  </a:moveTo>
                  <a:lnTo>
                    <a:pt x="0" y="0"/>
                  </a:lnTo>
                  <a:lnTo>
                    <a:pt x="1880432" y="0"/>
                  </a:lnTo>
                  <a:lnTo>
                    <a:pt x="1880432" y="11531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l416"/>
            <p:cNvSpPr/>
            <p:nvPr/>
          </p:nvSpPr>
          <p:spPr>
            <a:xfrm>
              <a:off x="2001205" y="2204158"/>
              <a:ext cx="992345" cy="138080"/>
            </a:xfrm>
            <a:custGeom>
              <a:avLst/>
              <a:pathLst>
                <a:path w="992345" h="138080">
                  <a:moveTo>
                    <a:pt x="0" y="138080"/>
                  </a:moveTo>
                  <a:lnTo>
                    <a:pt x="0" y="0"/>
                  </a:lnTo>
                  <a:lnTo>
                    <a:pt x="992345" y="0"/>
                  </a:lnTo>
                  <a:lnTo>
                    <a:pt x="992345" y="627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l417"/>
            <p:cNvSpPr/>
            <p:nvPr/>
          </p:nvSpPr>
          <p:spPr>
            <a:xfrm>
              <a:off x="5755096" y="2199380"/>
              <a:ext cx="87967" cy="190616"/>
            </a:xfrm>
            <a:custGeom>
              <a:avLst/>
              <a:pathLst>
                <a:path w="87967" h="190616">
                  <a:moveTo>
                    <a:pt x="0" y="190616"/>
                  </a:moveTo>
                  <a:lnTo>
                    <a:pt x="0" y="0"/>
                  </a:lnTo>
                  <a:lnTo>
                    <a:pt x="87967" y="0"/>
                  </a:lnTo>
                  <a:lnTo>
                    <a:pt x="87967" y="8484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l418"/>
            <p:cNvSpPr/>
            <p:nvPr/>
          </p:nvSpPr>
          <p:spPr>
            <a:xfrm>
              <a:off x="5711206" y="2198934"/>
              <a:ext cx="87874" cy="175115"/>
            </a:xfrm>
            <a:custGeom>
              <a:avLst/>
              <a:pathLst>
                <a:path w="87874" h="175115">
                  <a:moveTo>
                    <a:pt x="0" y="175115"/>
                  </a:moveTo>
                  <a:lnTo>
                    <a:pt x="0" y="0"/>
                  </a:lnTo>
                  <a:lnTo>
                    <a:pt x="87874" y="0"/>
                  </a:lnTo>
                  <a:lnTo>
                    <a:pt x="87874" y="44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l419"/>
            <p:cNvSpPr/>
            <p:nvPr/>
          </p:nvSpPr>
          <p:spPr>
            <a:xfrm>
              <a:off x="5428625" y="2197850"/>
              <a:ext cx="326518" cy="164367"/>
            </a:xfrm>
            <a:custGeom>
              <a:avLst/>
              <a:pathLst>
                <a:path w="326518" h="164367">
                  <a:moveTo>
                    <a:pt x="0" y="164367"/>
                  </a:moveTo>
                  <a:lnTo>
                    <a:pt x="0" y="0"/>
                  </a:lnTo>
                  <a:lnTo>
                    <a:pt x="326518" y="0"/>
                  </a:lnTo>
                  <a:lnTo>
                    <a:pt x="326518" y="108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l420"/>
            <p:cNvSpPr/>
            <p:nvPr/>
          </p:nvSpPr>
          <p:spPr>
            <a:xfrm>
              <a:off x="2497378" y="2197017"/>
              <a:ext cx="3094505" cy="7141"/>
            </a:xfrm>
            <a:custGeom>
              <a:avLst/>
              <a:pathLst>
                <a:path w="3094505" h="7141">
                  <a:moveTo>
                    <a:pt x="0" y="7141"/>
                  </a:moveTo>
                  <a:lnTo>
                    <a:pt x="0" y="0"/>
                  </a:lnTo>
                  <a:lnTo>
                    <a:pt x="3094505" y="0"/>
                  </a:lnTo>
                  <a:lnTo>
                    <a:pt x="3094505" y="83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l421"/>
            <p:cNvSpPr/>
            <p:nvPr/>
          </p:nvSpPr>
          <p:spPr>
            <a:xfrm>
              <a:off x="1957465" y="2196344"/>
              <a:ext cx="2087166" cy="278912"/>
            </a:xfrm>
            <a:custGeom>
              <a:avLst/>
              <a:pathLst>
                <a:path w="2087166" h="278912">
                  <a:moveTo>
                    <a:pt x="0" y="278912"/>
                  </a:moveTo>
                  <a:lnTo>
                    <a:pt x="0" y="0"/>
                  </a:lnTo>
                  <a:lnTo>
                    <a:pt x="2087166" y="0"/>
                  </a:lnTo>
                  <a:lnTo>
                    <a:pt x="2087166" y="67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l422"/>
            <p:cNvSpPr/>
            <p:nvPr/>
          </p:nvSpPr>
          <p:spPr>
            <a:xfrm>
              <a:off x="1908461" y="4841875"/>
              <a:ext cx="37019" cy="317500"/>
            </a:xfrm>
            <a:custGeom>
              <a:avLst/>
              <a:pathLst>
                <a:path w="37019" h="317500">
                  <a:moveTo>
                    <a:pt x="37019" y="0"/>
                  </a:moveTo>
                  <a:lnTo>
                    <a:pt x="0" y="0"/>
                  </a:lnTo>
                  <a:lnTo>
                    <a:pt x="0" y="317500"/>
                  </a:lnTo>
                  <a:lnTo>
                    <a:pt x="37019" y="317500"/>
                  </a:lnTo>
                  <a:lnTo>
                    <a:pt x="37019" y="31750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l423"/>
            <p:cNvSpPr/>
            <p:nvPr/>
          </p:nvSpPr>
          <p:spPr>
            <a:xfrm>
              <a:off x="1906044" y="4524375"/>
              <a:ext cx="39436" cy="476250"/>
            </a:xfrm>
            <a:custGeom>
              <a:avLst/>
              <a:pathLst>
                <a:path w="39436" h="476250">
                  <a:moveTo>
                    <a:pt x="39436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2416" y="47625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l424"/>
            <p:cNvSpPr/>
            <p:nvPr/>
          </p:nvSpPr>
          <p:spPr>
            <a:xfrm>
              <a:off x="1903909" y="4206875"/>
              <a:ext cx="41571" cy="555625"/>
            </a:xfrm>
            <a:custGeom>
              <a:avLst/>
              <a:pathLst>
                <a:path w="41571" h="555625">
                  <a:moveTo>
                    <a:pt x="41571" y="0"/>
                  </a:moveTo>
                  <a:lnTo>
                    <a:pt x="0" y="0"/>
                  </a:lnTo>
                  <a:lnTo>
                    <a:pt x="0" y="555625"/>
                  </a:lnTo>
                  <a:lnTo>
                    <a:pt x="2134" y="55562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l425"/>
            <p:cNvSpPr/>
            <p:nvPr/>
          </p:nvSpPr>
          <p:spPr>
            <a:xfrm>
              <a:off x="1895149" y="3889375"/>
              <a:ext cx="50332" cy="595312"/>
            </a:xfrm>
            <a:custGeom>
              <a:avLst/>
              <a:pathLst>
                <a:path w="50332" h="595312">
                  <a:moveTo>
                    <a:pt x="50332" y="0"/>
                  </a:moveTo>
                  <a:lnTo>
                    <a:pt x="0" y="0"/>
                  </a:lnTo>
                  <a:lnTo>
                    <a:pt x="0" y="595312"/>
                  </a:lnTo>
                  <a:lnTo>
                    <a:pt x="8760" y="59531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l426"/>
            <p:cNvSpPr/>
            <p:nvPr/>
          </p:nvSpPr>
          <p:spPr>
            <a:xfrm>
              <a:off x="1885625" y="3571875"/>
              <a:ext cx="59855" cy="615156"/>
            </a:xfrm>
            <a:custGeom>
              <a:avLst/>
              <a:pathLst>
                <a:path w="59855" h="615156">
                  <a:moveTo>
                    <a:pt x="59855" y="0"/>
                  </a:moveTo>
                  <a:lnTo>
                    <a:pt x="0" y="0"/>
                  </a:lnTo>
                  <a:lnTo>
                    <a:pt x="0" y="615156"/>
                  </a:lnTo>
                  <a:lnTo>
                    <a:pt x="9523" y="61515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l427"/>
            <p:cNvSpPr/>
            <p:nvPr/>
          </p:nvSpPr>
          <p:spPr>
            <a:xfrm>
              <a:off x="1843770" y="3254375"/>
              <a:ext cx="101711" cy="625078"/>
            </a:xfrm>
            <a:custGeom>
              <a:avLst/>
              <a:pathLst>
                <a:path w="101711" h="625078">
                  <a:moveTo>
                    <a:pt x="101711" y="0"/>
                  </a:moveTo>
                  <a:lnTo>
                    <a:pt x="0" y="0"/>
                  </a:lnTo>
                  <a:lnTo>
                    <a:pt x="0" y="625078"/>
                  </a:lnTo>
                  <a:lnTo>
                    <a:pt x="41855" y="62507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l428"/>
            <p:cNvSpPr/>
            <p:nvPr/>
          </p:nvSpPr>
          <p:spPr>
            <a:xfrm>
              <a:off x="1703576" y="2936875"/>
              <a:ext cx="241904" cy="630039"/>
            </a:xfrm>
            <a:custGeom>
              <a:avLst/>
              <a:pathLst>
                <a:path w="241904" h="630039">
                  <a:moveTo>
                    <a:pt x="241904" y="0"/>
                  </a:moveTo>
                  <a:lnTo>
                    <a:pt x="0" y="0"/>
                  </a:lnTo>
                  <a:lnTo>
                    <a:pt x="0" y="630039"/>
                  </a:lnTo>
                  <a:lnTo>
                    <a:pt x="140193" y="6300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rc429"/>
            <p:cNvSpPr/>
            <p:nvPr/>
          </p:nvSpPr>
          <p:spPr>
            <a:xfrm>
              <a:off x="1945481" y="2778125"/>
              <a:ext cx="9586" cy="317500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0" name="rc430"/>
            <p:cNvSpPr/>
            <p:nvPr/>
          </p:nvSpPr>
          <p:spPr>
            <a:xfrm>
              <a:off x="1945481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1" name="rc431"/>
            <p:cNvSpPr/>
            <p:nvPr/>
          </p:nvSpPr>
          <p:spPr>
            <a:xfrm>
              <a:off x="1945481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2" name="rc432"/>
            <p:cNvSpPr/>
            <p:nvPr/>
          </p:nvSpPr>
          <p:spPr>
            <a:xfrm>
              <a:off x="1945481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3" name="rc433"/>
            <p:cNvSpPr/>
            <p:nvPr/>
          </p:nvSpPr>
          <p:spPr>
            <a:xfrm>
              <a:off x="1945481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4" name="rc434"/>
            <p:cNvSpPr/>
            <p:nvPr/>
          </p:nvSpPr>
          <p:spPr>
            <a:xfrm>
              <a:off x="1945481" y="4365625"/>
              <a:ext cx="9586" cy="317500"/>
            </a:xfrm>
            <a:prstGeom prst="rect">
              <a:avLst/>
            </a:prstGeom>
            <a:solidFill>
              <a:srgbClr val="E85D3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5" name="rc435"/>
            <p:cNvSpPr/>
            <p:nvPr/>
          </p:nvSpPr>
          <p:spPr>
            <a:xfrm>
              <a:off x="1945481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6" name="rc436"/>
            <p:cNvSpPr/>
            <p:nvPr/>
          </p:nvSpPr>
          <p:spPr>
            <a:xfrm>
              <a:off x="1945481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7" name="rc437"/>
            <p:cNvSpPr/>
            <p:nvPr/>
          </p:nvSpPr>
          <p:spPr>
            <a:xfrm>
              <a:off x="1955068" y="277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8" name="rc438"/>
            <p:cNvSpPr/>
            <p:nvPr/>
          </p:nvSpPr>
          <p:spPr>
            <a:xfrm>
              <a:off x="1955068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9" name="rc439"/>
            <p:cNvSpPr/>
            <p:nvPr/>
          </p:nvSpPr>
          <p:spPr>
            <a:xfrm>
              <a:off x="1955068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0" name="rc440"/>
            <p:cNvSpPr/>
            <p:nvPr/>
          </p:nvSpPr>
          <p:spPr>
            <a:xfrm>
              <a:off x="1955068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1" name="rc441"/>
            <p:cNvSpPr/>
            <p:nvPr/>
          </p:nvSpPr>
          <p:spPr>
            <a:xfrm>
              <a:off x="1955068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2" name="rc442"/>
            <p:cNvSpPr/>
            <p:nvPr/>
          </p:nvSpPr>
          <p:spPr>
            <a:xfrm>
              <a:off x="1955068" y="43656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3" name="rc443"/>
            <p:cNvSpPr/>
            <p:nvPr/>
          </p:nvSpPr>
          <p:spPr>
            <a:xfrm>
              <a:off x="1955068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4" name="rc444"/>
            <p:cNvSpPr/>
            <p:nvPr/>
          </p:nvSpPr>
          <p:spPr>
            <a:xfrm>
              <a:off x="1955068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5" name="rc445"/>
            <p:cNvSpPr/>
            <p:nvPr/>
          </p:nvSpPr>
          <p:spPr>
            <a:xfrm>
              <a:off x="1964655" y="2778125"/>
              <a:ext cx="9586" cy="3175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6" name="rc446"/>
            <p:cNvSpPr/>
            <p:nvPr/>
          </p:nvSpPr>
          <p:spPr>
            <a:xfrm>
              <a:off x="1964655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7" name="rc447"/>
            <p:cNvSpPr/>
            <p:nvPr/>
          </p:nvSpPr>
          <p:spPr>
            <a:xfrm>
              <a:off x="1964655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8" name="rc448"/>
            <p:cNvSpPr/>
            <p:nvPr/>
          </p:nvSpPr>
          <p:spPr>
            <a:xfrm>
              <a:off x="1964655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9" name="rc449"/>
            <p:cNvSpPr/>
            <p:nvPr/>
          </p:nvSpPr>
          <p:spPr>
            <a:xfrm>
              <a:off x="1964655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0" name="rc450"/>
            <p:cNvSpPr/>
            <p:nvPr/>
          </p:nvSpPr>
          <p:spPr>
            <a:xfrm>
              <a:off x="1964655" y="4365625"/>
              <a:ext cx="9586" cy="317500"/>
            </a:xfrm>
            <a:prstGeom prst="rect">
              <a:avLst/>
            </a:prstGeom>
            <a:solidFill>
              <a:srgbClr val="DB3B2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1" name="rc451"/>
            <p:cNvSpPr/>
            <p:nvPr/>
          </p:nvSpPr>
          <p:spPr>
            <a:xfrm>
              <a:off x="1964655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2" name="rc452"/>
            <p:cNvSpPr/>
            <p:nvPr/>
          </p:nvSpPr>
          <p:spPr>
            <a:xfrm>
              <a:off x="1964655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3" name="rc453"/>
            <p:cNvSpPr/>
            <p:nvPr/>
          </p:nvSpPr>
          <p:spPr>
            <a:xfrm>
              <a:off x="1974242" y="2778125"/>
              <a:ext cx="9586" cy="3175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4" name="rc454"/>
            <p:cNvSpPr/>
            <p:nvPr/>
          </p:nvSpPr>
          <p:spPr>
            <a:xfrm>
              <a:off x="1974242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5" name="rc455"/>
            <p:cNvSpPr/>
            <p:nvPr/>
          </p:nvSpPr>
          <p:spPr>
            <a:xfrm>
              <a:off x="1974242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6" name="rc456"/>
            <p:cNvSpPr/>
            <p:nvPr/>
          </p:nvSpPr>
          <p:spPr>
            <a:xfrm>
              <a:off x="1974242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7" name="rc457"/>
            <p:cNvSpPr/>
            <p:nvPr/>
          </p:nvSpPr>
          <p:spPr>
            <a:xfrm>
              <a:off x="1974242" y="4048125"/>
              <a:ext cx="9586" cy="317500"/>
            </a:xfrm>
            <a:prstGeom prst="rect">
              <a:avLst/>
            </a:prstGeom>
            <a:solidFill>
              <a:srgbClr val="DB3B2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8" name="rc458"/>
            <p:cNvSpPr/>
            <p:nvPr/>
          </p:nvSpPr>
          <p:spPr>
            <a:xfrm>
              <a:off x="1974242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9" name="rc459"/>
            <p:cNvSpPr/>
            <p:nvPr/>
          </p:nvSpPr>
          <p:spPr>
            <a:xfrm>
              <a:off x="1974242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0" name="rc460"/>
            <p:cNvSpPr/>
            <p:nvPr/>
          </p:nvSpPr>
          <p:spPr>
            <a:xfrm>
              <a:off x="1974242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1" name="rc461"/>
            <p:cNvSpPr/>
            <p:nvPr/>
          </p:nvSpPr>
          <p:spPr>
            <a:xfrm>
              <a:off x="1983829" y="277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2" name="rc462"/>
            <p:cNvSpPr/>
            <p:nvPr/>
          </p:nvSpPr>
          <p:spPr>
            <a:xfrm>
              <a:off x="1983829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3" name="rc463"/>
            <p:cNvSpPr/>
            <p:nvPr/>
          </p:nvSpPr>
          <p:spPr>
            <a:xfrm>
              <a:off x="1983829" y="3413125"/>
              <a:ext cx="9586" cy="3175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4" name="rc464"/>
            <p:cNvSpPr/>
            <p:nvPr/>
          </p:nvSpPr>
          <p:spPr>
            <a:xfrm>
              <a:off x="1983829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5" name="rc465"/>
            <p:cNvSpPr/>
            <p:nvPr/>
          </p:nvSpPr>
          <p:spPr>
            <a:xfrm>
              <a:off x="1983829" y="4048125"/>
              <a:ext cx="9586" cy="317500"/>
            </a:xfrm>
            <a:prstGeom prst="rect">
              <a:avLst/>
            </a:prstGeom>
            <a:solidFill>
              <a:srgbClr val="E6573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6" name="rc466"/>
            <p:cNvSpPr/>
            <p:nvPr/>
          </p:nvSpPr>
          <p:spPr>
            <a:xfrm>
              <a:off x="1983829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7" name="rc467"/>
            <p:cNvSpPr/>
            <p:nvPr/>
          </p:nvSpPr>
          <p:spPr>
            <a:xfrm>
              <a:off x="1983829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8" name="rc468"/>
            <p:cNvSpPr/>
            <p:nvPr/>
          </p:nvSpPr>
          <p:spPr>
            <a:xfrm>
              <a:off x="1983829" y="5000625"/>
              <a:ext cx="9586" cy="317500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9" name="rc469"/>
            <p:cNvSpPr/>
            <p:nvPr/>
          </p:nvSpPr>
          <p:spPr>
            <a:xfrm>
              <a:off x="1993416" y="277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0" name="rc470"/>
            <p:cNvSpPr/>
            <p:nvPr/>
          </p:nvSpPr>
          <p:spPr>
            <a:xfrm>
              <a:off x="1993416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1" name="rc471"/>
            <p:cNvSpPr/>
            <p:nvPr/>
          </p:nvSpPr>
          <p:spPr>
            <a:xfrm>
              <a:off x="1993416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2" name="rc472"/>
            <p:cNvSpPr/>
            <p:nvPr/>
          </p:nvSpPr>
          <p:spPr>
            <a:xfrm>
              <a:off x="1993416" y="3730625"/>
              <a:ext cx="9586" cy="3175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3" name="rc473"/>
            <p:cNvSpPr/>
            <p:nvPr/>
          </p:nvSpPr>
          <p:spPr>
            <a:xfrm>
              <a:off x="1993416" y="4048125"/>
              <a:ext cx="9586" cy="317500"/>
            </a:xfrm>
            <a:prstGeom prst="rect">
              <a:avLst/>
            </a:prstGeom>
            <a:solidFill>
              <a:srgbClr val="E85D3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4" name="rc474"/>
            <p:cNvSpPr/>
            <p:nvPr/>
          </p:nvSpPr>
          <p:spPr>
            <a:xfrm>
              <a:off x="1993416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5" name="rc475"/>
            <p:cNvSpPr/>
            <p:nvPr/>
          </p:nvSpPr>
          <p:spPr>
            <a:xfrm>
              <a:off x="1993416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6" name="rc476"/>
            <p:cNvSpPr/>
            <p:nvPr/>
          </p:nvSpPr>
          <p:spPr>
            <a:xfrm>
              <a:off x="1993416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7" name="rc477"/>
            <p:cNvSpPr/>
            <p:nvPr/>
          </p:nvSpPr>
          <p:spPr>
            <a:xfrm>
              <a:off x="2003003" y="2778125"/>
              <a:ext cx="9586" cy="317500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8" name="rc478"/>
            <p:cNvSpPr/>
            <p:nvPr/>
          </p:nvSpPr>
          <p:spPr>
            <a:xfrm>
              <a:off x="2003003" y="3095625"/>
              <a:ext cx="9586" cy="317499"/>
            </a:xfrm>
            <a:prstGeom prst="rect">
              <a:avLst/>
            </a:prstGeom>
            <a:solidFill>
              <a:srgbClr val="D6EC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9" name="rc479"/>
            <p:cNvSpPr/>
            <p:nvPr/>
          </p:nvSpPr>
          <p:spPr>
            <a:xfrm>
              <a:off x="2003003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0" name="rc480"/>
            <p:cNvSpPr/>
            <p:nvPr/>
          </p:nvSpPr>
          <p:spPr>
            <a:xfrm>
              <a:off x="2003003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1" name="rc481"/>
            <p:cNvSpPr/>
            <p:nvPr/>
          </p:nvSpPr>
          <p:spPr>
            <a:xfrm>
              <a:off x="2003003" y="4048125"/>
              <a:ext cx="9586" cy="317500"/>
            </a:xfrm>
            <a:prstGeom prst="rect">
              <a:avLst/>
            </a:prstGeom>
            <a:solidFill>
              <a:srgbClr val="FCFD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2" name="rc482"/>
            <p:cNvSpPr/>
            <p:nvPr/>
          </p:nvSpPr>
          <p:spPr>
            <a:xfrm>
              <a:off x="2003003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3" name="rc483"/>
            <p:cNvSpPr/>
            <p:nvPr/>
          </p:nvSpPr>
          <p:spPr>
            <a:xfrm>
              <a:off x="2003003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4" name="rc484"/>
            <p:cNvSpPr/>
            <p:nvPr/>
          </p:nvSpPr>
          <p:spPr>
            <a:xfrm>
              <a:off x="2003003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5" name="rc485"/>
            <p:cNvSpPr/>
            <p:nvPr/>
          </p:nvSpPr>
          <p:spPr>
            <a:xfrm>
              <a:off x="2012590" y="2778125"/>
              <a:ext cx="9586" cy="317500"/>
            </a:xfrm>
            <a:prstGeom prst="rect">
              <a:avLst/>
            </a:prstGeom>
            <a:solidFill>
              <a:srgbClr val="C3E0E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6" name="rc486"/>
            <p:cNvSpPr/>
            <p:nvPr/>
          </p:nvSpPr>
          <p:spPr>
            <a:xfrm>
              <a:off x="2012590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7" name="rc487"/>
            <p:cNvSpPr/>
            <p:nvPr/>
          </p:nvSpPr>
          <p:spPr>
            <a:xfrm>
              <a:off x="2012590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8" name="rc488"/>
            <p:cNvSpPr/>
            <p:nvPr/>
          </p:nvSpPr>
          <p:spPr>
            <a:xfrm>
              <a:off x="2012590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9" name="rc489"/>
            <p:cNvSpPr/>
            <p:nvPr/>
          </p:nvSpPr>
          <p:spPr>
            <a:xfrm>
              <a:off x="2012590" y="4048125"/>
              <a:ext cx="9586" cy="317500"/>
            </a:xfrm>
            <a:prstGeom prst="rect">
              <a:avLst/>
            </a:prstGeom>
            <a:solidFill>
              <a:srgbClr val="F0F9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0" name="rc490"/>
            <p:cNvSpPr/>
            <p:nvPr/>
          </p:nvSpPr>
          <p:spPr>
            <a:xfrm>
              <a:off x="2012590" y="4365625"/>
              <a:ext cx="9586" cy="317500"/>
            </a:xfrm>
            <a:prstGeom prst="rect">
              <a:avLst/>
            </a:prstGeom>
            <a:solidFill>
              <a:srgbClr val="CCE6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1" name="rc491"/>
            <p:cNvSpPr/>
            <p:nvPr/>
          </p:nvSpPr>
          <p:spPr>
            <a:xfrm>
              <a:off x="2012590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2" name="rc492"/>
            <p:cNvSpPr/>
            <p:nvPr/>
          </p:nvSpPr>
          <p:spPr>
            <a:xfrm>
              <a:off x="2012590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3" name="rc493"/>
            <p:cNvSpPr/>
            <p:nvPr/>
          </p:nvSpPr>
          <p:spPr>
            <a:xfrm>
              <a:off x="2022177" y="2778125"/>
              <a:ext cx="9586" cy="317500"/>
            </a:xfrm>
            <a:prstGeom prst="rect">
              <a:avLst/>
            </a:prstGeom>
            <a:solidFill>
              <a:srgbClr val="E5F5E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4" name="rc494"/>
            <p:cNvSpPr/>
            <p:nvPr/>
          </p:nvSpPr>
          <p:spPr>
            <a:xfrm>
              <a:off x="2022177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5" name="rc495"/>
            <p:cNvSpPr/>
            <p:nvPr/>
          </p:nvSpPr>
          <p:spPr>
            <a:xfrm>
              <a:off x="2022177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6" name="rc496"/>
            <p:cNvSpPr/>
            <p:nvPr/>
          </p:nvSpPr>
          <p:spPr>
            <a:xfrm>
              <a:off x="2022177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7" name="rc497"/>
            <p:cNvSpPr/>
            <p:nvPr/>
          </p:nvSpPr>
          <p:spPr>
            <a:xfrm>
              <a:off x="2022177" y="4048125"/>
              <a:ext cx="9586" cy="317500"/>
            </a:xfrm>
            <a:prstGeom prst="rect">
              <a:avLst/>
            </a:prstGeom>
            <a:solidFill>
              <a:srgbClr val="FAFDC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8" name="rc498"/>
            <p:cNvSpPr/>
            <p:nvPr/>
          </p:nvSpPr>
          <p:spPr>
            <a:xfrm>
              <a:off x="2022177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9" name="rc499"/>
            <p:cNvSpPr/>
            <p:nvPr/>
          </p:nvSpPr>
          <p:spPr>
            <a:xfrm>
              <a:off x="2022177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0" name="rc500"/>
            <p:cNvSpPr/>
            <p:nvPr/>
          </p:nvSpPr>
          <p:spPr>
            <a:xfrm>
              <a:off x="2022177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1" name="rc501"/>
            <p:cNvSpPr/>
            <p:nvPr/>
          </p:nvSpPr>
          <p:spPr>
            <a:xfrm>
              <a:off x="2031764" y="2778125"/>
              <a:ext cx="9586" cy="317500"/>
            </a:xfrm>
            <a:prstGeom prst="rect">
              <a:avLst/>
            </a:prstGeom>
            <a:solidFill>
              <a:srgbClr val="FEFCB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2" name="rc502"/>
            <p:cNvSpPr/>
            <p:nvPr/>
          </p:nvSpPr>
          <p:spPr>
            <a:xfrm>
              <a:off x="2031764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3" name="rc503"/>
            <p:cNvSpPr/>
            <p:nvPr/>
          </p:nvSpPr>
          <p:spPr>
            <a:xfrm>
              <a:off x="2031764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4" name="rc504"/>
            <p:cNvSpPr/>
            <p:nvPr/>
          </p:nvSpPr>
          <p:spPr>
            <a:xfrm>
              <a:off x="2031764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5" name="rc505"/>
            <p:cNvSpPr/>
            <p:nvPr/>
          </p:nvSpPr>
          <p:spPr>
            <a:xfrm>
              <a:off x="2031764" y="4048125"/>
              <a:ext cx="9586" cy="317500"/>
            </a:xfrm>
            <a:prstGeom prst="rect">
              <a:avLst/>
            </a:prstGeom>
            <a:solidFill>
              <a:srgbClr val="F2FA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6" name="rc506"/>
            <p:cNvSpPr/>
            <p:nvPr/>
          </p:nvSpPr>
          <p:spPr>
            <a:xfrm>
              <a:off x="2031764" y="4365625"/>
              <a:ext cx="9586" cy="317500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7" name="rc507"/>
            <p:cNvSpPr/>
            <p:nvPr/>
          </p:nvSpPr>
          <p:spPr>
            <a:xfrm>
              <a:off x="2031764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8" name="rc508"/>
            <p:cNvSpPr/>
            <p:nvPr/>
          </p:nvSpPr>
          <p:spPr>
            <a:xfrm>
              <a:off x="2031764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9" name="rc509"/>
            <p:cNvSpPr/>
            <p:nvPr/>
          </p:nvSpPr>
          <p:spPr>
            <a:xfrm>
              <a:off x="2041351" y="2778125"/>
              <a:ext cx="9586" cy="317500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0" name="rc510"/>
            <p:cNvSpPr/>
            <p:nvPr/>
          </p:nvSpPr>
          <p:spPr>
            <a:xfrm>
              <a:off x="2041351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1" name="rc511"/>
            <p:cNvSpPr/>
            <p:nvPr/>
          </p:nvSpPr>
          <p:spPr>
            <a:xfrm>
              <a:off x="2041351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2" name="rc512"/>
            <p:cNvSpPr/>
            <p:nvPr/>
          </p:nvSpPr>
          <p:spPr>
            <a:xfrm>
              <a:off x="2041351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3" name="rc513"/>
            <p:cNvSpPr/>
            <p:nvPr/>
          </p:nvSpPr>
          <p:spPr>
            <a:xfrm>
              <a:off x="2041351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4" name="rc514"/>
            <p:cNvSpPr/>
            <p:nvPr/>
          </p:nvSpPr>
          <p:spPr>
            <a:xfrm>
              <a:off x="2041351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5" name="rc515"/>
            <p:cNvSpPr/>
            <p:nvPr/>
          </p:nvSpPr>
          <p:spPr>
            <a:xfrm>
              <a:off x="2041351" y="4683125"/>
              <a:ext cx="9586" cy="317500"/>
            </a:xfrm>
            <a:prstGeom prst="rect">
              <a:avLst/>
            </a:prstGeom>
            <a:solidFill>
              <a:srgbClr val="FCA36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6" name="rc516"/>
            <p:cNvSpPr/>
            <p:nvPr/>
          </p:nvSpPr>
          <p:spPr>
            <a:xfrm>
              <a:off x="2041351" y="5000625"/>
              <a:ext cx="9586" cy="3175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7" name="rc517"/>
            <p:cNvSpPr/>
            <p:nvPr/>
          </p:nvSpPr>
          <p:spPr>
            <a:xfrm>
              <a:off x="2050937" y="2778125"/>
              <a:ext cx="9586" cy="317500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8" name="rc518"/>
            <p:cNvSpPr/>
            <p:nvPr/>
          </p:nvSpPr>
          <p:spPr>
            <a:xfrm>
              <a:off x="2050937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9" name="rc519"/>
            <p:cNvSpPr/>
            <p:nvPr/>
          </p:nvSpPr>
          <p:spPr>
            <a:xfrm>
              <a:off x="2050937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0" name="rc520"/>
            <p:cNvSpPr/>
            <p:nvPr/>
          </p:nvSpPr>
          <p:spPr>
            <a:xfrm>
              <a:off x="2050937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1" name="rc521"/>
            <p:cNvSpPr/>
            <p:nvPr/>
          </p:nvSpPr>
          <p:spPr>
            <a:xfrm>
              <a:off x="2050937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2" name="rc522"/>
            <p:cNvSpPr/>
            <p:nvPr/>
          </p:nvSpPr>
          <p:spPr>
            <a:xfrm>
              <a:off x="2050937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3" name="rc523"/>
            <p:cNvSpPr/>
            <p:nvPr/>
          </p:nvSpPr>
          <p:spPr>
            <a:xfrm>
              <a:off x="2050937" y="4683125"/>
              <a:ext cx="9586" cy="317500"/>
            </a:xfrm>
            <a:prstGeom prst="rect">
              <a:avLst/>
            </a:prstGeom>
            <a:solidFill>
              <a:srgbClr val="E24C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4" name="rc524"/>
            <p:cNvSpPr/>
            <p:nvPr/>
          </p:nvSpPr>
          <p:spPr>
            <a:xfrm>
              <a:off x="2050937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5" name="rc525"/>
            <p:cNvSpPr/>
            <p:nvPr/>
          </p:nvSpPr>
          <p:spPr>
            <a:xfrm>
              <a:off x="2060524" y="2778125"/>
              <a:ext cx="9586" cy="3175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6" name="rc526"/>
            <p:cNvSpPr/>
            <p:nvPr/>
          </p:nvSpPr>
          <p:spPr>
            <a:xfrm>
              <a:off x="2060524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7" name="rc527"/>
            <p:cNvSpPr/>
            <p:nvPr/>
          </p:nvSpPr>
          <p:spPr>
            <a:xfrm>
              <a:off x="2060524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8" name="rc528"/>
            <p:cNvSpPr/>
            <p:nvPr/>
          </p:nvSpPr>
          <p:spPr>
            <a:xfrm>
              <a:off x="2060524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9" name="rc529"/>
            <p:cNvSpPr/>
            <p:nvPr/>
          </p:nvSpPr>
          <p:spPr>
            <a:xfrm>
              <a:off x="2060524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0" name="rc530"/>
            <p:cNvSpPr/>
            <p:nvPr/>
          </p:nvSpPr>
          <p:spPr>
            <a:xfrm>
              <a:off x="2060524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1" name="rc531"/>
            <p:cNvSpPr/>
            <p:nvPr/>
          </p:nvSpPr>
          <p:spPr>
            <a:xfrm>
              <a:off x="2060524" y="4683125"/>
              <a:ext cx="9586" cy="317500"/>
            </a:xfrm>
            <a:prstGeom prst="rect">
              <a:avLst/>
            </a:prstGeom>
            <a:solidFill>
              <a:srgbClr val="F67E5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2" name="rc532"/>
            <p:cNvSpPr/>
            <p:nvPr/>
          </p:nvSpPr>
          <p:spPr>
            <a:xfrm>
              <a:off x="2060524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3" name="rc533"/>
            <p:cNvSpPr/>
            <p:nvPr/>
          </p:nvSpPr>
          <p:spPr>
            <a:xfrm>
              <a:off x="2070111" y="2778125"/>
              <a:ext cx="9586" cy="317500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4" name="rc534"/>
            <p:cNvSpPr/>
            <p:nvPr/>
          </p:nvSpPr>
          <p:spPr>
            <a:xfrm>
              <a:off x="2070111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5" name="rc535"/>
            <p:cNvSpPr/>
            <p:nvPr/>
          </p:nvSpPr>
          <p:spPr>
            <a:xfrm>
              <a:off x="2070111" y="3413125"/>
              <a:ext cx="9586" cy="317500"/>
            </a:xfrm>
            <a:prstGeom prst="rect">
              <a:avLst/>
            </a:prstGeom>
            <a:solidFill>
              <a:srgbClr val="A6CDE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6" name="rc536"/>
            <p:cNvSpPr/>
            <p:nvPr/>
          </p:nvSpPr>
          <p:spPr>
            <a:xfrm>
              <a:off x="2070111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7" name="rc537"/>
            <p:cNvSpPr/>
            <p:nvPr/>
          </p:nvSpPr>
          <p:spPr>
            <a:xfrm>
              <a:off x="2070111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8" name="rc538"/>
            <p:cNvSpPr/>
            <p:nvPr/>
          </p:nvSpPr>
          <p:spPr>
            <a:xfrm>
              <a:off x="2070111" y="4365625"/>
              <a:ext cx="9586" cy="317500"/>
            </a:xfrm>
            <a:prstGeom prst="rect">
              <a:avLst/>
            </a:prstGeom>
            <a:solidFill>
              <a:srgbClr val="98C3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9" name="rc539"/>
            <p:cNvSpPr/>
            <p:nvPr/>
          </p:nvSpPr>
          <p:spPr>
            <a:xfrm>
              <a:off x="2070111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0" name="rc540"/>
            <p:cNvSpPr/>
            <p:nvPr/>
          </p:nvSpPr>
          <p:spPr>
            <a:xfrm>
              <a:off x="2070111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1" name="rc541"/>
            <p:cNvSpPr/>
            <p:nvPr/>
          </p:nvSpPr>
          <p:spPr>
            <a:xfrm>
              <a:off x="2079698" y="2778125"/>
              <a:ext cx="9586" cy="317500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2" name="rc542"/>
            <p:cNvSpPr/>
            <p:nvPr/>
          </p:nvSpPr>
          <p:spPr>
            <a:xfrm>
              <a:off x="2079698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3" name="rc543"/>
            <p:cNvSpPr/>
            <p:nvPr/>
          </p:nvSpPr>
          <p:spPr>
            <a:xfrm>
              <a:off x="2079698" y="3413125"/>
              <a:ext cx="9586" cy="317500"/>
            </a:xfrm>
            <a:prstGeom prst="rect">
              <a:avLst/>
            </a:prstGeom>
            <a:solidFill>
              <a:srgbClr val="77A6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4" name="rc544"/>
            <p:cNvSpPr/>
            <p:nvPr/>
          </p:nvSpPr>
          <p:spPr>
            <a:xfrm>
              <a:off x="2079698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5" name="rc545"/>
            <p:cNvSpPr/>
            <p:nvPr/>
          </p:nvSpPr>
          <p:spPr>
            <a:xfrm>
              <a:off x="2079698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6" name="rc546"/>
            <p:cNvSpPr/>
            <p:nvPr/>
          </p:nvSpPr>
          <p:spPr>
            <a:xfrm>
              <a:off x="2079698" y="4365625"/>
              <a:ext cx="9586" cy="317500"/>
            </a:xfrm>
            <a:prstGeom prst="rect">
              <a:avLst/>
            </a:prstGeom>
            <a:solidFill>
              <a:srgbClr val="B0D3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7" name="rc547"/>
            <p:cNvSpPr/>
            <p:nvPr/>
          </p:nvSpPr>
          <p:spPr>
            <a:xfrm>
              <a:off x="2079698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8" name="rc548"/>
            <p:cNvSpPr/>
            <p:nvPr/>
          </p:nvSpPr>
          <p:spPr>
            <a:xfrm>
              <a:off x="2079698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9" name="rc549"/>
            <p:cNvSpPr/>
            <p:nvPr/>
          </p:nvSpPr>
          <p:spPr>
            <a:xfrm>
              <a:off x="2089285" y="2778125"/>
              <a:ext cx="9586" cy="317500"/>
            </a:xfrm>
            <a:prstGeom prst="rect">
              <a:avLst/>
            </a:prstGeom>
            <a:solidFill>
              <a:srgbClr val="FC99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0" name="rc550"/>
            <p:cNvSpPr/>
            <p:nvPr/>
          </p:nvSpPr>
          <p:spPr>
            <a:xfrm>
              <a:off x="2089285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1" name="rc551"/>
            <p:cNvSpPr/>
            <p:nvPr/>
          </p:nvSpPr>
          <p:spPr>
            <a:xfrm>
              <a:off x="2089285" y="3413125"/>
              <a:ext cx="9586" cy="317500"/>
            </a:xfrm>
            <a:prstGeom prst="rect">
              <a:avLst/>
            </a:prstGeom>
            <a:solidFill>
              <a:srgbClr val="9CC6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2" name="rc552"/>
            <p:cNvSpPr/>
            <p:nvPr/>
          </p:nvSpPr>
          <p:spPr>
            <a:xfrm>
              <a:off x="2089285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3" name="rc553"/>
            <p:cNvSpPr/>
            <p:nvPr/>
          </p:nvSpPr>
          <p:spPr>
            <a:xfrm>
              <a:off x="2089285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4" name="rc554"/>
            <p:cNvSpPr/>
            <p:nvPr/>
          </p:nvSpPr>
          <p:spPr>
            <a:xfrm>
              <a:off x="2089285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5" name="rc555"/>
            <p:cNvSpPr/>
            <p:nvPr/>
          </p:nvSpPr>
          <p:spPr>
            <a:xfrm>
              <a:off x="2089285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6" name="rc556"/>
            <p:cNvSpPr/>
            <p:nvPr/>
          </p:nvSpPr>
          <p:spPr>
            <a:xfrm>
              <a:off x="2089285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7" name="rc557"/>
            <p:cNvSpPr/>
            <p:nvPr/>
          </p:nvSpPr>
          <p:spPr>
            <a:xfrm>
              <a:off x="2098872" y="2778125"/>
              <a:ext cx="9586" cy="317500"/>
            </a:xfrm>
            <a:prstGeom prst="rect">
              <a:avLst/>
            </a:prstGeom>
            <a:solidFill>
              <a:srgbClr val="FC9E6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8" name="rc558"/>
            <p:cNvSpPr/>
            <p:nvPr/>
          </p:nvSpPr>
          <p:spPr>
            <a:xfrm>
              <a:off x="2098872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9" name="rc559"/>
            <p:cNvSpPr/>
            <p:nvPr/>
          </p:nvSpPr>
          <p:spPr>
            <a:xfrm>
              <a:off x="2098872" y="3413125"/>
              <a:ext cx="9586" cy="317500"/>
            </a:xfrm>
            <a:prstGeom prst="rect">
              <a:avLst/>
            </a:prstGeom>
            <a:solidFill>
              <a:srgbClr val="8AB8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0" name="rc560"/>
            <p:cNvSpPr/>
            <p:nvPr/>
          </p:nvSpPr>
          <p:spPr>
            <a:xfrm>
              <a:off x="2098872" y="3730625"/>
              <a:ext cx="9586" cy="317500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1" name="rc561"/>
            <p:cNvSpPr/>
            <p:nvPr/>
          </p:nvSpPr>
          <p:spPr>
            <a:xfrm>
              <a:off x="2098872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2" name="rc562"/>
            <p:cNvSpPr/>
            <p:nvPr/>
          </p:nvSpPr>
          <p:spPr>
            <a:xfrm>
              <a:off x="2098872" y="4365625"/>
              <a:ext cx="9586" cy="3175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3" name="rc563"/>
            <p:cNvSpPr/>
            <p:nvPr/>
          </p:nvSpPr>
          <p:spPr>
            <a:xfrm>
              <a:off x="2098872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4" name="rc564"/>
            <p:cNvSpPr/>
            <p:nvPr/>
          </p:nvSpPr>
          <p:spPr>
            <a:xfrm>
              <a:off x="2098872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5" name="rc565"/>
            <p:cNvSpPr/>
            <p:nvPr/>
          </p:nvSpPr>
          <p:spPr>
            <a:xfrm>
              <a:off x="2108459" y="2778125"/>
              <a:ext cx="9586" cy="317500"/>
            </a:xfrm>
            <a:prstGeom prst="rect">
              <a:avLst/>
            </a:prstGeom>
            <a:solidFill>
              <a:srgbClr val="FA8A5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6" name="rc566"/>
            <p:cNvSpPr/>
            <p:nvPr/>
          </p:nvSpPr>
          <p:spPr>
            <a:xfrm>
              <a:off x="2108459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7" name="rc567"/>
            <p:cNvSpPr/>
            <p:nvPr/>
          </p:nvSpPr>
          <p:spPr>
            <a:xfrm>
              <a:off x="2108459" y="3413125"/>
              <a:ext cx="9586" cy="317500"/>
            </a:xfrm>
            <a:prstGeom prst="rect">
              <a:avLst/>
            </a:prstGeom>
            <a:solidFill>
              <a:srgbClr val="8AB8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8" name="rc568"/>
            <p:cNvSpPr/>
            <p:nvPr/>
          </p:nvSpPr>
          <p:spPr>
            <a:xfrm>
              <a:off x="2108459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9" name="rc569"/>
            <p:cNvSpPr/>
            <p:nvPr/>
          </p:nvSpPr>
          <p:spPr>
            <a:xfrm>
              <a:off x="2108459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0" name="rc570"/>
            <p:cNvSpPr/>
            <p:nvPr/>
          </p:nvSpPr>
          <p:spPr>
            <a:xfrm>
              <a:off x="2108459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1" name="rc571"/>
            <p:cNvSpPr/>
            <p:nvPr/>
          </p:nvSpPr>
          <p:spPr>
            <a:xfrm>
              <a:off x="2108459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2" name="rc572"/>
            <p:cNvSpPr/>
            <p:nvPr/>
          </p:nvSpPr>
          <p:spPr>
            <a:xfrm>
              <a:off x="2108459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3" name="rc573"/>
            <p:cNvSpPr/>
            <p:nvPr/>
          </p:nvSpPr>
          <p:spPr>
            <a:xfrm>
              <a:off x="2118046" y="2778125"/>
              <a:ext cx="9586" cy="317500"/>
            </a:xfrm>
            <a:prstGeom prst="rect">
              <a:avLst/>
            </a:prstGeom>
            <a:solidFill>
              <a:srgbClr val="FCAD6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4" name="rc574"/>
            <p:cNvSpPr/>
            <p:nvPr/>
          </p:nvSpPr>
          <p:spPr>
            <a:xfrm>
              <a:off x="2118046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5" name="rc575"/>
            <p:cNvSpPr/>
            <p:nvPr/>
          </p:nvSpPr>
          <p:spPr>
            <a:xfrm>
              <a:off x="2118046" y="3413125"/>
              <a:ext cx="9586" cy="317500"/>
            </a:xfrm>
            <a:prstGeom prst="rect">
              <a:avLst/>
            </a:prstGeom>
            <a:solidFill>
              <a:srgbClr val="93C0D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6" name="rc576"/>
            <p:cNvSpPr/>
            <p:nvPr/>
          </p:nvSpPr>
          <p:spPr>
            <a:xfrm>
              <a:off x="2118046" y="3730625"/>
              <a:ext cx="9586" cy="317500"/>
            </a:xfrm>
            <a:prstGeom prst="rect">
              <a:avLst/>
            </a:prstGeom>
            <a:solidFill>
              <a:srgbClr val="608FC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7" name="rc577"/>
            <p:cNvSpPr/>
            <p:nvPr/>
          </p:nvSpPr>
          <p:spPr>
            <a:xfrm>
              <a:off x="2118046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8" name="rc578"/>
            <p:cNvSpPr/>
            <p:nvPr/>
          </p:nvSpPr>
          <p:spPr>
            <a:xfrm>
              <a:off x="2118046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9" name="rc579"/>
            <p:cNvSpPr/>
            <p:nvPr/>
          </p:nvSpPr>
          <p:spPr>
            <a:xfrm>
              <a:off x="2118046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0" name="rc580"/>
            <p:cNvSpPr/>
            <p:nvPr/>
          </p:nvSpPr>
          <p:spPr>
            <a:xfrm>
              <a:off x="2118046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1" name="rc581"/>
            <p:cNvSpPr/>
            <p:nvPr/>
          </p:nvSpPr>
          <p:spPr>
            <a:xfrm>
              <a:off x="2127633" y="2778125"/>
              <a:ext cx="9586" cy="317500"/>
            </a:xfrm>
            <a:prstGeom prst="rect">
              <a:avLst/>
            </a:prstGeom>
            <a:solidFill>
              <a:srgbClr val="FCA36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2" name="rc582"/>
            <p:cNvSpPr/>
            <p:nvPr/>
          </p:nvSpPr>
          <p:spPr>
            <a:xfrm>
              <a:off x="2127633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3" name="rc583"/>
            <p:cNvSpPr/>
            <p:nvPr/>
          </p:nvSpPr>
          <p:spPr>
            <a:xfrm>
              <a:off x="2127633" y="3413125"/>
              <a:ext cx="9586" cy="317500"/>
            </a:xfrm>
            <a:prstGeom prst="rect">
              <a:avLst/>
            </a:prstGeom>
            <a:solidFill>
              <a:srgbClr val="73A1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4" name="rc584"/>
            <p:cNvSpPr/>
            <p:nvPr/>
          </p:nvSpPr>
          <p:spPr>
            <a:xfrm>
              <a:off x="2127633" y="3730625"/>
              <a:ext cx="9586" cy="317500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5" name="rc585"/>
            <p:cNvSpPr/>
            <p:nvPr/>
          </p:nvSpPr>
          <p:spPr>
            <a:xfrm>
              <a:off x="2127633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6" name="rc586"/>
            <p:cNvSpPr/>
            <p:nvPr/>
          </p:nvSpPr>
          <p:spPr>
            <a:xfrm>
              <a:off x="2127633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7" name="rc587"/>
            <p:cNvSpPr/>
            <p:nvPr/>
          </p:nvSpPr>
          <p:spPr>
            <a:xfrm>
              <a:off x="2127633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8" name="rc588"/>
            <p:cNvSpPr/>
            <p:nvPr/>
          </p:nvSpPr>
          <p:spPr>
            <a:xfrm>
              <a:off x="2127633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9" name="rc589"/>
            <p:cNvSpPr/>
            <p:nvPr/>
          </p:nvSpPr>
          <p:spPr>
            <a:xfrm>
              <a:off x="2137220" y="2778125"/>
              <a:ext cx="9586" cy="317500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0" name="rc590"/>
            <p:cNvSpPr/>
            <p:nvPr/>
          </p:nvSpPr>
          <p:spPr>
            <a:xfrm>
              <a:off x="2137220" y="3095625"/>
              <a:ext cx="9586" cy="317499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1" name="rc591"/>
            <p:cNvSpPr/>
            <p:nvPr/>
          </p:nvSpPr>
          <p:spPr>
            <a:xfrm>
              <a:off x="2137220" y="3413125"/>
              <a:ext cx="9586" cy="317500"/>
            </a:xfrm>
            <a:prstGeom prst="rect">
              <a:avLst/>
            </a:prstGeom>
            <a:solidFill>
              <a:srgbClr val="ABD0E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2" name="rc592"/>
            <p:cNvSpPr/>
            <p:nvPr/>
          </p:nvSpPr>
          <p:spPr>
            <a:xfrm>
              <a:off x="2137220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3" name="rc593"/>
            <p:cNvSpPr/>
            <p:nvPr/>
          </p:nvSpPr>
          <p:spPr>
            <a:xfrm>
              <a:off x="2137220" y="4048125"/>
              <a:ext cx="9586" cy="317500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4" name="rc594"/>
            <p:cNvSpPr/>
            <p:nvPr/>
          </p:nvSpPr>
          <p:spPr>
            <a:xfrm>
              <a:off x="2137220" y="4365625"/>
              <a:ext cx="9586" cy="317500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5" name="rc595"/>
            <p:cNvSpPr/>
            <p:nvPr/>
          </p:nvSpPr>
          <p:spPr>
            <a:xfrm>
              <a:off x="2137220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6" name="rc596"/>
            <p:cNvSpPr/>
            <p:nvPr/>
          </p:nvSpPr>
          <p:spPr>
            <a:xfrm>
              <a:off x="2137220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7" name="rc597"/>
            <p:cNvSpPr/>
            <p:nvPr/>
          </p:nvSpPr>
          <p:spPr>
            <a:xfrm>
              <a:off x="2146807" y="2778125"/>
              <a:ext cx="9586" cy="317500"/>
            </a:xfrm>
            <a:prstGeom prst="rect">
              <a:avLst/>
            </a:prstGeom>
            <a:solidFill>
              <a:srgbClr val="FDC6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8" name="rc598"/>
            <p:cNvSpPr/>
            <p:nvPr/>
          </p:nvSpPr>
          <p:spPr>
            <a:xfrm>
              <a:off x="2146807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9" name="rc599"/>
            <p:cNvSpPr/>
            <p:nvPr/>
          </p:nvSpPr>
          <p:spPr>
            <a:xfrm>
              <a:off x="2146807" y="3413125"/>
              <a:ext cx="9586" cy="317500"/>
            </a:xfrm>
            <a:prstGeom prst="rect">
              <a:avLst/>
            </a:prstGeom>
            <a:solidFill>
              <a:srgbClr val="B4D6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0" name="rc600"/>
            <p:cNvSpPr/>
            <p:nvPr/>
          </p:nvSpPr>
          <p:spPr>
            <a:xfrm>
              <a:off x="2146807" y="3730625"/>
              <a:ext cx="9586" cy="3175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1" name="rc601"/>
            <p:cNvSpPr/>
            <p:nvPr/>
          </p:nvSpPr>
          <p:spPr>
            <a:xfrm>
              <a:off x="2146807" y="4048125"/>
              <a:ext cx="9586" cy="3175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2" name="rc602"/>
            <p:cNvSpPr/>
            <p:nvPr/>
          </p:nvSpPr>
          <p:spPr>
            <a:xfrm>
              <a:off x="2146807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3" name="rc603"/>
            <p:cNvSpPr/>
            <p:nvPr/>
          </p:nvSpPr>
          <p:spPr>
            <a:xfrm>
              <a:off x="2146807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4" name="rc604"/>
            <p:cNvSpPr/>
            <p:nvPr/>
          </p:nvSpPr>
          <p:spPr>
            <a:xfrm>
              <a:off x="2146807" y="5000625"/>
              <a:ext cx="9586" cy="3175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5" name="rc605"/>
            <p:cNvSpPr/>
            <p:nvPr/>
          </p:nvSpPr>
          <p:spPr>
            <a:xfrm>
              <a:off x="2156394" y="2778125"/>
              <a:ext cx="9586" cy="317500"/>
            </a:xfrm>
            <a:prstGeom prst="rect">
              <a:avLst/>
            </a:prstGeom>
            <a:solidFill>
              <a:srgbClr val="FDBC7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6" name="rc606"/>
            <p:cNvSpPr/>
            <p:nvPr/>
          </p:nvSpPr>
          <p:spPr>
            <a:xfrm>
              <a:off x="2156394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7" name="rc607"/>
            <p:cNvSpPr/>
            <p:nvPr/>
          </p:nvSpPr>
          <p:spPr>
            <a:xfrm>
              <a:off x="2156394" y="3413125"/>
              <a:ext cx="9586" cy="317500"/>
            </a:xfrm>
            <a:prstGeom prst="rect">
              <a:avLst/>
            </a:prstGeom>
            <a:solidFill>
              <a:srgbClr val="BEDC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8" name="rc608"/>
            <p:cNvSpPr/>
            <p:nvPr/>
          </p:nvSpPr>
          <p:spPr>
            <a:xfrm>
              <a:off x="2156394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9" name="rc609"/>
            <p:cNvSpPr/>
            <p:nvPr/>
          </p:nvSpPr>
          <p:spPr>
            <a:xfrm>
              <a:off x="2156394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0" name="rc610"/>
            <p:cNvSpPr/>
            <p:nvPr/>
          </p:nvSpPr>
          <p:spPr>
            <a:xfrm>
              <a:off x="2156394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1" name="rc611"/>
            <p:cNvSpPr/>
            <p:nvPr/>
          </p:nvSpPr>
          <p:spPr>
            <a:xfrm>
              <a:off x="2156394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2" name="rc612"/>
            <p:cNvSpPr/>
            <p:nvPr/>
          </p:nvSpPr>
          <p:spPr>
            <a:xfrm>
              <a:off x="2156394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3" name="rc613"/>
            <p:cNvSpPr/>
            <p:nvPr/>
          </p:nvSpPr>
          <p:spPr>
            <a:xfrm>
              <a:off x="2165981" y="2778125"/>
              <a:ext cx="9586" cy="317500"/>
            </a:xfrm>
            <a:prstGeom prst="rect">
              <a:avLst/>
            </a:prstGeom>
            <a:solidFill>
              <a:srgbClr val="DD403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4" name="rc614"/>
            <p:cNvSpPr/>
            <p:nvPr/>
          </p:nvSpPr>
          <p:spPr>
            <a:xfrm>
              <a:off x="2165981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5" name="rc615"/>
            <p:cNvSpPr/>
            <p:nvPr/>
          </p:nvSpPr>
          <p:spPr>
            <a:xfrm>
              <a:off x="2165981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6" name="rc616"/>
            <p:cNvSpPr/>
            <p:nvPr/>
          </p:nvSpPr>
          <p:spPr>
            <a:xfrm>
              <a:off x="2165981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7" name="rc617"/>
            <p:cNvSpPr/>
            <p:nvPr/>
          </p:nvSpPr>
          <p:spPr>
            <a:xfrm>
              <a:off x="2165981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8" name="rc618"/>
            <p:cNvSpPr/>
            <p:nvPr/>
          </p:nvSpPr>
          <p:spPr>
            <a:xfrm>
              <a:off x="2165981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9" name="rc619"/>
            <p:cNvSpPr/>
            <p:nvPr/>
          </p:nvSpPr>
          <p:spPr>
            <a:xfrm>
              <a:off x="2165981" y="4683125"/>
              <a:ext cx="9586" cy="3175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0" name="rc620"/>
            <p:cNvSpPr/>
            <p:nvPr/>
          </p:nvSpPr>
          <p:spPr>
            <a:xfrm>
              <a:off x="2165981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1" name="rc621"/>
            <p:cNvSpPr/>
            <p:nvPr/>
          </p:nvSpPr>
          <p:spPr>
            <a:xfrm>
              <a:off x="2175568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2" name="rc622"/>
            <p:cNvSpPr/>
            <p:nvPr/>
          </p:nvSpPr>
          <p:spPr>
            <a:xfrm>
              <a:off x="2175568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3" name="rc623"/>
            <p:cNvSpPr/>
            <p:nvPr/>
          </p:nvSpPr>
          <p:spPr>
            <a:xfrm>
              <a:off x="2175568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4" name="rc624"/>
            <p:cNvSpPr/>
            <p:nvPr/>
          </p:nvSpPr>
          <p:spPr>
            <a:xfrm>
              <a:off x="2175568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5" name="rc625"/>
            <p:cNvSpPr/>
            <p:nvPr/>
          </p:nvSpPr>
          <p:spPr>
            <a:xfrm>
              <a:off x="2175568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6" name="rc626"/>
            <p:cNvSpPr/>
            <p:nvPr/>
          </p:nvSpPr>
          <p:spPr>
            <a:xfrm>
              <a:off x="2175568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7" name="rc627"/>
            <p:cNvSpPr/>
            <p:nvPr/>
          </p:nvSpPr>
          <p:spPr>
            <a:xfrm>
              <a:off x="2175568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8" name="rc628"/>
            <p:cNvSpPr/>
            <p:nvPr/>
          </p:nvSpPr>
          <p:spPr>
            <a:xfrm>
              <a:off x="2175568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9" name="rc629"/>
            <p:cNvSpPr/>
            <p:nvPr/>
          </p:nvSpPr>
          <p:spPr>
            <a:xfrm>
              <a:off x="2185155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0" name="rc630"/>
            <p:cNvSpPr/>
            <p:nvPr/>
          </p:nvSpPr>
          <p:spPr>
            <a:xfrm>
              <a:off x="2185155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1" name="rc631"/>
            <p:cNvSpPr/>
            <p:nvPr/>
          </p:nvSpPr>
          <p:spPr>
            <a:xfrm>
              <a:off x="2185155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2" name="rc632"/>
            <p:cNvSpPr/>
            <p:nvPr/>
          </p:nvSpPr>
          <p:spPr>
            <a:xfrm>
              <a:off x="2185155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3" name="rc633"/>
            <p:cNvSpPr/>
            <p:nvPr/>
          </p:nvSpPr>
          <p:spPr>
            <a:xfrm>
              <a:off x="2185155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4" name="rc634"/>
            <p:cNvSpPr/>
            <p:nvPr/>
          </p:nvSpPr>
          <p:spPr>
            <a:xfrm>
              <a:off x="2185155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5" name="rc635"/>
            <p:cNvSpPr/>
            <p:nvPr/>
          </p:nvSpPr>
          <p:spPr>
            <a:xfrm>
              <a:off x="2185155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6" name="rc636"/>
            <p:cNvSpPr/>
            <p:nvPr/>
          </p:nvSpPr>
          <p:spPr>
            <a:xfrm>
              <a:off x="2185155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7" name="rc637"/>
            <p:cNvSpPr/>
            <p:nvPr/>
          </p:nvSpPr>
          <p:spPr>
            <a:xfrm>
              <a:off x="2194742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8" name="rc638"/>
            <p:cNvSpPr/>
            <p:nvPr/>
          </p:nvSpPr>
          <p:spPr>
            <a:xfrm>
              <a:off x="2194742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9" name="rc639"/>
            <p:cNvSpPr/>
            <p:nvPr/>
          </p:nvSpPr>
          <p:spPr>
            <a:xfrm>
              <a:off x="2194742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0" name="rc640"/>
            <p:cNvSpPr/>
            <p:nvPr/>
          </p:nvSpPr>
          <p:spPr>
            <a:xfrm>
              <a:off x="2194742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1" name="rc641"/>
            <p:cNvSpPr/>
            <p:nvPr/>
          </p:nvSpPr>
          <p:spPr>
            <a:xfrm>
              <a:off x="2194742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2" name="rc642"/>
            <p:cNvSpPr/>
            <p:nvPr/>
          </p:nvSpPr>
          <p:spPr>
            <a:xfrm>
              <a:off x="2194742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3" name="rc643"/>
            <p:cNvSpPr/>
            <p:nvPr/>
          </p:nvSpPr>
          <p:spPr>
            <a:xfrm>
              <a:off x="2194742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4" name="rc644"/>
            <p:cNvSpPr/>
            <p:nvPr/>
          </p:nvSpPr>
          <p:spPr>
            <a:xfrm>
              <a:off x="2194742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5" name="rc645"/>
            <p:cNvSpPr/>
            <p:nvPr/>
          </p:nvSpPr>
          <p:spPr>
            <a:xfrm>
              <a:off x="2204329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6" name="rc646"/>
            <p:cNvSpPr/>
            <p:nvPr/>
          </p:nvSpPr>
          <p:spPr>
            <a:xfrm>
              <a:off x="2204329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7" name="rc647"/>
            <p:cNvSpPr/>
            <p:nvPr/>
          </p:nvSpPr>
          <p:spPr>
            <a:xfrm>
              <a:off x="2204329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8" name="rc648"/>
            <p:cNvSpPr/>
            <p:nvPr/>
          </p:nvSpPr>
          <p:spPr>
            <a:xfrm>
              <a:off x="2204329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9" name="rc649"/>
            <p:cNvSpPr/>
            <p:nvPr/>
          </p:nvSpPr>
          <p:spPr>
            <a:xfrm>
              <a:off x="2204329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0" name="rc650"/>
            <p:cNvSpPr/>
            <p:nvPr/>
          </p:nvSpPr>
          <p:spPr>
            <a:xfrm>
              <a:off x="2204329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1" name="rc651"/>
            <p:cNvSpPr/>
            <p:nvPr/>
          </p:nvSpPr>
          <p:spPr>
            <a:xfrm>
              <a:off x="2204329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2" name="rc652"/>
            <p:cNvSpPr/>
            <p:nvPr/>
          </p:nvSpPr>
          <p:spPr>
            <a:xfrm>
              <a:off x="2204329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3" name="rc653"/>
            <p:cNvSpPr/>
            <p:nvPr/>
          </p:nvSpPr>
          <p:spPr>
            <a:xfrm>
              <a:off x="2213916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4" name="rc654"/>
            <p:cNvSpPr/>
            <p:nvPr/>
          </p:nvSpPr>
          <p:spPr>
            <a:xfrm>
              <a:off x="2213916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5" name="rc655"/>
            <p:cNvSpPr/>
            <p:nvPr/>
          </p:nvSpPr>
          <p:spPr>
            <a:xfrm>
              <a:off x="2213916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6" name="rc656"/>
            <p:cNvSpPr/>
            <p:nvPr/>
          </p:nvSpPr>
          <p:spPr>
            <a:xfrm>
              <a:off x="2213916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7" name="rc657"/>
            <p:cNvSpPr/>
            <p:nvPr/>
          </p:nvSpPr>
          <p:spPr>
            <a:xfrm>
              <a:off x="2213916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8" name="rc658"/>
            <p:cNvSpPr/>
            <p:nvPr/>
          </p:nvSpPr>
          <p:spPr>
            <a:xfrm>
              <a:off x="2213916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9" name="rc659"/>
            <p:cNvSpPr/>
            <p:nvPr/>
          </p:nvSpPr>
          <p:spPr>
            <a:xfrm>
              <a:off x="2213916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0" name="rc660"/>
            <p:cNvSpPr/>
            <p:nvPr/>
          </p:nvSpPr>
          <p:spPr>
            <a:xfrm>
              <a:off x="2213916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1" name="rc661"/>
            <p:cNvSpPr/>
            <p:nvPr/>
          </p:nvSpPr>
          <p:spPr>
            <a:xfrm>
              <a:off x="2223503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2" name="rc662"/>
            <p:cNvSpPr/>
            <p:nvPr/>
          </p:nvSpPr>
          <p:spPr>
            <a:xfrm>
              <a:off x="2223503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3" name="rc663"/>
            <p:cNvSpPr/>
            <p:nvPr/>
          </p:nvSpPr>
          <p:spPr>
            <a:xfrm>
              <a:off x="2223503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4" name="rc664"/>
            <p:cNvSpPr/>
            <p:nvPr/>
          </p:nvSpPr>
          <p:spPr>
            <a:xfrm>
              <a:off x="2223503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5" name="rc665"/>
            <p:cNvSpPr/>
            <p:nvPr/>
          </p:nvSpPr>
          <p:spPr>
            <a:xfrm>
              <a:off x="2223503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6" name="rc666"/>
            <p:cNvSpPr/>
            <p:nvPr/>
          </p:nvSpPr>
          <p:spPr>
            <a:xfrm>
              <a:off x="2223503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7" name="rc667"/>
            <p:cNvSpPr/>
            <p:nvPr/>
          </p:nvSpPr>
          <p:spPr>
            <a:xfrm>
              <a:off x="2223503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8" name="rc668"/>
            <p:cNvSpPr/>
            <p:nvPr/>
          </p:nvSpPr>
          <p:spPr>
            <a:xfrm>
              <a:off x="2223503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9" name="rc669"/>
            <p:cNvSpPr/>
            <p:nvPr/>
          </p:nvSpPr>
          <p:spPr>
            <a:xfrm>
              <a:off x="2233090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0" name="rc670"/>
            <p:cNvSpPr/>
            <p:nvPr/>
          </p:nvSpPr>
          <p:spPr>
            <a:xfrm>
              <a:off x="2233090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1" name="rc671"/>
            <p:cNvSpPr/>
            <p:nvPr/>
          </p:nvSpPr>
          <p:spPr>
            <a:xfrm>
              <a:off x="2233090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2" name="rc672"/>
            <p:cNvSpPr/>
            <p:nvPr/>
          </p:nvSpPr>
          <p:spPr>
            <a:xfrm>
              <a:off x="2233090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3" name="rc673"/>
            <p:cNvSpPr/>
            <p:nvPr/>
          </p:nvSpPr>
          <p:spPr>
            <a:xfrm>
              <a:off x="2233090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4" name="rc674"/>
            <p:cNvSpPr/>
            <p:nvPr/>
          </p:nvSpPr>
          <p:spPr>
            <a:xfrm>
              <a:off x="2233090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5" name="rc675"/>
            <p:cNvSpPr/>
            <p:nvPr/>
          </p:nvSpPr>
          <p:spPr>
            <a:xfrm>
              <a:off x="2233090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6" name="rc676"/>
            <p:cNvSpPr/>
            <p:nvPr/>
          </p:nvSpPr>
          <p:spPr>
            <a:xfrm>
              <a:off x="2233090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7" name="rc677"/>
            <p:cNvSpPr/>
            <p:nvPr/>
          </p:nvSpPr>
          <p:spPr>
            <a:xfrm>
              <a:off x="2242677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8" name="rc678"/>
            <p:cNvSpPr/>
            <p:nvPr/>
          </p:nvSpPr>
          <p:spPr>
            <a:xfrm>
              <a:off x="2242677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9" name="rc679"/>
            <p:cNvSpPr/>
            <p:nvPr/>
          </p:nvSpPr>
          <p:spPr>
            <a:xfrm>
              <a:off x="2242677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0" name="rc680"/>
            <p:cNvSpPr/>
            <p:nvPr/>
          </p:nvSpPr>
          <p:spPr>
            <a:xfrm>
              <a:off x="2242677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1" name="rc681"/>
            <p:cNvSpPr/>
            <p:nvPr/>
          </p:nvSpPr>
          <p:spPr>
            <a:xfrm>
              <a:off x="2242677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2" name="rc682"/>
            <p:cNvSpPr/>
            <p:nvPr/>
          </p:nvSpPr>
          <p:spPr>
            <a:xfrm>
              <a:off x="2242677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3" name="rc683"/>
            <p:cNvSpPr/>
            <p:nvPr/>
          </p:nvSpPr>
          <p:spPr>
            <a:xfrm>
              <a:off x="2242677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4" name="rc684"/>
            <p:cNvSpPr/>
            <p:nvPr/>
          </p:nvSpPr>
          <p:spPr>
            <a:xfrm>
              <a:off x="2242677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5" name="rc685"/>
            <p:cNvSpPr/>
            <p:nvPr/>
          </p:nvSpPr>
          <p:spPr>
            <a:xfrm>
              <a:off x="2252263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6" name="rc686"/>
            <p:cNvSpPr/>
            <p:nvPr/>
          </p:nvSpPr>
          <p:spPr>
            <a:xfrm>
              <a:off x="2252263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7" name="rc687"/>
            <p:cNvSpPr/>
            <p:nvPr/>
          </p:nvSpPr>
          <p:spPr>
            <a:xfrm>
              <a:off x="2252263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8" name="rc688"/>
            <p:cNvSpPr/>
            <p:nvPr/>
          </p:nvSpPr>
          <p:spPr>
            <a:xfrm>
              <a:off x="2252263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9" name="rc689"/>
            <p:cNvSpPr/>
            <p:nvPr/>
          </p:nvSpPr>
          <p:spPr>
            <a:xfrm>
              <a:off x="2252263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0" name="rc690"/>
            <p:cNvSpPr/>
            <p:nvPr/>
          </p:nvSpPr>
          <p:spPr>
            <a:xfrm>
              <a:off x="2252263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1" name="rc691"/>
            <p:cNvSpPr/>
            <p:nvPr/>
          </p:nvSpPr>
          <p:spPr>
            <a:xfrm>
              <a:off x="2252263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2" name="rc692"/>
            <p:cNvSpPr/>
            <p:nvPr/>
          </p:nvSpPr>
          <p:spPr>
            <a:xfrm>
              <a:off x="2252263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3" name="rc693"/>
            <p:cNvSpPr/>
            <p:nvPr/>
          </p:nvSpPr>
          <p:spPr>
            <a:xfrm>
              <a:off x="2261850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4" name="rc694"/>
            <p:cNvSpPr/>
            <p:nvPr/>
          </p:nvSpPr>
          <p:spPr>
            <a:xfrm>
              <a:off x="2261850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5" name="rc695"/>
            <p:cNvSpPr/>
            <p:nvPr/>
          </p:nvSpPr>
          <p:spPr>
            <a:xfrm>
              <a:off x="2261850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6" name="rc696"/>
            <p:cNvSpPr/>
            <p:nvPr/>
          </p:nvSpPr>
          <p:spPr>
            <a:xfrm>
              <a:off x="2261850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7" name="rc697"/>
            <p:cNvSpPr/>
            <p:nvPr/>
          </p:nvSpPr>
          <p:spPr>
            <a:xfrm>
              <a:off x="2261850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8" name="rc698"/>
            <p:cNvSpPr/>
            <p:nvPr/>
          </p:nvSpPr>
          <p:spPr>
            <a:xfrm>
              <a:off x="2261850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9" name="rc699"/>
            <p:cNvSpPr/>
            <p:nvPr/>
          </p:nvSpPr>
          <p:spPr>
            <a:xfrm>
              <a:off x="2261850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0" name="rc700"/>
            <p:cNvSpPr/>
            <p:nvPr/>
          </p:nvSpPr>
          <p:spPr>
            <a:xfrm>
              <a:off x="2261850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1" name="rc701"/>
            <p:cNvSpPr/>
            <p:nvPr/>
          </p:nvSpPr>
          <p:spPr>
            <a:xfrm>
              <a:off x="2271437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2" name="rc702"/>
            <p:cNvSpPr/>
            <p:nvPr/>
          </p:nvSpPr>
          <p:spPr>
            <a:xfrm>
              <a:off x="2271437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3" name="rc703"/>
            <p:cNvSpPr/>
            <p:nvPr/>
          </p:nvSpPr>
          <p:spPr>
            <a:xfrm>
              <a:off x="2271437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4" name="rc704"/>
            <p:cNvSpPr/>
            <p:nvPr/>
          </p:nvSpPr>
          <p:spPr>
            <a:xfrm>
              <a:off x="2271437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5" name="rc705"/>
            <p:cNvSpPr/>
            <p:nvPr/>
          </p:nvSpPr>
          <p:spPr>
            <a:xfrm>
              <a:off x="2271437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6" name="rc706"/>
            <p:cNvSpPr/>
            <p:nvPr/>
          </p:nvSpPr>
          <p:spPr>
            <a:xfrm>
              <a:off x="2271437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7" name="rc707"/>
            <p:cNvSpPr/>
            <p:nvPr/>
          </p:nvSpPr>
          <p:spPr>
            <a:xfrm>
              <a:off x="2271437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8" name="rc708"/>
            <p:cNvSpPr/>
            <p:nvPr/>
          </p:nvSpPr>
          <p:spPr>
            <a:xfrm>
              <a:off x="2271437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9" name="rc709"/>
            <p:cNvSpPr/>
            <p:nvPr/>
          </p:nvSpPr>
          <p:spPr>
            <a:xfrm>
              <a:off x="2281024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0" name="rc710"/>
            <p:cNvSpPr/>
            <p:nvPr/>
          </p:nvSpPr>
          <p:spPr>
            <a:xfrm>
              <a:off x="2281024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1" name="rc711"/>
            <p:cNvSpPr/>
            <p:nvPr/>
          </p:nvSpPr>
          <p:spPr>
            <a:xfrm>
              <a:off x="2281024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2" name="rc712"/>
            <p:cNvSpPr/>
            <p:nvPr/>
          </p:nvSpPr>
          <p:spPr>
            <a:xfrm>
              <a:off x="2281024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3" name="rc713"/>
            <p:cNvSpPr/>
            <p:nvPr/>
          </p:nvSpPr>
          <p:spPr>
            <a:xfrm>
              <a:off x="2281024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4" name="rc714"/>
            <p:cNvSpPr/>
            <p:nvPr/>
          </p:nvSpPr>
          <p:spPr>
            <a:xfrm>
              <a:off x="2281024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5" name="rc715"/>
            <p:cNvSpPr/>
            <p:nvPr/>
          </p:nvSpPr>
          <p:spPr>
            <a:xfrm>
              <a:off x="2281024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6" name="rc716"/>
            <p:cNvSpPr/>
            <p:nvPr/>
          </p:nvSpPr>
          <p:spPr>
            <a:xfrm>
              <a:off x="2281024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7" name="rc717"/>
            <p:cNvSpPr/>
            <p:nvPr/>
          </p:nvSpPr>
          <p:spPr>
            <a:xfrm>
              <a:off x="2290611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8" name="rc718"/>
            <p:cNvSpPr/>
            <p:nvPr/>
          </p:nvSpPr>
          <p:spPr>
            <a:xfrm>
              <a:off x="2290611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9" name="rc719"/>
            <p:cNvSpPr/>
            <p:nvPr/>
          </p:nvSpPr>
          <p:spPr>
            <a:xfrm>
              <a:off x="2290611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0" name="rc720"/>
            <p:cNvSpPr/>
            <p:nvPr/>
          </p:nvSpPr>
          <p:spPr>
            <a:xfrm>
              <a:off x="2290611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1" name="rc721"/>
            <p:cNvSpPr/>
            <p:nvPr/>
          </p:nvSpPr>
          <p:spPr>
            <a:xfrm>
              <a:off x="2290611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2" name="rc722"/>
            <p:cNvSpPr/>
            <p:nvPr/>
          </p:nvSpPr>
          <p:spPr>
            <a:xfrm>
              <a:off x="2290611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3" name="rc723"/>
            <p:cNvSpPr/>
            <p:nvPr/>
          </p:nvSpPr>
          <p:spPr>
            <a:xfrm>
              <a:off x="2290611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4" name="rc724"/>
            <p:cNvSpPr/>
            <p:nvPr/>
          </p:nvSpPr>
          <p:spPr>
            <a:xfrm>
              <a:off x="2290611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5" name="rc725"/>
            <p:cNvSpPr/>
            <p:nvPr/>
          </p:nvSpPr>
          <p:spPr>
            <a:xfrm>
              <a:off x="2300198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6" name="rc726"/>
            <p:cNvSpPr/>
            <p:nvPr/>
          </p:nvSpPr>
          <p:spPr>
            <a:xfrm>
              <a:off x="2300198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7" name="rc727"/>
            <p:cNvSpPr/>
            <p:nvPr/>
          </p:nvSpPr>
          <p:spPr>
            <a:xfrm>
              <a:off x="2300198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8" name="rc728"/>
            <p:cNvSpPr/>
            <p:nvPr/>
          </p:nvSpPr>
          <p:spPr>
            <a:xfrm>
              <a:off x="2300198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9" name="rc729"/>
            <p:cNvSpPr/>
            <p:nvPr/>
          </p:nvSpPr>
          <p:spPr>
            <a:xfrm>
              <a:off x="2300198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0" name="rc730"/>
            <p:cNvSpPr/>
            <p:nvPr/>
          </p:nvSpPr>
          <p:spPr>
            <a:xfrm>
              <a:off x="2300198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1" name="rc731"/>
            <p:cNvSpPr/>
            <p:nvPr/>
          </p:nvSpPr>
          <p:spPr>
            <a:xfrm>
              <a:off x="2300198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2" name="rc732"/>
            <p:cNvSpPr/>
            <p:nvPr/>
          </p:nvSpPr>
          <p:spPr>
            <a:xfrm>
              <a:off x="2300198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3" name="rc733"/>
            <p:cNvSpPr/>
            <p:nvPr/>
          </p:nvSpPr>
          <p:spPr>
            <a:xfrm>
              <a:off x="2309785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4" name="rc734"/>
            <p:cNvSpPr/>
            <p:nvPr/>
          </p:nvSpPr>
          <p:spPr>
            <a:xfrm>
              <a:off x="2309785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5" name="rc735"/>
            <p:cNvSpPr/>
            <p:nvPr/>
          </p:nvSpPr>
          <p:spPr>
            <a:xfrm>
              <a:off x="2309785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6" name="rc736"/>
            <p:cNvSpPr/>
            <p:nvPr/>
          </p:nvSpPr>
          <p:spPr>
            <a:xfrm>
              <a:off x="2309785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7" name="rc737"/>
            <p:cNvSpPr/>
            <p:nvPr/>
          </p:nvSpPr>
          <p:spPr>
            <a:xfrm>
              <a:off x="2309785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8" name="rc738"/>
            <p:cNvSpPr/>
            <p:nvPr/>
          </p:nvSpPr>
          <p:spPr>
            <a:xfrm>
              <a:off x="2309785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9" name="rc739"/>
            <p:cNvSpPr/>
            <p:nvPr/>
          </p:nvSpPr>
          <p:spPr>
            <a:xfrm>
              <a:off x="2309785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0" name="rc740"/>
            <p:cNvSpPr/>
            <p:nvPr/>
          </p:nvSpPr>
          <p:spPr>
            <a:xfrm>
              <a:off x="2309785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1" name="rc741"/>
            <p:cNvSpPr/>
            <p:nvPr/>
          </p:nvSpPr>
          <p:spPr>
            <a:xfrm>
              <a:off x="2319372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2" name="rc742"/>
            <p:cNvSpPr/>
            <p:nvPr/>
          </p:nvSpPr>
          <p:spPr>
            <a:xfrm>
              <a:off x="2319372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3" name="rc743"/>
            <p:cNvSpPr/>
            <p:nvPr/>
          </p:nvSpPr>
          <p:spPr>
            <a:xfrm>
              <a:off x="2319372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4" name="rc744"/>
            <p:cNvSpPr/>
            <p:nvPr/>
          </p:nvSpPr>
          <p:spPr>
            <a:xfrm>
              <a:off x="2319372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5" name="rc745"/>
            <p:cNvSpPr/>
            <p:nvPr/>
          </p:nvSpPr>
          <p:spPr>
            <a:xfrm>
              <a:off x="2319372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6" name="rc746"/>
            <p:cNvSpPr/>
            <p:nvPr/>
          </p:nvSpPr>
          <p:spPr>
            <a:xfrm>
              <a:off x="2319372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7" name="rc747"/>
            <p:cNvSpPr/>
            <p:nvPr/>
          </p:nvSpPr>
          <p:spPr>
            <a:xfrm>
              <a:off x="2319372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8" name="rc748"/>
            <p:cNvSpPr/>
            <p:nvPr/>
          </p:nvSpPr>
          <p:spPr>
            <a:xfrm>
              <a:off x="2319372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9" name="rc749"/>
            <p:cNvSpPr/>
            <p:nvPr/>
          </p:nvSpPr>
          <p:spPr>
            <a:xfrm>
              <a:off x="2328959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0" name="rc750"/>
            <p:cNvSpPr/>
            <p:nvPr/>
          </p:nvSpPr>
          <p:spPr>
            <a:xfrm>
              <a:off x="2328959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1" name="rc751"/>
            <p:cNvSpPr/>
            <p:nvPr/>
          </p:nvSpPr>
          <p:spPr>
            <a:xfrm>
              <a:off x="2328959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2" name="rc752"/>
            <p:cNvSpPr/>
            <p:nvPr/>
          </p:nvSpPr>
          <p:spPr>
            <a:xfrm>
              <a:off x="2328959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3" name="rc753"/>
            <p:cNvSpPr/>
            <p:nvPr/>
          </p:nvSpPr>
          <p:spPr>
            <a:xfrm>
              <a:off x="2328959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4" name="rc754"/>
            <p:cNvSpPr/>
            <p:nvPr/>
          </p:nvSpPr>
          <p:spPr>
            <a:xfrm>
              <a:off x="2328959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5" name="rc755"/>
            <p:cNvSpPr/>
            <p:nvPr/>
          </p:nvSpPr>
          <p:spPr>
            <a:xfrm>
              <a:off x="2328959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6" name="rc756"/>
            <p:cNvSpPr/>
            <p:nvPr/>
          </p:nvSpPr>
          <p:spPr>
            <a:xfrm>
              <a:off x="2328959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7" name="rc757"/>
            <p:cNvSpPr/>
            <p:nvPr/>
          </p:nvSpPr>
          <p:spPr>
            <a:xfrm>
              <a:off x="2338546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8" name="rc758"/>
            <p:cNvSpPr/>
            <p:nvPr/>
          </p:nvSpPr>
          <p:spPr>
            <a:xfrm>
              <a:off x="2338546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9" name="rc759"/>
            <p:cNvSpPr/>
            <p:nvPr/>
          </p:nvSpPr>
          <p:spPr>
            <a:xfrm>
              <a:off x="2338546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0" name="rc760"/>
            <p:cNvSpPr/>
            <p:nvPr/>
          </p:nvSpPr>
          <p:spPr>
            <a:xfrm>
              <a:off x="2338546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1" name="rc761"/>
            <p:cNvSpPr/>
            <p:nvPr/>
          </p:nvSpPr>
          <p:spPr>
            <a:xfrm>
              <a:off x="2338546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2" name="rc762"/>
            <p:cNvSpPr/>
            <p:nvPr/>
          </p:nvSpPr>
          <p:spPr>
            <a:xfrm>
              <a:off x="2338546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3" name="rc763"/>
            <p:cNvSpPr/>
            <p:nvPr/>
          </p:nvSpPr>
          <p:spPr>
            <a:xfrm>
              <a:off x="2338546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4" name="rc764"/>
            <p:cNvSpPr/>
            <p:nvPr/>
          </p:nvSpPr>
          <p:spPr>
            <a:xfrm>
              <a:off x="2338546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5" name="rc765"/>
            <p:cNvSpPr/>
            <p:nvPr/>
          </p:nvSpPr>
          <p:spPr>
            <a:xfrm>
              <a:off x="2348133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6" name="rc766"/>
            <p:cNvSpPr/>
            <p:nvPr/>
          </p:nvSpPr>
          <p:spPr>
            <a:xfrm>
              <a:off x="2348133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7" name="rc767"/>
            <p:cNvSpPr/>
            <p:nvPr/>
          </p:nvSpPr>
          <p:spPr>
            <a:xfrm>
              <a:off x="2348133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8" name="rc768"/>
            <p:cNvSpPr/>
            <p:nvPr/>
          </p:nvSpPr>
          <p:spPr>
            <a:xfrm>
              <a:off x="2348133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9" name="rc769"/>
            <p:cNvSpPr/>
            <p:nvPr/>
          </p:nvSpPr>
          <p:spPr>
            <a:xfrm>
              <a:off x="2348133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0" name="rc770"/>
            <p:cNvSpPr/>
            <p:nvPr/>
          </p:nvSpPr>
          <p:spPr>
            <a:xfrm>
              <a:off x="2348133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1" name="rc771"/>
            <p:cNvSpPr/>
            <p:nvPr/>
          </p:nvSpPr>
          <p:spPr>
            <a:xfrm>
              <a:off x="2348133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2" name="rc772"/>
            <p:cNvSpPr/>
            <p:nvPr/>
          </p:nvSpPr>
          <p:spPr>
            <a:xfrm>
              <a:off x="2348133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3" name="rc773"/>
            <p:cNvSpPr/>
            <p:nvPr/>
          </p:nvSpPr>
          <p:spPr>
            <a:xfrm>
              <a:off x="2357720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4" name="rc774"/>
            <p:cNvSpPr/>
            <p:nvPr/>
          </p:nvSpPr>
          <p:spPr>
            <a:xfrm>
              <a:off x="2357720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5" name="rc775"/>
            <p:cNvSpPr/>
            <p:nvPr/>
          </p:nvSpPr>
          <p:spPr>
            <a:xfrm>
              <a:off x="2357720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6" name="rc776"/>
            <p:cNvSpPr/>
            <p:nvPr/>
          </p:nvSpPr>
          <p:spPr>
            <a:xfrm>
              <a:off x="2357720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7" name="rc777"/>
            <p:cNvSpPr/>
            <p:nvPr/>
          </p:nvSpPr>
          <p:spPr>
            <a:xfrm>
              <a:off x="2357720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8" name="rc778"/>
            <p:cNvSpPr/>
            <p:nvPr/>
          </p:nvSpPr>
          <p:spPr>
            <a:xfrm>
              <a:off x="2357720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9" name="rc779"/>
            <p:cNvSpPr/>
            <p:nvPr/>
          </p:nvSpPr>
          <p:spPr>
            <a:xfrm>
              <a:off x="2357720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0" name="rc780"/>
            <p:cNvSpPr/>
            <p:nvPr/>
          </p:nvSpPr>
          <p:spPr>
            <a:xfrm>
              <a:off x="2357720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1" name="rc781"/>
            <p:cNvSpPr/>
            <p:nvPr/>
          </p:nvSpPr>
          <p:spPr>
            <a:xfrm>
              <a:off x="2367307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2" name="rc782"/>
            <p:cNvSpPr/>
            <p:nvPr/>
          </p:nvSpPr>
          <p:spPr>
            <a:xfrm>
              <a:off x="2367307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3" name="rc783"/>
            <p:cNvSpPr/>
            <p:nvPr/>
          </p:nvSpPr>
          <p:spPr>
            <a:xfrm>
              <a:off x="2367307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4" name="rc784"/>
            <p:cNvSpPr/>
            <p:nvPr/>
          </p:nvSpPr>
          <p:spPr>
            <a:xfrm>
              <a:off x="2367307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5" name="rc785"/>
            <p:cNvSpPr/>
            <p:nvPr/>
          </p:nvSpPr>
          <p:spPr>
            <a:xfrm>
              <a:off x="2367307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6" name="rc786"/>
            <p:cNvSpPr/>
            <p:nvPr/>
          </p:nvSpPr>
          <p:spPr>
            <a:xfrm>
              <a:off x="2367307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7" name="rc787"/>
            <p:cNvSpPr/>
            <p:nvPr/>
          </p:nvSpPr>
          <p:spPr>
            <a:xfrm>
              <a:off x="2367307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8" name="rc788"/>
            <p:cNvSpPr/>
            <p:nvPr/>
          </p:nvSpPr>
          <p:spPr>
            <a:xfrm>
              <a:off x="2367307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9" name="rc789"/>
            <p:cNvSpPr/>
            <p:nvPr/>
          </p:nvSpPr>
          <p:spPr>
            <a:xfrm>
              <a:off x="2376894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0" name="rc790"/>
            <p:cNvSpPr/>
            <p:nvPr/>
          </p:nvSpPr>
          <p:spPr>
            <a:xfrm>
              <a:off x="2376894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1" name="rc791"/>
            <p:cNvSpPr/>
            <p:nvPr/>
          </p:nvSpPr>
          <p:spPr>
            <a:xfrm>
              <a:off x="2376894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2" name="rc792"/>
            <p:cNvSpPr/>
            <p:nvPr/>
          </p:nvSpPr>
          <p:spPr>
            <a:xfrm>
              <a:off x="2376894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3" name="rc793"/>
            <p:cNvSpPr/>
            <p:nvPr/>
          </p:nvSpPr>
          <p:spPr>
            <a:xfrm>
              <a:off x="2376894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4" name="rc794"/>
            <p:cNvSpPr/>
            <p:nvPr/>
          </p:nvSpPr>
          <p:spPr>
            <a:xfrm>
              <a:off x="2376894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5" name="rc795"/>
            <p:cNvSpPr/>
            <p:nvPr/>
          </p:nvSpPr>
          <p:spPr>
            <a:xfrm>
              <a:off x="2376894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6" name="rc796"/>
            <p:cNvSpPr/>
            <p:nvPr/>
          </p:nvSpPr>
          <p:spPr>
            <a:xfrm>
              <a:off x="2376894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7" name="rc797"/>
            <p:cNvSpPr/>
            <p:nvPr/>
          </p:nvSpPr>
          <p:spPr>
            <a:xfrm>
              <a:off x="2386481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8" name="rc798"/>
            <p:cNvSpPr/>
            <p:nvPr/>
          </p:nvSpPr>
          <p:spPr>
            <a:xfrm>
              <a:off x="2386481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9" name="rc799"/>
            <p:cNvSpPr/>
            <p:nvPr/>
          </p:nvSpPr>
          <p:spPr>
            <a:xfrm>
              <a:off x="2386481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0" name="rc800"/>
            <p:cNvSpPr/>
            <p:nvPr/>
          </p:nvSpPr>
          <p:spPr>
            <a:xfrm>
              <a:off x="2386481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1" name="rc801"/>
            <p:cNvSpPr/>
            <p:nvPr/>
          </p:nvSpPr>
          <p:spPr>
            <a:xfrm>
              <a:off x="2386481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2" name="rc802"/>
            <p:cNvSpPr/>
            <p:nvPr/>
          </p:nvSpPr>
          <p:spPr>
            <a:xfrm>
              <a:off x="2386481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3" name="rc803"/>
            <p:cNvSpPr/>
            <p:nvPr/>
          </p:nvSpPr>
          <p:spPr>
            <a:xfrm>
              <a:off x="2386481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4" name="rc804"/>
            <p:cNvSpPr/>
            <p:nvPr/>
          </p:nvSpPr>
          <p:spPr>
            <a:xfrm>
              <a:off x="2386481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5" name="rc805"/>
            <p:cNvSpPr/>
            <p:nvPr/>
          </p:nvSpPr>
          <p:spPr>
            <a:xfrm>
              <a:off x="2396068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6" name="rc806"/>
            <p:cNvSpPr/>
            <p:nvPr/>
          </p:nvSpPr>
          <p:spPr>
            <a:xfrm>
              <a:off x="2396068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7" name="rc807"/>
            <p:cNvSpPr/>
            <p:nvPr/>
          </p:nvSpPr>
          <p:spPr>
            <a:xfrm>
              <a:off x="2396068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8" name="rc808"/>
            <p:cNvSpPr/>
            <p:nvPr/>
          </p:nvSpPr>
          <p:spPr>
            <a:xfrm>
              <a:off x="2396068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9" name="rc809"/>
            <p:cNvSpPr/>
            <p:nvPr/>
          </p:nvSpPr>
          <p:spPr>
            <a:xfrm>
              <a:off x="2396068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0" name="rc810"/>
            <p:cNvSpPr/>
            <p:nvPr/>
          </p:nvSpPr>
          <p:spPr>
            <a:xfrm>
              <a:off x="2396068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1" name="rc811"/>
            <p:cNvSpPr/>
            <p:nvPr/>
          </p:nvSpPr>
          <p:spPr>
            <a:xfrm>
              <a:off x="2396068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2" name="rc812"/>
            <p:cNvSpPr/>
            <p:nvPr/>
          </p:nvSpPr>
          <p:spPr>
            <a:xfrm>
              <a:off x="2396068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3" name="rc813"/>
            <p:cNvSpPr/>
            <p:nvPr/>
          </p:nvSpPr>
          <p:spPr>
            <a:xfrm>
              <a:off x="2405655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4" name="rc814"/>
            <p:cNvSpPr/>
            <p:nvPr/>
          </p:nvSpPr>
          <p:spPr>
            <a:xfrm>
              <a:off x="2405655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5" name="rc815"/>
            <p:cNvSpPr/>
            <p:nvPr/>
          </p:nvSpPr>
          <p:spPr>
            <a:xfrm>
              <a:off x="2405655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6" name="rc816"/>
            <p:cNvSpPr/>
            <p:nvPr/>
          </p:nvSpPr>
          <p:spPr>
            <a:xfrm>
              <a:off x="2405655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7" name="rc817"/>
            <p:cNvSpPr/>
            <p:nvPr/>
          </p:nvSpPr>
          <p:spPr>
            <a:xfrm>
              <a:off x="2405655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8" name="rc818"/>
            <p:cNvSpPr/>
            <p:nvPr/>
          </p:nvSpPr>
          <p:spPr>
            <a:xfrm>
              <a:off x="2405655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9" name="rc819"/>
            <p:cNvSpPr/>
            <p:nvPr/>
          </p:nvSpPr>
          <p:spPr>
            <a:xfrm>
              <a:off x="2405655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0" name="rc820"/>
            <p:cNvSpPr/>
            <p:nvPr/>
          </p:nvSpPr>
          <p:spPr>
            <a:xfrm>
              <a:off x="2405655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1" name="rc821"/>
            <p:cNvSpPr/>
            <p:nvPr/>
          </p:nvSpPr>
          <p:spPr>
            <a:xfrm>
              <a:off x="2415242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2" name="rc822"/>
            <p:cNvSpPr/>
            <p:nvPr/>
          </p:nvSpPr>
          <p:spPr>
            <a:xfrm>
              <a:off x="2415242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3" name="rc823"/>
            <p:cNvSpPr/>
            <p:nvPr/>
          </p:nvSpPr>
          <p:spPr>
            <a:xfrm>
              <a:off x="2415242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4" name="rc824"/>
            <p:cNvSpPr/>
            <p:nvPr/>
          </p:nvSpPr>
          <p:spPr>
            <a:xfrm>
              <a:off x="2415242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5" name="rc825"/>
            <p:cNvSpPr/>
            <p:nvPr/>
          </p:nvSpPr>
          <p:spPr>
            <a:xfrm>
              <a:off x="2415242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6" name="rc826"/>
            <p:cNvSpPr/>
            <p:nvPr/>
          </p:nvSpPr>
          <p:spPr>
            <a:xfrm>
              <a:off x="2415242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7" name="rc827"/>
            <p:cNvSpPr/>
            <p:nvPr/>
          </p:nvSpPr>
          <p:spPr>
            <a:xfrm>
              <a:off x="2415242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8" name="rc828"/>
            <p:cNvSpPr/>
            <p:nvPr/>
          </p:nvSpPr>
          <p:spPr>
            <a:xfrm>
              <a:off x="2415242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9" name="rc829"/>
            <p:cNvSpPr/>
            <p:nvPr/>
          </p:nvSpPr>
          <p:spPr>
            <a:xfrm>
              <a:off x="2424829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0" name="rc830"/>
            <p:cNvSpPr/>
            <p:nvPr/>
          </p:nvSpPr>
          <p:spPr>
            <a:xfrm>
              <a:off x="2424829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1" name="rc831"/>
            <p:cNvSpPr/>
            <p:nvPr/>
          </p:nvSpPr>
          <p:spPr>
            <a:xfrm>
              <a:off x="2424829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2" name="rc832"/>
            <p:cNvSpPr/>
            <p:nvPr/>
          </p:nvSpPr>
          <p:spPr>
            <a:xfrm>
              <a:off x="2424829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3" name="rc833"/>
            <p:cNvSpPr/>
            <p:nvPr/>
          </p:nvSpPr>
          <p:spPr>
            <a:xfrm>
              <a:off x="2424829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4" name="rc834"/>
            <p:cNvSpPr/>
            <p:nvPr/>
          </p:nvSpPr>
          <p:spPr>
            <a:xfrm>
              <a:off x="2424829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5" name="rc835"/>
            <p:cNvSpPr/>
            <p:nvPr/>
          </p:nvSpPr>
          <p:spPr>
            <a:xfrm>
              <a:off x="2424829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6" name="rc836"/>
            <p:cNvSpPr/>
            <p:nvPr/>
          </p:nvSpPr>
          <p:spPr>
            <a:xfrm>
              <a:off x="2424829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7" name="rc837"/>
            <p:cNvSpPr/>
            <p:nvPr/>
          </p:nvSpPr>
          <p:spPr>
            <a:xfrm>
              <a:off x="2434416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8" name="rc838"/>
            <p:cNvSpPr/>
            <p:nvPr/>
          </p:nvSpPr>
          <p:spPr>
            <a:xfrm>
              <a:off x="2434416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9" name="rc839"/>
            <p:cNvSpPr/>
            <p:nvPr/>
          </p:nvSpPr>
          <p:spPr>
            <a:xfrm>
              <a:off x="2434416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0" name="rc840"/>
            <p:cNvSpPr/>
            <p:nvPr/>
          </p:nvSpPr>
          <p:spPr>
            <a:xfrm>
              <a:off x="2434416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1" name="rc841"/>
            <p:cNvSpPr/>
            <p:nvPr/>
          </p:nvSpPr>
          <p:spPr>
            <a:xfrm>
              <a:off x="2434416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2" name="rc842"/>
            <p:cNvSpPr/>
            <p:nvPr/>
          </p:nvSpPr>
          <p:spPr>
            <a:xfrm>
              <a:off x="2434416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3" name="rc843"/>
            <p:cNvSpPr/>
            <p:nvPr/>
          </p:nvSpPr>
          <p:spPr>
            <a:xfrm>
              <a:off x="2434416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4" name="rc844"/>
            <p:cNvSpPr/>
            <p:nvPr/>
          </p:nvSpPr>
          <p:spPr>
            <a:xfrm>
              <a:off x="2434416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5" name="rc845"/>
            <p:cNvSpPr/>
            <p:nvPr/>
          </p:nvSpPr>
          <p:spPr>
            <a:xfrm>
              <a:off x="2444002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6" name="rc846"/>
            <p:cNvSpPr/>
            <p:nvPr/>
          </p:nvSpPr>
          <p:spPr>
            <a:xfrm>
              <a:off x="2444002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7" name="rc847"/>
            <p:cNvSpPr/>
            <p:nvPr/>
          </p:nvSpPr>
          <p:spPr>
            <a:xfrm>
              <a:off x="2444002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8" name="rc848"/>
            <p:cNvSpPr/>
            <p:nvPr/>
          </p:nvSpPr>
          <p:spPr>
            <a:xfrm>
              <a:off x="2444002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9" name="rc849"/>
            <p:cNvSpPr/>
            <p:nvPr/>
          </p:nvSpPr>
          <p:spPr>
            <a:xfrm>
              <a:off x="2444002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0" name="rc850"/>
            <p:cNvSpPr/>
            <p:nvPr/>
          </p:nvSpPr>
          <p:spPr>
            <a:xfrm>
              <a:off x="2444002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1" name="rc851"/>
            <p:cNvSpPr/>
            <p:nvPr/>
          </p:nvSpPr>
          <p:spPr>
            <a:xfrm>
              <a:off x="2444002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2" name="rc852"/>
            <p:cNvSpPr/>
            <p:nvPr/>
          </p:nvSpPr>
          <p:spPr>
            <a:xfrm>
              <a:off x="2444002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3" name="rc853"/>
            <p:cNvSpPr/>
            <p:nvPr/>
          </p:nvSpPr>
          <p:spPr>
            <a:xfrm>
              <a:off x="2453589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4" name="rc854"/>
            <p:cNvSpPr/>
            <p:nvPr/>
          </p:nvSpPr>
          <p:spPr>
            <a:xfrm>
              <a:off x="2453589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5" name="rc855"/>
            <p:cNvSpPr/>
            <p:nvPr/>
          </p:nvSpPr>
          <p:spPr>
            <a:xfrm>
              <a:off x="2453589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6" name="rc856"/>
            <p:cNvSpPr/>
            <p:nvPr/>
          </p:nvSpPr>
          <p:spPr>
            <a:xfrm>
              <a:off x="2453589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7" name="rc857"/>
            <p:cNvSpPr/>
            <p:nvPr/>
          </p:nvSpPr>
          <p:spPr>
            <a:xfrm>
              <a:off x="2453589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8" name="rc858"/>
            <p:cNvSpPr/>
            <p:nvPr/>
          </p:nvSpPr>
          <p:spPr>
            <a:xfrm>
              <a:off x="2453589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9" name="rc859"/>
            <p:cNvSpPr/>
            <p:nvPr/>
          </p:nvSpPr>
          <p:spPr>
            <a:xfrm>
              <a:off x="2453589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0" name="rc860"/>
            <p:cNvSpPr/>
            <p:nvPr/>
          </p:nvSpPr>
          <p:spPr>
            <a:xfrm>
              <a:off x="2453589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1" name="rc861"/>
            <p:cNvSpPr/>
            <p:nvPr/>
          </p:nvSpPr>
          <p:spPr>
            <a:xfrm>
              <a:off x="2463176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2" name="rc862"/>
            <p:cNvSpPr/>
            <p:nvPr/>
          </p:nvSpPr>
          <p:spPr>
            <a:xfrm>
              <a:off x="2463176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3" name="rc863"/>
            <p:cNvSpPr/>
            <p:nvPr/>
          </p:nvSpPr>
          <p:spPr>
            <a:xfrm>
              <a:off x="2463176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4" name="rc864"/>
            <p:cNvSpPr/>
            <p:nvPr/>
          </p:nvSpPr>
          <p:spPr>
            <a:xfrm>
              <a:off x="2463176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5" name="rc865"/>
            <p:cNvSpPr/>
            <p:nvPr/>
          </p:nvSpPr>
          <p:spPr>
            <a:xfrm>
              <a:off x="2463176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6" name="rc866"/>
            <p:cNvSpPr/>
            <p:nvPr/>
          </p:nvSpPr>
          <p:spPr>
            <a:xfrm>
              <a:off x="2463176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7" name="rc867"/>
            <p:cNvSpPr/>
            <p:nvPr/>
          </p:nvSpPr>
          <p:spPr>
            <a:xfrm>
              <a:off x="2463176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8" name="rc868"/>
            <p:cNvSpPr/>
            <p:nvPr/>
          </p:nvSpPr>
          <p:spPr>
            <a:xfrm>
              <a:off x="2463176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9" name="rc869"/>
            <p:cNvSpPr/>
            <p:nvPr/>
          </p:nvSpPr>
          <p:spPr>
            <a:xfrm>
              <a:off x="2472763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0" name="rc870"/>
            <p:cNvSpPr/>
            <p:nvPr/>
          </p:nvSpPr>
          <p:spPr>
            <a:xfrm>
              <a:off x="2472763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1" name="rc871"/>
            <p:cNvSpPr/>
            <p:nvPr/>
          </p:nvSpPr>
          <p:spPr>
            <a:xfrm>
              <a:off x="2472763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2" name="rc872"/>
            <p:cNvSpPr/>
            <p:nvPr/>
          </p:nvSpPr>
          <p:spPr>
            <a:xfrm>
              <a:off x="2472763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3" name="rc873"/>
            <p:cNvSpPr/>
            <p:nvPr/>
          </p:nvSpPr>
          <p:spPr>
            <a:xfrm>
              <a:off x="2472763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4" name="rc874"/>
            <p:cNvSpPr/>
            <p:nvPr/>
          </p:nvSpPr>
          <p:spPr>
            <a:xfrm>
              <a:off x="2472763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5" name="rc875"/>
            <p:cNvSpPr/>
            <p:nvPr/>
          </p:nvSpPr>
          <p:spPr>
            <a:xfrm>
              <a:off x="2472763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6" name="rc876"/>
            <p:cNvSpPr/>
            <p:nvPr/>
          </p:nvSpPr>
          <p:spPr>
            <a:xfrm>
              <a:off x="2472763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7" name="rc877"/>
            <p:cNvSpPr/>
            <p:nvPr/>
          </p:nvSpPr>
          <p:spPr>
            <a:xfrm>
              <a:off x="2482350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8" name="rc878"/>
            <p:cNvSpPr/>
            <p:nvPr/>
          </p:nvSpPr>
          <p:spPr>
            <a:xfrm>
              <a:off x="2482350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9" name="rc879"/>
            <p:cNvSpPr/>
            <p:nvPr/>
          </p:nvSpPr>
          <p:spPr>
            <a:xfrm>
              <a:off x="2482350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0" name="rc880"/>
            <p:cNvSpPr/>
            <p:nvPr/>
          </p:nvSpPr>
          <p:spPr>
            <a:xfrm>
              <a:off x="2482350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1" name="rc881"/>
            <p:cNvSpPr/>
            <p:nvPr/>
          </p:nvSpPr>
          <p:spPr>
            <a:xfrm>
              <a:off x="2482350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2" name="rc882"/>
            <p:cNvSpPr/>
            <p:nvPr/>
          </p:nvSpPr>
          <p:spPr>
            <a:xfrm>
              <a:off x="2482350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3" name="rc883"/>
            <p:cNvSpPr/>
            <p:nvPr/>
          </p:nvSpPr>
          <p:spPr>
            <a:xfrm>
              <a:off x="2482350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4" name="rc884"/>
            <p:cNvSpPr/>
            <p:nvPr/>
          </p:nvSpPr>
          <p:spPr>
            <a:xfrm>
              <a:off x="2482350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5" name="rc885"/>
            <p:cNvSpPr/>
            <p:nvPr/>
          </p:nvSpPr>
          <p:spPr>
            <a:xfrm>
              <a:off x="2491937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6" name="rc886"/>
            <p:cNvSpPr/>
            <p:nvPr/>
          </p:nvSpPr>
          <p:spPr>
            <a:xfrm>
              <a:off x="2491937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7" name="rc887"/>
            <p:cNvSpPr/>
            <p:nvPr/>
          </p:nvSpPr>
          <p:spPr>
            <a:xfrm>
              <a:off x="2491937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8" name="rc888"/>
            <p:cNvSpPr/>
            <p:nvPr/>
          </p:nvSpPr>
          <p:spPr>
            <a:xfrm>
              <a:off x="2491937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9" name="rc889"/>
            <p:cNvSpPr/>
            <p:nvPr/>
          </p:nvSpPr>
          <p:spPr>
            <a:xfrm>
              <a:off x="2491937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0" name="rc890"/>
            <p:cNvSpPr/>
            <p:nvPr/>
          </p:nvSpPr>
          <p:spPr>
            <a:xfrm>
              <a:off x="2491937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1" name="rc891"/>
            <p:cNvSpPr/>
            <p:nvPr/>
          </p:nvSpPr>
          <p:spPr>
            <a:xfrm>
              <a:off x="2491937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2" name="rc892"/>
            <p:cNvSpPr/>
            <p:nvPr/>
          </p:nvSpPr>
          <p:spPr>
            <a:xfrm>
              <a:off x="2491937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3" name="rc893"/>
            <p:cNvSpPr/>
            <p:nvPr/>
          </p:nvSpPr>
          <p:spPr>
            <a:xfrm>
              <a:off x="2501524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4" name="rc894"/>
            <p:cNvSpPr/>
            <p:nvPr/>
          </p:nvSpPr>
          <p:spPr>
            <a:xfrm>
              <a:off x="2501524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5" name="rc895"/>
            <p:cNvSpPr/>
            <p:nvPr/>
          </p:nvSpPr>
          <p:spPr>
            <a:xfrm>
              <a:off x="2501524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6" name="rc896"/>
            <p:cNvSpPr/>
            <p:nvPr/>
          </p:nvSpPr>
          <p:spPr>
            <a:xfrm>
              <a:off x="2501524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7" name="rc897"/>
            <p:cNvSpPr/>
            <p:nvPr/>
          </p:nvSpPr>
          <p:spPr>
            <a:xfrm>
              <a:off x="2501524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8" name="rc898"/>
            <p:cNvSpPr/>
            <p:nvPr/>
          </p:nvSpPr>
          <p:spPr>
            <a:xfrm>
              <a:off x="2501524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9" name="rc899"/>
            <p:cNvSpPr/>
            <p:nvPr/>
          </p:nvSpPr>
          <p:spPr>
            <a:xfrm>
              <a:off x="2501524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0" name="rc900"/>
            <p:cNvSpPr/>
            <p:nvPr/>
          </p:nvSpPr>
          <p:spPr>
            <a:xfrm>
              <a:off x="2501524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1" name="rc901"/>
            <p:cNvSpPr/>
            <p:nvPr/>
          </p:nvSpPr>
          <p:spPr>
            <a:xfrm>
              <a:off x="2511111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2" name="rc902"/>
            <p:cNvSpPr/>
            <p:nvPr/>
          </p:nvSpPr>
          <p:spPr>
            <a:xfrm>
              <a:off x="2511111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3" name="rc903"/>
            <p:cNvSpPr/>
            <p:nvPr/>
          </p:nvSpPr>
          <p:spPr>
            <a:xfrm>
              <a:off x="2511111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4" name="rc904"/>
            <p:cNvSpPr/>
            <p:nvPr/>
          </p:nvSpPr>
          <p:spPr>
            <a:xfrm>
              <a:off x="2511111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5" name="rc905"/>
            <p:cNvSpPr/>
            <p:nvPr/>
          </p:nvSpPr>
          <p:spPr>
            <a:xfrm>
              <a:off x="2511111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6" name="rc906"/>
            <p:cNvSpPr/>
            <p:nvPr/>
          </p:nvSpPr>
          <p:spPr>
            <a:xfrm>
              <a:off x="2511111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7" name="rc907"/>
            <p:cNvSpPr/>
            <p:nvPr/>
          </p:nvSpPr>
          <p:spPr>
            <a:xfrm>
              <a:off x="2511111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8" name="rc908"/>
            <p:cNvSpPr/>
            <p:nvPr/>
          </p:nvSpPr>
          <p:spPr>
            <a:xfrm>
              <a:off x="2511111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9" name="rc909"/>
            <p:cNvSpPr/>
            <p:nvPr/>
          </p:nvSpPr>
          <p:spPr>
            <a:xfrm>
              <a:off x="2520698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0" name="rc910"/>
            <p:cNvSpPr/>
            <p:nvPr/>
          </p:nvSpPr>
          <p:spPr>
            <a:xfrm>
              <a:off x="2520698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1" name="rc911"/>
            <p:cNvSpPr/>
            <p:nvPr/>
          </p:nvSpPr>
          <p:spPr>
            <a:xfrm>
              <a:off x="2520698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2" name="rc912"/>
            <p:cNvSpPr/>
            <p:nvPr/>
          </p:nvSpPr>
          <p:spPr>
            <a:xfrm>
              <a:off x="2520698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3" name="rc913"/>
            <p:cNvSpPr/>
            <p:nvPr/>
          </p:nvSpPr>
          <p:spPr>
            <a:xfrm>
              <a:off x="2520698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4" name="rc914"/>
            <p:cNvSpPr/>
            <p:nvPr/>
          </p:nvSpPr>
          <p:spPr>
            <a:xfrm>
              <a:off x="2520698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5" name="rc915"/>
            <p:cNvSpPr/>
            <p:nvPr/>
          </p:nvSpPr>
          <p:spPr>
            <a:xfrm>
              <a:off x="2520698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6" name="rc916"/>
            <p:cNvSpPr/>
            <p:nvPr/>
          </p:nvSpPr>
          <p:spPr>
            <a:xfrm>
              <a:off x="2520698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7" name="rc917"/>
            <p:cNvSpPr/>
            <p:nvPr/>
          </p:nvSpPr>
          <p:spPr>
            <a:xfrm>
              <a:off x="2530285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8" name="rc918"/>
            <p:cNvSpPr/>
            <p:nvPr/>
          </p:nvSpPr>
          <p:spPr>
            <a:xfrm>
              <a:off x="2530285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9" name="rc919"/>
            <p:cNvSpPr/>
            <p:nvPr/>
          </p:nvSpPr>
          <p:spPr>
            <a:xfrm>
              <a:off x="2530285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0" name="rc920"/>
            <p:cNvSpPr/>
            <p:nvPr/>
          </p:nvSpPr>
          <p:spPr>
            <a:xfrm>
              <a:off x="2530285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1" name="rc921"/>
            <p:cNvSpPr/>
            <p:nvPr/>
          </p:nvSpPr>
          <p:spPr>
            <a:xfrm>
              <a:off x="2530285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2" name="rc922"/>
            <p:cNvSpPr/>
            <p:nvPr/>
          </p:nvSpPr>
          <p:spPr>
            <a:xfrm>
              <a:off x="2530285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3" name="rc923"/>
            <p:cNvSpPr/>
            <p:nvPr/>
          </p:nvSpPr>
          <p:spPr>
            <a:xfrm>
              <a:off x="2530285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4" name="rc924"/>
            <p:cNvSpPr/>
            <p:nvPr/>
          </p:nvSpPr>
          <p:spPr>
            <a:xfrm>
              <a:off x="2530285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5" name="rc925"/>
            <p:cNvSpPr/>
            <p:nvPr/>
          </p:nvSpPr>
          <p:spPr>
            <a:xfrm>
              <a:off x="2539872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6" name="rc926"/>
            <p:cNvSpPr/>
            <p:nvPr/>
          </p:nvSpPr>
          <p:spPr>
            <a:xfrm>
              <a:off x="2539872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7" name="rc927"/>
            <p:cNvSpPr/>
            <p:nvPr/>
          </p:nvSpPr>
          <p:spPr>
            <a:xfrm>
              <a:off x="2539872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8" name="rc928"/>
            <p:cNvSpPr/>
            <p:nvPr/>
          </p:nvSpPr>
          <p:spPr>
            <a:xfrm>
              <a:off x="2539872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9" name="rc929"/>
            <p:cNvSpPr/>
            <p:nvPr/>
          </p:nvSpPr>
          <p:spPr>
            <a:xfrm>
              <a:off x="2539872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0" name="rc930"/>
            <p:cNvSpPr/>
            <p:nvPr/>
          </p:nvSpPr>
          <p:spPr>
            <a:xfrm>
              <a:off x="2539872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1" name="rc931"/>
            <p:cNvSpPr/>
            <p:nvPr/>
          </p:nvSpPr>
          <p:spPr>
            <a:xfrm>
              <a:off x="2539872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2" name="rc932"/>
            <p:cNvSpPr/>
            <p:nvPr/>
          </p:nvSpPr>
          <p:spPr>
            <a:xfrm>
              <a:off x="2539872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3" name="rc933"/>
            <p:cNvSpPr/>
            <p:nvPr/>
          </p:nvSpPr>
          <p:spPr>
            <a:xfrm>
              <a:off x="2549459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4" name="rc934"/>
            <p:cNvSpPr/>
            <p:nvPr/>
          </p:nvSpPr>
          <p:spPr>
            <a:xfrm>
              <a:off x="2549459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5" name="rc935"/>
            <p:cNvSpPr/>
            <p:nvPr/>
          </p:nvSpPr>
          <p:spPr>
            <a:xfrm>
              <a:off x="2549459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6" name="rc936"/>
            <p:cNvSpPr/>
            <p:nvPr/>
          </p:nvSpPr>
          <p:spPr>
            <a:xfrm>
              <a:off x="2549459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7" name="rc937"/>
            <p:cNvSpPr/>
            <p:nvPr/>
          </p:nvSpPr>
          <p:spPr>
            <a:xfrm>
              <a:off x="2549459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8" name="rc938"/>
            <p:cNvSpPr/>
            <p:nvPr/>
          </p:nvSpPr>
          <p:spPr>
            <a:xfrm>
              <a:off x="2549459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9" name="rc939"/>
            <p:cNvSpPr/>
            <p:nvPr/>
          </p:nvSpPr>
          <p:spPr>
            <a:xfrm>
              <a:off x="2549459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0" name="rc940"/>
            <p:cNvSpPr/>
            <p:nvPr/>
          </p:nvSpPr>
          <p:spPr>
            <a:xfrm>
              <a:off x="2549459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1" name="rc941"/>
            <p:cNvSpPr/>
            <p:nvPr/>
          </p:nvSpPr>
          <p:spPr>
            <a:xfrm>
              <a:off x="2559046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2" name="rc942"/>
            <p:cNvSpPr/>
            <p:nvPr/>
          </p:nvSpPr>
          <p:spPr>
            <a:xfrm>
              <a:off x="2559046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3" name="rc943"/>
            <p:cNvSpPr/>
            <p:nvPr/>
          </p:nvSpPr>
          <p:spPr>
            <a:xfrm>
              <a:off x="2559046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4" name="rc944"/>
            <p:cNvSpPr/>
            <p:nvPr/>
          </p:nvSpPr>
          <p:spPr>
            <a:xfrm>
              <a:off x="2559046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5" name="rc945"/>
            <p:cNvSpPr/>
            <p:nvPr/>
          </p:nvSpPr>
          <p:spPr>
            <a:xfrm>
              <a:off x="2559046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6" name="rc946"/>
            <p:cNvSpPr/>
            <p:nvPr/>
          </p:nvSpPr>
          <p:spPr>
            <a:xfrm>
              <a:off x="2559046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7" name="rc947"/>
            <p:cNvSpPr/>
            <p:nvPr/>
          </p:nvSpPr>
          <p:spPr>
            <a:xfrm>
              <a:off x="2559046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8" name="rc948"/>
            <p:cNvSpPr/>
            <p:nvPr/>
          </p:nvSpPr>
          <p:spPr>
            <a:xfrm>
              <a:off x="2559046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9" name="rc949"/>
            <p:cNvSpPr/>
            <p:nvPr/>
          </p:nvSpPr>
          <p:spPr>
            <a:xfrm>
              <a:off x="2568633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0" name="rc950"/>
            <p:cNvSpPr/>
            <p:nvPr/>
          </p:nvSpPr>
          <p:spPr>
            <a:xfrm>
              <a:off x="2568633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1" name="rc951"/>
            <p:cNvSpPr/>
            <p:nvPr/>
          </p:nvSpPr>
          <p:spPr>
            <a:xfrm>
              <a:off x="2568633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2" name="rc952"/>
            <p:cNvSpPr/>
            <p:nvPr/>
          </p:nvSpPr>
          <p:spPr>
            <a:xfrm>
              <a:off x="2568633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3" name="rc953"/>
            <p:cNvSpPr/>
            <p:nvPr/>
          </p:nvSpPr>
          <p:spPr>
            <a:xfrm>
              <a:off x="2568633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4" name="rc954"/>
            <p:cNvSpPr/>
            <p:nvPr/>
          </p:nvSpPr>
          <p:spPr>
            <a:xfrm>
              <a:off x="2568633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5" name="rc955"/>
            <p:cNvSpPr/>
            <p:nvPr/>
          </p:nvSpPr>
          <p:spPr>
            <a:xfrm>
              <a:off x="2568633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6" name="rc956"/>
            <p:cNvSpPr/>
            <p:nvPr/>
          </p:nvSpPr>
          <p:spPr>
            <a:xfrm>
              <a:off x="2568633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7" name="rc957"/>
            <p:cNvSpPr/>
            <p:nvPr/>
          </p:nvSpPr>
          <p:spPr>
            <a:xfrm>
              <a:off x="2578220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8" name="rc958"/>
            <p:cNvSpPr/>
            <p:nvPr/>
          </p:nvSpPr>
          <p:spPr>
            <a:xfrm>
              <a:off x="2578220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9" name="rc959"/>
            <p:cNvSpPr/>
            <p:nvPr/>
          </p:nvSpPr>
          <p:spPr>
            <a:xfrm>
              <a:off x="2578220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0" name="rc960"/>
            <p:cNvSpPr/>
            <p:nvPr/>
          </p:nvSpPr>
          <p:spPr>
            <a:xfrm>
              <a:off x="2578220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1" name="rc961"/>
            <p:cNvSpPr/>
            <p:nvPr/>
          </p:nvSpPr>
          <p:spPr>
            <a:xfrm>
              <a:off x="2578220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2" name="rc962"/>
            <p:cNvSpPr/>
            <p:nvPr/>
          </p:nvSpPr>
          <p:spPr>
            <a:xfrm>
              <a:off x="2578220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3" name="rc963"/>
            <p:cNvSpPr/>
            <p:nvPr/>
          </p:nvSpPr>
          <p:spPr>
            <a:xfrm>
              <a:off x="2578220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4" name="rc964"/>
            <p:cNvSpPr/>
            <p:nvPr/>
          </p:nvSpPr>
          <p:spPr>
            <a:xfrm>
              <a:off x="2578220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5" name="rc965"/>
            <p:cNvSpPr/>
            <p:nvPr/>
          </p:nvSpPr>
          <p:spPr>
            <a:xfrm>
              <a:off x="2587807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6" name="rc966"/>
            <p:cNvSpPr/>
            <p:nvPr/>
          </p:nvSpPr>
          <p:spPr>
            <a:xfrm>
              <a:off x="2587807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7" name="rc967"/>
            <p:cNvSpPr/>
            <p:nvPr/>
          </p:nvSpPr>
          <p:spPr>
            <a:xfrm>
              <a:off x="2587807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8" name="rc968"/>
            <p:cNvSpPr/>
            <p:nvPr/>
          </p:nvSpPr>
          <p:spPr>
            <a:xfrm>
              <a:off x="2587807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9" name="rc969"/>
            <p:cNvSpPr/>
            <p:nvPr/>
          </p:nvSpPr>
          <p:spPr>
            <a:xfrm>
              <a:off x="2587807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0" name="rc970"/>
            <p:cNvSpPr/>
            <p:nvPr/>
          </p:nvSpPr>
          <p:spPr>
            <a:xfrm>
              <a:off x="2587807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1" name="rc971"/>
            <p:cNvSpPr/>
            <p:nvPr/>
          </p:nvSpPr>
          <p:spPr>
            <a:xfrm>
              <a:off x="2587807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2" name="rc972"/>
            <p:cNvSpPr/>
            <p:nvPr/>
          </p:nvSpPr>
          <p:spPr>
            <a:xfrm>
              <a:off x="2587807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3" name="rc973"/>
            <p:cNvSpPr/>
            <p:nvPr/>
          </p:nvSpPr>
          <p:spPr>
            <a:xfrm>
              <a:off x="2597394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4" name="rc974"/>
            <p:cNvSpPr/>
            <p:nvPr/>
          </p:nvSpPr>
          <p:spPr>
            <a:xfrm>
              <a:off x="2597394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5" name="rc975"/>
            <p:cNvSpPr/>
            <p:nvPr/>
          </p:nvSpPr>
          <p:spPr>
            <a:xfrm>
              <a:off x="2597394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6" name="rc976"/>
            <p:cNvSpPr/>
            <p:nvPr/>
          </p:nvSpPr>
          <p:spPr>
            <a:xfrm>
              <a:off x="2597394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7" name="rc977"/>
            <p:cNvSpPr/>
            <p:nvPr/>
          </p:nvSpPr>
          <p:spPr>
            <a:xfrm>
              <a:off x="2597394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8" name="rc978"/>
            <p:cNvSpPr/>
            <p:nvPr/>
          </p:nvSpPr>
          <p:spPr>
            <a:xfrm>
              <a:off x="2597394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9" name="rc979"/>
            <p:cNvSpPr/>
            <p:nvPr/>
          </p:nvSpPr>
          <p:spPr>
            <a:xfrm>
              <a:off x="2597394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0" name="rc980"/>
            <p:cNvSpPr/>
            <p:nvPr/>
          </p:nvSpPr>
          <p:spPr>
            <a:xfrm>
              <a:off x="2597394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1" name="rc981"/>
            <p:cNvSpPr/>
            <p:nvPr/>
          </p:nvSpPr>
          <p:spPr>
            <a:xfrm>
              <a:off x="2606981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2" name="rc982"/>
            <p:cNvSpPr/>
            <p:nvPr/>
          </p:nvSpPr>
          <p:spPr>
            <a:xfrm>
              <a:off x="2606981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3" name="rc983"/>
            <p:cNvSpPr/>
            <p:nvPr/>
          </p:nvSpPr>
          <p:spPr>
            <a:xfrm>
              <a:off x="2606981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4" name="rc984"/>
            <p:cNvSpPr/>
            <p:nvPr/>
          </p:nvSpPr>
          <p:spPr>
            <a:xfrm>
              <a:off x="2606981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5" name="rc985"/>
            <p:cNvSpPr/>
            <p:nvPr/>
          </p:nvSpPr>
          <p:spPr>
            <a:xfrm>
              <a:off x="2606981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6" name="rc986"/>
            <p:cNvSpPr/>
            <p:nvPr/>
          </p:nvSpPr>
          <p:spPr>
            <a:xfrm>
              <a:off x="2606981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7" name="rc987"/>
            <p:cNvSpPr/>
            <p:nvPr/>
          </p:nvSpPr>
          <p:spPr>
            <a:xfrm>
              <a:off x="2606981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8" name="rc988"/>
            <p:cNvSpPr/>
            <p:nvPr/>
          </p:nvSpPr>
          <p:spPr>
            <a:xfrm>
              <a:off x="2606981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9" name="rc989"/>
            <p:cNvSpPr/>
            <p:nvPr/>
          </p:nvSpPr>
          <p:spPr>
            <a:xfrm>
              <a:off x="2616568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0" name="rc990"/>
            <p:cNvSpPr/>
            <p:nvPr/>
          </p:nvSpPr>
          <p:spPr>
            <a:xfrm>
              <a:off x="2616568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1" name="rc991"/>
            <p:cNvSpPr/>
            <p:nvPr/>
          </p:nvSpPr>
          <p:spPr>
            <a:xfrm>
              <a:off x="2616568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2" name="rc992"/>
            <p:cNvSpPr/>
            <p:nvPr/>
          </p:nvSpPr>
          <p:spPr>
            <a:xfrm>
              <a:off x="2616568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3" name="rc993"/>
            <p:cNvSpPr/>
            <p:nvPr/>
          </p:nvSpPr>
          <p:spPr>
            <a:xfrm>
              <a:off x="2616568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4" name="rc994"/>
            <p:cNvSpPr/>
            <p:nvPr/>
          </p:nvSpPr>
          <p:spPr>
            <a:xfrm>
              <a:off x="2616568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5" name="rc995"/>
            <p:cNvSpPr/>
            <p:nvPr/>
          </p:nvSpPr>
          <p:spPr>
            <a:xfrm>
              <a:off x="2616568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6" name="rc996"/>
            <p:cNvSpPr/>
            <p:nvPr/>
          </p:nvSpPr>
          <p:spPr>
            <a:xfrm>
              <a:off x="2616568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7" name="rc997"/>
            <p:cNvSpPr/>
            <p:nvPr/>
          </p:nvSpPr>
          <p:spPr>
            <a:xfrm>
              <a:off x="2626155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8" name="rc998"/>
            <p:cNvSpPr/>
            <p:nvPr/>
          </p:nvSpPr>
          <p:spPr>
            <a:xfrm>
              <a:off x="2626155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9" name="rc999"/>
            <p:cNvSpPr/>
            <p:nvPr/>
          </p:nvSpPr>
          <p:spPr>
            <a:xfrm>
              <a:off x="2626155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0" name="rc1000"/>
            <p:cNvSpPr/>
            <p:nvPr/>
          </p:nvSpPr>
          <p:spPr>
            <a:xfrm>
              <a:off x="2626155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1" name="rc1001"/>
            <p:cNvSpPr/>
            <p:nvPr/>
          </p:nvSpPr>
          <p:spPr>
            <a:xfrm>
              <a:off x="2626155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2" name="rc1002"/>
            <p:cNvSpPr/>
            <p:nvPr/>
          </p:nvSpPr>
          <p:spPr>
            <a:xfrm>
              <a:off x="2626155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3" name="rc1003"/>
            <p:cNvSpPr/>
            <p:nvPr/>
          </p:nvSpPr>
          <p:spPr>
            <a:xfrm>
              <a:off x="2626155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4" name="rc1004"/>
            <p:cNvSpPr/>
            <p:nvPr/>
          </p:nvSpPr>
          <p:spPr>
            <a:xfrm>
              <a:off x="2626155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5" name="rc1005"/>
            <p:cNvSpPr/>
            <p:nvPr/>
          </p:nvSpPr>
          <p:spPr>
            <a:xfrm>
              <a:off x="2635742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6" name="rc1006"/>
            <p:cNvSpPr/>
            <p:nvPr/>
          </p:nvSpPr>
          <p:spPr>
            <a:xfrm>
              <a:off x="2635742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7" name="rc1007"/>
            <p:cNvSpPr/>
            <p:nvPr/>
          </p:nvSpPr>
          <p:spPr>
            <a:xfrm>
              <a:off x="2635742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8" name="rc1008"/>
            <p:cNvSpPr/>
            <p:nvPr/>
          </p:nvSpPr>
          <p:spPr>
            <a:xfrm>
              <a:off x="2635742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9" name="rc1009"/>
            <p:cNvSpPr/>
            <p:nvPr/>
          </p:nvSpPr>
          <p:spPr>
            <a:xfrm>
              <a:off x="2635742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0" name="rc1010"/>
            <p:cNvSpPr/>
            <p:nvPr/>
          </p:nvSpPr>
          <p:spPr>
            <a:xfrm>
              <a:off x="2635742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1" name="rc1011"/>
            <p:cNvSpPr/>
            <p:nvPr/>
          </p:nvSpPr>
          <p:spPr>
            <a:xfrm>
              <a:off x="2635742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2" name="rc1012"/>
            <p:cNvSpPr/>
            <p:nvPr/>
          </p:nvSpPr>
          <p:spPr>
            <a:xfrm>
              <a:off x="2635742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3" name="rc1013"/>
            <p:cNvSpPr/>
            <p:nvPr/>
          </p:nvSpPr>
          <p:spPr>
            <a:xfrm>
              <a:off x="2645328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4" name="rc1014"/>
            <p:cNvSpPr/>
            <p:nvPr/>
          </p:nvSpPr>
          <p:spPr>
            <a:xfrm>
              <a:off x="2645328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5" name="rc1015"/>
            <p:cNvSpPr/>
            <p:nvPr/>
          </p:nvSpPr>
          <p:spPr>
            <a:xfrm>
              <a:off x="2645328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6" name="rc1016"/>
            <p:cNvSpPr/>
            <p:nvPr/>
          </p:nvSpPr>
          <p:spPr>
            <a:xfrm>
              <a:off x="2645328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7" name="rc1017"/>
            <p:cNvSpPr/>
            <p:nvPr/>
          </p:nvSpPr>
          <p:spPr>
            <a:xfrm>
              <a:off x="2645328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8" name="rc1018"/>
            <p:cNvSpPr/>
            <p:nvPr/>
          </p:nvSpPr>
          <p:spPr>
            <a:xfrm>
              <a:off x="2645328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9" name="rc1019"/>
            <p:cNvSpPr/>
            <p:nvPr/>
          </p:nvSpPr>
          <p:spPr>
            <a:xfrm>
              <a:off x="2645328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0" name="rc1020"/>
            <p:cNvSpPr/>
            <p:nvPr/>
          </p:nvSpPr>
          <p:spPr>
            <a:xfrm>
              <a:off x="2645328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1" name="rc1021"/>
            <p:cNvSpPr/>
            <p:nvPr/>
          </p:nvSpPr>
          <p:spPr>
            <a:xfrm>
              <a:off x="2654915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2" name="rc1022"/>
            <p:cNvSpPr/>
            <p:nvPr/>
          </p:nvSpPr>
          <p:spPr>
            <a:xfrm>
              <a:off x="2654915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3" name="rc1023"/>
            <p:cNvSpPr/>
            <p:nvPr/>
          </p:nvSpPr>
          <p:spPr>
            <a:xfrm>
              <a:off x="2654915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4" name="rc1024"/>
            <p:cNvSpPr/>
            <p:nvPr/>
          </p:nvSpPr>
          <p:spPr>
            <a:xfrm>
              <a:off x="2654915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5" name="rc1025"/>
            <p:cNvSpPr/>
            <p:nvPr/>
          </p:nvSpPr>
          <p:spPr>
            <a:xfrm>
              <a:off x="2654915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6" name="rc1026"/>
            <p:cNvSpPr/>
            <p:nvPr/>
          </p:nvSpPr>
          <p:spPr>
            <a:xfrm>
              <a:off x="2654915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7" name="rc1027"/>
            <p:cNvSpPr/>
            <p:nvPr/>
          </p:nvSpPr>
          <p:spPr>
            <a:xfrm>
              <a:off x="2654915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8" name="rc1028"/>
            <p:cNvSpPr/>
            <p:nvPr/>
          </p:nvSpPr>
          <p:spPr>
            <a:xfrm>
              <a:off x="2654915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9" name="rc1029"/>
            <p:cNvSpPr/>
            <p:nvPr/>
          </p:nvSpPr>
          <p:spPr>
            <a:xfrm>
              <a:off x="2664502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0" name="rc1030"/>
            <p:cNvSpPr/>
            <p:nvPr/>
          </p:nvSpPr>
          <p:spPr>
            <a:xfrm>
              <a:off x="2664502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1" name="rc1031"/>
            <p:cNvSpPr/>
            <p:nvPr/>
          </p:nvSpPr>
          <p:spPr>
            <a:xfrm>
              <a:off x="2664502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2" name="rc1032"/>
            <p:cNvSpPr/>
            <p:nvPr/>
          </p:nvSpPr>
          <p:spPr>
            <a:xfrm>
              <a:off x="2664502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3" name="rc1033"/>
            <p:cNvSpPr/>
            <p:nvPr/>
          </p:nvSpPr>
          <p:spPr>
            <a:xfrm>
              <a:off x="2664502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4" name="rc1034"/>
            <p:cNvSpPr/>
            <p:nvPr/>
          </p:nvSpPr>
          <p:spPr>
            <a:xfrm>
              <a:off x="2664502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5" name="rc1035"/>
            <p:cNvSpPr/>
            <p:nvPr/>
          </p:nvSpPr>
          <p:spPr>
            <a:xfrm>
              <a:off x="2664502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6" name="rc1036"/>
            <p:cNvSpPr/>
            <p:nvPr/>
          </p:nvSpPr>
          <p:spPr>
            <a:xfrm>
              <a:off x="2664502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7" name="rc1037"/>
            <p:cNvSpPr/>
            <p:nvPr/>
          </p:nvSpPr>
          <p:spPr>
            <a:xfrm>
              <a:off x="2674089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8" name="rc1038"/>
            <p:cNvSpPr/>
            <p:nvPr/>
          </p:nvSpPr>
          <p:spPr>
            <a:xfrm>
              <a:off x="2674089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9" name="rc1039"/>
            <p:cNvSpPr/>
            <p:nvPr/>
          </p:nvSpPr>
          <p:spPr>
            <a:xfrm>
              <a:off x="2674089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0" name="rc1040"/>
            <p:cNvSpPr/>
            <p:nvPr/>
          </p:nvSpPr>
          <p:spPr>
            <a:xfrm>
              <a:off x="2674089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1" name="rc1041"/>
            <p:cNvSpPr/>
            <p:nvPr/>
          </p:nvSpPr>
          <p:spPr>
            <a:xfrm>
              <a:off x="2674089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2" name="rc1042"/>
            <p:cNvSpPr/>
            <p:nvPr/>
          </p:nvSpPr>
          <p:spPr>
            <a:xfrm>
              <a:off x="2674089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3" name="rc1043"/>
            <p:cNvSpPr/>
            <p:nvPr/>
          </p:nvSpPr>
          <p:spPr>
            <a:xfrm>
              <a:off x="2674089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4" name="rc1044"/>
            <p:cNvSpPr/>
            <p:nvPr/>
          </p:nvSpPr>
          <p:spPr>
            <a:xfrm>
              <a:off x="2674089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5" name="rc1045"/>
            <p:cNvSpPr/>
            <p:nvPr/>
          </p:nvSpPr>
          <p:spPr>
            <a:xfrm>
              <a:off x="2683676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6" name="rc1046"/>
            <p:cNvSpPr/>
            <p:nvPr/>
          </p:nvSpPr>
          <p:spPr>
            <a:xfrm>
              <a:off x="2683676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7" name="rc1047"/>
            <p:cNvSpPr/>
            <p:nvPr/>
          </p:nvSpPr>
          <p:spPr>
            <a:xfrm>
              <a:off x="2683676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8" name="rc1048"/>
            <p:cNvSpPr/>
            <p:nvPr/>
          </p:nvSpPr>
          <p:spPr>
            <a:xfrm>
              <a:off x="2683676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9" name="rc1049"/>
            <p:cNvSpPr/>
            <p:nvPr/>
          </p:nvSpPr>
          <p:spPr>
            <a:xfrm>
              <a:off x="2683676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0" name="rc1050"/>
            <p:cNvSpPr/>
            <p:nvPr/>
          </p:nvSpPr>
          <p:spPr>
            <a:xfrm>
              <a:off x="2683676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1" name="rc1051"/>
            <p:cNvSpPr/>
            <p:nvPr/>
          </p:nvSpPr>
          <p:spPr>
            <a:xfrm>
              <a:off x="2683676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2" name="rc1052"/>
            <p:cNvSpPr/>
            <p:nvPr/>
          </p:nvSpPr>
          <p:spPr>
            <a:xfrm>
              <a:off x="2683676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3" name="rc1053"/>
            <p:cNvSpPr/>
            <p:nvPr/>
          </p:nvSpPr>
          <p:spPr>
            <a:xfrm>
              <a:off x="2693263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4" name="rc1054"/>
            <p:cNvSpPr/>
            <p:nvPr/>
          </p:nvSpPr>
          <p:spPr>
            <a:xfrm>
              <a:off x="2693263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5" name="rc1055"/>
            <p:cNvSpPr/>
            <p:nvPr/>
          </p:nvSpPr>
          <p:spPr>
            <a:xfrm>
              <a:off x="2693263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6" name="rc1056"/>
            <p:cNvSpPr/>
            <p:nvPr/>
          </p:nvSpPr>
          <p:spPr>
            <a:xfrm>
              <a:off x="2693263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7" name="rc1057"/>
            <p:cNvSpPr/>
            <p:nvPr/>
          </p:nvSpPr>
          <p:spPr>
            <a:xfrm>
              <a:off x="2693263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8" name="rc1058"/>
            <p:cNvSpPr/>
            <p:nvPr/>
          </p:nvSpPr>
          <p:spPr>
            <a:xfrm>
              <a:off x="2693263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9" name="rc1059"/>
            <p:cNvSpPr/>
            <p:nvPr/>
          </p:nvSpPr>
          <p:spPr>
            <a:xfrm>
              <a:off x="2693263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0" name="rc1060"/>
            <p:cNvSpPr/>
            <p:nvPr/>
          </p:nvSpPr>
          <p:spPr>
            <a:xfrm>
              <a:off x="2693263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1" name="rc1061"/>
            <p:cNvSpPr/>
            <p:nvPr/>
          </p:nvSpPr>
          <p:spPr>
            <a:xfrm>
              <a:off x="2702850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2" name="rc1062"/>
            <p:cNvSpPr/>
            <p:nvPr/>
          </p:nvSpPr>
          <p:spPr>
            <a:xfrm>
              <a:off x="2702850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3" name="rc1063"/>
            <p:cNvSpPr/>
            <p:nvPr/>
          </p:nvSpPr>
          <p:spPr>
            <a:xfrm>
              <a:off x="2702850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4" name="rc1064"/>
            <p:cNvSpPr/>
            <p:nvPr/>
          </p:nvSpPr>
          <p:spPr>
            <a:xfrm>
              <a:off x="2702850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5" name="rc1065"/>
            <p:cNvSpPr/>
            <p:nvPr/>
          </p:nvSpPr>
          <p:spPr>
            <a:xfrm>
              <a:off x="2702850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6" name="rc1066"/>
            <p:cNvSpPr/>
            <p:nvPr/>
          </p:nvSpPr>
          <p:spPr>
            <a:xfrm>
              <a:off x="2702850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7" name="rc1067"/>
            <p:cNvSpPr/>
            <p:nvPr/>
          </p:nvSpPr>
          <p:spPr>
            <a:xfrm>
              <a:off x="2702850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8" name="rc1068"/>
            <p:cNvSpPr/>
            <p:nvPr/>
          </p:nvSpPr>
          <p:spPr>
            <a:xfrm>
              <a:off x="2702850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9" name="rc1069"/>
            <p:cNvSpPr/>
            <p:nvPr/>
          </p:nvSpPr>
          <p:spPr>
            <a:xfrm>
              <a:off x="2712437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0" name="rc1070"/>
            <p:cNvSpPr/>
            <p:nvPr/>
          </p:nvSpPr>
          <p:spPr>
            <a:xfrm>
              <a:off x="2712437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1" name="rc1071"/>
            <p:cNvSpPr/>
            <p:nvPr/>
          </p:nvSpPr>
          <p:spPr>
            <a:xfrm>
              <a:off x="2712437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2" name="rc1072"/>
            <p:cNvSpPr/>
            <p:nvPr/>
          </p:nvSpPr>
          <p:spPr>
            <a:xfrm>
              <a:off x="2712437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3" name="rc1073"/>
            <p:cNvSpPr/>
            <p:nvPr/>
          </p:nvSpPr>
          <p:spPr>
            <a:xfrm>
              <a:off x="2712437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4" name="rc1074"/>
            <p:cNvSpPr/>
            <p:nvPr/>
          </p:nvSpPr>
          <p:spPr>
            <a:xfrm>
              <a:off x="2712437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5" name="rc1075"/>
            <p:cNvSpPr/>
            <p:nvPr/>
          </p:nvSpPr>
          <p:spPr>
            <a:xfrm>
              <a:off x="2712437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6" name="rc1076"/>
            <p:cNvSpPr/>
            <p:nvPr/>
          </p:nvSpPr>
          <p:spPr>
            <a:xfrm>
              <a:off x="2712437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7" name="rc1077"/>
            <p:cNvSpPr/>
            <p:nvPr/>
          </p:nvSpPr>
          <p:spPr>
            <a:xfrm>
              <a:off x="2722024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8" name="rc1078"/>
            <p:cNvSpPr/>
            <p:nvPr/>
          </p:nvSpPr>
          <p:spPr>
            <a:xfrm>
              <a:off x="2722024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9" name="rc1079"/>
            <p:cNvSpPr/>
            <p:nvPr/>
          </p:nvSpPr>
          <p:spPr>
            <a:xfrm>
              <a:off x="2722024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0" name="rc1080"/>
            <p:cNvSpPr/>
            <p:nvPr/>
          </p:nvSpPr>
          <p:spPr>
            <a:xfrm>
              <a:off x="2722024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1" name="rc1081"/>
            <p:cNvSpPr/>
            <p:nvPr/>
          </p:nvSpPr>
          <p:spPr>
            <a:xfrm>
              <a:off x="2722024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2" name="rc1082"/>
            <p:cNvSpPr/>
            <p:nvPr/>
          </p:nvSpPr>
          <p:spPr>
            <a:xfrm>
              <a:off x="2722024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3" name="rc1083"/>
            <p:cNvSpPr/>
            <p:nvPr/>
          </p:nvSpPr>
          <p:spPr>
            <a:xfrm>
              <a:off x="2722024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4" name="rc1084"/>
            <p:cNvSpPr/>
            <p:nvPr/>
          </p:nvSpPr>
          <p:spPr>
            <a:xfrm>
              <a:off x="2722024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5" name="rc1085"/>
            <p:cNvSpPr/>
            <p:nvPr/>
          </p:nvSpPr>
          <p:spPr>
            <a:xfrm>
              <a:off x="2731611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6" name="rc1086"/>
            <p:cNvSpPr/>
            <p:nvPr/>
          </p:nvSpPr>
          <p:spPr>
            <a:xfrm>
              <a:off x="2731611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7" name="rc1087"/>
            <p:cNvSpPr/>
            <p:nvPr/>
          </p:nvSpPr>
          <p:spPr>
            <a:xfrm>
              <a:off x="2731611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8" name="rc1088"/>
            <p:cNvSpPr/>
            <p:nvPr/>
          </p:nvSpPr>
          <p:spPr>
            <a:xfrm>
              <a:off x="2731611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9" name="rc1089"/>
            <p:cNvSpPr/>
            <p:nvPr/>
          </p:nvSpPr>
          <p:spPr>
            <a:xfrm>
              <a:off x="2731611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0" name="rc1090"/>
            <p:cNvSpPr/>
            <p:nvPr/>
          </p:nvSpPr>
          <p:spPr>
            <a:xfrm>
              <a:off x="2731611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1" name="rc1091"/>
            <p:cNvSpPr/>
            <p:nvPr/>
          </p:nvSpPr>
          <p:spPr>
            <a:xfrm>
              <a:off x="2731611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2" name="rc1092"/>
            <p:cNvSpPr/>
            <p:nvPr/>
          </p:nvSpPr>
          <p:spPr>
            <a:xfrm>
              <a:off x="2731611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3" name="rc1093"/>
            <p:cNvSpPr/>
            <p:nvPr/>
          </p:nvSpPr>
          <p:spPr>
            <a:xfrm>
              <a:off x="2741198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4" name="rc1094"/>
            <p:cNvSpPr/>
            <p:nvPr/>
          </p:nvSpPr>
          <p:spPr>
            <a:xfrm>
              <a:off x="2741198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5" name="rc1095"/>
            <p:cNvSpPr/>
            <p:nvPr/>
          </p:nvSpPr>
          <p:spPr>
            <a:xfrm>
              <a:off x="2741198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6" name="rc1096"/>
            <p:cNvSpPr/>
            <p:nvPr/>
          </p:nvSpPr>
          <p:spPr>
            <a:xfrm>
              <a:off x="2741198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7" name="rc1097"/>
            <p:cNvSpPr/>
            <p:nvPr/>
          </p:nvSpPr>
          <p:spPr>
            <a:xfrm>
              <a:off x="2741198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8" name="rc1098"/>
            <p:cNvSpPr/>
            <p:nvPr/>
          </p:nvSpPr>
          <p:spPr>
            <a:xfrm>
              <a:off x="2741198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9" name="rc1099"/>
            <p:cNvSpPr/>
            <p:nvPr/>
          </p:nvSpPr>
          <p:spPr>
            <a:xfrm>
              <a:off x="2741198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0" name="rc1100"/>
            <p:cNvSpPr/>
            <p:nvPr/>
          </p:nvSpPr>
          <p:spPr>
            <a:xfrm>
              <a:off x="2741198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1" name="rc1101"/>
            <p:cNvSpPr/>
            <p:nvPr/>
          </p:nvSpPr>
          <p:spPr>
            <a:xfrm>
              <a:off x="2750785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2" name="rc1102"/>
            <p:cNvSpPr/>
            <p:nvPr/>
          </p:nvSpPr>
          <p:spPr>
            <a:xfrm>
              <a:off x="2750785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3" name="rc1103"/>
            <p:cNvSpPr/>
            <p:nvPr/>
          </p:nvSpPr>
          <p:spPr>
            <a:xfrm>
              <a:off x="2750785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4" name="rc1104"/>
            <p:cNvSpPr/>
            <p:nvPr/>
          </p:nvSpPr>
          <p:spPr>
            <a:xfrm>
              <a:off x="2750785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5" name="rc1105"/>
            <p:cNvSpPr/>
            <p:nvPr/>
          </p:nvSpPr>
          <p:spPr>
            <a:xfrm>
              <a:off x="2750785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6" name="rc1106"/>
            <p:cNvSpPr/>
            <p:nvPr/>
          </p:nvSpPr>
          <p:spPr>
            <a:xfrm>
              <a:off x="2750785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7" name="rc1107"/>
            <p:cNvSpPr/>
            <p:nvPr/>
          </p:nvSpPr>
          <p:spPr>
            <a:xfrm>
              <a:off x="2750785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8" name="rc1108"/>
            <p:cNvSpPr/>
            <p:nvPr/>
          </p:nvSpPr>
          <p:spPr>
            <a:xfrm>
              <a:off x="2750785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9" name="rc1109"/>
            <p:cNvSpPr/>
            <p:nvPr/>
          </p:nvSpPr>
          <p:spPr>
            <a:xfrm>
              <a:off x="2760372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0" name="rc1110"/>
            <p:cNvSpPr/>
            <p:nvPr/>
          </p:nvSpPr>
          <p:spPr>
            <a:xfrm>
              <a:off x="2760372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1" name="rc1111"/>
            <p:cNvSpPr/>
            <p:nvPr/>
          </p:nvSpPr>
          <p:spPr>
            <a:xfrm>
              <a:off x="2760372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2" name="rc1112"/>
            <p:cNvSpPr/>
            <p:nvPr/>
          </p:nvSpPr>
          <p:spPr>
            <a:xfrm>
              <a:off x="2760372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3" name="rc1113"/>
            <p:cNvSpPr/>
            <p:nvPr/>
          </p:nvSpPr>
          <p:spPr>
            <a:xfrm>
              <a:off x="2760372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4" name="rc1114"/>
            <p:cNvSpPr/>
            <p:nvPr/>
          </p:nvSpPr>
          <p:spPr>
            <a:xfrm>
              <a:off x="2760372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5" name="rc1115"/>
            <p:cNvSpPr/>
            <p:nvPr/>
          </p:nvSpPr>
          <p:spPr>
            <a:xfrm>
              <a:off x="2760372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6" name="rc1116"/>
            <p:cNvSpPr/>
            <p:nvPr/>
          </p:nvSpPr>
          <p:spPr>
            <a:xfrm>
              <a:off x="2760372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7" name="rc1117"/>
            <p:cNvSpPr/>
            <p:nvPr/>
          </p:nvSpPr>
          <p:spPr>
            <a:xfrm>
              <a:off x="2769959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8" name="rc1118"/>
            <p:cNvSpPr/>
            <p:nvPr/>
          </p:nvSpPr>
          <p:spPr>
            <a:xfrm>
              <a:off x="2769959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9" name="rc1119"/>
            <p:cNvSpPr/>
            <p:nvPr/>
          </p:nvSpPr>
          <p:spPr>
            <a:xfrm>
              <a:off x="2769959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0" name="rc1120"/>
            <p:cNvSpPr/>
            <p:nvPr/>
          </p:nvSpPr>
          <p:spPr>
            <a:xfrm>
              <a:off x="2769959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1" name="rc1121"/>
            <p:cNvSpPr/>
            <p:nvPr/>
          </p:nvSpPr>
          <p:spPr>
            <a:xfrm>
              <a:off x="2769959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2" name="rc1122"/>
            <p:cNvSpPr/>
            <p:nvPr/>
          </p:nvSpPr>
          <p:spPr>
            <a:xfrm>
              <a:off x="2769959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3" name="rc1123"/>
            <p:cNvSpPr/>
            <p:nvPr/>
          </p:nvSpPr>
          <p:spPr>
            <a:xfrm>
              <a:off x="2769959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4" name="rc1124"/>
            <p:cNvSpPr/>
            <p:nvPr/>
          </p:nvSpPr>
          <p:spPr>
            <a:xfrm>
              <a:off x="2769959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5" name="rc1125"/>
            <p:cNvSpPr/>
            <p:nvPr/>
          </p:nvSpPr>
          <p:spPr>
            <a:xfrm>
              <a:off x="2779546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6" name="rc1126"/>
            <p:cNvSpPr/>
            <p:nvPr/>
          </p:nvSpPr>
          <p:spPr>
            <a:xfrm>
              <a:off x="2779546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7" name="rc1127"/>
            <p:cNvSpPr/>
            <p:nvPr/>
          </p:nvSpPr>
          <p:spPr>
            <a:xfrm>
              <a:off x="2779546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8" name="rc1128"/>
            <p:cNvSpPr/>
            <p:nvPr/>
          </p:nvSpPr>
          <p:spPr>
            <a:xfrm>
              <a:off x="2779546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9" name="rc1129"/>
            <p:cNvSpPr/>
            <p:nvPr/>
          </p:nvSpPr>
          <p:spPr>
            <a:xfrm>
              <a:off x="2779546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0" name="rc1130"/>
            <p:cNvSpPr/>
            <p:nvPr/>
          </p:nvSpPr>
          <p:spPr>
            <a:xfrm>
              <a:off x="2779546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1" name="rc1131"/>
            <p:cNvSpPr/>
            <p:nvPr/>
          </p:nvSpPr>
          <p:spPr>
            <a:xfrm>
              <a:off x="2779546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2" name="rc1132"/>
            <p:cNvSpPr/>
            <p:nvPr/>
          </p:nvSpPr>
          <p:spPr>
            <a:xfrm>
              <a:off x="2779546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3" name="rc1133"/>
            <p:cNvSpPr/>
            <p:nvPr/>
          </p:nvSpPr>
          <p:spPr>
            <a:xfrm>
              <a:off x="2789133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4" name="rc1134"/>
            <p:cNvSpPr/>
            <p:nvPr/>
          </p:nvSpPr>
          <p:spPr>
            <a:xfrm>
              <a:off x="2789133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5" name="rc1135"/>
            <p:cNvSpPr/>
            <p:nvPr/>
          </p:nvSpPr>
          <p:spPr>
            <a:xfrm>
              <a:off x="2789133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6" name="rc1136"/>
            <p:cNvSpPr/>
            <p:nvPr/>
          </p:nvSpPr>
          <p:spPr>
            <a:xfrm>
              <a:off x="2789133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7" name="rc1137"/>
            <p:cNvSpPr/>
            <p:nvPr/>
          </p:nvSpPr>
          <p:spPr>
            <a:xfrm>
              <a:off x="2789133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8" name="rc1138"/>
            <p:cNvSpPr/>
            <p:nvPr/>
          </p:nvSpPr>
          <p:spPr>
            <a:xfrm>
              <a:off x="2789133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9" name="rc1139"/>
            <p:cNvSpPr/>
            <p:nvPr/>
          </p:nvSpPr>
          <p:spPr>
            <a:xfrm>
              <a:off x="2789133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0" name="rc1140"/>
            <p:cNvSpPr/>
            <p:nvPr/>
          </p:nvSpPr>
          <p:spPr>
            <a:xfrm>
              <a:off x="2789133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1" name="rc1141"/>
            <p:cNvSpPr/>
            <p:nvPr/>
          </p:nvSpPr>
          <p:spPr>
            <a:xfrm>
              <a:off x="2798720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2" name="rc1142"/>
            <p:cNvSpPr/>
            <p:nvPr/>
          </p:nvSpPr>
          <p:spPr>
            <a:xfrm>
              <a:off x="2798720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3" name="rc1143"/>
            <p:cNvSpPr/>
            <p:nvPr/>
          </p:nvSpPr>
          <p:spPr>
            <a:xfrm>
              <a:off x="2798720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4" name="rc1144"/>
            <p:cNvSpPr/>
            <p:nvPr/>
          </p:nvSpPr>
          <p:spPr>
            <a:xfrm>
              <a:off x="2798720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5" name="rc1145"/>
            <p:cNvSpPr/>
            <p:nvPr/>
          </p:nvSpPr>
          <p:spPr>
            <a:xfrm>
              <a:off x="2798720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6" name="rc1146"/>
            <p:cNvSpPr/>
            <p:nvPr/>
          </p:nvSpPr>
          <p:spPr>
            <a:xfrm>
              <a:off x="2798720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7" name="rc1147"/>
            <p:cNvSpPr/>
            <p:nvPr/>
          </p:nvSpPr>
          <p:spPr>
            <a:xfrm>
              <a:off x="2798720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8" name="rc1148"/>
            <p:cNvSpPr/>
            <p:nvPr/>
          </p:nvSpPr>
          <p:spPr>
            <a:xfrm>
              <a:off x="2798720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9" name="rc1149"/>
            <p:cNvSpPr/>
            <p:nvPr/>
          </p:nvSpPr>
          <p:spPr>
            <a:xfrm>
              <a:off x="2808307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0" name="rc1150"/>
            <p:cNvSpPr/>
            <p:nvPr/>
          </p:nvSpPr>
          <p:spPr>
            <a:xfrm>
              <a:off x="2808307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1" name="rc1151"/>
            <p:cNvSpPr/>
            <p:nvPr/>
          </p:nvSpPr>
          <p:spPr>
            <a:xfrm>
              <a:off x="2808307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2" name="rc1152"/>
            <p:cNvSpPr/>
            <p:nvPr/>
          </p:nvSpPr>
          <p:spPr>
            <a:xfrm>
              <a:off x="2808307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3" name="rc1153"/>
            <p:cNvSpPr/>
            <p:nvPr/>
          </p:nvSpPr>
          <p:spPr>
            <a:xfrm>
              <a:off x="2808307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4" name="rc1154"/>
            <p:cNvSpPr/>
            <p:nvPr/>
          </p:nvSpPr>
          <p:spPr>
            <a:xfrm>
              <a:off x="2808307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5" name="rc1155"/>
            <p:cNvSpPr/>
            <p:nvPr/>
          </p:nvSpPr>
          <p:spPr>
            <a:xfrm>
              <a:off x="2808307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6" name="rc1156"/>
            <p:cNvSpPr/>
            <p:nvPr/>
          </p:nvSpPr>
          <p:spPr>
            <a:xfrm>
              <a:off x="2808307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7" name="rc1157"/>
            <p:cNvSpPr/>
            <p:nvPr/>
          </p:nvSpPr>
          <p:spPr>
            <a:xfrm>
              <a:off x="2817894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8" name="rc1158"/>
            <p:cNvSpPr/>
            <p:nvPr/>
          </p:nvSpPr>
          <p:spPr>
            <a:xfrm>
              <a:off x="2817894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9" name="rc1159"/>
            <p:cNvSpPr/>
            <p:nvPr/>
          </p:nvSpPr>
          <p:spPr>
            <a:xfrm>
              <a:off x="2817894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0" name="rc1160"/>
            <p:cNvSpPr/>
            <p:nvPr/>
          </p:nvSpPr>
          <p:spPr>
            <a:xfrm>
              <a:off x="2817894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1" name="rc1161"/>
            <p:cNvSpPr/>
            <p:nvPr/>
          </p:nvSpPr>
          <p:spPr>
            <a:xfrm>
              <a:off x="2817894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2" name="rc1162"/>
            <p:cNvSpPr/>
            <p:nvPr/>
          </p:nvSpPr>
          <p:spPr>
            <a:xfrm>
              <a:off x="2817894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3" name="rc1163"/>
            <p:cNvSpPr/>
            <p:nvPr/>
          </p:nvSpPr>
          <p:spPr>
            <a:xfrm>
              <a:off x="2817894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4" name="rc1164"/>
            <p:cNvSpPr/>
            <p:nvPr/>
          </p:nvSpPr>
          <p:spPr>
            <a:xfrm>
              <a:off x="2817894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5" name="rc1165"/>
            <p:cNvSpPr/>
            <p:nvPr/>
          </p:nvSpPr>
          <p:spPr>
            <a:xfrm>
              <a:off x="2827481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6" name="rc1166"/>
            <p:cNvSpPr/>
            <p:nvPr/>
          </p:nvSpPr>
          <p:spPr>
            <a:xfrm>
              <a:off x="2827481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7" name="rc1167"/>
            <p:cNvSpPr/>
            <p:nvPr/>
          </p:nvSpPr>
          <p:spPr>
            <a:xfrm>
              <a:off x="2827481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8" name="rc1168"/>
            <p:cNvSpPr/>
            <p:nvPr/>
          </p:nvSpPr>
          <p:spPr>
            <a:xfrm>
              <a:off x="2827481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9" name="rc1169"/>
            <p:cNvSpPr/>
            <p:nvPr/>
          </p:nvSpPr>
          <p:spPr>
            <a:xfrm>
              <a:off x="2827481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0" name="rc1170"/>
            <p:cNvSpPr/>
            <p:nvPr/>
          </p:nvSpPr>
          <p:spPr>
            <a:xfrm>
              <a:off x="2827481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1" name="rc1171"/>
            <p:cNvSpPr/>
            <p:nvPr/>
          </p:nvSpPr>
          <p:spPr>
            <a:xfrm>
              <a:off x="2827481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2" name="rc1172"/>
            <p:cNvSpPr/>
            <p:nvPr/>
          </p:nvSpPr>
          <p:spPr>
            <a:xfrm>
              <a:off x="2827481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3" name="rc1173"/>
            <p:cNvSpPr/>
            <p:nvPr/>
          </p:nvSpPr>
          <p:spPr>
            <a:xfrm>
              <a:off x="2837068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4" name="rc1174"/>
            <p:cNvSpPr/>
            <p:nvPr/>
          </p:nvSpPr>
          <p:spPr>
            <a:xfrm>
              <a:off x="2837068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5" name="rc1175"/>
            <p:cNvSpPr/>
            <p:nvPr/>
          </p:nvSpPr>
          <p:spPr>
            <a:xfrm>
              <a:off x="2837068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6" name="rc1176"/>
            <p:cNvSpPr/>
            <p:nvPr/>
          </p:nvSpPr>
          <p:spPr>
            <a:xfrm>
              <a:off x="2837068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7" name="rc1177"/>
            <p:cNvSpPr/>
            <p:nvPr/>
          </p:nvSpPr>
          <p:spPr>
            <a:xfrm>
              <a:off x="2837068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8" name="rc1178"/>
            <p:cNvSpPr/>
            <p:nvPr/>
          </p:nvSpPr>
          <p:spPr>
            <a:xfrm>
              <a:off x="2837068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9" name="rc1179"/>
            <p:cNvSpPr/>
            <p:nvPr/>
          </p:nvSpPr>
          <p:spPr>
            <a:xfrm>
              <a:off x="2837068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0" name="rc1180"/>
            <p:cNvSpPr/>
            <p:nvPr/>
          </p:nvSpPr>
          <p:spPr>
            <a:xfrm>
              <a:off x="2837068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1" name="rc1181"/>
            <p:cNvSpPr/>
            <p:nvPr/>
          </p:nvSpPr>
          <p:spPr>
            <a:xfrm>
              <a:off x="2846654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2" name="rc1182"/>
            <p:cNvSpPr/>
            <p:nvPr/>
          </p:nvSpPr>
          <p:spPr>
            <a:xfrm>
              <a:off x="2846654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3" name="rc1183"/>
            <p:cNvSpPr/>
            <p:nvPr/>
          </p:nvSpPr>
          <p:spPr>
            <a:xfrm>
              <a:off x="2846654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4" name="rc1184"/>
            <p:cNvSpPr/>
            <p:nvPr/>
          </p:nvSpPr>
          <p:spPr>
            <a:xfrm>
              <a:off x="2846654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5" name="rc1185"/>
            <p:cNvSpPr/>
            <p:nvPr/>
          </p:nvSpPr>
          <p:spPr>
            <a:xfrm>
              <a:off x="2846654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6" name="rc1186"/>
            <p:cNvSpPr/>
            <p:nvPr/>
          </p:nvSpPr>
          <p:spPr>
            <a:xfrm>
              <a:off x="2846654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7" name="rc1187"/>
            <p:cNvSpPr/>
            <p:nvPr/>
          </p:nvSpPr>
          <p:spPr>
            <a:xfrm>
              <a:off x="2846654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8" name="rc1188"/>
            <p:cNvSpPr/>
            <p:nvPr/>
          </p:nvSpPr>
          <p:spPr>
            <a:xfrm>
              <a:off x="2846654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9" name="rc1189"/>
            <p:cNvSpPr/>
            <p:nvPr/>
          </p:nvSpPr>
          <p:spPr>
            <a:xfrm>
              <a:off x="2856241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0" name="rc1190"/>
            <p:cNvSpPr/>
            <p:nvPr/>
          </p:nvSpPr>
          <p:spPr>
            <a:xfrm>
              <a:off x="2856241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1" name="rc1191"/>
            <p:cNvSpPr/>
            <p:nvPr/>
          </p:nvSpPr>
          <p:spPr>
            <a:xfrm>
              <a:off x="2856241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2" name="rc1192"/>
            <p:cNvSpPr/>
            <p:nvPr/>
          </p:nvSpPr>
          <p:spPr>
            <a:xfrm>
              <a:off x="2856241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3" name="rc1193"/>
            <p:cNvSpPr/>
            <p:nvPr/>
          </p:nvSpPr>
          <p:spPr>
            <a:xfrm>
              <a:off x="2856241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4" name="rc1194"/>
            <p:cNvSpPr/>
            <p:nvPr/>
          </p:nvSpPr>
          <p:spPr>
            <a:xfrm>
              <a:off x="2856241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5" name="rc1195"/>
            <p:cNvSpPr/>
            <p:nvPr/>
          </p:nvSpPr>
          <p:spPr>
            <a:xfrm>
              <a:off x="2856241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6" name="rc1196"/>
            <p:cNvSpPr/>
            <p:nvPr/>
          </p:nvSpPr>
          <p:spPr>
            <a:xfrm>
              <a:off x="2856241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7" name="rc1197"/>
            <p:cNvSpPr/>
            <p:nvPr/>
          </p:nvSpPr>
          <p:spPr>
            <a:xfrm>
              <a:off x="2865828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8" name="rc1198"/>
            <p:cNvSpPr/>
            <p:nvPr/>
          </p:nvSpPr>
          <p:spPr>
            <a:xfrm>
              <a:off x="2865828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9" name="rc1199"/>
            <p:cNvSpPr/>
            <p:nvPr/>
          </p:nvSpPr>
          <p:spPr>
            <a:xfrm>
              <a:off x="2865828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0" name="rc1200"/>
            <p:cNvSpPr/>
            <p:nvPr/>
          </p:nvSpPr>
          <p:spPr>
            <a:xfrm>
              <a:off x="2865828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1" name="rc1201"/>
            <p:cNvSpPr/>
            <p:nvPr/>
          </p:nvSpPr>
          <p:spPr>
            <a:xfrm>
              <a:off x="2865828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2" name="rc1202"/>
            <p:cNvSpPr/>
            <p:nvPr/>
          </p:nvSpPr>
          <p:spPr>
            <a:xfrm>
              <a:off x="2865828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3" name="rc1203"/>
            <p:cNvSpPr/>
            <p:nvPr/>
          </p:nvSpPr>
          <p:spPr>
            <a:xfrm>
              <a:off x="2865828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4" name="rc1204"/>
            <p:cNvSpPr/>
            <p:nvPr/>
          </p:nvSpPr>
          <p:spPr>
            <a:xfrm>
              <a:off x="2865828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5" name="rc1205"/>
            <p:cNvSpPr/>
            <p:nvPr/>
          </p:nvSpPr>
          <p:spPr>
            <a:xfrm>
              <a:off x="2875415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6" name="rc1206"/>
            <p:cNvSpPr/>
            <p:nvPr/>
          </p:nvSpPr>
          <p:spPr>
            <a:xfrm>
              <a:off x="2875415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7" name="rc1207"/>
            <p:cNvSpPr/>
            <p:nvPr/>
          </p:nvSpPr>
          <p:spPr>
            <a:xfrm>
              <a:off x="2875415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8" name="rc1208"/>
            <p:cNvSpPr/>
            <p:nvPr/>
          </p:nvSpPr>
          <p:spPr>
            <a:xfrm>
              <a:off x="2875415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9" name="rc1209"/>
            <p:cNvSpPr/>
            <p:nvPr/>
          </p:nvSpPr>
          <p:spPr>
            <a:xfrm>
              <a:off x="2875415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0" name="rc1210"/>
            <p:cNvSpPr/>
            <p:nvPr/>
          </p:nvSpPr>
          <p:spPr>
            <a:xfrm>
              <a:off x="2875415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1" name="rc1211"/>
            <p:cNvSpPr/>
            <p:nvPr/>
          </p:nvSpPr>
          <p:spPr>
            <a:xfrm>
              <a:off x="2875415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2" name="rc1212"/>
            <p:cNvSpPr/>
            <p:nvPr/>
          </p:nvSpPr>
          <p:spPr>
            <a:xfrm>
              <a:off x="2875415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3" name="rc1213"/>
            <p:cNvSpPr/>
            <p:nvPr/>
          </p:nvSpPr>
          <p:spPr>
            <a:xfrm>
              <a:off x="2885002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4" name="rc1214"/>
            <p:cNvSpPr/>
            <p:nvPr/>
          </p:nvSpPr>
          <p:spPr>
            <a:xfrm>
              <a:off x="2885002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5" name="rc1215"/>
            <p:cNvSpPr/>
            <p:nvPr/>
          </p:nvSpPr>
          <p:spPr>
            <a:xfrm>
              <a:off x="2885002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6" name="rc1216"/>
            <p:cNvSpPr/>
            <p:nvPr/>
          </p:nvSpPr>
          <p:spPr>
            <a:xfrm>
              <a:off x="2885002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7" name="rc1217"/>
            <p:cNvSpPr/>
            <p:nvPr/>
          </p:nvSpPr>
          <p:spPr>
            <a:xfrm>
              <a:off x="2885002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8" name="rc1218"/>
            <p:cNvSpPr/>
            <p:nvPr/>
          </p:nvSpPr>
          <p:spPr>
            <a:xfrm>
              <a:off x="2885002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9" name="rc1219"/>
            <p:cNvSpPr/>
            <p:nvPr/>
          </p:nvSpPr>
          <p:spPr>
            <a:xfrm>
              <a:off x="2885002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0" name="rc1220"/>
            <p:cNvSpPr/>
            <p:nvPr/>
          </p:nvSpPr>
          <p:spPr>
            <a:xfrm>
              <a:off x="2885002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1" name="rc1221"/>
            <p:cNvSpPr/>
            <p:nvPr/>
          </p:nvSpPr>
          <p:spPr>
            <a:xfrm>
              <a:off x="2894589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2" name="rc1222"/>
            <p:cNvSpPr/>
            <p:nvPr/>
          </p:nvSpPr>
          <p:spPr>
            <a:xfrm>
              <a:off x="2894589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3" name="rc1223"/>
            <p:cNvSpPr/>
            <p:nvPr/>
          </p:nvSpPr>
          <p:spPr>
            <a:xfrm>
              <a:off x="2894589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4" name="rc1224"/>
            <p:cNvSpPr/>
            <p:nvPr/>
          </p:nvSpPr>
          <p:spPr>
            <a:xfrm>
              <a:off x="2894589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5" name="rc1225"/>
            <p:cNvSpPr/>
            <p:nvPr/>
          </p:nvSpPr>
          <p:spPr>
            <a:xfrm>
              <a:off x="2894589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6" name="rc1226"/>
            <p:cNvSpPr/>
            <p:nvPr/>
          </p:nvSpPr>
          <p:spPr>
            <a:xfrm>
              <a:off x="2894589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7" name="rc1227"/>
            <p:cNvSpPr/>
            <p:nvPr/>
          </p:nvSpPr>
          <p:spPr>
            <a:xfrm>
              <a:off x="2894589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8" name="rc1228"/>
            <p:cNvSpPr/>
            <p:nvPr/>
          </p:nvSpPr>
          <p:spPr>
            <a:xfrm>
              <a:off x="2894589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9" name="rc1229"/>
            <p:cNvSpPr/>
            <p:nvPr/>
          </p:nvSpPr>
          <p:spPr>
            <a:xfrm>
              <a:off x="2904176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0" name="rc1230"/>
            <p:cNvSpPr/>
            <p:nvPr/>
          </p:nvSpPr>
          <p:spPr>
            <a:xfrm>
              <a:off x="2904176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1" name="rc1231"/>
            <p:cNvSpPr/>
            <p:nvPr/>
          </p:nvSpPr>
          <p:spPr>
            <a:xfrm>
              <a:off x="2904176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2" name="rc1232"/>
            <p:cNvSpPr/>
            <p:nvPr/>
          </p:nvSpPr>
          <p:spPr>
            <a:xfrm>
              <a:off x="2904176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3" name="rc1233"/>
            <p:cNvSpPr/>
            <p:nvPr/>
          </p:nvSpPr>
          <p:spPr>
            <a:xfrm>
              <a:off x="2904176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4" name="rc1234"/>
            <p:cNvSpPr/>
            <p:nvPr/>
          </p:nvSpPr>
          <p:spPr>
            <a:xfrm>
              <a:off x="2904176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5" name="rc1235"/>
            <p:cNvSpPr/>
            <p:nvPr/>
          </p:nvSpPr>
          <p:spPr>
            <a:xfrm>
              <a:off x="2904176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6" name="rc1236"/>
            <p:cNvSpPr/>
            <p:nvPr/>
          </p:nvSpPr>
          <p:spPr>
            <a:xfrm>
              <a:off x="2904176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7" name="rc1237"/>
            <p:cNvSpPr/>
            <p:nvPr/>
          </p:nvSpPr>
          <p:spPr>
            <a:xfrm>
              <a:off x="2913763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8" name="rc1238"/>
            <p:cNvSpPr/>
            <p:nvPr/>
          </p:nvSpPr>
          <p:spPr>
            <a:xfrm>
              <a:off x="2913763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9" name="rc1239"/>
            <p:cNvSpPr/>
            <p:nvPr/>
          </p:nvSpPr>
          <p:spPr>
            <a:xfrm>
              <a:off x="2913763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0" name="rc1240"/>
            <p:cNvSpPr/>
            <p:nvPr/>
          </p:nvSpPr>
          <p:spPr>
            <a:xfrm>
              <a:off x="2913763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1" name="rc1241"/>
            <p:cNvSpPr/>
            <p:nvPr/>
          </p:nvSpPr>
          <p:spPr>
            <a:xfrm>
              <a:off x="2913763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2" name="rc1242"/>
            <p:cNvSpPr/>
            <p:nvPr/>
          </p:nvSpPr>
          <p:spPr>
            <a:xfrm>
              <a:off x="2913763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3" name="rc1243"/>
            <p:cNvSpPr/>
            <p:nvPr/>
          </p:nvSpPr>
          <p:spPr>
            <a:xfrm>
              <a:off x="2913763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4" name="rc1244"/>
            <p:cNvSpPr/>
            <p:nvPr/>
          </p:nvSpPr>
          <p:spPr>
            <a:xfrm>
              <a:off x="2913763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5" name="rc1245"/>
            <p:cNvSpPr/>
            <p:nvPr/>
          </p:nvSpPr>
          <p:spPr>
            <a:xfrm>
              <a:off x="2923350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6" name="rc1246"/>
            <p:cNvSpPr/>
            <p:nvPr/>
          </p:nvSpPr>
          <p:spPr>
            <a:xfrm>
              <a:off x="2923350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7" name="rc1247"/>
            <p:cNvSpPr/>
            <p:nvPr/>
          </p:nvSpPr>
          <p:spPr>
            <a:xfrm>
              <a:off x="2923350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8" name="rc1248"/>
            <p:cNvSpPr/>
            <p:nvPr/>
          </p:nvSpPr>
          <p:spPr>
            <a:xfrm>
              <a:off x="2923350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9" name="rc1249"/>
            <p:cNvSpPr/>
            <p:nvPr/>
          </p:nvSpPr>
          <p:spPr>
            <a:xfrm>
              <a:off x="2923350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0" name="rc1250"/>
            <p:cNvSpPr/>
            <p:nvPr/>
          </p:nvSpPr>
          <p:spPr>
            <a:xfrm>
              <a:off x="2923350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1" name="rc1251"/>
            <p:cNvSpPr/>
            <p:nvPr/>
          </p:nvSpPr>
          <p:spPr>
            <a:xfrm>
              <a:off x="2923350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2" name="rc1252"/>
            <p:cNvSpPr/>
            <p:nvPr/>
          </p:nvSpPr>
          <p:spPr>
            <a:xfrm>
              <a:off x="2923350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3" name="rc1253"/>
            <p:cNvSpPr/>
            <p:nvPr/>
          </p:nvSpPr>
          <p:spPr>
            <a:xfrm>
              <a:off x="2932937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4" name="rc1254"/>
            <p:cNvSpPr/>
            <p:nvPr/>
          </p:nvSpPr>
          <p:spPr>
            <a:xfrm>
              <a:off x="2932937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5" name="rc1255"/>
            <p:cNvSpPr/>
            <p:nvPr/>
          </p:nvSpPr>
          <p:spPr>
            <a:xfrm>
              <a:off x="2932937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6" name="rc1256"/>
            <p:cNvSpPr/>
            <p:nvPr/>
          </p:nvSpPr>
          <p:spPr>
            <a:xfrm>
              <a:off x="2932937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7" name="rc1257"/>
            <p:cNvSpPr/>
            <p:nvPr/>
          </p:nvSpPr>
          <p:spPr>
            <a:xfrm>
              <a:off x="2932937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8" name="rc1258"/>
            <p:cNvSpPr/>
            <p:nvPr/>
          </p:nvSpPr>
          <p:spPr>
            <a:xfrm>
              <a:off x="2932937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9" name="rc1259"/>
            <p:cNvSpPr/>
            <p:nvPr/>
          </p:nvSpPr>
          <p:spPr>
            <a:xfrm>
              <a:off x="2932937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0" name="rc1260"/>
            <p:cNvSpPr/>
            <p:nvPr/>
          </p:nvSpPr>
          <p:spPr>
            <a:xfrm>
              <a:off x="2932937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1" name="rc1261"/>
            <p:cNvSpPr/>
            <p:nvPr/>
          </p:nvSpPr>
          <p:spPr>
            <a:xfrm>
              <a:off x="2942524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2" name="rc1262"/>
            <p:cNvSpPr/>
            <p:nvPr/>
          </p:nvSpPr>
          <p:spPr>
            <a:xfrm>
              <a:off x="2942524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3" name="rc1263"/>
            <p:cNvSpPr/>
            <p:nvPr/>
          </p:nvSpPr>
          <p:spPr>
            <a:xfrm>
              <a:off x="2942524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4" name="rc1264"/>
            <p:cNvSpPr/>
            <p:nvPr/>
          </p:nvSpPr>
          <p:spPr>
            <a:xfrm>
              <a:off x="2942524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5" name="rc1265"/>
            <p:cNvSpPr/>
            <p:nvPr/>
          </p:nvSpPr>
          <p:spPr>
            <a:xfrm>
              <a:off x="2942524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6" name="rc1266"/>
            <p:cNvSpPr/>
            <p:nvPr/>
          </p:nvSpPr>
          <p:spPr>
            <a:xfrm>
              <a:off x="2942524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7" name="rc1267"/>
            <p:cNvSpPr/>
            <p:nvPr/>
          </p:nvSpPr>
          <p:spPr>
            <a:xfrm>
              <a:off x="2942524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8" name="rc1268"/>
            <p:cNvSpPr/>
            <p:nvPr/>
          </p:nvSpPr>
          <p:spPr>
            <a:xfrm>
              <a:off x="2942524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9" name="rc1269"/>
            <p:cNvSpPr/>
            <p:nvPr/>
          </p:nvSpPr>
          <p:spPr>
            <a:xfrm>
              <a:off x="2952111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0" name="rc1270"/>
            <p:cNvSpPr/>
            <p:nvPr/>
          </p:nvSpPr>
          <p:spPr>
            <a:xfrm>
              <a:off x="2952111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1" name="rc1271"/>
            <p:cNvSpPr/>
            <p:nvPr/>
          </p:nvSpPr>
          <p:spPr>
            <a:xfrm>
              <a:off x="2952111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2" name="rc1272"/>
            <p:cNvSpPr/>
            <p:nvPr/>
          </p:nvSpPr>
          <p:spPr>
            <a:xfrm>
              <a:off x="2952111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3" name="rc1273"/>
            <p:cNvSpPr/>
            <p:nvPr/>
          </p:nvSpPr>
          <p:spPr>
            <a:xfrm>
              <a:off x="2952111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4" name="rc1274"/>
            <p:cNvSpPr/>
            <p:nvPr/>
          </p:nvSpPr>
          <p:spPr>
            <a:xfrm>
              <a:off x="2952111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5" name="rc1275"/>
            <p:cNvSpPr/>
            <p:nvPr/>
          </p:nvSpPr>
          <p:spPr>
            <a:xfrm>
              <a:off x="2952111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6" name="rc1276"/>
            <p:cNvSpPr/>
            <p:nvPr/>
          </p:nvSpPr>
          <p:spPr>
            <a:xfrm>
              <a:off x="2952111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7" name="rc1277"/>
            <p:cNvSpPr/>
            <p:nvPr/>
          </p:nvSpPr>
          <p:spPr>
            <a:xfrm>
              <a:off x="2961698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8" name="rc1278"/>
            <p:cNvSpPr/>
            <p:nvPr/>
          </p:nvSpPr>
          <p:spPr>
            <a:xfrm>
              <a:off x="2961698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9" name="rc1279"/>
            <p:cNvSpPr/>
            <p:nvPr/>
          </p:nvSpPr>
          <p:spPr>
            <a:xfrm>
              <a:off x="2961698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0" name="rc1280"/>
            <p:cNvSpPr/>
            <p:nvPr/>
          </p:nvSpPr>
          <p:spPr>
            <a:xfrm>
              <a:off x="2961698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1" name="rc1281"/>
            <p:cNvSpPr/>
            <p:nvPr/>
          </p:nvSpPr>
          <p:spPr>
            <a:xfrm>
              <a:off x="2961698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2" name="rc1282"/>
            <p:cNvSpPr/>
            <p:nvPr/>
          </p:nvSpPr>
          <p:spPr>
            <a:xfrm>
              <a:off x="2961698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3" name="rc1283"/>
            <p:cNvSpPr/>
            <p:nvPr/>
          </p:nvSpPr>
          <p:spPr>
            <a:xfrm>
              <a:off x="2961698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4" name="rc1284"/>
            <p:cNvSpPr/>
            <p:nvPr/>
          </p:nvSpPr>
          <p:spPr>
            <a:xfrm>
              <a:off x="2961698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5" name="rc1285"/>
            <p:cNvSpPr/>
            <p:nvPr/>
          </p:nvSpPr>
          <p:spPr>
            <a:xfrm>
              <a:off x="2971285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6" name="rc1286"/>
            <p:cNvSpPr/>
            <p:nvPr/>
          </p:nvSpPr>
          <p:spPr>
            <a:xfrm>
              <a:off x="2971285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7" name="rc1287"/>
            <p:cNvSpPr/>
            <p:nvPr/>
          </p:nvSpPr>
          <p:spPr>
            <a:xfrm>
              <a:off x="2971285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8" name="rc1288"/>
            <p:cNvSpPr/>
            <p:nvPr/>
          </p:nvSpPr>
          <p:spPr>
            <a:xfrm>
              <a:off x="2971285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9" name="rc1289"/>
            <p:cNvSpPr/>
            <p:nvPr/>
          </p:nvSpPr>
          <p:spPr>
            <a:xfrm>
              <a:off x="2971285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0" name="rc1290"/>
            <p:cNvSpPr/>
            <p:nvPr/>
          </p:nvSpPr>
          <p:spPr>
            <a:xfrm>
              <a:off x="2971285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1" name="rc1291"/>
            <p:cNvSpPr/>
            <p:nvPr/>
          </p:nvSpPr>
          <p:spPr>
            <a:xfrm>
              <a:off x="2971285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2" name="rc1292"/>
            <p:cNvSpPr/>
            <p:nvPr/>
          </p:nvSpPr>
          <p:spPr>
            <a:xfrm>
              <a:off x="2971285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3" name="rc1293"/>
            <p:cNvSpPr/>
            <p:nvPr/>
          </p:nvSpPr>
          <p:spPr>
            <a:xfrm>
              <a:off x="2980872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4" name="rc1294"/>
            <p:cNvSpPr/>
            <p:nvPr/>
          </p:nvSpPr>
          <p:spPr>
            <a:xfrm>
              <a:off x="2980872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5" name="rc1295"/>
            <p:cNvSpPr/>
            <p:nvPr/>
          </p:nvSpPr>
          <p:spPr>
            <a:xfrm>
              <a:off x="2980872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6" name="rc1296"/>
            <p:cNvSpPr/>
            <p:nvPr/>
          </p:nvSpPr>
          <p:spPr>
            <a:xfrm>
              <a:off x="2980872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7" name="rc1297"/>
            <p:cNvSpPr/>
            <p:nvPr/>
          </p:nvSpPr>
          <p:spPr>
            <a:xfrm>
              <a:off x="2980872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8" name="rc1298"/>
            <p:cNvSpPr/>
            <p:nvPr/>
          </p:nvSpPr>
          <p:spPr>
            <a:xfrm>
              <a:off x="2980872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9" name="rc1299"/>
            <p:cNvSpPr/>
            <p:nvPr/>
          </p:nvSpPr>
          <p:spPr>
            <a:xfrm>
              <a:off x="2980872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0" name="rc1300"/>
            <p:cNvSpPr/>
            <p:nvPr/>
          </p:nvSpPr>
          <p:spPr>
            <a:xfrm>
              <a:off x="2980872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1" name="rc1301"/>
            <p:cNvSpPr/>
            <p:nvPr/>
          </p:nvSpPr>
          <p:spPr>
            <a:xfrm>
              <a:off x="2990459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2" name="rc1302"/>
            <p:cNvSpPr/>
            <p:nvPr/>
          </p:nvSpPr>
          <p:spPr>
            <a:xfrm>
              <a:off x="2990459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3" name="rc1303"/>
            <p:cNvSpPr/>
            <p:nvPr/>
          </p:nvSpPr>
          <p:spPr>
            <a:xfrm>
              <a:off x="2990459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4" name="rc1304"/>
            <p:cNvSpPr/>
            <p:nvPr/>
          </p:nvSpPr>
          <p:spPr>
            <a:xfrm>
              <a:off x="2990459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5" name="rc1305"/>
            <p:cNvSpPr/>
            <p:nvPr/>
          </p:nvSpPr>
          <p:spPr>
            <a:xfrm>
              <a:off x="2990459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6" name="rc1306"/>
            <p:cNvSpPr/>
            <p:nvPr/>
          </p:nvSpPr>
          <p:spPr>
            <a:xfrm>
              <a:off x="2990459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7" name="rc1307"/>
            <p:cNvSpPr/>
            <p:nvPr/>
          </p:nvSpPr>
          <p:spPr>
            <a:xfrm>
              <a:off x="2990459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8" name="rc1308"/>
            <p:cNvSpPr/>
            <p:nvPr/>
          </p:nvSpPr>
          <p:spPr>
            <a:xfrm>
              <a:off x="2990459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9" name="rc1309"/>
            <p:cNvSpPr/>
            <p:nvPr/>
          </p:nvSpPr>
          <p:spPr>
            <a:xfrm>
              <a:off x="3000046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0" name="rc1310"/>
            <p:cNvSpPr/>
            <p:nvPr/>
          </p:nvSpPr>
          <p:spPr>
            <a:xfrm>
              <a:off x="3000046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1" name="rc1311"/>
            <p:cNvSpPr/>
            <p:nvPr/>
          </p:nvSpPr>
          <p:spPr>
            <a:xfrm>
              <a:off x="3000046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2" name="rc1312"/>
            <p:cNvSpPr/>
            <p:nvPr/>
          </p:nvSpPr>
          <p:spPr>
            <a:xfrm>
              <a:off x="3000046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3" name="rc1313"/>
            <p:cNvSpPr/>
            <p:nvPr/>
          </p:nvSpPr>
          <p:spPr>
            <a:xfrm>
              <a:off x="3000046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4" name="rc1314"/>
            <p:cNvSpPr/>
            <p:nvPr/>
          </p:nvSpPr>
          <p:spPr>
            <a:xfrm>
              <a:off x="3000046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5" name="rc1315"/>
            <p:cNvSpPr/>
            <p:nvPr/>
          </p:nvSpPr>
          <p:spPr>
            <a:xfrm>
              <a:off x="3000046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6" name="rc1316"/>
            <p:cNvSpPr/>
            <p:nvPr/>
          </p:nvSpPr>
          <p:spPr>
            <a:xfrm>
              <a:off x="3000046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7" name="rc1317"/>
            <p:cNvSpPr/>
            <p:nvPr/>
          </p:nvSpPr>
          <p:spPr>
            <a:xfrm>
              <a:off x="3009633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8" name="rc1318"/>
            <p:cNvSpPr/>
            <p:nvPr/>
          </p:nvSpPr>
          <p:spPr>
            <a:xfrm>
              <a:off x="3009633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9" name="rc1319"/>
            <p:cNvSpPr/>
            <p:nvPr/>
          </p:nvSpPr>
          <p:spPr>
            <a:xfrm>
              <a:off x="3009633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0" name="rc1320"/>
            <p:cNvSpPr/>
            <p:nvPr/>
          </p:nvSpPr>
          <p:spPr>
            <a:xfrm>
              <a:off x="3009633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1" name="rc1321"/>
            <p:cNvSpPr/>
            <p:nvPr/>
          </p:nvSpPr>
          <p:spPr>
            <a:xfrm>
              <a:off x="3009633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2" name="rc1322"/>
            <p:cNvSpPr/>
            <p:nvPr/>
          </p:nvSpPr>
          <p:spPr>
            <a:xfrm>
              <a:off x="3009633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3" name="rc1323"/>
            <p:cNvSpPr/>
            <p:nvPr/>
          </p:nvSpPr>
          <p:spPr>
            <a:xfrm>
              <a:off x="3009633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4" name="rc1324"/>
            <p:cNvSpPr/>
            <p:nvPr/>
          </p:nvSpPr>
          <p:spPr>
            <a:xfrm>
              <a:off x="3009633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5" name="rc1325"/>
            <p:cNvSpPr/>
            <p:nvPr/>
          </p:nvSpPr>
          <p:spPr>
            <a:xfrm>
              <a:off x="3019220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6" name="rc1326"/>
            <p:cNvSpPr/>
            <p:nvPr/>
          </p:nvSpPr>
          <p:spPr>
            <a:xfrm>
              <a:off x="3019220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7" name="rc1327"/>
            <p:cNvSpPr/>
            <p:nvPr/>
          </p:nvSpPr>
          <p:spPr>
            <a:xfrm>
              <a:off x="3019220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8" name="rc1328"/>
            <p:cNvSpPr/>
            <p:nvPr/>
          </p:nvSpPr>
          <p:spPr>
            <a:xfrm>
              <a:off x="3019220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9" name="rc1329"/>
            <p:cNvSpPr/>
            <p:nvPr/>
          </p:nvSpPr>
          <p:spPr>
            <a:xfrm>
              <a:off x="3019220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0" name="rc1330"/>
            <p:cNvSpPr/>
            <p:nvPr/>
          </p:nvSpPr>
          <p:spPr>
            <a:xfrm>
              <a:off x="3019220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1" name="rc1331"/>
            <p:cNvSpPr/>
            <p:nvPr/>
          </p:nvSpPr>
          <p:spPr>
            <a:xfrm>
              <a:off x="3019220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2" name="rc1332"/>
            <p:cNvSpPr/>
            <p:nvPr/>
          </p:nvSpPr>
          <p:spPr>
            <a:xfrm>
              <a:off x="3019220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3" name="rc1333"/>
            <p:cNvSpPr/>
            <p:nvPr/>
          </p:nvSpPr>
          <p:spPr>
            <a:xfrm>
              <a:off x="3028807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4" name="rc1334"/>
            <p:cNvSpPr/>
            <p:nvPr/>
          </p:nvSpPr>
          <p:spPr>
            <a:xfrm>
              <a:off x="3028807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5" name="rc1335"/>
            <p:cNvSpPr/>
            <p:nvPr/>
          </p:nvSpPr>
          <p:spPr>
            <a:xfrm>
              <a:off x="3028807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6" name="rc1336"/>
            <p:cNvSpPr/>
            <p:nvPr/>
          </p:nvSpPr>
          <p:spPr>
            <a:xfrm>
              <a:off x="3028807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7" name="rc1337"/>
            <p:cNvSpPr/>
            <p:nvPr/>
          </p:nvSpPr>
          <p:spPr>
            <a:xfrm>
              <a:off x="3028807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8" name="rc1338"/>
            <p:cNvSpPr/>
            <p:nvPr/>
          </p:nvSpPr>
          <p:spPr>
            <a:xfrm>
              <a:off x="3028807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9" name="rc1339"/>
            <p:cNvSpPr/>
            <p:nvPr/>
          </p:nvSpPr>
          <p:spPr>
            <a:xfrm>
              <a:off x="3028807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0" name="rc1340"/>
            <p:cNvSpPr/>
            <p:nvPr/>
          </p:nvSpPr>
          <p:spPr>
            <a:xfrm>
              <a:off x="3028807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1" name="rc1341"/>
            <p:cNvSpPr/>
            <p:nvPr/>
          </p:nvSpPr>
          <p:spPr>
            <a:xfrm>
              <a:off x="3038393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2" name="rc1342"/>
            <p:cNvSpPr/>
            <p:nvPr/>
          </p:nvSpPr>
          <p:spPr>
            <a:xfrm>
              <a:off x="3038393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3" name="rc1343"/>
            <p:cNvSpPr/>
            <p:nvPr/>
          </p:nvSpPr>
          <p:spPr>
            <a:xfrm>
              <a:off x="3038393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4" name="rc1344"/>
            <p:cNvSpPr/>
            <p:nvPr/>
          </p:nvSpPr>
          <p:spPr>
            <a:xfrm>
              <a:off x="3038393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5" name="rc1345"/>
            <p:cNvSpPr/>
            <p:nvPr/>
          </p:nvSpPr>
          <p:spPr>
            <a:xfrm>
              <a:off x="3038393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6" name="rc1346"/>
            <p:cNvSpPr/>
            <p:nvPr/>
          </p:nvSpPr>
          <p:spPr>
            <a:xfrm>
              <a:off x="3038393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7" name="rc1347"/>
            <p:cNvSpPr/>
            <p:nvPr/>
          </p:nvSpPr>
          <p:spPr>
            <a:xfrm>
              <a:off x="3038393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8" name="rc1348"/>
            <p:cNvSpPr/>
            <p:nvPr/>
          </p:nvSpPr>
          <p:spPr>
            <a:xfrm>
              <a:off x="3038393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9" name="rc1349"/>
            <p:cNvSpPr/>
            <p:nvPr/>
          </p:nvSpPr>
          <p:spPr>
            <a:xfrm>
              <a:off x="3047980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0" name="rc1350"/>
            <p:cNvSpPr/>
            <p:nvPr/>
          </p:nvSpPr>
          <p:spPr>
            <a:xfrm>
              <a:off x="3047980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1" name="rc1351"/>
            <p:cNvSpPr/>
            <p:nvPr/>
          </p:nvSpPr>
          <p:spPr>
            <a:xfrm>
              <a:off x="3047980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2" name="rc1352"/>
            <p:cNvSpPr/>
            <p:nvPr/>
          </p:nvSpPr>
          <p:spPr>
            <a:xfrm>
              <a:off x="3047980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3" name="rc1353"/>
            <p:cNvSpPr/>
            <p:nvPr/>
          </p:nvSpPr>
          <p:spPr>
            <a:xfrm>
              <a:off x="3047980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4" name="rc1354"/>
            <p:cNvSpPr/>
            <p:nvPr/>
          </p:nvSpPr>
          <p:spPr>
            <a:xfrm>
              <a:off x="3047980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5" name="rc1355"/>
            <p:cNvSpPr/>
            <p:nvPr/>
          </p:nvSpPr>
          <p:spPr>
            <a:xfrm>
              <a:off x="3047980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6" name="rc1356"/>
            <p:cNvSpPr/>
            <p:nvPr/>
          </p:nvSpPr>
          <p:spPr>
            <a:xfrm>
              <a:off x="3047980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7" name="rc1357"/>
            <p:cNvSpPr/>
            <p:nvPr/>
          </p:nvSpPr>
          <p:spPr>
            <a:xfrm>
              <a:off x="3057567" y="2778125"/>
              <a:ext cx="9586" cy="317500"/>
            </a:xfrm>
            <a:prstGeom prst="rect">
              <a:avLst/>
            </a:prstGeom>
            <a:solidFill>
              <a:srgbClr val="D9352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8" name="rc1358"/>
            <p:cNvSpPr/>
            <p:nvPr/>
          </p:nvSpPr>
          <p:spPr>
            <a:xfrm>
              <a:off x="3057567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9" name="rc1359"/>
            <p:cNvSpPr/>
            <p:nvPr/>
          </p:nvSpPr>
          <p:spPr>
            <a:xfrm>
              <a:off x="3057567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0" name="rc1360"/>
            <p:cNvSpPr/>
            <p:nvPr/>
          </p:nvSpPr>
          <p:spPr>
            <a:xfrm>
              <a:off x="3057567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1" name="rc1361"/>
            <p:cNvSpPr/>
            <p:nvPr/>
          </p:nvSpPr>
          <p:spPr>
            <a:xfrm>
              <a:off x="3057567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2" name="rc1362"/>
            <p:cNvSpPr/>
            <p:nvPr/>
          </p:nvSpPr>
          <p:spPr>
            <a:xfrm>
              <a:off x="3057567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3" name="rc1363"/>
            <p:cNvSpPr/>
            <p:nvPr/>
          </p:nvSpPr>
          <p:spPr>
            <a:xfrm>
              <a:off x="3057567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4" name="rc1364"/>
            <p:cNvSpPr/>
            <p:nvPr/>
          </p:nvSpPr>
          <p:spPr>
            <a:xfrm>
              <a:off x="3057567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5" name="rc1365"/>
            <p:cNvSpPr/>
            <p:nvPr/>
          </p:nvSpPr>
          <p:spPr>
            <a:xfrm>
              <a:off x="3067154" y="2778125"/>
              <a:ext cx="9586" cy="317500"/>
            </a:xfrm>
            <a:prstGeom prst="rect">
              <a:avLst/>
            </a:prstGeom>
            <a:solidFill>
              <a:srgbClr val="DB3B2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6" name="rc1366"/>
            <p:cNvSpPr/>
            <p:nvPr/>
          </p:nvSpPr>
          <p:spPr>
            <a:xfrm>
              <a:off x="3067154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7" name="rc1367"/>
            <p:cNvSpPr/>
            <p:nvPr/>
          </p:nvSpPr>
          <p:spPr>
            <a:xfrm>
              <a:off x="3067154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8" name="rc1368"/>
            <p:cNvSpPr/>
            <p:nvPr/>
          </p:nvSpPr>
          <p:spPr>
            <a:xfrm>
              <a:off x="3067154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9" name="rc1369"/>
            <p:cNvSpPr/>
            <p:nvPr/>
          </p:nvSpPr>
          <p:spPr>
            <a:xfrm>
              <a:off x="3067154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70" name="rc1370"/>
            <p:cNvSpPr/>
            <p:nvPr/>
          </p:nvSpPr>
          <p:spPr>
            <a:xfrm>
              <a:off x="3067154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71" name="rc1371"/>
            <p:cNvSpPr/>
            <p:nvPr/>
          </p:nvSpPr>
          <p:spPr>
            <a:xfrm>
              <a:off x="3067154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72" name="rc1372"/>
            <p:cNvSpPr/>
            <p:nvPr/>
          </p:nvSpPr>
          <p:spPr>
            <a:xfrm>
              <a:off x="3067154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73" name="rc1373"/>
            <p:cNvSpPr/>
            <p:nvPr/>
          </p:nvSpPr>
          <p:spPr>
            <a:xfrm>
              <a:off x="3076741" y="2778125"/>
              <a:ext cx="9586" cy="317500"/>
            </a:xfrm>
            <a:prstGeom prst="rect">
              <a:avLst/>
            </a:prstGeom>
            <a:solidFill>
              <a:srgbClr val="D9352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74" name="rc1374"/>
            <p:cNvSpPr/>
            <p:nvPr/>
          </p:nvSpPr>
          <p:spPr>
            <a:xfrm>
              <a:off x="3076741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75" name="rc1375"/>
            <p:cNvSpPr/>
            <p:nvPr/>
          </p:nvSpPr>
          <p:spPr>
            <a:xfrm>
              <a:off x="3076741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76" name="rc1376"/>
            <p:cNvSpPr/>
            <p:nvPr/>
          </p:nvSpPr>
          <p:spPr>
            <a:xfrm>
              <a:off x="3076741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77" name="rc1377"/>
            <p:cNvSpPr/>
            <p:nvPr/>
          </p:nvSpPr>
          <p:spPr>
            <a:xfrm>
              <a:off x="3076741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78" name="rc1378"/>
            <p:cNvSpPr/>
            <p:nvPr/>
          </p:nvSpPr>
          <p:spPr>
            <a:xfrm>
              <a:off x="3076741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79" name="rc1379"/>
            <p:cNvSpPr/>
            <p:nvPr/>
          </p:nvSpPr>
          <p:spPr>
            <a:xfrm>
              <a:off x="3076741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80" name="rc1380"/>
            <p:cNvSpPr/>
            <p:nvPr/>
          </p:nvSpPr>
          <p:spPr>
            <a:xfrm>
              <a:off x="3076741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81" name="rc1381"/>
            <p:cNvSpPr/>
            <p:nvPr/>
          </p:nvSpPr>
          <p:spPr>
            <a:xfrm>
              <a:off x="3086328" y="2778125"/>
              <a:ext cx="9586" cy="317500"/>
            </a:xfrm>
            <a:prstGeom prst="rect">
              <a:avLst/>
            </a:prstGeom>
            <a:solidFill>
              <a:srgbClr val="D9352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82" name="rc1382"/>
            <p:cNvSpPr/>
            <p:nvPr/>
          </p:nvSpPr>
          <p:spPr>
            <a:xfrm>
              <a:off x="3086328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83" name="rc1383"/>
            <p:cNvSpPr/>
            <p:nvPr/>
          </p:nvSpPr>
          <p:spPr>
            <a:xfrm>
              <a:off x="3086328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84" name="rc1384"/>
            <p:cNvSpPr/>
            <p:nvPr/>
          </p:nvSpPr>
          <p:spPr>
            <a:xfrm>
              <a:off x="3086328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85" name="rc1385"/>
            <p:cNvSpPr/>
            <p:nvPr/>
          </p:nvSpPr>
          <p:spPr>
            <a:xfrm>
              <a:off x="3086328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86" name="rc1386"/>
            <p:cNvSpPr/>
            <p:nvPr/>
          </p:nvSpPr>
          <p:spPr>
            <a:xfrm>
              <a:off x="3086328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87" name="rc1387"/>
            <p:cNvSpPr/>
            <p:nvPr/>
          </p:nvSpPr>
          <p:spPr>
            <a:xfrm>
              <a:off x="3086328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88" name="rc1388"/>
            <p:cNvSpPr/>
            <p:nvPr/>
          </p:nvSpPr>
          <p:spPr>
            <a:xfrm>
              <a:off x="3086328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89" name="rc1389"/>
            <p:cNvSpPr/>
            <p:nvPr/>
          </p:nvSpPr>
          <p:spPr>
            <a:xfrm>
              <a:off x="3095915" y="2778125"/>
              <a:ext cx="9586" cy="317500"/>
            </a:xfrm>
            <a:prstGeom prst="rect">
              <a:avLst/>
            </a:prstGeom>
            <a:solidFill>
              <a:srgbClr val="D9352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90" name="rc1390"/>
            <p:cNvSpPr/>
            <p:nvPr/>
          </p:nvSpPr>
          <p:spPr>
            <a:xfrm>
              <a:off x="3095915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91" name="rc1391"/>
            <p:cNvSpPr/>
            <p:nvPr/>
          </p:nvSpPr>
          <p:spPr>
            <a:xfrm>
              <a:off x="3095915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92" name="rc1392"/>
            <p:cNvSpPr/>
            <p:nvPr/>
          </p:nvSpPr>
          <p:spPr>
            <a:xfrm>
              <a:off x="3095915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93" name="rc1393"/>
            <p:cNvSpPr/>
            <p:nvPr/>
          </p:nvSpPr>
          <p:spPr>
            <a:xfrm>
              <a:off x="3095915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94" name="rc1394"/>
            <p:cNvSpPr/>
            <p:nvPr/>
          </p:nvSpPr>
          <p:spPr>
            <a:xfrm>
              <a:off x="3095915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95" name="rc1395"/>
            <p:cNvSpPr/>
            <p:nvPr/>
          </p:nvSpPr>
          <p:spPr>
            <a:xfrm>
              <a:off x="3095915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96" name="rc1396"/>
            <p:cNvSpPr/>
            <p:nvPr/>
          </p:nvSpPr>
          <p:spPr>
            <a:xfrm>
              <a:off x="3095915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97" name="rc1397"/>
            <p:cNvSpPr/>
            <p:nvPr/>
          </p:nvSpPr>
          <p:spPr>
            <a:xfrm>
              <a:off x="3105502" y="2778125"/>
              <a:ext cx="9586" cy="317500"/>
            </a:xfrm>
            <a:prstGeom prst="rect">
              <a:avLst/>
            </a:prstGeom>
            <a:solidFill>
              <a:srgbClr val="D9352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98" name="rc1398"/>
            <p:cNvSpPr/>
            <p:nvPr/>
          </p:nvSpPr>
          <p:spPr>
            <a:xfrm>
              <a:off x="3105502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99" name="rc1399"/>
            <p:cNvSpPr/>
            <p:nvPr/>
          </p:nvSpPr>
          <p:spPr>
            <a:xfrm>
              <a:off x="3105502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00" name="rc1400"/>
            <p:cNvSpPr/>
            <p:nvPr/>
          </p:nvSpPr>
          <p:spPr>
            <a:xfrm>
              <a:off x="3105502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01" name="rc1401"/>
            <p:cNvSpPr/>
            <p:nvPr/>
          </p:nvSpPr>
          <p:spPr>
            <a:xfrm>
              <a:off x="3105502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02" name="rc1402"/>
            <p:cNvSpPr/>
            <p:nvPr/>
          </p:nvSpPr>
          <p:spPr>
            <a:xfrm>
              <a:off x="3105502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03" name="rc1403"/>
            <p:cNvSpPr/>
            <p:nvPr/>
          </p:nvSpPr>
          <p:spPr>
            <a:xfrm>
              <a:off x="3105502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04" name="rc1404"/>
            <p:cNvSpPr/>
            <p:nvPr/>
          </p:nvSpPr>
          <p:spPr>
            <a:xfrm>
              <a:off x="3105502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05" name="rc1405"/>
            <p:cNvSpPr/>
            <p:nvPr/>
          </p:nvSpPr>
          <p:spPr>
            <a:xfrm>
              <a:off x="3115089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06" name="rc1406"/>
            <p:cNvSpPr/>
            <p:nvPr/>
          </p:nvSpPr>
          <p:spPr>
            <a:xfrm>
              <a:off x="3115089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07" name="rc1407"/>
            <p:cNvSpPr/>
            <p:nvPr/>
          </p:nvSpPr>
          <p:spPr>
            <a:xfrm>
              <a:off x="3115089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08" name="rc1408"/>
            <p:cNvSpPr/>
            <p:nvPr/>
          </p:nvSpPr>
          <p:spPr>
            <a:xfrm>
              <a:off x="3115089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09" name="rc1409"/>
            <p:cNvSpPr/>
            <p:nvPr/>
          </p:nvSpPr>
          <p:spPr>
            <a:xfrm>
              <a:off x="3115089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10" name="rc1410"/>
            <p:cNvSpPr/>
            <p:nvPr/>
          </p:nvSpPr>
          <p:spPr>
            <a:xfrm>
              <a:off x="3115089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11" name="rc1411"/>
            <p:cNvSpPr/>
            <p:nvPr/>
          </p:nvSpPr>
          <p:spPr>
            <a:xfrm>
              <a:off x="3115089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12" name="rc1412"/>
            <p:cNvSpPr/>
            <p:nvPr/>
          </p:nvSpPr>
          <p:spPr>
            <a:xfrm>
              <a:off x="3115089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13" name="rc1413"/>
            <p:cNvSpPr/>
            <p:nvPr/>
          </p:nvSpPr>
          <p:spPr>
            <a:xfrm>
              <a:off x="3124676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14" name="rc1414"/>
            <p:cNvSpPr/>
            <p:nvPr/>
          </p:nvSpPr>
          <p:spPr>
            <a:xfrm>
              <a:off x="3124676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15" name="rc1415"/>
            <p:cNvSpPr/>
            <p:nvPr/>
          </p:nvSpPr>
          <p:spPr>
            <a:xfrm>
              <a:off x="3124676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16" name="rc1416"/>
            <p:cNvSpPr/>
            <p:nvPr/>
          </p:nvSpPr>
          <p:spPr>
            <a:xfrm>
              <a:off x="3124676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17" name="rc1417"/>
            <p:cNvSpPr/>
            <p:nvPr/>
          </p:nvSpPr>
          <p:spPr>
            <a:xfrm>
              <a:off x="3124676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18" name="rc1418"/>
            <p:cNvSpPr/>
            <p:nvPr/>
          </p:nvSpPr>
          <p:spPr>
            <a:xfrm>
              <a:off x="3124676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19" name="rc1419"/>
            <p:cNvSpPr/>
            <p:nvPr/>
          </p:nvSpPr>
          <p:spPr>
            <a:xfrm>
              <a:off x="3124676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20" name="rc1420"/>
            <p:cNvSpPr/>
            <p:nvPr/>
          </p:nvSpPr>
          <p:spPr>
            <a:xfrm>
              <a:off x="3124676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21" name="rc1421"/>
            <p:cNvSpPr/>
            <p:nvPr/>
          </p:nvSpPr>
          <p:spPr>
            <a:xfrm>
              <a:off x="3134263" y="2778125"/>
              <a:ext cx="9586" cy="317500"/>
            </a:xfrm>
            <a:prstGeom prst="rect">
              <a:avLst/>
            </a:prstGeom>
            <a:solidFill>
              <a:srgbClr val="D9352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22" name="rc1422"/>
            <p:cNvSpPr/>
            <p:nvPr/>
          </p:nvSpPr>
          <p:spPr>
            <a:xfrm>
              <a:off x="3134263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23" name="rc1423"/>
            <p:cNvSpPr/>
            <p:nvPr/>
          </p:nvSpPr>
          <p:spPr>
            <a:xfrm>
              <a:off x="3134263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24" name="rc1424"/>
            <p:cNvSpPr/>
            <p:nvPr/>
          </p:nvSpPr>
          <p:spPr>
            <a:xfrm>
              <a:off x="3134263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25" name="rc1425"/>
            <p:cNvSpPr/>
            <p:nvPr/>
          </p:nvSpPr>
          <p:spPr>
            <a:xfrm>
              <a:off x="3134263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26" name="rc1426"/>
            <p:cNvSpPr/>
            <p:nvPr/>
          </p:nvSpPr>
          <p:spPr>
            <a:xfrm>
              <a:off x="3134263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27" name="rc1427"/>
            <p:cNvSpPr/>
            <p:nvPr/>
          </p:nvSpPr>
          <p:spPr>
            <a:xfrm>
              <a:off x="3134263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28" name="rc1428"/>
            <p:cNvSpPr/>
            <p:nvPr/>
          </p:nvSpPr>
          <p:spPr>
            <a:xfrm>
              <a:off x="3134263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29" name="rc1429"/>
            <p:cNvSpPr/>
            <p:nvPr/>
          </p:nvSpPr>
          <p:spPr>
            <a:xfrm>
              <a:off x="3143850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30" name="rc1430"/>
            <p:cNvSpPr/>
            <p:nvPr/>
          </p:nvSpPr>
          <p:spPr>
            <a:xfrm>
              <a:off x="3143850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31" name="rc1431"/>
            <p:cNvSpPr/>
            <p:nvPr/>
          </p:nvSpPr>
          <p:spPr>
            <a:xfrm>
              <a:off x="3143850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32" name="rc1432"/>
            <p:cNvSpPr/>
            <p:nvPr/>
          </p:nvSpPr>
          <p:spPr>
            <a:xfrm>
              <a:off x="3143850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33" name="rc1433"/>
            <p:cNvSpPr/>
            <p:nvPr/>
          </p:nvSpPr>
          <p:spPr>
            <a:xfrm>
              <a:off x="3143850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34" name="rc1434"/>
            <p:cNvSpPr/>
            <p:nvPr/>
          </p:nvSpPr>
          <p:spPr>
            <a:xfrm>
              <a:off x="3143850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35" name="rc1435"/>
            <p:cNvSpPr/>
            <p:nvPr/>
          </p:nvSpPr>
          <p:spPr>
            <a:xfrm>
              <a:off x="3143850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36" name="rc1436"/>
            <p:cNvSpPr/>
            <p:nvPr/>
          </p:nvSpPr>
          <p:spPr>
            <a:xfrm>
              <a:off x="3143850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37" name="rc1437"/>
            <p:cNvSpPr/>
            <p:nvPr/>
          </p:nvSpPr>
          <p:spPr>
            <a:xfrm>
              <a:off x="3153437" y="2778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38" name="rc1438"/>
            <p:cNvSpPr/>
            <p:nvPr/>
          </p:nvSpPr>
          <p:spPr>
            <a:xfrm>
              <a:off x="3153437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39" name="rc1439"/>
            <p:cNvSpPr/>
            <p:nvPr/>
          </p:nvSpPr>
          <p:spPr>
            <a:xfrm>
              <a:off x="3153437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40" name="rc1440"/>
            <p:cNvSpPr/>
            <p:nvPr/>
          </p:nvSpPr>
          <p:spPr>
            <a:xfrm>
              <a:off x="3153437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41" name="rc1441"/>
            <p:cNvSpPr/>
            <p:nvPr/>
          </p:nvSpPr>
          <p:spPr>
            <a:xfrm>
              <a:off x="3153437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42" name="rc1442"/>
            <p:cNvSpPr/>
            <p:nvPr/>
          </p:nvSpPr>
          <p:spPr>
            <a:xfrm>
              <a:off x="3153437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43" name="rc1443"/>
            <p:cNvSpPr/>
            <p:nvPr/>
          </p:nvSpPr>
          <p:spPr>
            <a:xfrm>
              <a:off x="3153437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44" name="rc1444"/>
            <p:cNvSpPr/>
            <p:nvPr/>
          </p:nvSpPr>
          <p:spPr>
            <a:xfrm>
              <a:off x="3153437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45" name="rc1445"/>
            <p:cNvSpPr/>
            <p:nvPr/>
          </p:nvSpPr>
          <p:spPr>
            <a:xfrm>
              <a:off x="3163024" y="2778125"/>
              <a:ext cx="9586" cy="317500"/>
            </a:xfrm>
            <a:prstGeom prst="rect">
              <a:avLst/>
            </a:prstGeom>
            <a:solidFill>
              <a:srgbClr val="D9352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46" name="rc1446"/>
            <p:cNvSpPr/>
            <p:nvPr/>
          </p:nvSpPr>
          <p:spPr>
            <a:xfrm>
              <a:off x="3163024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47" name="rc1447"/>
            <p:cNvSpPr/>
            <p:nvPr/>
          </p:nvSpPr>
          <p:spPr>
            <a:xfrm>
              <a:off x="3163024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48" name="rc1448"/>
            <p:cNvSpPr/>
            <p:nvPr/>
          </p:nvSpPr>
          <p:spPr>
            <a:xfrm>
              <a:off x="3163024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49" name="rc1449"/>
            <p:cNvSpPr/>
            <p:nvPr/>
          </p:nvSpPr>
          <p:spPr>
            <a:xfrm>
              <a:off x="3163024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50" name="rc1450"/>
            <p:cNvSpPr/>
            <p:nvPr/>
          </p:nvSpPr>
          <p:spPr>
            <a:xfrm>
              <a:off x="3163024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51" name="rc1451"/>
            <p:cNvSpPr/>
            <p:nvPr/>
          </p:nvSpPr>
          <p:spPr>
            <a:xfrm>
              <a:off x="3163024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52" name="rc1452"/>
            <p:cNvSpPr/>
            <p:nvPr/>
          </p:nvSpPr>
          <p:spPr>
            <a:xfrm>
              <a:off x="3163024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53" name="rc1453"/>
            <p:cNvSpPr/>
            <p:nvPr/>
          </p:nvSpPr>
          <p:spPr>
            <a:xfrm>
              <a:off x="3172611" y="2778125"/>
              <a:ext cx="9586" cy="317500"/>
            </a:xfrm>
            <a:prstGeom prst="rect">
              <a:avLst/>
            </a:prstGeom>
            <a:solidFill>
              <a:srgbClr val="D9352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54" name="rc1454"/>
            <p:cNvSpPr/>
            <p:nvPr/>
          </p:nvSpPr>
          <p:spPr>
            <a:xfrm>
              <a:off x="3172611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55" name="rc1455"/>
            <p:cNvSpPr/>
            <p:nvPr/>
          </p:nvSpPr>
          <p:spPr>
            <a:xfrm>
              <a:off x="3172611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56" name="rc1456"/>
            <p:cNvSpPr/>
            <p:nvPr/>
          </p:nvSpPr>
          <p:spPr>
            <a:xfrm>
              <a:off x="3172611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57" name="rc1457"/>
            <p:cNvSpPr/>
            <p:nvPr/>
          </p:nvSpPr>
          <p:spPr>
            <a:xfrm>
              <a:off x="3172611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58" name="rc1458"/>
            <p:cNvSpPr/>
            <p:nvPr/>
          </p:nvSpPr>
          <p:spPr>
            <a:xfrm>
              <a:off x="3172611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59" name="rc1459"/>
            <p:cNvSpPr/>
            <p:nvPr/>
          </p:nvSpPr>
          <p:spPr>
            <a:xfrm>
              <a:off x="3172611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0" name="rc1460"/>
            <p:cNvSpPr/>
            <p:nvPr/>
          </p:nvSpPr>
          <p:spPr>
            <a:xfrm>
              <a:off x="3172611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1" name="rc1461"/>
            <p:cNvSpPr/>
            <p:nvPr/>
          </p:nvSpPr>
          <p:spPr>
            <a:xfrm>
              <a:off x="3182198" y="2778125"/>
              <a:ext cx="9586" cy="317500"/>
            </a:xfrm>
            <a:prstGeom prst="rect">
              <a:avLst/>
            </a:prstGeom>
            <a:solidFill>
              <a:srgbClr val="D9352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2" name="rc1462"/>
            <p:cNvSpPr/>
            <p:nvPr/>
          </p:nvSpPr>
          <p:spPr>
            <a:xfrm>
              <a:off x="3182198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3" name="rc1463"/>
            <p:cNvSpPr/>
            <p:nvPr/>
          </p:nvSpPr>
          <p:spPr>
            <a:xfrm>
              <a:off x="3182198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4" name="rc1464"/>
            <p:cNvSpPr/>
            <p:nvPr/>
          </p:nvSpPr>
          <p:spPr>
            <a:xfrm>
              <a:off x="3182198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5" name="rc1465"/>
            <p:cNvSpPr/>
            <p:nvPr/>
          </p:nvSpPr>
          <p:spPr>
            <a:xfrm>
              <a:off x="3182198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6" name="rc1466"/>
            <p:cNvSpPr/>
            <p:nvPr/>
          </p:nvSpPr>
          <p:spPr>
            <a:xfrm>
              <a:off x="3182198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7" name="rc1467"/>
            <p:cNvSpPr/>
            <p:nvPr/>
          </p:nvSpPr>
          <p:spPr>
            <a:xfrm>
              <a:off x="3182198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8" name="rc1468"/>
            <p:cNvSpPr/>
            <p:nvPr/>
          </p:nvSpPr>
          <p:spPr>
            <a:xfrm>
              <a:off x="3182198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9" name="rc1469"/>
            <p:cNvSpPr/>
            <p:nvPr/>
          </p:nvSpPr>
          <p:spPr>
            <a:xfrm>
              <a:off x="3191785" y="2778125"/>
              <a:ext cx="9586" cy="317500"/>
            </a:xfrm>
            <a:prstGeom prst="rect">
              <a:avLst/>
            </a:prstGeom>
            <a:solidFill>
              <a:srgbClr val="D9352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0" name="rc1470"/>
            <p:cNvSpPr/>
            <p:nvPr/>
          </p:nvSpPr>
          <p:spPr>
            <a:xfrm>
              <a:off x="3191785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1" name="rc1471"/>
            <p:cNvSpPr/>
            <p:nvPr/>
          </p:nvSpPr>
          <p:spPr>
            <a:xfrm>
              <a:off x="3191785" y="3413125"/>
              <a:ext cx="9586" cy="3175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2" name="rc1472"/>
            <p:cNvSpPr/>
            <p:nvPr/>
          </p:nvSpPr>
          <p:spPr>
            <a:xfrm>
              <a:off x="3191785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3" name="rc1473"/>
            <p:cNvSpPr/>
            <p:nvPr/>
          </p:nvSpPr>
          <p:spPr>
            <a:xfrm>
              <a:off x="3191785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4" name="rc1474"/>
            <p:cNvSpPr/>
            <p:nvPr/>
          </p:nvSpPr>
          <p:spPr>
            <a:xfrm>
              <a:off x="3191785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5" name="rc1475"/>
            <p:cNvSpPr/>
            <p:nvPr/>
          </p:nvSpPr>
          <p:spPr>
            <a:xfrm>
              <a:off x="3191785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6" name="rc1476"/>
            <p:cNvSpPr/>
            <p:nvPr/>
          </p:nvSpPr>
          <p:spPr>
            <a:xfrm>
              <a:off x="3191785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7" name="rc1477"/>
            <p:cNvSpPr/>
            <p:nvPr/>
          </p:nvSpPr>
          <p:spPr>
            <a:xfrm>
              <a:off x="3201372" y="2778125"/>
              <a:ext cx="9586" cy="317500"/>
            </a:xfrm>
            <a:prstGeom prst="rect">
              <a:avLst/>
            </a:prstGeom>
            <a:solidFill>
              <a:srgbClr val="DB3B2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8" name="rc1478"/>
            <p:cNvSpPr/>
            <p:nvPr/>
          </p:nvSpPr>
          <p:spPr>
            <a:xfrm>
              <a:off x="3201372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9" name="rc1479"/>
            <p:cNvSpPr/>
            <p:nvPr/>
          </p:nvSpPr>
          <p:spPr>
            <a:xfrm>
              <a:off x="3201372" y="3413125"/>
              <a:ext cx="9586" cy="3175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0" name="rc1480"/>
            <p:cNvSpPr/>
            <p:nvPr/>
          </p:nvSpPr>
          <p:spPr>
            <a:xfrm>
              <a:off x="3201372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1" name="rc1481"/>
            <p:cNvSpPr/>
            <p:nvPr/>
          </p:nvSpPr>
          <p:spPr>
            <a:xfrm>
              <a:off x="3201372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2" name="rc1482"/>
            <p:cNvSpPr/>
            <p:nvPr/>
          </p:nvSpPr>
          <p:spPr>
            <a:xfrm>
              <a:off x="3201372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3" name="rc1483"/>
            <p:cNvSpPr/>
            <p:nvPr/>
          </p:nvSpPr>
          <p:spPr>
            <a:xfrm>
              <a:off x="3201372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4" name="rc1484"/>
            <p:cNvSpPr/>
            <p:nvPr/>
          </p:nvSpPr>
          <p:spPr>
            <a:xfrm>
              <a:off x="3201372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5" name="rc1485"/>
            <p:cNvSpPr/>
            <p:nvPr/>
          </p:nvSpPr>
          <p:spPr>
            <a:xfrm>
              <a:off x="3210959" y="2778125"/>
              <a:ext cx="9586" cy="317500"/>
            </a:xfrm>
            <a:prstGeom prst="rect">
              <a:avLst/>
            </a:prstGeom>
            <a:solidFill>
              <a:srgbClr val="DD403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6" name="rc1486"/>
            <p:cNvSpPr/>
            <p:nvPr/>
          </p:nvSpPr>
          <p:spPr>
            <a:xfrm>
              <a:off x="3210959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7" name="rc1487"/>
            <p:cNvSpPr/>
            <p:nvPr/>
          </p:nvSpPr>
          <p:spPr>
            <a:xfrm>
              <a:off x="3210959" y="3413125"/>
              <a:ext cx="9586" cy="3175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8" name="rc1488"/>
            <p:cNvSpPr/>
            <p:nvPr/>
          </p:nvSpPr>
          <p:spPr>
            <a:xfrm>
              <a:off x="3210959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9" name="rc1489"/>
            <p:cNvSpPr/>
            <p:nvPr/>
          </p:nvSpPr>
          <p:spPr>
            <a:xfrm>
              <a:off x="3210959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0" name="rc1490"/>
            <p:cNvSpPr/>
            <p:nvPr/>
          </p:nvSpPr>
          <p:spPr>
            <a:xfrm>
              <a:off x="3210959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1" name="rc1491"/>
            <p:cNvSpPr/>
            <p:nvPr/>
          </p:nvSpPr>
          <p:spPr>
            <a:xfrm>
              <a:off x="3210959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2" name="rc1492"/>
            <p:cNvSpPr/>
            <p:nvPr/>
          </p:nvSpPr>
          <p:spPr>
            <a:xfrm>
              <a:off x="3210959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3" name="rc1493"/>
            <p:cNvSpPr/>
            <p:nvPr/>
          </p:nvSpPr>
          <p:spPr>
            <a:xfrm>
              <a:off x="3220546" y="2778125"/>
              <a:ext cx="9586" cy="317500"/>
            </a:xfrm>
            <a:prstGeom prst="rect">
              <a:avLst/>
            </a:prstGeom>
            <a:solidFill>
              <a:srgbClr val="DB3B2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4" name="rc1494"/>
            <p:cNvSpPr/>
            <p:nvPr/>
          </p:nvSpPr>
          <p:spPr>
            <a:xfrm>
              <a:off x="3220546" y="3095625"/>
              <a:ext cx="9586" cy="317499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5" name="rc1495"/>
            <p:cNvSpPr/>
            <p:nvPr/>
          </p:nvSpPr>
          <p:spPr>
            <a:xfrm>
              <a:off x="3220546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6" name="rc1496"/>
            <p:cNvSpPr/>
            <p:nvPr/>
          </p:nvSpPr>
          <p:spPr>
            <a:xfrm>
              <a:off x="3220546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7" name="rc1497"/>
            <p:cNvSpPr/>
            <p:nvPr/>
          </p:nvSpPr>
          <p:spPr>
            <a:xfrm>
              <a:off x="3220546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8" name="rc1498"/>
            <p:cNvSpPr/>
            <p:nvPr/>
          </p:nvSpPr>
          <p:spPr>
            <a:xfrm>
              <a:off x="3220546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9" name="rc1499"/>
            <p:cNvSpPr/>
            <p:nvPr/>
          </p:nvSpPr>
          <p:spPr>
            <a:xfrm>
              <a:off x="3220546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0" name="rc1500"/>
            <p:cNvSpPr/>
            <p:nvPr/>
          </p:nvSpPr>
          <p:spPr>
            <a:xfrm>
              <a:off x="3220546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1" name="rc1501"/>
            <p:cNvSpPr/>
            <p:nvPr/>
          </p:nvSpPr>
          <p:spPr>
            <a:xfrm>
              <a:off x="3230133" y="2778125"/>
              <a:ext cx="9586" cy="317500"/>
            </a:xfrm>
            <a:prstGeom prst="rect">
              <a:avLst/>
            </a:prstGeom>
            <a:solidFill>
              <a:srgbClr val="DB3B2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2" name="rc1502"/>
            <p:cNvSpPr/>
            <p:nvPr/>
          </p:nvSpPr>
          <p:spPr>
            <a:xfrm>
              <a:off x="3230133" y="3095625"/>
              <a:ext cx="9586" cy="317499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3" name="rc1503"/>
            <p:cNvSpPr/>
            <p:nvPr/>
          </p:nvSpPr>
          <p:spPr>
            <a:xfrm>
              <a:off x="3230133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4" name="rc1504"/>
            <p:cNvSpPr/>
            <p:nvPr/>
          </p:nvSpPr>
          <p:spPr>
            <a:xfrm>
              <a:off x="3230133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5" name="rc1505"/>
            <p:cNvSpPr/>
            <p:nvPr/>
          </p:nvSpPr>
          <p:spPr>
            <a:xfrm>
              <a:off x="3230133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6" name="rc1506"/>
            <p:cNvSpPr/>
            <p:nvPr/>
          </p:nvSpPr>
          <p:spPr>
            <a:xfrm>
              <a:off x="3230133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7" name="rc1507"/>
            <p:cNvSpPr/>
            <p:nvPr/>
          </p:nvSpPr>
          <p:spPr>
            <a:xfrm>
              <a:off x="3230133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8" name="rc1508"/>
            <p:cNvSpPr/>
            <p:nvPr/>
          </p:nvSpPr>
          <p:spPr>
            <a:xfrm>
              <a:off x="3230133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9" name="rc1509"/>
            <p:cNvSpPr/>
            <p:nvPr/>
          </p:nvSpPr>
          <p:spPr>
            <a:xfrm>
              <a:off x="3239719" y="2778125"/>
              <a:ext cx="9586" cy="317500"/>
            </a:xfrm>
            <a:prstGeom prst="rect">
              <a:avLst/>
            </a:prstGeom>
            <a:solidFill>
              <a:srgbClr val="DB3B2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0" name="rc1510"/>
            <p:cNvSpPr/>
            <p:nvPr/>
          </p:nvSpPr>
          <p:spPr>
            <a:xfrm>
              <a:off x="3239719" y="3095625"/>
              <a:ext cx="9586" cy="317499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1" name="rc1511"/>
            <p:cNvSpPr/>
            <p:nvPr/>
          </p:nvSpPr>
          <p:spPr>
            <a:xfrm>
              <a:off x="3239719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2" name="rc1512"/>
            <p:cNvSpPr/>
            <p:nvPr/>
          </p:nvSpPr>
          <p:spPr>
            <a:xfrm>
              <a:off x="3239719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3" name="rc1513"/>
            <p:cNvSpPr/>
            <p:nvPr/>
          </p:nvSpPr>
          <p:spPr>
            <a:xfrm>
              <a:off x="3239719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4" name="rc1514"/>
            <p:cNvSpPr/>
            <p:nvPr/>
          </p:nvSpPr>
          <p:spPr>
            <a:xfrm>
              <a:off x="3239719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5" name="rc1515"/>
            <p:cNvSpPr/>
            <p:nvPr/>
          </p:nvSpPr>
          <p:spPr>
            <a:xfrm>
              <a:off x="3239719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6" name="rc1516"/>
            <p:cNvSpPr/>
            <p:nvPr/>
          </p:nvSpPr>
          <p:spPr>
            <a:xfrm>
              <a:off x="3239719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7" name="rc1517"/>
            <p:cNvSpPr/>
            <p:nvPr/>
          </p:nvSpPr>
          <p:spPr>
            <a:xfrm>
              <a:off x="3249306" y="2778125"/>
              <a:ext cx="9586" cy="317500"/>
            </a:xfrm>
            <a:prstGeom prst="rect">
              <a:avLst/>
            </a:prstGeom>
            <a:solidFill>
              <a:srgbClr val="DD403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8" name="rc1518"/>
            <p:cNvSpPr/>
            <p:nvPr/>
          </p:nvSpPr>
          <p:spPr>
            <a:xfrm>
              <a:off x="3249306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9" name="rc1519"/>
            <p:cNvSpPr/>
            <p:nvPr/>
          </p:nvSpPr>
          <p:spPr>
            <a:xfrm>
              <a:off x="3249306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0" name="rc1520"/>
            <p:cNvSpPr/>
            <p:nvPr/>
          </p:nvSpPr>
          <p:spPr>
            <a:xfrm>
              <a:off x="3249306" y="3730625"/>
              <a:ext cx="9586" cy="3175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1" name="rc1521"/>
            <p:cNvSpPr/>
            <p:nvPr/>
          </p:nvSpPr>
          <p:spPr>
            <a:xfrm>
              <a:off x="3249306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2" name="rc1522"/>
            <p:cNvSpPr/>
            <p:nvPr/>
          </p:nvSpPr>
          <p:spPr>
            <a:xfrm>
              <a:off x="3249306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3" name="rc1523"/>
            <p:cNvSpPr/>
            <p:nvPr/>
          </p:nvSpPr>
          <p:spPr>
            <a:xfrm>
              <a:off x="3249306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4" name="rc1524"/>
            <p:cNvSpPr/>
            <p:nvPr/>
          </p:nvSpPr>
          <p:spPr>
            <a:xfrm>
              <a:off x="3249306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5" name="rc1525"/>
            <p:cNvSpPr/>
            <p:nvPr/>
          </p:nvSpPr>
          <p:spPr>
            <a:xfrm>
              <a:off x="3258893" y="2778125"/>
              <a:ext cx="9586" cy="317500"/>
            </a:xfrm>
            <a:prstGeom prst="rect">
              <a:avLst/>
            </a:prstGeom>
            <a:solidFill>
              <a:srgbClr val="DB3B2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6" name="rc1526"/>
            <p:cNvSpPr/>
            <p:nvPr/>
          </p:nvSpPr>
          <p:spPr>
            <a:xfrm>
              <a:off x="3258893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7" name="rc1527"/>
            <p:cNvSpPr/>
            <p:nvPr/>
          </p:nvSpPr>
          <p:spPr>
            <a:xfrm>
              <a:off x="3258893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8" name="rc1528"/>
            <p:cNvSpPr/>
            <p:nvPr/>
          </p:nvSpPr>
          <p:spPr>
            <a:xfrm>
              <a:off x="3258893" y="3730625"/>
              <a:ext cx="9586" cy="3175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9" name="rc1529"/>
            <p:cNvSpPr/>
            <p:nvPr/>
          </p:nvSpPr>
          <p:spPr>
            <a:xfrm>
              <a:off x="3258893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0" name="rc1530"/>
            <p:cNvSpPr/>
            <p:nvPr/>
          </p:nvSpPr>
          <p:spPr>
            <a:xfrm>
              <a:off x="3258893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1" name="rc1531"/>
            <p:cNvSpPr/>
            <p:nvPr/>
          </p:nvSpPr>
          <p:spPr>
            <a:xfrm>
              <a:off x="3258893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2" name="rc1532"/>
            <p:cNvSpPr/>
            <p:nvPr/>
          </p:nvSpPr>
          <p:spPr>
            <a:xfrm>
              <a:off x="3258893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3" name="rc1533"/>
            <p:cNvSpPr/>
            <p:nvPr/>
          </p:nvSpPr>
          <p:spPr>
            <a:xfrm>
              <a:off x="3268480" y="2778125"/>
              <a:ext cx="9586" cy="317500"/>
            </a:xfrm>
            <a:prstGeom prst="rect">
              <a:avLst/>
            </a:prstGeom>
            <a:solidFill>
              <a:srgbClr val="DB3B2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4" name="rc1534"/>
            <p:cNvSpPr/>
            <p:nvPr/>
          </p:nvSpPr>
          <p:spPr>
            <a:xfrm>
              <a:off x="3268480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5" name="rc1535"/>
            <p:cNvSpPr/>
            <p:nvPr/>
          </p:nvSpPr>
          <p:spPr>
            <a:xfrm>
              <a:off x="3268480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6" name="rc1536"/>
            <p:cNvSpPr/>
            <p:nvPr/>
          </p:nvSpPr>
          <p:spPr>
            <a:xfrm>
              <a:off x="3268480" y="3730625"/>
              <a:ext cx="9586" cy="3175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7" name="rc1537"/>
            <p:cNvSpPr/>
            <p:nvPr/>
          </p:nvSpPr>
          <p:spPr>
            <a:xfrm>
              <a:off x="3268480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8" name="rc1538"/>
            <p:cNvSpPr/>
            <p:nvPr/>
          </p:nvSpPr>
          <p:spPr>
            <a:xfrm>
              <a:off x="3268480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9" name="rc1539"/>
            <p:cNvSpPr/>
            <p:nvPr/>
          </p:nvSpPr>
          <p:spPr>
            <a:xfrm>
              <a:off x="3268480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0" name="rc1540"/>
            <p:cNvSpPr/>
            <p:nvPr/>
          </p:nvSpPr>
          <p:spPr>
            <a:xfrm>
              <a:off x="3268480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1" name="rc1541"/>
            <p:cNvSpPr/>
            <p:nvPr/>
          </p:nvSpPr>
          <p:spPr>
            <a:xfrm>
              <a:off x="3278067" y="2778125"/>
              <a:ext cx="9586" cy="317500"/>
            </a:xfrm>
            <a:prstGeom prst="rect">
              <a:avLst/>
            </a:prstGeom>
            <a:solidFill>
              <a:srgbClr val="DB3B2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2" name="rc1542"/>
            <p:cNvSpPr/>
            <p:nvPr/>
          </p:nvSpPr>
          <p:spPr>
            <a:xfrm>
              <a:off x="3278067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3" name="rc1543"/>
            <p:cNvSpPr/>
            <p:nvPr/>
          </p:nvSpPr>
          <p:spPr>
            <a:xfrm>
              <a:off x="3278067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4" name="rc1544"/>
            <p:cNvSpPr/>
            <p:nvPr/>
          </p:nvSpPr>
          <p:spPr>
            <a:xfrm>
              <a:off x="3278067" y="3730625"/>
              <a:ext cx="9586" cy="3175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5" name="rc1545"/>
            <p:cNvSpPr/>
            <p:nvPr/>
          </p:nvSpPr>
          <p:spPr>
            <a:xfrm>
              <a:off x="3278067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6" name="rc1546"/>
            <p:cNvSpPr/>
            <p:nvPr/>
          </p:nvSpPr>
          <p:spPr>
            <a:xfrm>
              <a:off x="3278067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7" name="rc1547"/>
            <p:cNvSpPr/>
            <p:nvPr/>
          </p:nvSpPr>
          <p:spPr>
            <a:xfrm>
              <a:off x="3278067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8" name="rc1548"/>
            <p:cNvSpPr/>
            <p:nvPr/>
          </p:nvSpPr>
          <p:spPr>
            <a:xfrm>
              <a:off x="3278067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9" name="rc1549"/>
            <p:cNvSpPr/>
            <p:nvPr/>
          </p:nvSpPr>
          <p:spPr>
            <a:xfrm>
              <a:off x="3287654" y="2778125"/>
              <a:ext cx="9586" cy="317500"/>
            </a:xfrm>
            <a:prstGeom prst="rect">
              <a:avLst/>
            </a:prstGeom>
            <a:solidFill>
              <a:srgbClr val="DB3B2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0" name="rc1550"/>
            <p:cNvSpPr/>
            <p:nvPr/>
          </p:nvSpPr>
          <p:spPr>
            <a:xfrm>
              <a:off x="3287654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1" name="rc1551"/>
            <p:cNvSpPr/>
            <p:nvPr/>
          </p:nvSpPr>
          <p:spPr>
            <a:xfrm>
              <a:off x="3287654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2" name="rc1552"/>
            <p:cNvSpPr/>
            <p:nvPr/>
          </p:nvSpPr>
          <p:spPr>
            <a:xfrm>
              <a:off x="3287654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3" name="rc1553"/>
            <p:cNvSpPr/>
            <p:nvPr/>
          </p:nvSpPr>
          <p:spPr>
            <a:xfrm>
              <a:off x="3287654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4" name="rc1554"/>
            <p:cNvSpPr/>
            <p:nvPr/>
          </p:nvSpPr>
          <p:spPr>
            <a:xfrm>
              <a:off x="3287654" y="4365625"/>
              <a:ext cx="9586" cy="3175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5" name="rc1555"/>
            <p:cNvSpPr/>
            <p:nvPr/>
          </p:nvSpPr>
          <p:spPr>
            <a:xfrm>
              <a:off x="3287654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6" name="rc1556"/>
            <p:cNvSpPr/>
            <p:nvPr/>
          </p:nvSpPr>
          <p:spPr>
            <a:xfrm>
              <a:off x="3287654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7" name="rc1557"/>
            <p:cNvSpPr/>
            <p:nvPr/>
          </p:nvSpPr>
          <p:spPr>
            <a:xfrm>
              <a:off x="3297241" y="2778125"/>
              <a:ext cx="9586" cy="317500"/>
            </a:xfrm>
            <a:prstGeom prst="rect">
              <a:avLst/>
            </a:prstGeom>
            <a:solidFill>
              <a:srgbClr val="DD403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8" name="rc1558"/>
            <p:cNvSpPr/>
            <p:nvPr/>
          </p:nvSpPr>
          <p:spPr>
            <a:xfrm>
              <a:off x="3297241" y="3095625"/>
              <a:ext cx="9586" cy="317499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9" name="rc1559"/>
            <p:cNvSpPr/>
            <p:nvPr/>
          </p:nvSpPr>
          <p:spPr>
            <a:xfrm>
              <a:off x="3297241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0" name="rc1560"/>
            <p:cNvSpPr/>
            <p:nvPr/>
          </p:nvSpPr>
          <p:spPr>
            <a:xfrm>
              <a:off x="3297241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1" name="rc1561"/>
            <p:cNvSpPr/>
            <p:nvPr/>
          </p:nvSpPr>
          <p:spPr>
            <a:xfrm>
              <a:off x="3297241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2" name="rc1562"/>
            <p:cNvSpPr/>
            <p:nvPr/>
          </p:nvSpPr>
          <p:spPr>
            <a:xfrm>
              <a:off x="3297241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3" name="rc1563"/>
            <p:cNvSpPr/>
            <p:nvPr/>
          </p:nvSpPr>
          <p:spPr>
            <a:xfrm>
              <a:off x="3297241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4" name="rc1564"/>
            <p:cNvSpPr/>
            <p:nvPr/>
          </p:nvSpPr>
          <p:spPr>
            <a:xfrm>
              <a:off x="3297241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5" name="rc1565"/>
            <p:cNvSpPr/>
            <p:nvPr/>
          </p:nvSpPr>
          <p:spPr>
            <a:xfrm>
              <a:off x="3306828" y="2778125"/>
              <a:ext cx="9586" cy="317500"/>
            </a:xfrm>
            <a:prstGeom prst="rect">
              <a:avLst/>
            </a:prstGeom>
            <a:solidFill>
              <a:srgbClr val="DB3B2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6" name="rc1566"/>
            <p:cNvSpPr/>
            <p:nvPr/>
          </p:nvSpPr>
          <p:spPr>
            <a:xfrm>
              <a:off x="3306828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7" name="rc1567"/>
            <p:cNvSpPr/>
            <p:nvPr/>
          </p:nvSpPr>
          <p:spPr>
            <a:xfrm>
              <a:off x="3306828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8" name="rc1568"/>
            <p:cNvSpPr/>
            <p:nvPr/>
          </p:nvSpPr>
          <p:spPr>
            <a:xfrm>
              <a:off x="3306828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9" name="rc1569"/>
            <p:cNvSpPr/>
            <p:nvPr/>
          </p:nvSpPr>
          <p:spPr>
            <a:xfrm>
              <a:off x="3306828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0" name="rc1570"/>
            <p:cNvSpPr/>
            <p:nvPr/>
          </p:nvSpPr>
          <p:spPr>
            <a:xfrm>
              <a:off x="3306828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1" name="rc1571"/>
            <p:cNvSpPr/>
            <p:nvPr/>
          </p:nvSpPr>
          <p:spPr>
            <a:xfrm>
              <a:off x="3306828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2" name="rc1572"/>
            <p:cNvSpPr/>
            <p:nvPr/>
          </p:nvSpPr>
          <p:spPr>
            <a:xfrm>
              <a:off x="3306828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3" name="rc1573"/>
            <p:cNvSpPr/>
            <p:nvPr/>
          </p:nvSpPr>
          <p:spPr>
            <a:xfrm>
              <a:off x="3316415" y="2778125"/>
              <a:ext cx="9586" cy="317500"/>
            </a:xfrm>
            <a:prstGeom prst="rect">
              <a:avLst/>
            </a:prstGeom>
            <a:solidFill>
              <a:srgbClr val="DD403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4" name="rc1574"/>
            <p:cNvSpPr/>
            <p:nvPr/>
          </p:nvSpPr>
          <p:spPr>
            <a:xfrm>
              <a:off x="3316415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5" name="rc1575"/>
            <p:cNvSpPr/>
            <p:nvPr/>
          </p:nvSpPr>
          <p:spPr>
            <a:xfrm>
              <a:off x="3316415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6" name="rc1576"/>
            <p:cNvSpPr/>
            <p:nvPr/>
          </p:nvSpPr>
          <p:spPr>
            <a:xfrm>
              <a:off x="3316415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7" name="rc1577"/>
            <p:cNvSpPr/>
            <p:nvPr/>
          </p:nvSpPr>
          <p:spPr>
            <a:xfrm>
              <a:off x="3316415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8" name="rc1578"/>
            <p:cNvSpPr/>
            <p:nvPr/>
          </p:nvSpPr>
          <p:spPr>
            <a:xfrm>
              <a:off x="3316415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9" name="rc1579"/>
            <p:cNvSpPr/>
            <p:nvPr/>
          </p:nvSpPr>
          <p:spPr>
            <a:xfrm>
              <a:off x="3316415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0" name="rc1580"/>
            <p:cNvSpPr/>
            <p:nvPr/>
          </p:nvSpPr>
          <p:spPr>
            <a:xfrm>
              <a:off x="3316415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1" name="rc1581"/>
            <p:cNvSpPr/>
            <p:nvPr/>
          </p:nvSpPr>
          <p:spPr>
            <a:xfrm>
              <a:off x="3326002" y="2778125"/>
              <a:ext cx="9586" cy="317500"/>
            </a:xfrm>
            <a:prstGeom prst="rect">
              <a:avLst/>
            </a:prstGeom>
            <a:solidFill>
              <a:srgbClr val="DB3B2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2" name="rc1582"/>
            <p:cNvSpPr/>
            <p:nvPr/>
          </p:nvSpPr>
          <p:spPr>
            <a:xfrm>
              <a:off x="3326002" y="3095625"/>
              <a:ext cx="9586" cy="317499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3" name="rc1583"/>
            <p:cNvSpPr/>
            <p:nvPr/>
          </p:nvSpPr>
          <p:spPr>
            <a:xfrm>
              <a:off x="3326002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4" name="rc1584"/>
            <p:cNvSpPr/>
            <p:nvPr/>
          </p:nvSpPr>
          <p:spPr>
            <a:xfrm>
              <a:off x="3326002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5" name="rc1585"/>
            <p:cNvSpPr/>
            <p:nvPr/>
          </p:nvSpPr>
          <p:spPr>
            <a:xfrm>
              <a:off x="3326002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6" name="rc1586"/>
            <p:cNvSpPr/>
            <p:nvPr/>
          </p:nvSpPr>
          <p:spPr>
            <a:xfrm>
              <a:off x="3326002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7" name="rc1587"/>
            <p:cNvSpPr/>
            <p:nvPr/>
          </p:nvSpPr>
          <p:spPr>
            <a:xfrm>
              <a:off x="3326002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8" name="rc1588"/>
            <p:cNvSpPr/>
            <p:nvPr/>
          </p:nvSpPr>
          <p:spPr>
            <a:xfrm>
              <a:off x="3326002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9" name="rc1589"/>
            <p:cNvSpPr/>
            <p:nvPr/>
          </p:nvSpPr>
          <p:spPr>
            <a:xfrm>
              <a:off x="3335589" y="2778125"/>
              <a:ext cx="9586" cy="317500"/>
            </a:xfrm>
            <a:prstGeom prst="rect">
              <a:avLst/>
            </a:prstGeom>
            <a:solidFill>
              <a:srgbClr val="DB3B2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90" name="rc1590"/>
            <p:cNvSpPr/>
            <p:nvPr/>
          </p:nvSpPr>
          <p:spPr>
            <a:xfrm>
              <a:off x="3335589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91" name="rc1591"/>
            <p:cNvSpPr/>
            <p:nvPr/>
          </p:nvSpPr>
          <p:spPr>
            <a:xfrm>
              <a:off x="3335589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92" name="rc1592"/>
            <p:cNvSpPr/>
            <p:nvPr/>
          </p:nvSpPr>
          <p:spPr>
            <a:xfrm>
              <a:off x="3335589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93" name="rc1593"/>
            <p:cNvSpPr/>
            <p:nvPr/>
          </p:nvSpPr>
          <p:spPr>
            <a:xfrm>
              <a:off x="3335589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94" name="rc1594"/>
            <p:cNvSpPr/>
            <p:nvPr/>
          </p:nvSpPr>
          <p:spPr>
            <a:xfrm>
              <a:off x="3335589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95" name="rc1595"/>
            <p:cNvSpPr/>
            <p:nvPr/>
          </p:nvSpPr>
          <p:spPr>
            <a:xfrm>
              <a:off x="3335589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96" name="rc1596"/>
            <p:cNvSpPr/>
            <p:nvPr/>
          </p:nvSpPr>
          <p:spPr>
            <a:xfrm>
              <a:off x="3335589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97" name="rc1597"/>
            <p:cNvSpPr/>
            <p:nvPr/>
          </p:nvSpPr>
          <p:spPr>
            <a:xfrm>
              <a:off x="3345176" y="2778125"/>
              <a:ext cx="9586" cy="317500"/>
            </a:xfrm>
            <a:prstGeom prst="rect">
              <a:avLst/>
            </a:prstGeom>
            <a:solidFill>
              <a:srgbClr val="DF463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98" name="rc1598"/>
            <p:cNvSpPr/>
            <p:nvPr/>
          </p:nvSpPr>
          <p:spPr>
            <a:xfrm>
              <a:off x="3345176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99" name="rc1599"/>
            <p:cNvSpPr/>
            <p:nvPr/>
          </p:nvSpPr>
          <p:spPr>
            <a:xfrm>
              <a:off x="3345176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00" name="rc1600"/>
            <p:cNvSpPr/>
            <p:nvPr/>
          </p:nvSpPr>
          <p:spPr>
            <a:xfrm>
              <a:off x="3345176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01" name="rc1601"/>
            <p:cNvSpPr/>
            <p:nvPr/>
          </p:nvSpPr>
          <p:spPr>
            <a:xfrm>
              <a:off x="3345176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02" name="rc1602"/>
            <p:cNvSpPr/>
            <p:nvPr/>
          </p:nvSpPr>
          <p:spPr>
            <a:xfrm>
              <a:off x="3345176" y="4365625"/>
              <a:ext cx="9586" cy="317500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03" name="rc1603"/>
            <p:cNvSpPr/>
            <p:nvPr/>
          </p:nvSpPr>
          <p:spPr>
            <a:xfrm>
              <a:off x="3345176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04" name="rc1604"/>
            <p:cNvSpPr/>
            <p:nvPr/>
          </p:nvSpPr>
          <p:spPr>
            <a:xfrm>
              <a:off x="3345176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05" name="rc1605"/>
            <p:cNvSpPr/>
            <p:nvPr/>
          </p:nvSpPr>
          <p:spPr>
            <a:xfrm>
              <a:off x="3354763" y="2778125"/>
              <a:ext cx="9586" cy="317500"/>
            </a:xfrm>
            <a:prstGeom prst="rect">
              <a:avLst/>
            </a:prstGeom>
            <a:solidFill>
              <a:srgbClr val="E24C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06" name="rc1606"/>
            <p:cNvSpPr/>
            <p:nvPr/>
          </p:nvSpPr>
          <p:spPr>
            <a:xfrm>
              <a:off x="3354763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07" name="rc1607"/>
            <p:cNvSpPr/>
            <p:nvPr/>
          </p:nvSpPr>
          <p:spPr>
            <a:xfrm>
              <a:off x="3354763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08" name="rc1608"/>
            <p:cNvSpPr/>
            <p:nvPr/>
          </p:nvSpPr>
          <p:spPr>
            <a:xfrm>
              <a:off x="3354763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09" name="rc1609"/>
            <p:cNvSpPr/>
            <p:nvPr/>
          </p:nvSpPr>
          <p:spPr>
            <a:xfrm>
              <a:off x="3354763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10" name="rc1610"/>
            <p:cNvSpPr/>
            <p:nvPr/>
          </p:nvSpPr>
          <p:spPr>
            <a:xfrm>
              <a:off x="3354763" y="4365625"/>
              <a:ext cx="9586" cy="317500"/>
            </a:xfrm>
            <a:prstGeom prst="rect">
              <a:avLst/>
            </a:prstGeom>
            <a:solidFill>
              <a:srgbClr val="5C8BB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11" name="rc1611"/>
            <p:cNvSpPr/>
            <p:nvPr/>
          </p:nvSpPr>
          <p:spPr>
            <a:xfrm>
              <a:off x="3354763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12" name="rc1612"/>
            <p:cNvSpPr/>
            <p:nvPr/>
          </p:nvSpPr>
          <p:spPr>
            <a:xfrm>
              <a:off x="3354763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13" name="rc1613"/>
            <p:cNvSpPr/>
            <p:nvPr/>
          </p:nvSpPr>
          <p:spPr>
            <a:xfrm>
              <a:off x="3364350" y="2778125"/>
              <a:ext cx="9586" cy="317500"/>
            </a:xfrm>
            <a:prstGeom prst="rect">
              <a:avLst/>
            </a:prstGeom>
            <a:solidFill>
              <a:srgbClr val="E4513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14" name="rc1614"/>
            <p:cNvSpPr/>
            <p:nvPr/>
          </p:nvSpPr>
          <p:spPr>
            <a:xfrm>
              <a:off x="3364350" y="3095625"/>
              <a:ext cx="9586" cy="317499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15" name="rc1615"/>
            <p:cNvSpPr/>
            <p:nvPr/>
          </p:nvSpPr>
          <p:spPr>
            <a:xfrm>
              <a:off x="3364350" y="3413125"/>
              <a:ext cx="9586" cy="317500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16" name="rc1616"/>
            <p:cNvSpPr/>
            <p:nvPr/>
          </p:nvSpPr>
          <p:spPr>
            <a:xfrm>
              <a:off x="3364350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17" name="rc1617"/>
            <p:cNvSpPr/>
            <p:nvPr/>
          </p:nvSpPr>
          <p:spPr>
            <a:xfrm>
              <a:off x="3364350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18" name="rc1618"/>
            <p:cNvSpPr/>
            <p:nvPr/>
          </p:nvSpPr>
          <p:spPr>
            <a:xfrm>
              <a:off x="3364350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19" name="rc1619"/>
            <p:cNvSpPr/>
            <p:nvPr/>
          </p:nvSpPr>
          <p:spPr>
            <a:xfrm>
              <a:off x="3364350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20" name="rc1620"/>
            <p:cNvSpPr/>
            <p:nvPr/>
          </p:nvSpPr>
          <p:spPr>
            <a:xfrm>
              <a:off x="3364350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21" name="rc1621"/>
            <p:cNvSpPr/>
            <p:nvPr/>
          </p:nvSpPr>
          <p:spPr>
            <a:xfrm>
              <a:off x="3373937" y="2778125"/>
              <a:ext cx="9586" cy="317500"/>
            </a:xfrm>
            <a:prstGeom prst="rect">
              <a:avLst/>
            </a:prstGeom>
            <a:solidFill>
              <a:srgbClr val="DF463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22" name="rc1622"/>
            <p:cNvSpPr/>
            <p:nvPr/>
          </p:nvSpPr>
          <p:spPr>
            <a:xfrm>
              <a:off x="3373937" y="3095625"/>
              <a:ext cx="9586" cy="317499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23" name="rc1623"/>
            <p:cNvSpPr/>
            <p:nvPr/>
          </p:nvSpPr>
          <p:spPr>
            <a:xfrm>
              <a:off x="3373937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24" name="rc1624"/>
            <p:cNvSpPr/>
            <p:nvPr/>
          </p:nvSpPr>
          <p:spPr>
            <a:xfrm>
              <a:off x="3373937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25" name="rc1625"/>
            <p:cNvSpPr/>
            <p:nvPr/>
          </p:nvSpPr>
          <p:spPr>
            <a:xfrm>
              <a:off x="3373937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26" name="rc1626"/>
            <p:cNvSpPr/>
            <p:nvPr/>
          </p:nvSpPr>
          <p:spPr>
            <a:xfrm>
              <a:off x="3373937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27" name="rc1627"/>
            <p:cNvSpPr/>
            <p:nvPr/>
          </p:nvSpPr>
          <p:spPr>
            <a:xfrm>
              <a:off x="3373937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28" name="rc1628"/>
            <p:cNvSpPr/>
            <p:nvPr/>
          </p:nvSpPr>
          <p:spPr>
            <a:xfrm>
              <a:off x="3373937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29" name="rc1629"/>
            <p:cNvSpPr/>
            <p:nvPr/>
          </p:nvSpPr>
          <p:spPr>
            <a:xfrm>
              <a:off x="3383524" y="2778125"/>
              <a:ext cx="9586" cy="317500"/>
            </a:xfrm>
            <a:prstGeom prst="rect">
              <a:avLst/>
            </a:prstGeom>
            <a:solidFill>
              <a:srgbClr val="E24C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30" name="rc1630"/>
            <p:cNvSpPr/>
            <p:nvPr/>
          </p:nvSpPr>
          <p:spPr>
            <a:xfrm>
              <a:off x="3383524" y="3095625"/>
              <a:ext cx="9586" cy="317499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31" name="rc1631"/>
            <p:cNvSpPr/>
            <p:nvPr/>
          </p:nvSpPr>
          <p:spPr>
            <a:xfrm>
              <a:off x="3383524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32" name="rc1632"/>
            <p:cNvSpPr/>
            <p:nvPr/>
          </p:nvSpPr>
          <p:spPr>
            <a:xfrm>
              <a:off x="3383524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33" name="rc1633"/>
            <p:cNvSpPr/>
            <p:nvPr/>
          </p:nvSpPr>
          <p:spPr>
            <a:xfrm>
              <a:off x="3383524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34" name="rc1634"/>
            <p:cNvSpPr/>
            <p:nvPr/>
          </p:nvSpPr>
          <p:spPr>
            <a:xfrm>
              <a:off x="3383524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35" name="rc1635"/>
            <p:cNvSpPr/>
            <p:nvPr/>
          </p:nvSpPr>
          <p:spPr>
            <a:xfrm>
              <a:off x="3383524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36" name="rc1636"/>
            <p:cNvSpPr/>
            <p:nvPr/>
          </p:nvSpPr>
          <p:spPr>
            <a:xfrm>
              <a:off x="3383524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37" name="rc1637"/>
            <p:cNvSpPr/>
            <p:nvPr/>
          </p:nvSpPr>
          <p:spPr>
            <a:xfrm>
              <a:off x="3393111" y="2778125"/>
              <a:ext cx="9586" cy="317500"/>
            </a:xfrm>
            <a:prstGeom prst="rect">
              <a:avLst/>
            </a:prstGeom>
            <a:solidFill>
              <a:srgbClr val="E24C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38" name="rc1638"/>
            <p:cNvSpPr/>
            <p:nvPr/>
          </p:nvSpPr>
          <p:spPr>
            <a:xfrm>
              <a:off x="3393111" y="3095625"/>
              <a:ext cx="9586" cy="317499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39" name="rc1639"/>
            <p:cNvSpPr/>
            <p:nvPr/>
          </p:nvSpPr>
          <p:spPr>
            <a:xfrm>
              <a:off x="3393111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40" name="rc1640"/>
            <p:cNvSpPr/>
            <p:nvPr/>
          </p:nvSpPr>
          <p:spPr>
            <a:xfrm>
              <a:off x="3393111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41" name="rc1641"/>
            <p:cNvSpPr/>
            <p:nvPr/>
          </p:nvSpPr>
          <p:spPr>
            <a:xfrm>
              <a:off x="3393111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42" name="rc1642"/>
            <p:cNvSpPr/>
            <p:nvPr/>
          </p:nvSpPr>
          <p:spPr>
            <a:xfrm>
              <a:off x="3393111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43" name="rc1643"/>
            <p:cNvSpPr/>
            <p:nvPr/>
          </p:nvSpPr>
          <p:spPr>
            <a:xfrm>
              <a:off x="3393111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44" name="rc1644"/>
            <p:cNvSpPr/>
            <p:nvPr/>
          </p:nvSpPr>
          <p:spPr>
            <a:xfrm>
              <a:off x="3393111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45" name="rc1645"/>
            <p:cNvSpPr/>
            <p:nvPr/>
          </p:nvSpPr>
          <p:spPr>
            <a:xfrm>
              <a:off x="3402698" y="2778125"/>
              <a:ext cx="9586" cy="317500"/>
            </a:xfrm>
            <a:prstGeom prst="rect">
              <a:avLst/>
            </a:prstGeom>
            <a:solidFill>
              <a:srgbClr val="E24C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46" name="rc1646"/>
            <p:cNvSpPr/>
            <p:nvPr/>
          </p:nvSpPr>
          <p:spPr>
            <a:xfrm>
              <a:off x="3402698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47" name="rc1647"/>
            <p:cNvSpPr/>
            <p:nvPr/>
          </p:nvSpPr>
          <p:spPr>
            <a:xfrm>
              <a:off x="3402698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48" name="rc1648"/>
            <p:cNvSpPr/>
            <p:nvPr/>
          </p:nvSpPr>
          <p:spPr>
            <a:xfrm>
              <a:off x="3402698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49" name="rc1649"/>
            <p:cNvSpPr/>
            <p:nvPr/>
          </p:nvSpPr>
          <p:spPr>
            <a:xfrm>
              <a:off x="3402698" y="4048125"/>
              <a:ext cx="9586" cy="317500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50" name="rc1650"/>
            <p:cNvSpPr/>
            <p:nvPr/>
          </p:nvSpPr>
          <p:spPr>
            <a:xfrm>
              <a:off x="3402698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51" name="rc1651"/>
            <p:cNvSpPr/>
            <p:nvPr/>
          </p:nvSpPr>
          <p:spPr>
            <a:xfrm>
              <a:off x="3402698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52" name="rc1652"/>
            <p:cNvSpPr/>
            <p:nvPr/>
          </p:nvSpPr>
          <p:spPr>
            <a:xfrm>
              <a:off x="3402698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53" name="rc1653"/>
            <p:cNvSpPr/>
            <p:nvPr/>
          </p:nvSpPr>
          <p:spPr>
            <a:xfrm>
              <a:off x="3412285" y="2778125"/>
              <a:ext cx="9586" cy="317500"/>
            </a:xfrm>
            <a:prstGeom prst="rect">
              <a:avLst/>
            </a:prstGeom>
            <a:solidFill>
              <a:srgbClr val="DD403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54" name="rc1654"/>
            <p:cNvSpPr/>
            <p:nvPr/>
          </p:nvSpPr>
          <p:spPr>
            <a:xfrm>
              <a:off x="3412285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55" name="rc1655"/>
            <p:cNvSpPr/>
            <p:nvPr/>
          </p:nvSpPr>
          <p:spPr>
            <a:xfrm>
              <a:off x="3412285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56" name="rc1656"/>
            <p:cNvSpPr/>
            <p:nvPr/>
          </p:nvSpPr>
          <p:spPr>
            <a:xfrm>
              <a:off x="3412285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57" name="rc1657"/>
            <p:cNvSpPr/>
            <p:nvPr/>
          </p:nvSpPr>
          <p:spPr>
            <a:xfrm>
              <a:off x="3412285" y="4048125"/>
              <a:ext cx="9586" cy="317500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58" name="rc1658"/>
            <p:cNvSpPr/>
            <p:nvPr/>
          </p:nvSpPr>
          <p:spPr>
            <a:xfrm>
              <a:off x="3412285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59" name="rc1659"/>
            <p:cNvSpPr/>
            <p:nvPr/>
          </p:nvSpPr>
          <p:spPr>
            <a:xfrm>
              <a:off x="3412285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60" name="rc1660"/>
            <p:cNvSpPr/>
            <p:nvPr/>
          </p:nvSpPr>
          <p:spPr>
            <a:xfrm>
              <a:off x="3412285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61" name="rc1661"/>
            <p:cNvSpPr/>
            <p:nvPr/>
          </p:nvSpPr>
          <p:spPr>
            <a:xfrm>
              <a:off x="3421872" y="2778125"/>
              <a:ext cx="9586" cy="317500"/>
            </a:xfrm>
            <a:prstGeom prst="rect">
              <a:avLst/>
            </a:prstGeom>
            <a:solidFill>
              <a:srgbClr val="DD403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62" name="rc1662"/>
            <p:cNvSpPr/>
            <p:nvPr/>
          </p:nvSpPr>
          <p:spPr>
            <a:xfrm>
              <a:off x="3421872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63" name="rc1663"/>
            <p:cNvSpPr/>
            <p:nvPr/>
          </p:nvSpPr>
          <p:spPr>
            <a:xfrm>
              <a:off x="3421872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64" name="rc1664"/>
            <p:cNvSpPr/>
            <p:nvPr/>
          </p:nvSpPr>
          <p:spPr>
            <a:xfrm>
              <a:off x="3421872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65" name="rc1665"/>
            <p:cNvSpPr/>
            <p:nvPr/>
          </p:nvSpPr>
          <p:spPr>
            <a:xfrm>
              <a:off x="3421872" y="4048125"/>
              <a:ext cx="9586" cy="3175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66" name="rc1666"/>
            <p:cNvSpPr/>
            <p:nvPr/>
          </p:nvSpPr>
          <p:spPr>
            <a:xfrm>
              <a:off x="3421872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67" name="rc1667"/>
            <p:cNvSpPr/>
            <p:nvPr/>
          </p:nvSpPr>
          <p:spPr>
            <a:xfrm>
              <a:off x="3421872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68" name="rc1668"/>
            <p:cNvSpPr/>
            <p:nvPr/>
          </p:nvSpPr>
          <p:spPr>
            <a:xfrm>
              <a:off x="3421872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69" name="rc1669"/>
            <p:cNvSpPr/>
            <p:nvPr/>
          </p:nvSpPr>
          <p:spPr>
            <a:xfrm>
              <a:off x="3431459" y="2778125"/>
              <a:ext cx="9586" cy="317500"/>
            </a:xfrm>
            <a:prstGeom prst="rect">
              <a:avLst/>
            </a:prstGeom>
            <a:solidFill>
              <a:srgbClr val="DD403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70" name="rc1670"/>
            <p:cNvSpPr/>
            <p:nvPr/>
          </p:nvSpPr>
          <p:spPr>
            <a:xfrm>
              <a:off x="3431459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71" name="rc1671"/>
            <p:cNvSpPr/>
            <p:nvPr/>
          </p:nvSpPr>
          <p:spPr>
            <a:xfrm>
              <a:off x="3431459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72" name="rc1672"/>
            <p:cNvSpPr/>
            <p:nvPr/>
          </p:nvSpPr>
          <p:spPr>
            <a:xfrm>
              <a:off x="3431459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73" name="rc1673"/>
            <p:cNvSpPr/>
            <p:nvPr/>
          </p:nvSpPr>
          <p:spPr>
            <a:xfrm>
              <a:off x="3431459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74" name="rc1674"/>
            <p:cNvSpPr/>
            <p:nvPr/>
          </p:nvSpPr>
          <p:spPr>
            <a:xfrm>
              <a:off x="3431459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75" name="rc1675"/>
            <p:cNvSpPr/>
            <p:nvPr/>
          </p:nvSpPr>
          <p:spPr>
            <a:xfrm>
              <a:off x="3431459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76" name="rc1676"/>
            <p:cNvSpPr/>
            <p:nvPr/>
          </p:nvSpPr>
          <p:spPr>
            <a:xfrm>
              <a:off x="3431459" y="5000625"/>
              <a:ext cx="9586" cy="317500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77" name="rc1677"/>
            <p:cNvSpPr/>
            <p:nvPr/>
          </p:nvSpPr>
          <p:spPr>
            <a:xfrm>
              <a:off x="3441045" y="2778125"/>
              <a:ext cx="9586" cy="317500"/>
            </a:xfrm>
            <a:prstGeom prst="rect">
              <a:avLst/>
            </a:prstGeom>
            <a:solidFill>
              <a:srgbClr val="DB3B2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78" name="rc1678"/>
            <p:cNvSpPr/>
            <p:nvPr/>
          </p:nvSpPr>
          <p:spPr>
            <a:xfrm>
              <a:off x="3441045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79" name="rc1679"/>
            <p:cNvSpPr/>
            <p:nvPr/>
          </p:nvSpPr>
          <p:spPr>
            <a:xfrm>
              <a:off x="3441045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80" name="rc1680"/>
            <p:cNvSpPr/>
            <p:nvPr/>
          </p:nvSpPr>
          <p:spPr>
            <a:xfrm>
              <a:off x="3441045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81" name="rc1681"/>
            <p:cNvSpPr/>
            <p:nvPr/>
          </p:nvSpPr>
          <p:spPr>
            <a:xfrm>
              <a:off x="3441045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82" name="rc1682"/>
            <p:cNvSpPr/>
            <p:nvPr/>
          </p:nvSpPr>
          <p:spPr>
            <a:xfrm>
              <a:off x="3441045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83" name="rc1683"/>
            <p:cNvSpPr/>
            <p:nvPr/>
          </p:nvSpPr>
          <p:spPr>
            <a:xfrm>
              <a:off x="3441045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84" name="rc1684"/>
            <p:cNvSpPr/>
            <p:nvPr/>
          </p:nvSpPr>
          <p:spPr>
            <a:xfrm>
              <a:off x="3441045" y="5000625"/>
              <a:ext cx="9586" cy="3175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85" name="rc1685"/>
            <p:cNvSpPr/>
            <p:nvPr/>
          </p:nvSpPr>
          <p:spPr>
            <a:xfrm>
              <a:off x="3450632" y="2778125"/>
              <a:ext cx="9586" cy="317500"/>
            </a:xfrm>
            <a:prstGeom prst="rect">
              <a:avLst/>
            </a:prstGeom>
            <a:solidFill>
              <a:srgbClr val="E4513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86" name="rc1686"/>
            <p:cNvSpPr/>
            <p:nvPr/>
          </p:nvSpPr>
          <p:spPr>
            <a:xfrm>
              <a:off x="3450632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87" name="rc1687"/>
            <p:cNvSpPr/>
            <p:nvPr/>
          </p:nvSpPr>
          <p:spPr>
            <a:xfrm>
              <a:off x="3450632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88" name="rc1688"/>
            <p:cNvSpPr/>
            <p:nvPr/>
          </p:nvSpPr>
          <p:spPr>
            <a:xfrm>
              <a:off x="3450632" y="3730625"/>
              <a:ext cx="9586" cy="3175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89" name="rc1689"/>
            <p:cNvSpPr/>
            <p:nvPr/>
          </p:nvSpPr>
          <p:spPr>
            <a:xfrm>
              <a:off x="3450632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90" name="rc1690"/>
            <p:cNvSpPr/>
            <p:nvPr/>
          </p:nvSpPr>
          <p:spPr>
            <a:xfrm>
              <a:off x="3450632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91" name="rc1691"/>
            <p:cNvSpPr/>
            <p:nvPr/>
          </p:nvSpPr>
          <p:spPr>
            <a:xfrm>
              <a:off x="3450632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92" name="rc1692"/>
            <p:cNvSpPr/>
            <p:nvPr/>
          </p:nvSpPr>
          <p:spPr>
            <a:xfrm>
              <a:off x="3450632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93" name="rc1693"/>
            <p:cNvSpPr/>
            <p:nvPr/>
          </p:nvSpPr>
          <p:spPr>
            <a:xfrm>
              <a:off x="3460219" y="2778125"/>
              <a:ext cx="9586" cy="317500"/>
            </a:xfrm>
            <a:prstGeom prst="rect">
              <a:avLst/>
            </a:prstGeom>
            <a:solidFill>
              <a:srgbClr val="DF463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94" name="rc1694"/>
            <p:cNvSpPr/>
            <p:nvPr/>
          </p:nvSpPr>
          <p:spPr>
            <a:xfrm>
              <a:off x="3460219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95" name="rc1695"/>
            <p:cNvSpPr/>
            <p:nvPr/>
          </p:nvSpPr>
          <p:spPr>
            <a:xfrm>
              <a:off x="3460219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96" name="rc1696"/>
            <p:cNvSpPr/>
            <p:nvPr/>
          </p:nvSpPr>
          <p:spPr>
            <a:xfrm>
              <a:off x="3460219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97" name="rc1697"/>
            <p:cNvSpPr/>
            <p:nvPr/>
          </p:nvSpPr>
          <p:spPr>
            <a:xfrm>
              <a:off x="3460219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98" name="rc1698"/>
            <p:cNvSpPr/>
            <p:nvPr/>
          </p:nvSpPr>
          <p:spPr>
            <a:xfrm>
              <a:off x="3460219" y="4365625"/>
              <a:ext cx="9586" cy="3175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99" name="rc1699"/>
            <p:cNvSpPr/>
            <p:nvPr/>
          </p:nvSpPr>
          <p:spPr>
            <a:xfrm>
              <a:off x="3460219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00" name="rc1700"/>
            <p:cNvSpPr/>
            <p:nvPr/>
          </p:nvSpPr>
          <p:spPr>
            <a:xfrm>
              <a:off x="3460219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01" name="rc1701"/>
            <p:cNvSpPr/>
            <p:nvPr/>
          </p:nvSpPr>
          <p:spPr>
            <a:xfrm>
              <a:off x="3469806" y="2778125"/>
              <a:ext cx="9586" cy="317500"/>
            </a:xfrm>
            <a:prstGeom prst="rect">
              <a:avLst/>
            </a:prstGeom>
            <a:solidFill>
              <a:srgbClr val="DF463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02" name="rc1702"/>
            <p:cNvSpPr/>
            <p:nvPr/>
          </p:nvSpPr>
          <p:spPr>
            <a:xfrm>
              <a:off x="3469806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03" name="rc1703"/>
            <p:cNvSpPr/>
            <p:nvPr/>
          </p:nvSpPr>
          <p:spPr>
            <a:xfrm>
              <a:off x="3469806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04" name="rc1704"/>
            <p:cNvSpPr/>
            <p:nvPr/>
          </p:nvSpPr>
          <p:spPr>
            <a:xfrm>
              <a:off x="3469806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05" name="rc1705"/>
            <p:cNvSpPr/>
            <p:nvPr/>
          </p:nvSpPr>
          <p:spPr>
            <a:xfrm>
              <a:off x="3469806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06" name="rc1706"/>
            <p:cNvSpPr/>
            <p:nvPr/>
          </p:nvSpPr>
          <p:spPr>
            <a:xfrm>
              <a:off x="3469806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07" name="rc1707"/>
            <p:cNvSpPr/>
            <p:nvPr/>
          </p:nvSpPr>
          <p:spPr>
            <a:xfrm>
              <a:off x="3469806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08" name="rc1708"/>
            <p:cNvSpPr/>
            <p:nvPr/>
          </p:nvSpPr>
          <p:spPr>
            <a:xfrm>
              <a:off x="3469806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09" name="rc1709"/>
            <p:cNvSpPr/>
            <p:nvPr/>
          </p:nvSpPr>
          <p:spPr>
            <a:xfrm>
              <a:off x="3479393" y="2778125"/>
              <a:ext cx="9586" cy="317500"/>
            </a:xfrm>
            <a:prstGeom prst="rect">
              <a:avLst/>
            </a:prstGeom>
            <a:solidFill>
              <a:srgbClr val="E24C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10" name="rc1710"/>
            <p:cNvSpPr/>
            <p:nvPr/>
          </p:nvSpPr>
          <p:spPr>
            <a:xfrm>
              <a:off x="3479393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11" name="rc1711"/>
            <p:cNvSpPr/>
            <p:nvPr/>
          </p:nvSpPr>
          <p:spPr>
            <a:xfrm>
              <a:off x="3479393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12" name="rc1712"/>
            <p:cNvSpPr/>
            <p:nvPr/>
          </p:nvSpPr>
          <p:spPr>
            <a:xfrm>
              <a:off x="3479393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13" name="rc1713"/>
            <p:cNvSpPr/>
            <p:nvPr/>
          </p:nvSpPr>
          <p:spPr>
            <a:xfrm>
              <a:off x="3479393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14" name="rc1714"/>
            <p:cNvSpPr/>
            <p:nvPr/>
          </p:nvSpPr>
          <p:spPr>
            <a:xfrm>
              <a:off x="3479393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15" name="rc1715"/>
            <p:cNvSpPr/>
            <p:nvPr/>
          </p:nvSpPr>
          <p:spPr>
            <a:xfrm>
              <a:off x="3479393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16" name="rc1716"/>
            <p:cNvSpPr/>
            <p:nvPr/>
          </p:nvSpPr>
          <p:spPr>
            <a:xfrm>
              <a:off x="3479393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17" name="rc1717"/>
            <p:cNvSpPr/>
            <p:nvPr/>
          </p:nvSpPr>
          <p:spPr>
            <a:xfrm>
              <a:off x="3488980" y="2778125"/>
              <a:ext cx="9586" cy="317500"/>
            </a:xfrm>
            <a:prstGeom prst="rect">
              <a:avLst/>
            </a:prstGeom>
            <a:solidFill>
              <a:srgbClr val="ED68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18" name="rc1718"/>
            <p:cNvSpPr/>
            <p:nvPr/>
          </p:nvSpPr>
          <p:spPr>
            <a:xfrm>
              <a:off x="3488980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19" name="rc1719"/>
            <p:cNvSpPr/>
            <p:nvPr/>
          </p:nvSpPr>
          <p:spPr>
            <a:xfrm>
              <a:off x="3488980" y="3413125"/>
              <a:ext cx="9586" cy="317500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20" name="rc1720"/>
            <p:cNvSpPr/>
            <p:nvPr/>
          </p:nvSpPr>
          <p:spPr>
            <a:xfrm>
              <a:off x="3488980" y="3730625"/>
              <a:ext cx="9586" cy="3175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21" name="rc1721"/>
            <p:cNvSpPr/>
            <p:nvPr/>
          </p:nvSpPr>
          <p:spPr>
            <a:xfrm>
              <a:off x="3488980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22" name="rc1722"/>
            <p:cNvSpPr/>
            <p:nvPr/>
          </p:nvSpPr>
          <p:spPr>
            <a:xfrm>
              <a:off x="3488980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23" name="rc1723"/>
            <p:cNvSpPr/>
            <p:nvPr/>
          </p:nvSpPr>
          <p:spPr>
            <a:xfrm>
              <a:off x="3488980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24" name="rc1724"/>
            <p:cNvSpPr/>
            <p:nvPr/>
          </p:nvSpPr>
          <p:spPr>
            <a:xfrm>
              <a:off x="3488980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25" name="rc1725"/>
            <p:cNvSpPr/>
            <p:nvPr/>
          </p:nvSpPr>
          <p:spPr>
            <a:xfrm>
              <a:off x="3498567" y="2778125"/>
              <a:ext cx="9586" cy="317500"/>
            </a:xfrm>
            <a:prstGeom prst="rect">
              <a:avLst/>
            </a:prstGeom>
            <a:solidFill>
              <a:srgbClr val="EB62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26" name="rc1726"/>
            <p:cNvSpPr/>
            <p:nvPr/>
          </p:nvSpPr>
          <p:spPr>
            <a:xfrm>
              <a:off x="3498567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27" name="rc1727"/>
            <p:cNvSpPr/>
            <p:nvPr/>
          </p:nvSpPr>
          <p:spPr>
            <a:xfrm>
              <a:off x="3498567" y="3413125"/>
              <a:ext cx="9586" cy="317500"/>
            </a:xfrm>
            <a:prstGeom prst="rect">
              <a:avLst/>
            </a:prstGeom>
            <a:solidFill>
              <a:srgbClr val="6998C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28" name="rc1728"/>
            <p:cNvSpPr/>
            <p:nvPr/>
          </p:nvSpPr>
          <p:spPr>
            <a:xfrm>
              <a:off x="3498567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29" name="rc1729"/>
            <p:cNvSpPr/>
            <p:nvPr/>
          </p:nvSpPr>
          <p:spPr>
            <a:xfrm>
              <a:off x="3498567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30" name="rc1730"/>
            <p:cNvSpPr/>
            <p:nvPr/>
          </p:nvSpPr>
          <p:spPr>
            <a:xfrm>
              <a:off x="3498567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31" name="rc1731"/>
            <p:cNvSpPr/>
            <p:nvPr/>
          </p:nvSpPr>
          <p:spPr>
            <a:xfrm>
              <a:off x="3498567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32" name="rc1732"/>
            <p:cNvSpPr/>
            <p:nvPr/>
          </p:nvSpPr>
          <p:spPr>
            <a:xfrm>
              <a:off x="3498567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33" name="rc1733"/>
            <p:cNvSpPr/>
            <p:nvPr/>
          </p:nvSpPr>
          <p:spPr>
            <a:xfrm>
              <a:off x="3508154" y="2778125"/>
              <a:ext cx="9586" cy="317500"/>
            </a:xfrm>
            <a:prstGeom prst="rect">
              <a:avLst/>
            </a:prstGeom>
            <a:solidFill>
              <a:srgbClr val="ED68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34" name="rc1734"/>
            <p:cNvSpPr/>
            <p:nvPr/>
          </p:nvSpPr>
          <p:spPr>
            <a:xfrm>
              <a:off x="3508154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35" name="rc1735"/>
            <p:cNvSpPr/>
            <p:nvPr/>
          </p:nvSpPr>
          <p:spPr>
            <a:xfrm>
              <a:off x="3508154" y="3413125"/>
              <a:ext cx="9586" cy="317500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36" name="rc1736"/>
            <p:cNvSpPr/>
            <p:nvPr/>
          </p:nvSpPr>
          <p:spPr>
            <a:xfrm>
              <a:off x="3508154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37" name="rc1737"/>
            <p:cNvSpPr/>
            <p:nvPr/>
          </p:nvSpPr>
          <p:spPr>
            <a:xfrm>
              <a:off x="3508154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38" name="rc1738"/>
            <p:cNvSpPr/>
            <p:nvPr/>
          </p:nvSpPr>
          <p:spPr>
            <a:xfrm>
              <a:off x="3508154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39" name="rc1739"/>
            <p:cNvSpPr/>
            <p:nvPr/>
          </p:nvSpPr>
          <p:spPr>
            <a:xfrm>
              <a:off x="3508154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40" name="rc1740"/>
            <p:cNvSpPr/>
            <p:nvPr/>
          </p:nvSpPr>
          <p:spPr>
            <a:xfrm>
              <a:off x="3508154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41" name="rc1741"/>
            <p:cNvSpPr/>
            <p:nvPr/>
          </p:nvSpPr>
          <p:spPr>
            <a:xfrm>
              <a:off x="3517741" y="2778125"/>
              <a:ext cx="9586" cy="317500"/>
            </a:xfrm>
            <a:prstGeom prst="rect">
              <a:avLst/>
            </a:prstGeom>
            <a:solidFill>
              <a:srgbClr val="E24C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42" name="rc1742"/>
            <p:cNvSpPr/>
            <p:nvPr/>
          </p:nvSpPr>
          <p:spPr>
            <a:xfrm>
              <a:off x="3517741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43" name="rc1743"/>
            <p:cNvSpPr/>
            <p:nvPr/>
          </p:nvSpPr>
          <p:spPr>
            <a:xfrm>
              <a:off x="3517741" y="3413125"/>
              <a:ext cx="9586" cy="317500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44" name="rc1744"/>
            <p:cNvSpPr/>
            <p:nvPr/>
          </p:nvSpPr>
          <p:spPr>
            <a:xfrm>
              <a:off x="3517741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45" name="rc1745"/>
            <p:cNvSpPr/>
            <p:nvPr/>
          </p:nvSpPr>
          <p:spPr>
            <a:xfrm>
              <a:off x="3517741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46" name="rc1746"/>
            <p:cNvSpPr/>
            <p:nvPr/>
          </p:nvSpPr>
          <p:spPr>
            <a:xfrm>
              <a:off x="3517741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47" name="rc1747"/>
            <p:cNvSpPr/>
            <p:nvPr/>
          </p:nvSpPr>
          <p:spPr>
            <a:xfrm>
              <a:off x="3517741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48" name="rc1748"/>
            <p:cNvSpPr/>
            <p:nvPr/>
          </p:nvSpPr>
          <p:spPr>
            <a:xfrm>
              <a:off x="3517741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49" name="rc1749"/>
            <p:cNvSpPr/>
            <p:nvPr/>
          </p:nvSpPr>
          <p:spPr>
            <a:xfrm>
              <a:off x="3527328" y="2778125"/>
              <a:ext cx="9586" cy="317500"/>
            </a:xfrm>
            <a:prstGeom prst="rect">
              <a:avLst/>
            </a:prstGeom>
            <a:solidFill>
              <a:srgbClr val="E6573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50" name="rc1750"/>
            <p:cNvSpPr/>
            <p:nvPr/>
          </p:nvSpPr>
          <p:spPr>
            <a:xfrm>
              <a:off x="3527328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51" name="rc1751"/>
            <p:cNvSpPr/>
            <p:nvPr/>
          </p:nvSpPr>
          <p:spPr>
            <a:xfrm>
              <a:off x="3527328" y="3413125"/>
              <a:ext cx="9586" cy="317500"/>
            </a:xfrm>
            <a:prstGeom prst="rect">
              <a:avLst/>
            </a:prstGeom>
            <a:solidFill>
              <a:srgbClr val="608FC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52" name="rc1752"/>
            <p:cNvSpPr/>
            <p:nvPr/>
          </p:nvSpPr>
          <p:spPr>
            <a:xfrm>
              <a:off x="3527328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53" name="rc1753"/>
            <p:cNvSpPr/>
            <p:nvPr/>
          </p:nvSpPr>
          <p:spPr>
            <a:xfrm>
              <a:off x="3527328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54" name="rc1754"/>
            <p:cNvSpPr/>
            <p:nvPr/>
          </p:nvSpPr>
          <p:spPr>
            <a:xfrm>
              <a:off x="3527328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55" name="rc1755"/>
            <p:cNvSpPr/>
            <p:nvPr/>
          </p:nvSpPr>
          <p:spPr>
            <a:xfrm>
              <a:off x="3527328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56" name="rc1756"/>
            <p:cNvSpPr/>
            <p:nvPr/>
          </p:nvSpPr>
          <p:spPr>
            <a:xfrm>
              <a:off x="3527328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57" name="rc1757"/>
            <p:cNvSpPr/>
            <p:nvPr/>
          </p:nvSpPr>
          <p:spPr>
            <a:xfrm>
              <a:off x="3536915" y="2778125"/>
              <a:ext cx="9586" cy="317500"/>
            </a:xfrm>
            <a:prstGeom prst="rect">
              <a:avLst/>
            </a:prstGeom>
            <a:solidFill>
              <a:srgbClr val="E6573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58" name="rc1758"/>
            <p:cNvSpPr/>
            <p:nvPr/>
          </p:nvSpPr>
          <p:spPr>
            <a:xfrm>
              <a:off x="3536915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59" name="rc1759"/>
            <p:cNvSpPr/>
            <p:nvPr/>
          </p:nvSpPr>
          <p:spPr>
            <a:xfrm>
              <a:off x="3536915" y="3413125"/>
              <a:ext cx="9586" cy="317500"/>
            </a:xfrm>
            <a:prstGeom prst="rect">
              <a:avLst/>
            </a:prstGeom>
            <a:solidFill>
              <a:srgbClr val="608FC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60" name="rc1760"/>
            <p:cNvSpPr/>
            <p:nvPr/>
          </p:nvSpPr>
          <p:spPr>
            <a:xfrm>
              <a:off x="3536915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61" name="rc1761"/>
            <p:cNvSpPr/>
            <p:nvPr/>
          </p:nvSpPr>
          <p:spPr>
            <a:xfrm>
              <a:off x="3536915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62" name="rc1762"/>
            <p:cNvSpPr/>
            <p:nvPr/>
          </p:nvSpPr>
          <p:spPr>
            <a:xfrm>
              <a:off x="3536915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63" name="rc1763"/>
            <p:cNvSpPr/>
            <p:nvPr/>
          </p:nvSpPr>
          <p:spPr>
            <a:xfrm>
              <a:off x="3536915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64" name="rc1764"/>
            <p:cNvSpPr/>
            <p:nvPr/>
          </p:nvSpPr>
          <p:spPr>
            <a:xfrm>
              <a:off x="3536915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65" name="rc1765"/>
            <p:cNvSpPr/>
            <p:nvPr/>
          </p:nvSpPr>
          <p:spPr>
            <a:xfrm>
              <a:off x="3546502" y="2778125"/>
              <a:ext cx="9586" cy="317500"/>
            </a:xfrm>
            <a:prstGeom prst="rect">
              <a:avLst/>
            </a:prstGeom>
            <a:solidFill>
              <a:srgbClr val="E6573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66" name="rc1766"/>
            <p:cNvSpPr/>
            <p:nvPr/>
          </p:nvSpPr>
          <p:spPr>
            <a:xfrm>
              <a:off x="3546502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67" name="rc1767"/>
            <p:cNvSpPr/>
            <p:nvPr/>
          </p:nvSpPr>
          <p:spPr>
            <a:xfrm>
              <a:off x="3546502" y="3413125"/>
              <a:ext cx="9586" cy="317500"/>
            </a:xfrm>
            <a:prstGeom prst="rect">
              <a:avLst/>
            </a:prstGeom>
            <a:solidFill>
              <a:srgbClr val="608FC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68" name="rc1768"/>
            <p:cNvSpPr/>
            <p:nvPr/>
          </p:nvSpPr>
          <p:spPr>
            <a:xfrm>
              <a:off x="3546502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69" name="rc1769"/>
            <p:cNvSpPr/>
            <p:nvPr/>
          </p:nvSpPr>
          <p:spPr>
            <a:xfrm>
              <a:off x="3546502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70" name="rc1770"/>
            <p:cNvSpPr/>
            <p:nvPr/>
          </p:nvSpPr>
          <p:spPr>
            <a:xfrm>
              <a:off x="3546502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71" name="rc1771"/>
            <p:cNvSpPr/>
            <p:nvPr/>
          </p:nvSpPr>
          <p:spPr>
            <a:xfrm>
              <a:off x="3546502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72" name="rc1772"/>
            <p:cNvSpPr/>
            <p:nvPr/>
          </p:nvSpPr>
          <p:spPr>
            <a:xfrm>
              <a:off x="3546502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73" name="rc1773"/>
            <p:cNvSpPr/>
            <p:nvPr/>
          </p:nvSpPr>
          <p:spPr>
            <a:xfrm>
              <a:off x="3556089" y="2778125"/>
              <a:ext cx="9586" cy="317500"/>
            </a:xfrm>
            <a:prstGeom prst="rect">
              <a:avLst/>
            </a:prstGeom>
            <a:solidFill>
              <a:srgbClr val="F17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74" name="rc1774"/>
            <p:cNvSpPr/>
            <p:nvPr/>
          </p:nvSpPr>
          <p:spPr>
            <a:xfrm>
              <a:off x="3556089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75" name="rc1775"/>
            <p:cNvSpPr/>
            <p:nvPr/>
          </p:nvSpPr>
          <p:spPr>
            <a:xfrm>
              <a:off x="3556089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76" name="rc1776"/>
            <p:cNvSpPr/>
            <p:nvPr/>
          </p:nvSpPr>
          <p:spPr>
            <a:xfrm>
              <a:off x="3556089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77" name="rc1777"/>
            <p:cNvSpPr/>
            <p:nvPr/>
          </p:nvSpPr>
          <p:spPr>
            <a:xfrm>
              <a:off x="3556089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78" name="rc1778"/>
            <p:cNvSpPr/>
            <p:nvPr/>
          </p:nvSpPr>
          <p:spPr>
            <a:xfrm>
              <a:off x="3556089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79" name="rc1779"/>
            <p:cNvSpPr/>
            <p:nvPr/>
          </p:nvSpPr>
          <p:spPr>
            <a:xfrm>
              <a:off x="3556089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80" name="rc1780"/>
            <p:cNvSpPr/>
            <p:nvPr/>
          </p:nvSpPr>
          <p:spPr>
            <a:xfrm>
              <a:off x="3556089" y="5000625"/>
              <a:ext cx="9586" cy="317500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81" name="rc1781"/>
            <p:cNvSpPr/>
            <p:nvPr/>
          </p:nvSpPr>
          <p:spPr>
            <a:xfrm>
              <a:off x="3565676" y="2778125"/>
              <a:ext cx="9586" cy="317500"/>
            </a:xfrm>
            <a:prstGeom prst="rect">
              <a:avLst/>
            </a:prstGeom>
            <a:solidFill>
              <a:srgbClr val="E24C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82" name="rc1782"/>
            <p:cNvSpPr/>
            <p:nvPr/>
          </p:nvSpPr>
          <p:spPr>
            <a:xfrm>
              <a:off x="3565676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83" name="rc1783"/>
            <p:cNvSpPr/>
            <p:nvPr/>
          </p:nvSpPr>
          <p:spPr>
            <a:xfrm>
              <a:off x="3565676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84" name="rc1784"/>
            <p:cNvSpPr/>
            <p:nvPr/>
          </p:nvSpPr>
          <p:spPr>
            <a:xfrm>
              <a:off x="3565676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85" name="rc1785"/>
            <p:cNvSpPr/>
            <p:nvPr/>
          </p:nvSpPr>
          <p:spPr>
            <a:xfrm>
              <a:off x="3565676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86" name="rc1786"/>
            <p:cNvSpPr/>
            <p:nvPr/>
          </p:nvSpPr>
          <p:spPr>
            <a:xfrm>
              <a:off x="3565676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87" name="rc1787"/>
            <p:cNvSpPr/>
            <p:nvPr/>
          </p:nvSpPr>
          <p:spPr>
            <a:xfrm>
              <a:off x="3565676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88" name="rc1788"/>
            <p:cNvSpPr/>
            <p:nvPr/>
          </p:nvSpPr>
          <p:spPr>
            <a:xfrm>
              <a:off x="3565676" y="5000625"/>
              <a:ext cx="9586" cy="317500"/>
            </a:xfrm>
            <a:prstGeom prst="rect">
              <a:avLst/>
            </a:prstGeom>
            <a:solidFill>
              <a:srgbClr val="5C8BB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89" name="rc1789"/>
            <p:cNvSpPr/>
            <p:nvPr/>
          </p:nvSpPr>
          <p:spPr>
            <a:xfrm>
              <a:off x="3575263" y="2778125"/>
              <a:ext cx="9586" cy="317500"/>
            </a:xfrm>
            <a:prstGeom prst="rect">
              <a:avLst/>
            </a:prstGeom>
            <a:solidFill>
              <a:srgbClr val="E85D3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90" name="rc1790"/>
            <p:cNvSpPr/>
            <p:nvPr/>
          </p:nvSpPr>
          <p:spPr>
            <a:xfrm>
              <a:off x="3575263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91" name="rc1791"/>
            <p:cNvSpPr/>
            <p:nvPr/>
          </p:nvSpPr>
          <p:spPr>
            <a:xfrm>
              <a:off x="3575263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92" name="rc1792"/>
            <p:cNvSpPr/>
            <p:nvPr/>
          </p:nvSpPr>
          <p:spPr>
            <a:xfrm>
              <a:off x="3575263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93" name="rc1793"/>
            <p:cNvSpPr/>
            <p:nvPr/>
          </p:nvSpPr>
          <p:spPr>
            <a:xfrm>
              <a:off x="3575263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94" name="rc1794"/>
            <p:cNvSpPr/>
            <p:nvPr/>
          </p:nvSpPr>
          <p:spPr>
            <a:xfrm>
              <a:off x="3575263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95" name="rc1795"/>
            <p:cNvSpPr/>
            <p:nvPr/>
          </p:nvSpPr>
          <p:spPr>
            <a:xfrm>
              <a:off x="3575263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96" name="rc1796"/>
            <p:cNvSpPr/>
            <p:nvPr/>
          </p:nvSpPr>
          <p:spPr>
            <a:xfrm>
              <a:off x="3575263" y="5000625"/>
              <a:ext cx="9586" cy="317500"/>
            </a:xfrm>
            <a:prstGeom prst="rect">
              <a:avLst/>
            </a:prstGeom>
            <a:solidFill>
              <a:srgbClr val="608FC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97" name="rc1797"/>
            <p:cNvSpPr/>
            <p:nvPr/>
          </p:nvSpPr>
          <p:spPr>
            <a:xfrm>
              <a:off x="3584850" y="2778125"/>
              <a:ext cx="9586" cy="317500"/>
            </a:xfrm>
            <a:prstGeom prst="rect">
              <a:avLst/>
            </a:prstGeom>
            <a:solidFill>
              <a:srgbClr val="EB62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98" name="rc1798"/>
            <p:cNvSpPr/>
            <p:nvPr/>
          </p:nvSpPr>
          <p:spPr>
            <a:xfrm>
              <a:off x="3584850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99" name="rc1799"/>
            <p:cNvSpPr/>
            <p:nvPr/>
          </p:nvSpPr>
          <p:spPr>
            <a:xfrm>
              <a:off x="3584850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00" name="rc1800"/>
            <p:cNvSpPr/>
            <p:nvPr/>
          </p:nvSpPr>
          <p:spPr>
            <a:xfrm>
              <a:off x="3584850" y="3730625"/>
              <a:ext cx="9586" cy="317500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01" name="rc1801"/>
            <p:cNvSpPr/>
            <p:nvPr/>
          </p:nvSpPr>
          <p:spPr>
            <a:xfrm>
              <a:off x="3584850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02" name="rc1802"/>
            <p:cNvSpPr/>
            <p:nvPr/>
          </p:nvSpPr>
          <p:spPr>
            <a:xfrm>
              <a:off x="3584850" y="4365625"/>
              <a:ext cx="9586" cy="3175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03" name="rc1803"/>
            <p:cNvSpPr/>
            <p:nvPr/>
          </p:nvSpPr>
          <p:spPr>
            <a:xfrm>
              <a:off x="3584850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04" name="rc1804"/>
            <p:cNvSpPr/>
            <p:nvPr/>
          </p:nvSpPr>
          <p:spPr>
            <a:xfrm>
              <a:off x="3584850" y="5000625"/>
              <a:ext cx="9586" cy="3175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05" name="rc1805"/>
            <p:cNvSpPr/>
            <p:nvPr/>
          </p:nvSpPr>
          <p:spPr>
            <a:xfrm>
              <a:off x="3594437" y="2778125"/>
              <a:ext cx="9586" cy="317500"/>
            </a:xfrm>
            <a:prstGeom prst="rect">
              <a:avLst/>
            </a:prstGeom>
            <a:solidFill>
              <a:srgbClr val="DF463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06" name="rc1806"/>
            <p:cNvSpPr/>
            <p:nvPr/>
          </p:nvSpPr>
          <p:spPr>
            <a:xfrm>
              <a:off x="3594437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07" name="rc1807"/>
            <p:cNvSpPr/>
            <p:nvPr/>
          </p:nvSpPr>
          <p:spPr>
            <a:xfrm>
              <a:off x="3594437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08" name="rc1808"/>
            <p:cNvSpPr/>
            <p:nvPr/>
          </p:nvSpPr>
          <p:spPr>
            <a:xfrm>
              <a:off x="3594437" y="3730625"/>
              <a:ext cx="9586" cy="317500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09" name="rc1809"/>
            <p:cNvSpPr/>
            <p:nvPr/>
          </p:nvSpPr>
          <p:spPr>
            <a:xfrm>
              <a:off x="3594437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10" name="rc1810"/>
            <p:cNvSpPr/>
            <p:nvPr/>
          </p:nvSpPr>
          <p:spPr>
            <a:xfrm>
              <a:off x="3594437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11" name="rc1811"/>
            <p:cNvSpPr/>
            <p:nvPr/>
          </p:nvSpPr>
          <p:spPr>
            <a:xfrm>
              <a:off x="3594437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12" name="rc1812"/>
            <p:cNvSpPr/>
            <p:nvPr/>
          </p:nvSpPr>
          <p:spPr>
            <a:xfrm>
              <a:off x="3594437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13" name="rc1813"/>
            <p:cNvSpPr/>
            <p:nvPr/>
          </p:nvSpPr>
          <p:spPr>
            <a:xfrm>
              <a:off x="3604024" y="2778125"/>
              <a:ext cx="9586" cy="317500"/>
            </a:xfrm>
            <a:prstGeom prst="rect">
              <a:avLst/>
            </a:prstGeom>
            <a:solidFill>
              <a:srgbClr val="DF463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14" name="rc1814"/>
            <p:cNvSpPr/>
            <p:nvPr/>
          </p:nvSpPr>
          <p:spPr>
            <a:xfrm>
              <a:off x="3604024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15" name="rc1815"/>
            <p:cNvSpPr/>
            <p:nvPr/>
          </p:nvSpPr>
          <p:spPr>
            <a:xfrm>
              <a:off x="3604024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16" name="rc1816"/>
            <p:cNvSpPr/>
            <p:nvPr/>
          </p:nvSpPr>
          <p:spPr>
            <a:xfrm>
              <a:off x="3604024" y="3730625"/>
              <a:ext cx="9586" cy="317500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17" name="rc1817"/>
            <p:cNvSpPr/>
            <p:nvPr/>
          </p:nvSpPr>
          <p:spPr>
            <a:xfrm>
              <a:off x="3604024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18" name="rc1818"/>
            <p:cNvSpPr/>
            <p:nvPr/>
          </p:nvSpPr>
          <p:spPr>
            <a:xfrm>
              <a:off x="3604024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19" name="rc1819"/>
            <p:cNvSpPr/>
            <p:nvPr/>
          </p:nvSpPr>
          <p:spPr>
            <a:xfrm>
              <a:off x="3604024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20" name="rc1820"/>
            <p:cNvSpPr/>
            <p:nvPr/>
          </p:nvSpPr>
          <p:spPr>
            <a:xfrm>
              <a:off x="3604024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21" name="rc1821"/>
            <p:cNvSpPr/>
            <p:nvPr/>
          </p:nvSpPr>
          <p:spPr>
            <a:xfrm>
              <a:off x="3613611" y="2778125"/>
              <a:ext cx="9586" cy="317500"/>
            </a:xfrm>
            <a:prstGeom prst="rect">
              <a:avLst/>
            </a:prstGeom>
            <a:solidFill>
              <a:srgbClr val="E4513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22" name="rc1822"/>
            <p:cNvSpPr/>
            <p:nvPr/>
          </p:nvSpPr>
          <p:spPr>
            <a:xfrm>
              <a:off x="3613611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23" name="rc1823"/>
            <p:cNvSpPr/>
            <p:nvPr/>
          </p:nvSpPr>
          <p:spPr>
            <a:xfrm>
              <a:off x="3613611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24" name="rc1824"/>
            <p:cNvSpPr/>
            <p:nvPr/>
          </p:nvSpPr>
          <p:spPr>
            <a:xfrm>
              <a:off x="3613611" y="3730625"/>
              <a:ext cx="9586" cy="317500"/>
            </a:xfrm>
            <a:prstGeom prst="rect">
              <a:avLst/>
            </a:prstGeom>
            <a:solidFill>
              <a:srgbClr val="608FC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25" name="rc1825"/>
            <p:cNvSpPr/>
            <p:nvPr/>
          </p:nvSpPr>
          <p:spPr>
            <a:xfrm>
              <a:off x="3613611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26" name="rc1826"/>
            <p:cNvSpPr/>
            <p:nvPr/>
          </p:nvSpPr>
          <p:spPr>
            <a:xfrm>
              <a:off x="3613611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27" name="rc1827"/>
            <p:cNvSpPr/>
            <p:nvPr/>
          </p:nvSpPr>
          <p:spPr>
            <a:xfrm>
              <a:off x="3613611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28" name="rc1828"/>
            <p:cNvSpPr/>
            <p:nvPr/>
          </p:nvSpPr>
          <p:spPr>
            <a:xfrm>
              <a:off x="3613611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29" name="rc1829"/>
            <p:cNvSpPr/>
            <p:nvPr/>
          </p:nvSpPr>
          <p:spPr>
            <a:xfrm>
              <a:off x="3623198" y="2778125"/>
              <a:ext cx="9586" cy="317500"/>
            </a:xfrm>
            <a:prstGeom prst="rect">
              <a:avLst/>
            </a:prstGeom>
            <a:solidFill>
              <a:srgbClr val="E6573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30" name="rc1830"/>
            <p:cNvSpPr/>
            <p:nvPr/>
          </p:nvSpPr>
          <p:spPr>
            <a:xfrm>
              <a:off x="3623198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31" name="rc1831"/>
            <p:cNvSpPr/>
            <p:nvPr/>
          </p:nvSpPr>
          <p:spPr>
            <a:xfrm>
              <a:off x="3623198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32" name="rc1832"/>
            <p:cNvSpPr/>
            <p:nvPr/>
          </p:nvSpPr>
          <p:spPr>
            <a:xfrm>
              <a:off x="3623198" y="3730625"/>
              <a:ext cx="9586" cy="317500"/>
            </a:xfrm>
            <a:prstGeom prst="rect">
              <a:avLst/>
            </a:prstGeom>
            <a:solidFill>
              <a:srgbClr val="608FC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33" name="rc1833"/>
            <p:cNvSpPr/>
            <p:nvPr/>
          </p:nvSpPr>
          <p:spPr>
            <a:xfrm>
              <a:off x="3623198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34" name="rc1834"/>
            <p:cNvSpPr/>
            <p:nvPr/>
          </p:nvSpPr>
          <p:spPr>
            <a:xfrm>
              <a:off x="3623198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35" name="rc1835"/>
            <p:cNvSpPr/>
            <p:nvPr/>
          </p:nvSpPr>
          <p:spPr>
            <a:xfrm>
              <a:off x="3623198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36" name="rc1836"/>
            <p:cNvSpPr/>
            <p:nvPr/>
          </p:nvSpPr>
          <p:spPr>
            <a:xfrm>
              <a:off x="3623198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37" name="rc1837"/>
            <p:cNvSpPr/>
            <p:nvPr/>
          </p:nvSpPr>
          <p:spPr>
            <a:xfrm>
              <a:off x="3632784" y="2778125"/>
              <a:ext cx="9586" cy="317500"/>
            </a:xfrm>
            <a:prstGeom prst="rect">
              <a:avLst/>
            </a:prstGeom>
            <a:solidFill>
              <a:srgbClr val="E6573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38" name="rc1838"/>
            <p:cNvSpPr/>
            <p:nvPr/>
          </p:nvSpPr>
          <p:spPr>
            <a:xfrm>
              <a:off x="3632784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39" name="rc1839"/>
            <p:cNvSpPr/>
            <p:nvPr/>
          </p:nvSpPr>
          <p:spPr>
            <a:xfrm>
              <a:off x="3632784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40" name="rc1840"/>
            <p:cNvSpPr/>
            <p:nvPr/>
          </p:nvSpPr>
          <p:spPr>
            <a:xfrm>
              <a:off x="3632784" y="3730625"/>
              <a:ext cx="9586" cy="317500"/>
            </a:xfrm>
            <a:prstGeom prst="rect">
              <a:avLst/>
            </a:prstGeom>
            <a:solidFill>
              <a:srgbClr val="5C8BB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41" name="rc1841"/>
            <p:cNvSpPr/>
            <p:nvPr/>
          </p:nvSpPr>
          <p:spPr>
            <a:xfrm>
              <a:off x="3632784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42" name="rc1842"/>
            <p:cNvSpPr/>
            <p:nvPr/>
          </p:nvSpPr>
          <p:spPr>
            <a:xfrm>
              <a:off x="3632784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43" name="rc1843"/>
            <p:cNvSpPr/>
            <p:nvPr/>
          </p:nvSpPr>
          <p:spPr>
            <a:xfrm>
              <a:off x="3632784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44" name="rc1844"/>
            <p:cNvSpPr/>
            <p:nvPr/>
          </p:nvSpPr>
          <p:spPr>
            <a:xfrm>
              <a:off x="3632784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45" name="rc1845"/>
            <p:cNvSpPr/>
            <p:nvPr/>
          </p:nvSpPr>
          <p:spPr>
            <a:xfrm>
              <a:off x="3642371" y="2778125"/>
              <a:ext cx="9586" cy="317500"/>
            </a:xfrm>
            <a:prstGeom prst="rect">
              <a:avLst/>
            </a:prstGeom>
            <a:solidFill>
              <a:srgbClr val="E6573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46" name="rc1846"/>
            <p:cNvSpPr/>
            <p:nvPr/>
          </p:nvSpPr>
          <p:spPr>
            <a:xfrm>
              <a:off x="3642371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47" name="rc1847"/>
            <p:cNvSpPr/>
            <p:nvPr/>
          </p:nvSpPr>
          <p:spPr>
            <a:xfrm>
              <a:off x="3642371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48" name="rc1848"/>
            <p:cNvSpPr/>
            <p:nvPr/>
          </p:nvSpPr>
          <p:spPr>
            <a:xfrm>
              <a:off x="3642371" y="3730625"/>
              <a:ext cx="9586" cy="317500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49" name="rc1849"/>
            <p:cNvSpPr/>
            <p:nvPr/>
          </p:nvSpPr>
          <p:spPr>
            <a:xfrm>
              <a:off x="3642371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50" name="rc1850"/>
            <p:cNvSpPr/>
            <p:nvPr/>
          </p:nvSpPr>
          <p:spPr>
            <a:xfrm>
              <a:off x="3642371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51" name="rc1851"/>
            <p:cNvSpPr/>
            <p:nvPr/>
          </p:nvSpPr>
          <p:spPr>
            <a:xfrm>
              <a:off x="3642371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52" name="rc1852"/>
            <p:cNvSpPr/>
            <p:nvPr/>
          </p:nvSpPr>
          <p:spPr>
            <a:xfrm>
              <a:off x="3642371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53" name="rc1853"/>
            <p:cNvSpPr/>
            <p:nvPr/>
          </p:nvSpPr>
          <p:spPr>
            <a:xfrm>
              <a:off x="3651958" y="2778125"/>
              <a:ext cx="9586" cy="317500"/>
            </a:xfrm>
            <a:prstGeom prst="rect">
              <a:avLst/>
            </a:prstGeom>
            <a:solidFill>
              <a:srgbClr val="F4794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54" name="rc1854"/>
            <p:cNvSpPr/>
            <p:nvPr/>
          </p:nvSpPr>
          <p:spPr>
            <a:xfrm>
              <a:off x="3651958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55" name="rc1855"/>
            <p:cNvSpPr/>
            <p:nvPr/>
          </p:nvSpPr>
          <p:spPr>
            <a:xfrm>
              <a:off x="3651958" y="3413125"/>
              <a:ext cx="9586" cy="3175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56" name="rc1856"/>
            <p:cNvSpPr/>
            <p:nvPr/>
          </p:nvSpPr>
          <p:spPr>
            <a:xfrm>
              <a:off x="3651958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57" name="rc1857"/>
            <p:cNvSpPr/>
            <p:nvPr/>
          </p:nvSpPr>
          <p:spPr>
            <a:xfrm>
              <a:off x="3651958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58" name="rc1858"/>
            <p:cNvSpPr/>
            <p:nvPr/>
          </p:nvSpPr>
          <p:spPr>
            <a:xfrm>
              <a:off x="3651958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59" name="rc1859"/>
            <p:cNvSpPr/>
            <p:nvPr/>
          </p:nvSpPr>
          <p:spPr>
            <a:xfrm>
              <a:off x="3651958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60" name="rc1860"/>
            <p:cNvSpPr/>
            <p:nvPr/>
          </p:nvSpPr>
          <p:spPr>
            <a:xfrm>
              <a:off x="3651958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61" name="rc1861"/>
            <p:cNvSpPr/>
            <p:nvPr/>
          </p:nvSpPr>
          <p:spPr>
            <a:xfrm>
              <a:off x="3661545" y="2778125"/>
              <a:ext cx="9586" cy="317500"/>
            </a:xfrm>
            <a:prstGeom prst="rect">
              <a:avLst/>
            </a:prstGeom>
            <a:solidFill>
              <a:srgbClr val="F17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62" name="rc1862"/>
            <p:cNvSpPr/>
            <p:nvPr/>
          </p:nvSpPr>
          <p:spPr>
            <a:xfrm>
              <a:off x="3661545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63" name="rc1863"/>
            <p:cNvSpPr/>
            <p:nvPr/>
          </p:nvSpPr>
          <p:spPr>
            <a:xfrm>
              <a:off x="3661545" y="3413125"/>
              <a:ext cx="9586" cy="317500"/>
            </a:xfrm>
            <a:prstGeom prst="rect">
              <a:avLst/>
            </a:prstGeom>
            <a:solidFill>
              <a:srgbClr val="5C8BB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64" name="rc1864"/>
            <p:cNvSpPr/>
            <p:nvPr/>
          </p:nvSpPr>
          <p:spPr>
            <a:xfrm>
              <a:off x="3661545" y="3730625"/>
              <a:ext cx="9586" cy="3175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65" name="rc1865"/>
            <p:cNvSpPr/>
            <p:nvPr/>
          </p:nvSpPr>
          <p:spPr>
            <a:xfrm>
              <a:off x="3661545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66" name="rc1866"/>
            <p:cNvSpPr/>
            <p:nvPr/>
          </p:nvSpPr>
          <p:spPr>
            <a:xfrm>
              <a:off x="3661545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67" name="rc1867"/>
            <p:cNvSpPr/>
            <p:nvPr/>
          </p:nvSpPr>
          <p:spPr>
            <a:xfrm>
              <a:off x="3661545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68" name="rc1868"/>
            <p:cNvSpPr/>
            <p:nvPr/>
          </p:nvSpPr>
          <p:spPr>
            <a:xfrm>
              <a:off x="3661545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69" name="rc1869"/>
            <p:cNvSpPr/>
            <p:nvPr/>
          </p:nvSpPr>
          <p:spPr>
            <a:xfrm>
              <a:off x="3671132" y="2778125"/>
              <a:ext cx="9586" cy="317500"/>
            </a:xfrm>
            <a:prstGeom prst="rect">
              <a:avLst/>
            </a:prstGeom>
            <a:solidFill>
              <a:srgbClr val="EF6D4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70" name="rc1870"/>
            <p:cNvSpPr/>
            <p:nvPr/>
          </p:nvSpPr>
          <p:spPr>
            <a:xfrm>
              <a:off x="3671132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71" name="rc1871"/>
            <p:cNvSpPr/>
            <p:nvPr/>
          </p:nvSpPr>
          <p:spPr>
            <a:xfrm>
              <a:off x="3671132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72" name="rc1872"/>
            <p:cNvSpPr/>
            <p:nvPr/>
          </p:nvSpPr>
          <p:spPr>
            <a:xfrm>
              <a:off x="3671132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73" name="rc1873"/>
            <p:cNvSpPr/>
            <p:nvPr/>
          </p:nvSpPr>
          <p:spPr>
            <a:xfrm>
              <a:off x="3671132" y="4048125"/>
              <a:ext cx="9586" cy="317500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74" name="rc1874"/>
            <p:cNvSpPr/>
            <p:nvPr/>
          </p:nvSpPr>
          <p:spPr>
            <a:xfrm>
              <a:off x="3671132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75" name="rc1875"/>
            <p:cNvSpPr/>
            <p:nvPr/>
          </p:nvSpPr>
          <p:spPr>
            <a:xfrm>
              <a:off x="3671132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76" name="rc1876"/>
            <p:cNvSpPr/>
            <p:nvPr/>
          </p:nvSpPr>
          <p:spPr>
            <a:xfrm>
              <a:off x="3671132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77" name="rc1877"/>
            <p:cNvSpPr/>
            <p:nvPr/>
          </p:nvSpPr>
          <p:spPr>
            <a:xfrm>
              <a:off x="3680719" y="2778125"/>
              <a:ext cx="9586" cy="317500"/>
            </a:xfrm>
            <a:prstGeom prst="rect">
              <a:avLst/>
            </a:prstGeom>
            <a:solidFill>
              <a:srgbClr val="EB62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78" name="rc1878"/>
            <p:cNvSpPr/>
            <p:nvPr/>
          </p:nvSpPr>
          <p:spPr>
            <a:xfrm>
              <a:off x="3680719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79" name="rc1879"/>
            <p:cNvSpPr/>
            <p:nvPr/>
          </p:nvSpPr>
          <p:spPr>
            <a:xfrm>
              <a:off x="3680719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80" name="rc1880"/>
            <p:cNvSpPr/>
            <p:nvPr/>
          </p:nvSpPr>
          <p:spPr>
            <a:xfrm>
              <a:off x="3680719" y="3730625"/>
              <a:ext cx="9586" cy="317500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81" name="rc1881"/>
            <p:cNvSpPr/>
            <p:nvPr/>
          </p:nvSpPr>
          <p:spPr>
            <a:xfrm>
              <a:off x="3680719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82" name="rc1882"/>
            <p:cNvSpPr/>
            <p:nvPr/>
          </p:nvSpPr>
          <p:spPr>
            <a:xfrm>
              <a:off x="3680719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83" name="rc1883"/>
            <p:cNvSpPr/>
            <p:nvPr/>
          </p:nvSpPr>
          <p:spPr>
            <a:xfrm>
              <a:off x="3680719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84" name="rc1884"/>
            <p:cNvSpPr/>
            <p:nvPr/>
          </p:nvSpPr>
          <p:spPr>
            <a:xfrm>
              <a:off x="3680719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85" name="rc1885"/>
            <p:cNvSpPr/>
            <p:nvPr/>
          </p:nvSpPr>
          <p:spPr>
            <a:xfrm>
              <a:off x="3690306" y="2778125"/>
              <a:ext cx="9586" cy="317500"/>
            </a:xfrm>
            <a:prstGeom prst="rect">
              <a:avLst/>
            </a:prstGeom>
            <a:solidFill>
              <a:srgbClr val="EF6D4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86" name="rc1886"/>
            <p:cNvSpPr/>
            <p:nvPr/>
          </p:nvSpPr>
          <p:spPr>
            <a:xfrm>
              <a:off x="3690306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87" name="rc1887"/>
            <p:cNvSpPr/>
            <p:nvPr/>
          </p:nvSpPr>
          <p:spPr>
            <a:xfrm>
              <a:off x="3690306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88" name="rc1888"/>
            <p:cNvSpPr/>
            <p:nvPr/>
          </p:nvSpPr>
          <p:spPr>
            <a:xfrm>
              <a:off x="3690306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89" name="rc1889"/>
            <p:cNvSpPr/>
            <p:nvPr/>
          </p:nvSpPr>
          <p:spPr>
            <a:xfrm>
              <a:off x="3690306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90" name="rc1890"/>
            <p:cNvSpPr/>
            <p:nvPr/>
          </p:nvSpPr>
          <p:spPr>
            <a:xfrm>
              <a:off x="3690306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91" name="rc1891"/>
            <p:cNvSpPr/>
            <p:nvPr/>
          </p:nvSpPr>
          <p:spPr>
            <a:xfrm>
              <a:off x="3690306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92" name="rc1892"/>
            <p:cNvSpPr/>
            <p:nvPr/>
          </p:nvSpPr>
          <p:spPr>
            <a:xfrm>
              <a:off x="3690306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93" name="rc1893"/>
            <p:cNvSpPr/>
            <p:nvPr/>
          </p:nvSpPr>
          <p:spPr>
            <a:xfrm>
              <a:off x="3699893" y="2778125"/>
              <a:ext cx="9586" cy="317500"/>
            </a:xfrm>
            <a:prstGeom prst="rect">
              <a:avLst/>
            </a:prstGeom>
            <a:solidFill>
              <a:srgbClr val="EB62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94" name="rc1894"/>
            <p:cNvSpPr/>
            <p:nvPr/>
          </p:nvSpPr>
          <p:spPr>
            <a:xfrm>
              <a:off x="3699893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95" name="rc1895"/>
            <p:cNvSpPr/>
            <p:nvPr/>
          </p:nvSpPr>
          <p:spPr>
            <a:xfrm>
              <a:off x="3699893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96" name="rc1896"/>
            <p:cNvSpPr/>
            <p:nvPr/>
          </p:nvSpPr>
          <p:spPr>
            <a:xfrm>
              <a:off x="3699893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97" name="rc1897"/>
            <p:cNvSpPr/>
            <p:nvPr/>
          </p:nvSpPr>
          <p:spPr>
            <a:xfrm>
              <a:off x="3699893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98" name="rc1898"/>
            <p:cNvSpPr/>
            <p:nvPr/>
          </p:nvSpPr>
          <p:spPr>
            <a:xfrm>
              <a:off x="3699893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99" name="rc1899"/>
            <p:cNvSpPr/>
            <p:nvPr/>
          </p:nvSpPr>
          <p:spPr>
            <a:xfrm>
              <a:off x="3699893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00" name="rc1900"/>
            <p:cNvSpPr/>
            <p:nvPr/>
          </p:nvSpPr>
          <p:spPr>
            <a:xfrm>
              <a:off x="3699893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01" name="rc1901"/>
            <p:cNvSpPr/>
            <p:nvPr/>
          </p:nvSpPr>
          <p:spPr>
            <a:xfrm>
              <a:off x="3709480" y="2778125"/>
              <a:ext cx="9586" cy="317500"/>
            </a:xfrm>
            <a:prstGeom prst="rect">
              <a:avLst/>
            </a:prstGeom>
            <a:solidFill>
              <a:srgbClr val="EB62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02" name="rc1902"/>
            <p:cNvSpPr/>
            <p:nvPr/>
          </p:nvSpPr>
          <p:spPr>
            <a:xfrm>
              <a:off x="3709480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03" name="rc1903"/>
            <p:cNvSpPr/>
            <p:nvPr/>
          </p:nvSpPr>
          <p:spPr>
            <a:xfrm>
              <a:off x="3709480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04" name="rc1904"/>
            <p:cNvSpPr/>
            <p:nvPr/>
          </p:nvSpPr>
          <p:spPr>
            <a:xfrm>
              <a:off x="3709480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05" name="rc1905"/>
            <p:cNvSpPr/>
            <p:nvPr/>
          </p:nvSpPr>
          <p:spPr>
            <a:xfrm>
              <a:off x="3709480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06" name="rc1906"/>
            <p:cNvSpPr/>
            <p:nvPr/>
          </p:nvSpPr>
          <p:spPr>
            <a:xfrm>
              <a:off x="3709480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07" name="rc1907"/>
            <p:cNvSpPr/>
            <p:nvPr/>
          </p:nvSpPr>
          <p:spPr>
            <a:xfrm>
              <a:off x="3709480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08" name="rc1908"/>
            <p:cNvSpPr/>
            <p:nvPr/>
          </p:nvSpPr>
          <p:spPr>
            <a:xfrm>
              <a:off x="3709480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09" name="rc1909"/>
            <p:cNvSpPr/>
            <p:nvPr/>
          </p:nvSpPr>
          <p:spPr>
            <a:xfrm>
              <a:off x="3719067" y="2778125"/>
              <a:ext cx="9586" cy="317500"/>
            </a:xfrm>
            <a:prstGeom prst="rect">
              <a:avLst/>
            </a:prstGeom>
            <a:solidFill>
              <a:srgbClr val="ED68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10" name="rc1910"/>
            <p:cNvSpPr/>
            <p:nvPr/>
          </p:nvSpPr>
          <p:spPr>
            <a:xfrm>
              <a:off x="3719067" y="3095625"/>
              <a:ext cx="9586" cy="317499"/>
            </a:xfrm>
            <a:prstGeom prst="rect">
              <a:avLst/>
            </a:prstGeom>
            <a:solidFill>
              <a:srgbClr val="608FC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11" name="rc1911"/>
            <p:cNvSpPr/>
            <p:nvPr/>
          </p:nvSpPr>
          <p:spPr>
            <a:xfrm>
              <a:off x="3719067" y="3413125"/>
              <a:ext cx="9586" cy="317500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12" name="rc1912"/>
            <p:cNvSpPr/>
            <p:nvPr/>
          </p:nvSpPr>
          <p:spPr>
            <a:xfrm>
              <a:off x="3719067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13" name="rc1913"/>
            <p:cNvSpPr/>
            <p:nvPr/>
          </p:nvSpPr>
          <p:spPr>
            <a:xfrm>
              <a:off x="3719067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14" name="rc1914"/>
            <p:cNvSpPr/>
            <p:nvPr/>
          </p:nvSpPr>
          <p:spPr>
            <a:xfrm>
              <a:off x="3719067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15" name="rc1915"/>
            <p:cNvSpPr/>
            <p:nvPr/>
          </p:nvSpPr>
          <p:spPr>
            <a:xfrm>
              <a:off x="3719067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16" name="rc1916"/>
            <p:cNvSpPr/>
            <p:nvPr/>
          </p:nvSpPr>
          <p:spPr>
            <a:xfrm>
              <a:off x="3719067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17" name="rc1917"/>
            <p:cNvSpPr/>
            <p:nvPr/>
          </p:nvSpPr>
          <p:spPr>
            <a:xfrm>
              <a:off x="3728654" y="2778125"/>
              <a:ext cx="9586" cy="317500"/>
            </a:xfrm>
            <a:prstGeom prst="rect">
              <a:avLst/>
            </a:prstGeom>
            <a:solidFill>
              <a:srgbClr val="ED68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18" name="rc1918"/>
            <p:cNvSpPr/>
            <p:nvPr/>
          </p:nvSpPr>
          <p:spPr>
            <a:xfrm>
              <a:off x="3728654" y="3095625"/>
              <a:ext cx="9586" cy="317499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19" name="rc1919"/>
            <p:cNvSpPr/>
            <p:nvPr/>
          </p:nvSpPr>
          <p:spPr>
            <a:xfrm>
              <a:off x="3728654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20" name="rc1920"/>
            <p:cNvSpPr/>
            <p:nvPr/>
          </p:nvSpPr>
          <p:spPr>
            <a:xfrm>
              <a:off x="3728654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21" name="rc1921"/>
            <p:cNvSpPr/>
            <p:nvPr/>
          </p:nvSpPr>
          <p:spPr>
            <a:xfrm>
              <a:off x="3728654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22" name="rc1922"/>
            <p:cNvSpPr/>
            <p:nvPr/>
          </p:nvSpPr>
          <p:spPr>
            <a:xfrm>
              <a:off x="3728654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23" name="rc1923"/>
            <p:cNvSpPr/>
            <p:nvPr/>
          </p:nvSpPr>
          <p:spPr>
            <a:xfrm>
              <a:off x="3728654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24" name="rc1924"/>
            <p:cNvSpPr/>
            <p:nvPr/>
          </p:nvSpPr>
          <p:spPr>
            <a:xfrm>
              <a:off x="3728654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25" name="rc1925"/>
            <p:cNvSpPr/>
            <p:nvPr/>
          </p:nvSpPr>
          <p:spPr>
            <a:xfrm>
              <a:off x="3738241" y="2778125"/>
              <a:ext cx="9586" cy="317500"/>
            </a:xfrm>
            <a:prstGeom prst="rect">
              <a:avLst/>
            </a:prstGeom>
            <a:solidFill>
              <a:srgbClr val="ED68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26" name="rc1926"/>
            <p:cNvSpPr/>
            <p:nvPr/>
          </p:nvSpPr>
          <p:spPr>
            <a:xfrm>
              <a:off x="3738241" y="3095625"/>
              <a:ext cx="9586" cy="317499"/>
            </a:xfrm>
            <a:prstGeom prst="rect">
              <a:avLst/>
            </a:prstGeom>
            <a:solidFill>
              <a:srgbClr val="6998C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27" name="rc1927"/>
            <p:cNvSpPr/>
            <p:nvPr/>
          </p:nvSpPr>
          <p:spPr>
            <a:xfrm>
              <a:off x="3738241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28" name="rc1928"/>
            <p:cNvSpPr/>
            <p:nvPr/>
          </p:nvSpPr>
          <p:spPr>
            <a:xfrm>
              <a:off x="3738241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29" name="rc1929"/>
            <p:cNvSpPr/>
            <p:nvPr/>
          </p:nvSpPr>
          <p:spPr>
            <a:xfrm>
              <a:off x="3738241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30" name="rc1930"/>
            <p:cNvSpPr/>
            <p:nvPr/>
          </p:nvSpPr>
          <p:spPr>
            <a:xfrm>
              <a:off x="3738241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31" name="rc1931"/>
            <p:cNvSpPr/>
            <p:nvPr/>
          </p:nvSpPr>
          <p:spPr>
            <a:xfrm>
              <a:off x="3738241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32" name="rc1932"/>
            <p:cNvSpPr/>
            <p:nvPr/>
          </p:nvSpPr>
          <p:spPr>
            <a:xfrm>
              <a:off x="3738241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33" name="rc1933"/>
            <p:cNvSpPr/>
            <p:nvPr/>
          </p:nvSpPr>
          <p:spPr>
            <a:xfrm>
              <a:off x="3747828" y="2778125"/>
              <a:ext cx="9586" cy="317500"/>
            </a:xfrm>
            <a:prstGeom prst="rect">
              <a:avLst/>
            </a:prstGeom>
            <a:solidFill>
              <a:srgbClr val="ED68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34" name="rc1934"/>
            <p:cNvSpPr/>
            <p:nvPr/>
          </p:nvSpPr>
          <p:spPr>
            <a:xfrm>
              <a:off x="3747828" y="3095625"/>
              <a:ext cx="9586" cy="317499"/>
            </a:xfrm>
            <a:prstGeom prst="rect">
              <a:avLst/>
            </a:prstGeom>
            <a:solidFill>
              <a:srgbClr val="6998C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35" name="rc1935"/>
            <p:cNvSpPr/>
            <p:nvPr/>
          </p:nvSpPr>
          <p:spPr>
            <a:xfrm>
              <a:off x="3747828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36" name="rc1936"/>
            <p:cNvSpPr/>
            <p:nvPr/>
          </p:nvSpPr>
          <p:spPr>
            <a:xfrm>
              <a:off x="3747828" y="3730625"/>
              <a:ext cx="9586" cy="3175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37" name="rc1937"/>
            <p:cNvSpPr/>
            <p:nvPr/>
          </p:nvSpPr>
          <p:spPr>
            <a:xfrm>
              <a:off x="3747828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38" name="rc1938"/>
            <p:cNvSpPr/>
            <p:nvPr/>
          </p:nvSpPr>
          <p:spPr>
            <a:xfrm>
              <a:off x="3747828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39" name="rc1939"/>
            <p:cNvSpPr/>
            <p:nvPr/>
          </p:nvSpPr>
          <p:spPr>
            <a:xfrm>
              <a:off x="3747828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40" name="rc1940"/>
            <p:cNvSpPr/>
            <p:nvPr/>
          </p:nvSpPr>
          <p:spPr>
            <a:xfrm>
              <a:off x="3747828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41" name="rc1941"/>
            <p:cNvSpPr/>
            <p:nvPr/>
          </p:nvSpPr>
          <p:spPr>
            <a:xfrm>
              <a:off x="3757415" y="2778125"/>
              <a:ext cx="9586" cy="317500"/>
            </a:xfrm>
            <a:prstGeom prst="rect">
              <a:avLst/>
            </a:prstGeom>
            <a:solidFill>
              <a:srgbClr val="E85D3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42" name="rc1942"/>
            <p:cNvSpPr/>
            <p:nvPr/>
          </p:nvSpPr>
          <p:spPr>
            <a:xfrm>
              <a:off x="3757415" y="3095625"/>
              <a:ext cx="9586" cy="317499"/>
            </a:xfrm>
            <a:prstGeom prst="rect">
              <a:avLst/>
            </a:prstGeom>
            <a:solidFill>
              <a:srgbClr val="6998C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43" name="rc1943"/>
            <p:cNvSpPr/>
            <p:nvPr/>
          </p:nvSpPr>
          <p:spPr>
            <a:xfrm>
              <a:off x="3757415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44" name="rc1944"/>
            <p:cNvSpPr/>
            <p:nvPr/>
          </p:nvSpPr>
          <p:spPr>
            <a:xfrm>
              <a:off x="3757415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45" name="rc1945"/>
            <p:cNvSpPr/>
            <p:nvPr/>
          </p:nvSpPr>
          <p:spPr>
            <a:xfrm>
              <a:off x="3757415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46" name="rc1946"/>
            <p:cNvSpPr/>
            <p:nvPr/>
          </p:nvSpPr>
          <p:spPr>
            <a:xfrm>
              <a:off x="3757415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47" name="rc1947"/>
            <p:cNvSpPr/>
            <p:nvPr/>
          </p:nvSpPr>
          <p:spPr>
            <a:xfrm>
              <a:off x="3757415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48" name="rc1948"/>
            <p:cNvSpPr/>
            <p:nvPr/>
          </p:nvSpPr>
          <p:spPr>
            <a:xfrm>
              <a:off x="3757415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49" name="rc1949"/>
            <p:cNvSpPr/>
            <p:nvPr/>
          </p:nvSpPr>
          <p:spPr>
            <a:xfrm>
              <a:off x="3767002" y="2778125"/>
              <a:ext cx="9586" cy="317500"/>
            </a:xfrm>
            <a:prstGeom prst="rect">
              <a:avLst/>
            </a:prstGeom>
            <a:solidFill>
              <a:srgbClr val="E85D3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50" name="rc1950"/>
            <p:cNvSpPr/>
            <p:nvPr/>
          </p:nvSpPr>
          <p:spPr>
            <a:xfrm>
              <a:off x="3767002" y="3095625"/>
              <a:ext cx="9586" cy="317499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51" name="rc1951"/>
            <p:cNvSpPr/>
            <p:nvPr/>
          </p:nvSpPr>
          <p:spPr>
            <a:xfrm>
              <a:off x="3767002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52" name="rc1952"/>
            <p:cNvSpPr/>
            <p:nvPr/>
          </p:nvSpPr>
          <p:spPr>
            <a:xfrm>
              <a:off x="3767002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53" name="rc1953"/>
            <p:cNvSpPr/>
            <p:nvPr/>
          </p:nvSpPr>
          <p:spPr>
            <a:xfrm>
              <a:off x="3767002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54" name="rc1954"/>
            <p:cNvSpPr/>
            <p:nvPr/>
          </p:nvSpPr>
          <p:spPr>
            <a:xfrm>
              <a:off x="3767002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55" name="rc1955"/>
            <p:cNvSpPr/>
            <p:nvPr/>
          </p:nvSpPr>
          <p:spPr>
            <a:xfrm>
              <a:off x="3767002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56" name="rc1956"/>
            <p:cNvSpPr/>
            <p:nvPr/>
          </p:nvSpPr>
          <p:spPr>
            <a:xfrm>
              <a:off x="3767002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57" name="rc1957"/>
            <p:cNvSpPr/>
            <p:nvPr/>
          </p:nvSpPr>
          <p:spPr>
            <a:xfrm>
              <a:off x="3776589" y="2778125"/>
              <a:ext cx="9586" cy="317500"/>
            </a:xfrm>
            <a:prstGeom prst="rect">
              <a:avLst/>
            </a:prstGeom>
            <a:solidFill>
              <a:srgbClr val="EB62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58" name="rc1958"/>
            <p:cNvSpPr/>
            <p:nvPr/>
          </p:nvSpPr>
          <p:spPr>
            <a:xfrm>
              <a:off x="3776589" y="3095625"/>
              <a:ext cx="9586" cy="317499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59" name="rc1959"/>
            <p:cNvSpPr/>
            <p:nvPr/>
          </p:nvSpPr>
          <p:spPr>
            <a:xfrm>
              <a:off x="3776589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60" name="rc1960"/>
            <p:cNvSpPr/>
            <p:nvPr/>
          </p:nvSpPr>
          <p:spPr>
            <a:xfrm>
              <a:off x="3776589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61" name="rc1961"/>
            <p:cNvSpPr/>
            <p:nvPr/>
          </p:nvSpPr>
          <p:spPr>
            <a:xfrm>
              <a:off x="3776589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62" name="rc1962"/>
            <p:cNvSpPr/>
            <p:nvPr/>
          </p:nvSpPr>
          <p:spPr>
            <a:xfrm>
              <a:off x="3776589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63" name="rc1963"/>
            <p:cNvSpPr/>
            <p:nvPr/>
          </p:nvSpPr>
          <p:spPr>
            <a:xfrm>
              <a:off x="3776589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64" name="rc1964"/>
            <p:cNvSpPr/>
            <p:nvPr/>
          </p:nvSpPr>
          <p:spPr>
            <a:xfrm>
              <a:off x="3776589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65" name="rc1965"/>
            <p:cNvSpPr/>
            <p:nvPr/>
          </p:nvSpPr>
          <p:spPr>
            <a:xfrm>
              <a:off x="3786176" y="2778125"/>
              <a:ext cx="9586" cy="317500"/>
            </a:xfrm>
            <a:prstGeom prst="rect">
              <a:avLst/>
            </a:prstGeom>
            <a:solidFill>
              <a:srgbClr val="EB62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66" name="rc1966"/>
            <p:cNvSpPr/>
            <p:nvPr/>
          </p:nvSpPr>
          <p:spPr>
            <a:xfrm>
              <a:off x="3786176" y="3095625"/>
              <a:ext cx="9586" cy="317499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67" name="rc1967"/>
            <p:cNvSpPr/>
            <p:nvPr/>
          </p:nvSpPr>
          <p:spPr>
            <a:xfrm>
              <a:off x="3786176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68" name="rc1968"/>
            <p:cNvSpPr/>
            <p:nvPr/>
          </p:nvSpPr>
          <p:spPr>
            <a:xfrm>
              <a:off x="3786176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69" name="rc1969"/>
            <p:cNvSpPr/>
            <p:nvPr/>
          </p:nvSpPr>
          <p:spPr>
            <a:xfrm>
              <a:off x="3786176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70" name="rc1970"/>
            <p:cNvSpPr/>
            <p:nvPr/>
          </p:nvSpPr>
          <p:spPr>
            <a:xfrm>
              <a:off x="3786176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71" name="rc1971"/>
            <p:cNvSpPr/>
            <p:nvPr/>
          </p:nvSpPr>
          <p:spPr>
            <a:xfrm>
              <a:off x="3786176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72" name="rc1972"/>
            <p:cNvSpPr/>
            <p:nvPr/>
          </p:nvSpPr>
          <p:spPr>
            <a:xfrm>
              <a:off x="3786176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73" name="rc1973"/>
            <p:cNvSpPr/>
            <p:nvPr/>
          </p:nvSpPr>
          <p:spPr>
            <a:xfrm>
              <a:off x="3795763" y="2778125"/>
              <a:ext cx="9586" cy="317500"/>
            </a:xfrm>
            <a:prstGeom prst="rect">
              <a:avLst/>
            </a:prstGeom>
            <a:solidFill>
              <a:srgbClr val="F67E5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74" name="rc1974"/>
            <p:cNvSpPr/>
            <p:nvPr/>
          </p:nvSpPr>
          <p:spPr>
            <a:xfrm>
              <a:off x="3795763" y="3095625"/>
              <a:ext cx="9586" cy="317499"/>
            </a:xfrm>
            <a:prstGeom prst="rect">
              <a:avLst/>
            </a:prstGeom>
            <a:solidFill>
              <a:srgbClr val="7CAA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75" name="rc1975"/>
            <p:cNvSpPr/>
            <p:nvPr/>
          </p:nvSpPr>
          <p:spPr>
            <a:xfrm>
              <a:off x="3795763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76" name="rc1976"/>
            <p:cNvSpPr/>
            <p:nvPr/>
          </p:nvSpPr>
          <p:spPr>
            <a:xfrm>
              <a:off x="3795763" y="3730625"/>
              <a:ext cx="9586" cy="3175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77" name="rc1977"/>
            <p:cNvSpPr/>
            <p:nvPr/>
          </p:nvSpPr>
          <p:spPr>
            <a:xfrm>
              <a:off x="3795763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78" name="rc1978"/>
            <p:cNvSpPr/>
            <p:nvPr/>
          </p:nvSpPr>
          <p:spPr>
            <a:xfrm>
              <a:off x="3795763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79" name="rc1979"/>
            <p:cNvSpPr/>
            <p:nvPr/>
          </p:nvSpPr>
          <p:spPr>
            <a:xfrm>
              <a:off x="3795763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80" name="rc1980"/>
            <p:cNvSpPr/>
            <p:nvPr/>
          </p:nvSpPr>
          <p:spPr>
            <a:xfrm>
              <a:off x="3795763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81" name="rc1981"/>
            <p:cNvSpPr/>
            <p:nvPr/>
          </p:nvSpPr>
          <p:spPr>
            <a:xfrm>
              <a:off x="3805350" y="2778125"/>
              <a:ext cx="9586" cy="317500"/>
            </a:xfrm>
            <a:prstGeom prst="rect">
              <a:avLst/>
            </a:prstGeom>
            <a:solidFill>
              <a:srgbClr val="F8845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82" name="rc1982"/>
            <p:cNvSpPr/>
            <p:nvPr/>
          </p:nvSpPr>
          <p:spPr>
            <a:xfrm>
              <a:off x="3805350" y="3095625"/>
              <a:ext cx="9586" cy="317499"/>
            </a:xfrm>
            <a:prstGeom prst="rect">
              <a:avLst/>
            </a:prstGeom>
            <a:solidFill>
              <a:srgbClr val="7CAA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83" name="rc1983"/>
            <p:cNvSpPr/>
            <p:nvPr/>
          </p:nvSpPr>
          <p:spPr>
            <a:xfrm>
              <a:off x="3805350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84" name="rc1984"/>
            <p:cNvSpPr/>
            <p:nvPr/>
          </p:nvSpPr>
          <p:spPr>
            <a:xfrm>
              <a:off x="3805350" y="3730625"/>
              <a:ext cx="9586" cy="3175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85" name="rc1985"/>
            <p:cNvSpPr/>
            <p:nvPr/>
          </p:nvSpPr>
          <p:spPr>
            <a:xfrm>
              <a:off x="3805350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86" name="rc1986"/>
            <p:cNvSpPr/>
            <p:nvPr/>
          </p:nvSpPr>
          <p:spPr>
            <a:xfrm>
              <a:off x="3805350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87" name="rc1987"/>
            <p:cNvSpPr/>
            <p:nvPr/>
          </p:nvSpPr>
          <p:spPr>
            <a:xfrm>
              <a:off x="3805350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88" name="rc1988"/>
            <p:cNvSpPr/>
            <p:nvPr/>
          </p:nvSpPr>
          <p:spPr>
            <a:xfrm>
              <a:off x="3805350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89" name="rc1989"/>
            <p:cNvSpPr/>
            <p:nvPr/>
          </p:nvSpPr>
          <p:spPr>
            <a:xfrm>
              <a:off x="3814937" y="2778125"/>
              <a:ext cx="9586" cy="317500"/>
            </a:xfrm>
            <a:prstGeom prst="rect">
              <a:avLst/>
            </a:prstGeom>
            <a:solidFill>
              <a:srgbClr val="F67E5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90" name="rc1990"/>
            <p:cNvSpPr/>
            <p:nvPr/>
          </p:nvSpPr>
          <p:spPr>
            <a:xfrm>
              <a:off x="3814937" y="3095625"/>
              <a:ext cx="9586" cy="317499"/>
            </a:xfrm>
            <a:prstGeom prst="rect">
              <a:avLst/>
            </a:prstGeom>
            <a:solidFill>
              <a:srgbClr val="85B3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91" name="rc1991"/>
            <p:cNvSpPr/>
            <p:nvPr/>
          </p:nvSpPr>
          <p:spPr>
            <a:xfrm>
              <a:off x="3814937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92" name="rc1992"/>
            <p:cNvSpPr/>
            <p:nvPr/>
          </p:nvSpPr>
          <p:spPr>
            <a:xfrm>
              <a:off x="3814937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93" name="rc1993"/>
            <p:cNvSpPr/>
            <p:nvPr/>
          </p:nvSpPr>
          <p:spPr>
            <a:xfrm>
              <a:off x="3814937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94" name="rc1994"/>
            <p:cNvSpPr/>
            <p:nvPr/>
          </p:nvSpPr>
          <p:spPr>
            <a:xfrm>
              <a:off x="3814937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95" name="rc1995"/>
            <p:cNvSpPr/>
            <p:nvPr/>
          </p:nvSpPr>
          <p:spPr>
            <a:xfrm>
              <a:off x="3814937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96" name="rc1996"/>
            <p:cNvSpPr/>
            <p:nvPr/>
          </p:nvSpPr>
          <p:spPr>
            <a:xfrm>
              <a:off x="3814937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97" name="rc1997"/>
            <p:cNvSpPr/>
            <p:nvPr/>
          </p:nvSpPr>
          <p:spPr>
            <a:xfrm>
              <a:off x="3824524" y="2778125"/>
              <a:ext cx="9586" cy="317500"/>
            </a:xfrm>
            <a:prstGeom prst="rect">
              <a:avLst/>
            </a:prstGeom>
            <a:solidFill>
              <a:srgbClr val="F4794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98" name="rc1998"/>
            <p:cNvSpPr/>
            <p:nvPr/>
          </p:nvSpPr>
          <p:spPr>
            <a:xfrm>
              <a:off x="3824524" y="3095625"/>
              <a:ext cx="9586" cy="317499"/>
            </a:xfrm>
            <a:prstGeom prst="rect">
              <a:avLst/>
            </a:prstGeom>
            <a:solidFill>
              <a:srgbClr val="80AF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99" name="rc1999"/>
            <p:cNvSpPr/>
            <p:nvPr/>
          </p:nvSpPr>
          <p:spPr>
            <a:xfrm>
              <a:off x="3824524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0" name="rc2000"/>
            <p:cNvSpPr/>
            <p:nvPr/>
          </p:nvSpPr>
          <p:spPr>
            <a:xfrm>
              <a:off x="3824524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1" name="rc2001"/>
            <p:cNvSpPr/>
            <p:nvPr/>
          </p:nvSpPr>
          <p:spPr>
            <a:xfrm>
              <a:off x="3824524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2" name="rc2002"/>
            <p:cNvSpPr/>
            <p:nvPr/>
          </p:nvSpPr>
          <p:spPr>
            <a:xfrm>
              <a:off x="3824524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3" name="rc2003"/>
            <p:cNvSpPr/>
            <p:nvPr/>
          </p:nvSpPr>
          <p:spPr>
            <a:xfrm>
              <a:off x="3824524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4" name="rc2004"/>
            <p:cNvSpPr/>
            <p:nvPr/>
          </p:nvSpPr>
          <p:spPr>
            <a:xfrm>
              <a:off x="3824524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5" name="rc2005"/>
            <p:cNvSpPr/>
            <p:nvPr/>
          </p:nvSpPr>
          <p:spPr>
            <a:xfrm>
              <a:off x="3834110" y="2778125"/>
              <a:ext cx="9586" cy="317500"/>
            </a:xfrm>
            <a:prstGeom prst="rect">
              <a:avLst/>
            </a:prstGeom>
            <a:solidFill>
              <a:srgbClr val="F4794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6" name="rc2006"/>
            <p:cNvSpPr/>
            <p:nvPr/>
          </p:nvSpPr>
          <p:spPr>
            <a:xfrm>
              <a:off x="3834110" y="3095625"/>
              <a:ext cx="9586" cy="317499"/>
            </a:xfrm>
            <a:prstGeom prst="rect">
              <a:avLst/>
            </a:prstGeom>
            <a:solidFill>
              <a:srgbClr val="80AF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7" name="rc2007"/>
            <p:cNvSpPr/>
            <p:nvPr/>
          </p:nvSpPr>
          <p:spPr>
            <a:xfrm>
              <a:off x="3834110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8" name="rc2008"/>
            <p:cNvSpPr/>
            <p:nvPr/>
          </p:nvSpPr>
          <p:spPr>
            <a:xfrm>
              <a:off x="3834110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9" name="rc2009"/>
            <p:cNvSpPr/>
            <p:nvPr/>
          </p:nvSpPr>
          <p:spPr>
            <a:xfrm>
              <a:off x="3834110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10" name="rc2010"/>
            <p:cNvSpPr/>
            <p:nvPr/>
          </p:nvSpPr>
          <p:spPr>
            <a:xfrm>
              <a:off x="3834110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11" name="rc2011"/>
            <p:cNvSpPr/>
            <p:nvPr/>
          </p:nvSpPr>
          <p:spPr>
            <a:xfrm>
              <a:off x="3834110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12" name="rc2012"/>
            <p:cNvSpPr/>
            <p:nvPr/>
          </p:nvSpPr>
          <p:spPr>
            <a:xfrm>
              <a:off x="3834110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13" name="rc2013"/>
            <p:cNvSpPr/>
            <p:nvPr/>
          </p:nvSpPr>
          <p:spPr>
            <a:xfrm>
              <a:off x="3843697" y="2778125"/>
              <a:ext cx="9586" cy="317500"/>
            </a:xfrm>
            <a:prstGeom prst="rect">
              <a:avLst/>
            </a:prstGeom>
            <a:solidFill>
              <a:srgbClr val="F4794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14" name="rc2014"/>
            <p:cNvSpPr/>
            <p:nvPr/>
          </p:nvSpPr>
          <p:spPr>
            <a:xfrm>
              <a:off x="3843697" y="3095625"/>
              <a:ext cx="9586" cy="317499"/>
            </a:xfrm>
            <a:prstGeom prst="rect">
              <a:avLst/>
            </a:prstGeom>
            <a:solidFill>
              <a:srgbClr val="77A6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15" name="rc2015"/>
            <p:cNvSpPr/>
            <p:nvPr/>
          </p:nvSpPr>
          <p:spPr>
            <a:xfrm>
              <a:off x="3843697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16" name="rc2016"/>
            <p:cNvSpPr/>
            <p:nvPr/>
          </p:nvSpPr>
          <p:spPr>
            <a:xfrm>
              <a:off x="3843697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17" name="rc2017"/>
            <p:cNvSpPr/>
            <p:nvPr/>
          </p:nvSpPr>
          <p:spPr>
            <a:xfrm>
              <a:off x="3843697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18" name="rc2018"/>
            <p:cNvSpPr/>
            <p:nvPr/>
          </p:nvSpPr>
          <p:spPr>
            <a:xfrm>
              <a:off x="3843697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19" name="rc2019"/>
            <p:cNvSpPr/>
            <p:nvPr/>
          </p:nvSpPr>
          <p:spPr>
            <a:xfrm>
              <a:off x="3843697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20" name="rc2020"/>
            <p:cNvSpPr/>
            <p:nvPr/>
          </p:nvSpPr>
          <p:spPr>
            <a:xfrm>
              <a:off x="3843697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21" name="rc2021"/>
            <p:cNvSpPr/>
            <p:nvPr/>
          </p:nvSpPr>
          <p:spPr>
            <a:xfrm>
              <a:off x="3853284" y="2778125"/>
              <a:ext cx="9586" cy="317500"/>
            </a:xfrm>
            <a:prstGeom prst="rect">
              <a:avLst/>
            </a:prstGeom>
            <a:solidFill>
              <a:srgbClr val="F4794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22" name="rc2022"/>
            <p:cNvSpPr/>
            <p:nvPr/>
          </p:nvSpPr>
          <p:spPr>
            <a:xfrm>
              <a:off x="3853284" y="3095625"/>
              <a:ext cx="9586" cy="317499"/>
            </a:xfrm>
            <a:prstGeom prst="rect">
              <a:avLst/>
            </a:prstGeom>
            <a:solidFill>
              <a:srgbClr val="80AF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23" name="rc2023"/>
            <p:cNvSpPr/>
            <p:nvPr/>
          </p:nvSpPr>
          <p:spPr>
            <a:xfrm>
              <a:off x="3853284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24" name="rc2024"/>
            <p:cNvSpPr/>
            <p:nvPr/>
          </p:nvSpPr>
          <p:spPr>
            <a:xfrm>
              <a:off x="3853284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25" name="rc2025"/>
            <p:cNvSpPr/>
            <p:nvPr/>
          </p:nvSpPr>
          <p:spPr>
            <a:xfrm>
              <a:off x="3853284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26" name="rc2026"/>
            <p:cNvSpPr/>
            <p:nvPr/>
          </p:nvSpPr>
          <p:spPr>
            <a:xfrm>
              <a:off x="3853284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27" name="rc2027"/>
            <p:cNvSpPr/>
            <p:nvPr/>
          </p:nvSpPr>
          <p:spPr>
            <a:xfrm>
              <a:off x="3853284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28" name="rc2028"/>
            <p:cNvSpPr/>
            <p:nvPr/>
          </p:nvSpPr>
          <p:spPr>
            <a:xfrm>
              <a:off x="3853284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29" name="rc2029"/>
            <p:cNvSpPr/>
            <p:nvPr/>
          </p:nvSpPr>
          <p:spPr>
            <a:xfrm>
              <a:off x="3862871" y="2778125"/>
              <a:ext cx="9586" cy="317500"/>
            </a:xfrm>
            <a:prstGeom prst="rect">
              <a:avLst/>
            </a:prstGeom>
            <a:solidFill>
              <a:srgbClr val="F4794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30" name="rc2030"/>
            <p:cNvSpPr/>
            <p:nvPr/>
          </p:nvSpPr>
          <p:spPr>
            <a:xfrm>
              <a:off x="3862871" y="3095625"/>
              <a:ext cx="9586" cy="317499"/>
            </a:xfrm>
            <a:prstGeom prst="rect">
              <a:avLst/>
            </a:prstGeom>
            <a:solidFill>
              <a:srgbClr val="7CAA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31" name="rc2031"/>
            <p:cNvSpPr/>
            <p:nvPr/>
          </p:nvSpPr>
          <p:spPr>
            <a:xfrm>
              <a:off x="3862871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32" name="rc2032"/>
            <p:cNvSpPr/>
            <p:nvPr/>
          </p:nvSpPr>
          <p:spPr>
            <a:xfrm>
              <a:off x="3862871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33" name="rc2033"/>
            <p:cNvSpPr/>
            <p:nvPr/>
          </p:nvSpPr>
          <p:spPr>
            <a:xfrm>
              <a:off x="3862871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34" name="rc2034"/>
            <p:cNvSpPr/>
            <p:nvPr/>
          </p:nvSpPr>
          <p:spPr>
            <a:xfrm>
              <a:off x="3862871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35" name="rc2035"/>
            <p:cNvSpPr/>
            <p:nvPr/>
          </p:nvSpPr>
          <p:spPr>
            <a:xfrm>
              <a:off x="3862871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36" name="rc2036"/>
            <p:cNvSpPr/>
            <p:nvPr/>
          </p:nvSpPr>
          <p:spPr>
            <a:xfrm>
              <a:off x="3862871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37" name="rc2037"/>
            <p:cNvSpPr/>
            <p:nvPr/>
          </p:nvSpPr>
          <p:spPr>
            <a:xfrm>
              <a:off x="3872458" y="2778125"/>
              <a:ext cx="9586" cy="317500"/>
            </a:xfrm>
            <a:prstGeom prst="rect">
              <a:avLst/>
            </a:prstGeom>
            <a:solidFill>
              <a:srgbClr val="F8845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38" name="rc2038"/>
            <p:cNvSpPr/>
            <p:nvPr/>
          </p:nvSpPr>
          <p:spPr>
            <a:xfrm>
              <a:off x="3872458" y="3095625"/>
              <a:ext cx="9586" cy="317499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39" name="rc2039"/>
            <p:cNvSpPr/>
            <p:nvPr/>
          </p:nvSpPr>
          <p:spPr>
            <a:xfrm>
              <a:off x="3872458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40" name="rc2040"/>
            <p:cNvSpPr/>
            <p:nvPr/>
          </p:nvSpPr>
          <p:spPr>
            <a:xfrm>
              <a:off x="3872458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41" name="rc2041"/>
            <p:cNvSpPr/>
            <p:nvPr/>
          </p:nvSpPr>
          <p:spPr>
            <a:xfrm>
              <a:off x="3872458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42" name="rc2042"/>
            <p:cNvSpPr/>
            <p:nvPr/>
          </p:nvSpPr>
          <p:spPr>
            <a:xfrm>
              <a:off x="3872458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43" name="rc2043"/>
            <p:cNvSpPr/>
            <p:nvPr/>
          </p:nvSpPr>
          <p:spPr>
            <a:xfrm>
              <a:off x="3872458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44" name="rc2044"/>
            <p:cNvSpPr/>
            <p:nvPr/>
          </p:nvSpPr>
          <p:spPr>
            <a:xfrm>
              <a:off x="3872458" y="5000625"/>
              <a:ext cx="9586" cy="317500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45" name="rc2045"/>
            <p:cNvSpPr/>
            <p:nvPr/>
          </p:nvSpPr>
          <p:spPr>
            <a:xfrm>
              <a:off x="3882045" y="2778125"/>
              <a:ext cx="9586" cy="317500"/>
            </a:xfrm>
            <a:prstGeom prst="rect">
              <a:avLst/>
            </a:prstGeom>
            <a:solidFill>
              <a:srgbClr val="FC945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46" name="rc2046"/>
            <p:cNvSpPr/>
            <p:nvPr/>
          </p:nvSpPr>
          <p:spPr>
            <a:xfrm>
              <a:off x="3882045" y="3095625"/>
              <a:ext cx="9586" cy="317499"/>
            </a:xfrm>
            <a:prstGeom prst="rect">
              <a:avLst/>
            </a:prstGeom>
            <a:solidFill>
              <a:srgbClr val="73A1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47" name="rc2047"/>
            <p:cNvSpPr/>
            <p:nvPr/>
          </p:nvSpPr>
          <p:spPr>
            <a:xfrm>
              <a:off x="3882045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48" name="rc2048"/>
            <p:cNvSpPr/>
            <p:nvPr/>
          </p:nvSpPr>
          <p:spPr>
            <a:xfrm>
              <a:off x="3882045" y="3730625"/>
              <a:ext cx="9586" cy="317500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49" name="rc2049"/>
            <p:cNvSpPr/>
            <p:nvPr/>
          </p:nvSpPr>
          <p:spPr>
            <a:xfrm>
              <a:off x="3882045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50" name="rc2050"/>
            <p:cNvSpPr/>
            <p:nvPr/>
          </p:nvSpPr>
          <p:spPr>
            <a:xfrm>
              <a:off x="3882045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51" name="rc2051"/>
            <p:cNvSpPr/>
            <p:nvPr/>
          </p:nvSpPr>
          <p:spPr>
            <a:xfrm>
              <a:off x="3882045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52" name="rc2052"/>
            <p:cNvSpPr/>
            <p:nvPr/>
          </p:nvSpPr>
          <p:spPr>
            <a:xfrm>
              <a:off x="3882045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53" name="rc2053"/>
            <p:cNvSpPr/>
            <p:nvPr/>
          </p:nvSpPr>
          <p:spPr>
            <a:xfrm>
              <a:off x="3891632" y="2778125"/>
              <a:ext cx="9586" cy="317500"/>
            </a:xfrm>
            <a:prstGeom prst="rect">
              <a:avLst/>
            </a:prstGeom>
            <a:solidFill>
              <a:srgbClr val="FA8A5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54" name="rc2054"/>
            <p:cNvSpPr/>
            <p:nvPr/>
          </p:nvSpPr>
          <p:spPr>
            <a:xfrm>
              <a:off x="3891632" y="3095625"/>
              <a:ext cx="9586" cy="317499"/>
            </a:xfrm>
            <a:prstGeom prst="rect">
              <a:avLst/>
            </a:prstGeom>
            <a:solidFill>
              <a:srgbClr val="6998C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55" name="rc2055"/>
            <p:cNvSpPr/>
            <p:nvPr/>
          </p:nvSpPr>
          <p:spPr>
            <a:xfrm>
              <a:off x="3891632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56" name="rc2056"/>
            <p:cNvSpPr/>
            <p:nvPr/>
          </p:nvSpPr>
          <p:spPr>
            <a:xfrm>
              <a:off x="3891632" y="3730625"/>
              <a:ext cx="9586" cy="3175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57" name="rc2057"/>
            <p:cNvSpPr/>
            <p:nvPr/>
          </p:nvSpPr>
          <p:spPr>
            <a:xfrm>
              <a:off x="3891632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58" name="rc2058"/>
            <p:cNvSpPr/>
            <p:nvPr/>
          </p:nvSpPr>
          <p:spPr>
            <a:xfrm>
              <a:off x="3891632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59" name="rc2059"/>
            <p:cNvSpPr/>
            <p:nvPr/>
          </p:nvSpPr>
          <p:spPr>
            <a:xfrm>
              <a:off x="3891632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60" name="rc2060"/>
            <p:cNvSpPr/>
            <p:nvPr/>
          </p:nvSpPr>
          <p:spPr>
            <a:xfrm>
              <a:off x="3891632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61" name="rc2061"/>
            <p:cNvSpPr/>
            <p:nvPr/>
          </p:nvSpPr>
          <p:spPr>
            <a:xfrm>
              <a:off x="3901219" y="2778125"/>
              <a:ext cx="9586" cy="317500"/>
            </a:xfrm>
            <a:prstGeom prst="rect">
              <a:avLst/>
            </a:prstGeom>
            <a:solidFill>
              <a:srgbClr val="FC8F5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62" name="rc2062"/>
            <p:cNvSpPr/>
            <p:nvPr/>
          </p:nvSpPr>
          <p:spPr>
            <a:xfrm>
              <a:off x="3901219" y="3095625"/>
              <a:ext cx="9586" cy="317499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63" name="rc2063"/>
            <p:cNvSpPr/>
            <p:nvPr/>
          </p:nvSpPr>
          <p:spPr>
            <a:xfrm>
              <a:off x="3901219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64" name="rc2064"/>
            <p:cNvSpPr/>
            <p:nvPr/>
          </p:nvSpPr>
          <p:spPr>
            <a:xfrm>
              <a:off x="3901219" y="3730625"/>
              <a:ext cx="9586" cy="3175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65" name="rc2065"/>
            <p:cNvSpPr/>
            <p:nvPr/>
          </p:nvSpPr>
          <p:spPr>
            <a:xfrm>
              <a:off x="3901219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66" name="rc2066"/>
            <p:cNvSpPr/>
            <p:nvPr/>
          </p:nvSpPr>
          <p:spPr>
            <a:xfrm>
              <a:off x="3901219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67" name="rc2067"/>
            <p:cNvSpPr/>
            <p:nvPr/>
          </p:nvSpPr>
          <p:spPr>
            <a:xfrm>
              <a:off x="3901219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68" name="rc2068"/>
            <p:cNvSpPr/>
            <p:nvPr/>
          </p:nvSpPr>
          <p:spPr>
            <a:xfrm>
              <a:off x="3901219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69" name="rc2069"/>
            <p:cNvSpPr/>
            <p:nvPr/>
          </p:nvSpPr>
          <p:spPr>
            <a:xfrm>
              <a:off x="3910806" y="2778125"/>
              <a:ext cx="9586" cy="317500"/>
            </a:xfrm>
            <a:prstGeom prst="rect">
              <a:avLst/>
            </a:prstGeom>
            <a:solidFill>
              <a:srgbClr val="EB62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70" name="rc2070"/>
            <p:cNvSpPr/>
            <p:nvPr/>
          </p:nvSpPr>
          <p:spPr>
            <a:xfrm>
              <a:off x="3910806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71" name="rc2071"/>
            <p:cNvSpPr/>
            <p:nvPr/>
          </p:nvSpPr>
          <p:spPr>
            <a:xfrm>
              <a:off x="3910806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72" name="rc2072"/>
            <p:cNvSpPr/>
            <p:nvPr/>
          </p:nvSpPr>
          <p:spPr>
            <a:xfrm>
              <a:off x="3910806" y="3730625"/>
              <a:ext cx="9586" cy="317500"/>
            </a:xfrm>
            <a:prstGeom prst="rect">
              <a:avLst/>
            </a:prstGeom>
            <a:solidFill>
              <a:srgbClr val="6998C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73" name="rc2073"/>
            <p:cNvSpPr/>
            <p:nvPr/>
          </p:nvSpPr>
          <p:spPr>
            <a:xfrm>
              <a:off x="3910806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74" name="rc2074"/>
            <p:cNvSpPr/>
            <p:nvPr/>
          </p:nvSpPr>
          <p:spPr>
            <a:xfrm>
              <a:off x="3910806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75" name="rc2075"/>
            <p:cNvSpPr/>
            <p:nvPr/>
          </p:nvSpPr>
          <p:spPr>
            <a:xfrm>
              <a:off x="3910806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76" name="rc2076"/>
            <p:cNvSpPr/>
            <p:nvPr/>
          </p:nvSpPr>
          <p:spPr>
            <a:xfrm>
              <a:off x="3910806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77" name="rc2077"/>
            <p:cNvSpPr/>
            <p:nvPr/>
          </p:nvSpPr>
          <p:spPr>
            <a:xfrm>
              <a:off x="3920393" y="2778125"/>
              <a:ext cx="9586" cy="317500"/>
            </a:xfrm>
            <a:prstGeom prst="rect">
              <a:avLst/>
            </a:prstGeom>
            <a:solidFill>
              <a:srgbClr val="EB62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78" name="rc2078"/>
            <p:cNvSpPr/>
            <p:nvPr/>
          </p:nvSpPr>
          <p:spPr>
            <a:xfrm>
              <a:off x="3920393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79" name="rc2079"/>
            <p:cNvSpPr/>
            <p:nvPr/>
          </p:nvSpPr>
          <p:spPr>
            <a:xfrm>
              <a:off x="3920393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80" name="rc2080"/>
            <p:cNvSpPr/>
            <p:nvPr/>
          </p:nvSpPr>
          <p:spPr>
            <a:xfrm>
              <a:off x="3920393" y="3730625"/>
              <a:ext cx="9586" cy="317500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81" name="rc2081"/>
            <p:cNvSpPr/>
            <p:nvPr/>
          </p:nvSpPr>
          <p:spPr>
            <a:xfrm>
              <a:off x="3920393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82" name="rc2082"/>
            <p:cNvSpPr/>
            <p:nvPr/>
          </p:nvSpPr>
          <p:spPr>
            <a:xfrm>
              <a:off x="3920393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83" name="rc2083"/>
            <p:cNvSpPr/>
            <p:nvPr/>
          </p:nvSpPr>
          <p:spPr>
            <a:xfrm>
              <a:off x="3920393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84" name="rc2084"/>
            <p:cNvSpPr/>
            <p:nvPr/>
          </p:nvSpPr>
          <p:spPr>
            <a:xfrm>
              <a:off x="3920393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85" name="rc2085"/>
            <p:cNvSpPr/>
            <p:nvPr/>
          </p:nvSpPr>
          <p:spPr>
            <a:xfrm>
              <a:off x="3929980" y="2778125"/>
              <a:ext cx="9586" cy="317500"/>
            </a:xfrm>
            <a:prstGeom prst="rect">
              <a:avLst/>
            </a:prstGeom>
            <a:solidFill>
              <a:srgbClr val="F17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86" name="rc2086"/>
            <p:cNvSpPr/>
            <p:nvPr/>
          </p:nvSpPr>
          <p:spPr>
            <a:xfrm>
              <a:off x="3929980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87" name="rc2087"/>
            <p:cNvSpPr/>
            <p:nvPr/>
          </p:nvSpPr>
          <p:spPr>
            <a:xfrm>
              <a:off x="3929980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88" name="rc2088"/>
            <p:cNvSpPr/>
            <p:nvPr/>
          </p:nvSpPr>
          <p:spPr>
            <a:xfrm>
              <a:off x="3929980" y="3730625"/>
              <a:ext cx="9586" cy="317500"/>
            </a:xfrm>
            <a:prstGeom prst="rect">
              <a:avLst/>
            </a:prstGeom>
            <a:solidFill>
              <a:srgbClr val="77A6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89" name="rc2089"/>
            <p:cNvSpPr/>
            <p:nvPr/>
          </p:nvSpPr>
          <p:spPr>
            <a:xfrm>
              <a:off x="3929980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90" name="rc2090"/>
            <p:cNvSpPr/>
            <p:nvPr/>
          </p:nvSpPr>
          <p:spPr>
            <a:xfrm>
              <a:off x="3929980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91" name="rc2091"/>
            <p:cNvSpPr/>
            <p:nvPr/>
          </p:nvSpPr>
          <p:spPr>
            <a:xfrm>
              <a:off x="3929980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92" name="rc2092"/>
            <p:cNvSpPr/>
            <p:nvPr/>
          </p:nvSpPr>
          <p:spPr>
            <a:xfrm>
              <a:off x="3929980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93" name="rc2093"/>
            <p:cNvSpPr/>
            <p:nvPr/>
          </p:nvSpPr>
          <p:spPr>
            <a:xfrm>
              <a:off x="3939567" y="2778125"/>
              <a:ext cx="9586" cy="317500"/>
            </a:xfrm>
            <a:prstGeom prst="rect">
              <a:avLst/>
            </a:prstGeom>
            <a:solidFill>
              <a:srgbClr val="F17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94" name="rc2094"/>
            <p:cNvSpPr/>
            <p:nvPr/>
          </p:nvSpPr>
          <p:spPr>
            <a:xfrm>
              <a:off x="3939567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95" name="rc2095"/>
            <p:cNvSpPr/>
            <p:nvPr/>
          </p:nvSpPr>
          <p:spPr>
            <a:xfrm>
              <a:off x="3939567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96" name="rc2096"/>
            <p:cNvSpPr/>
            <p:nvPr/>
          </p:nvSpPr>
          <p:spPr>
            <a:xfrm>
              <a:off x="3939567" y="3730625"/>
              <a:ext cx="9586" cy="317500"/>
            </a:xfrm>
            <a:prstGeom prst="rect">
              <a:avLst/>
            </a:prstGeom>
            <a:solidFill>
              <a:srgbClr val="77A6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97" name="rc2097"/>
            <p:cNvSpPr/>
            <p:nvPr/>
          </p:nvSpPr>
          <p:spPr>
            <a:xfrm>
              <a:off x="3939567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98" name="rc2098"/>
            <p:cNvSpPr/>
            <p:nvPr/>
          </p:nvSpPr>
          <p:spPr>
            <a:xfrm>
              <a:off x="3939567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99" name="rc2099"/>
            <p:cNvSpPr/>
            <p:nvPr/>
          </p:nvSpPr>
          <p:spPr>
            <a:xfrm>
              <a:off x="3939567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00" name="rc2100"/>
            <p:cNvSpPr/>
            <p:nvPr/>
          </p:nvSpPr>
          <p:spPr>
            <a:xfrm>
              <a:off x="3939567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01" name="rc2101"/>
            <p:cNvSpPr/>
            <p:nvPr/>
          </p:nvSpPr>
          <p:spPr>
            <a:xfrm>
              <a:off x="3949154" y="2778125"/>
              <a:ext cx="9586" cy="317500"/>
            </a:xfrm>
            <a:prstGeom prst="rect">
              <a:avLst/>
            </a:prstGeom>
            <a:solidFill>
              <a:srgbClr val="F17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02" name="rc2102"/>
            <p:cNvSpPr/>
            <p:nvPr/>
          </p:nvSpPr>
          <p:spPr>
            <a:xfrm>
              <a:off x="3949154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03" name="rc2103"/>
            <p:cNvSpPr/>
            <p:nvPr/>
          </p:nvSpPr>
          <p:spPr>
            <a:xfrm>
              <a:off x="3949154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04" name="rc2104"/>
            <p:cNvSpPr/>
            <p:nvPr/>
          </p:nvSpPr>
          <p:spPr>
            <a:xfrm>
              <a:off x="3949154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05" name="rc2105"/>
            <p:cNvSpPr/>
            <p:nvPr/>
          </p:nvSpPr>
          <p:spPr>
            <a:xfrm>
              <a:off x="3949154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06" name="rc2106"/>
            <p:cNvSpPr/>
            <p:nvPr/>
          </p:nvSpPr>
          <p:spPr>
            <a:xfrm>
              <a:off x="3949154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07" name="rc2107"/>
            <p:cNvSpPr/>
            <p:nvPr/>
          </p:nvSpPr>
          <p:spPr>
            <a:xfrm>
              <a:off x="3949154" y="4683125"/>
              <a:ext cx="9586" cy="317500"/>
            </a:xfrm>
            <a:prstGeom prst="rect">
              <a:avLst/>
            </a:prstGeom>
            <a:solidFill>
              <a:srgbClr val="77A6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08" name="rc2108"/>
            <p:cNvSpPr/>
            <p:nvPr/>
          </p:nvSpPr>
          <p:spPr>
            <a:xfrm>
              <a:off x="3949154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09" name="rc2109"/>
            <p:cNvSpPr/>
            <p:nvPr/>
          </p:nvSpPr>
          <p:spPr>
            <a:xfrm>
              <a:off x="3958741" y="2778125"/>
              <a:ext cx="9586" cy="317500"/>
            </a:xfrm>
            <a:prstGeom prst="rect">
              <a:avLst/>
            </a:prstGeom>
            <a:solidFill>
              <a:srgbClr val="FC8F5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10" name="rc2110"/>
            <p:cNvSpPr/>
            <p:nvPr/>
          </p:nvSpPr>
          <p:spPr>
            <a:xfrm>
              <a:off x="3958741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11" name="rc2111"/>
            <p:cNvSpPr/>
            <p:nvPr/>
          </p:nvSpPr>
          <p:spPr>
            <a:xfrm>
              <a:off x="3958741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12" name="rc2112"/>
            <p:cNvSpPr/>
            <p:nvPr/>
          </p:nvSpPr>
          <p:spPr>
            <a:xfrm>
              <a:off x="3958741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13" name="rc2113"/>
            <p:cNvSpPr/>
            <p:nvPr/>
          </p:nvSpPr>
          <p:spPr>
            <a:xfrm>
              <a:off x="3958741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14" name="rc2114"/>
            <p:cNvSpPr/>
            <p:nvPr/>
          </p:nvSpPr>
          <p:spPr>
            <a:xfrm>
              <a:off x="3958741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15" name="rc2115"/>
            <p:cNvSpPr/>
            <p:nvPr/>
          </p:nvSpPr>
          <p:spPr>
            <a:xfrm>
              <a:off x="3958741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16" name="rc2116"/>
            <p:cNvSpPr/>
            <p:nvPr/>
          </p:nvSpPr>
          <p:spPr>
            <a:xfrm>
              <a:off x="3958741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17" name="rc2117"/>
            <p:cNvSpPr/>
            <p:nvPr/>
          </p:nvSpPr>
          <p:spPr>
            <a:xfrm>
              <a:off x="3968328" y="2778125"/>
              <a:ext cx="9586" cy="317500"/>
            </a:xfrm>
            <a:prstGeom prst="rect">
              <a:avLst/>
            </a:prstGeom>
            <a:solidFill>
              <a:srgbClr val="FC9E6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18" name="rc2118"/>
            <p:cNvSpPr/>
            <p:nvPr/>
          </p:nvSpPr>
          <p:spPr>
            <a:xfrm>
              <a:off x="3968328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19" name="rc2119"/>
            <p:cNvSpPr/>
            <p:nvPr/>
          </p:nvSpPr>
          <p:spPr>
            <a:xfrm>
              <a:off x="3968328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20" name="rc2120"/>
            <p:cNvSpPr/>
            <p:nvPr/>
          </p:nvSpPr>
          <p:spPr>
            <a:xfrm>
              <a:off x="3968328" y="3730625"/>
              <a:ext cx="9586" cy="3175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21" name="rc2121"/>
            <p:cNvSpPr/>
            <p:nvPr/>
          </p:nvSpPr>
          <p:spPr>
            <a:xfrm>
              <a:off x="3968328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22" name="rc2122"/>
            <p:cNvSpPr/>
            <p:nvPr/>
          </p:nvSpPr>
          <p:spPr>
            <a:xfrm>
              <a:off x="3968328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23" name="rc2123"/>
            <p:cNvSpPr/>
            <p:nvPr/>
          </p:nvSpPr>
          <p:spPr>
            <a:xfrm>
              <a:off x="3968328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24" name="rc2124"/>
            <p:cNvSpPr/>
            <p:nvPr/>
          </p:nvSpPr>
          <p:spPr>
            <a:xfrm>
              <a:off x="3968328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25" name="rc2125"/>
            <p:cNvSpPr/>
            <p:nvPr/>
          </p:nvSpPr>
          <p:spPr>
            <a:xfrm>
              <a:off x="3977915" y="2778125"/>
              <a:ext cx="9586" cy="317500"/>
            </a:xfrm>
            <a:prstGeom prst="rect">
              <a:avLst/>
            </a:prstGeom>
            <a:solidFill>
              <a:srgbClr val="FC99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26" name="rc2126"/>
            <p:cNvSpPr/>
            <p:nvPr/>
          </p:nvSpPr>
          <p:spPr>
            <a:xfrm>
              <a:off x="3977915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27" name="rc2127"/>
            <p:cNvSpPr/>
            <p:nvPr/>
          </p:nvSpPr>
          <p:spPr>
            <a:xfrm>
              <a:off x="3977915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28" name="rc2128"/>
            <p:cNvSpPr/>
            <p:nvPr/>
          </p:nvSpPr>
          <p:spPr>
            <a:xfrm>
              <a:off x="3977915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29" name="rc2129"/>
            <p:cNvSpPr/>
            <p:nvPr/>
          </p:nvSpPr>
          <p:spPr>
            <a:xfrm>
              <a:off x="3977915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30" name="rc2130"/>
            <p:cNvSpPr/>
            <p:nvPr/>
          </p:nvSpPr>
          <p:spPr>
            <a:xfrm>
              <a:off x="3977915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31" name="rc2131"/>
            <p:cNvSpPr/>
            <p:nvPr/>
          </p:nvSpPr>
          <p:spPr>
            <a:xfrm>
              <a:off x="3977915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32" name="rc2132"/>
            <p:cNvSpPr/>
            <p:nvPr/>
          </p:nvSpPr>
          <p:spPr>
            <a:xfrm>
              <a:off x="3977915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33" name="rc2133"/>
            <p:cNvSpPr/>
            <p:nvPr/>
          </p:nvSpPr>
          <p:spPr>
            <a:xfrm>
              <a:off x="3987502" y="2778125"/>
              <a:ext cx="9586" cy="317500"/>
            </a:xfrm>
            <a:prstGeom prst="rect">
              <a:avLst/>
            </a:prstGeom>
            <a:solidFill>
              <a:srgbClr val="FC9E6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34" name="rc2134"/>
            <p:cNvSpPr/>
            <p:nvPr/>
          </p:nvSpPr>
          <p:spPr>
            <a:xfrm>
              <a:off x="3987502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35" name="rc2135"/>
            <p:cNvSpPr/>
            <p:nvPr/>
          </p:nvSpPr>
          <p:spPr>
            <a:xfrm>
              <a:off x="3987502" y="3413125"/>
              <a:ext cx="9586" cy="3175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36" name="rc2136"/>
            <p:cNvSpPr/>
            <p:nvPr/>
          </p:nvSpPr>
          <p:spPr>
            <a:xfrm>
              <a:off x="3987502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37" name="rc2137"/>
            <p:cNvSpPr/>
            <p:nvPr/>
          </p:nvSpPr>
          <p:spPr>
            <a:xfrm>
              <a:off x="3987502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38" name="rc2138"/>
            <p:cNvSpPr/>
            <p:nvPr/>
          </p:nvSpPr>
          <p:spPr>
            <a:xfrm>
              <a:off x="3987502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39" name="rc2139"/>
            <p:cNvSpPr/>
            <p:nvPr/>
          </p:nvSpPr>
          <p:spPr>
            <a:xfrm>
              <a:off x="3987502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40" name="rc2140"/>
            <p:cNvSpPr/>
            <p:nvPr/>
          </p:nvSpPr>
          <p:spPr>
            <a:xfrm>
              <a:off x="3987502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41" name="rc2141"/>
            <p:cNvSpPr/>
            <p:nvPr/>
          </p:nvSpPr>
          <p:spPr>
            <a:xfrm>
              <a:off x="3997089" y="2778125"/>
              <a:ext cx="9586" cy="317500"/>
            </a:xfrm>
            <a:prstGeom prst="rect">
              <a:avLst/>
            </a:prstGeom>
            <a:solidFill>
              <a:srgbClr val="FCA36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42" name="rc2142"/>
            <p:cNvSpPr/>
            <p:nvPr/>
          </p:nvSpPr>
          <p:spPr>
            <a:xfrm>
              <a:off x="3997089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43" name="rc2143"/>
            <p:cNvSpPr/>
            <p:nvPr/>
          </p:nvSpPr>
          <p:spPr>
            <a:xfrm>
              <a:off x="3997089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44" name="rc2144"/>
            <p:cNvSpPr/>
            <p:nvPr/>
          </p:nvSpPr>
          <p:spPr>
            <a:xfrm>
              <a:off x="3997089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45" name="rc2145"/>
            <p:cNvSpPr/>
            <p:nvPr/>
          </p:nvSpPr>
          <p:spPr>
            <a:xfrm>
              <a:off x="3997089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46" name="rc2146"/>
            <p:cNvSpPr/>
            <p:nvPr/>
          </p:nvSpPr>
          <p:spPr>
            <a:xfrm>
              <a:off x="3997089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47" name="rc2147"/>
            <p:cNvSpPr/>
            <p:nvPr/>
          </p:nvSpPr>
          <p:spPr>
            <a:xfrm>
              <a:off x="3997089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48" name="rc2148"/>
            <p:cNvSpPr/>
            <p:nvPr/>
          </p:nvSpPr>
          <p:spPr>
            <a:xfrm>
              <a:off x="3997089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49" name="rc2149"/>
            <p:cNvSpPr/>
            <p:nvPr/>
          </p:nvSpPr>
          <p:spPr>
            <a:xfrm>
              <a:off x="4006676" y="2778125"/>
              <a:ext cx="9586" cy="317500"/>
            </a:xfrm>
            <a:prstGeom prst="rect">
              <a:avLst/>
            </a:prstGeom>
            <a:solidFill>
              <a:srgbClr val="FC9E6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50" name="rc2150"/>
            <p:cNvSpPr/>
            <p:nvPr/>
          </p:nvSpPr>
          <p:spPr>
            <a:xfrm>
              <a:off x="4006676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51" name="rc2151"/>
            <p:cNvSpPr/>
            <p:nvPr/>
          </p:nvSpPr>
          <p:spPr>
            <a:xfrm>
              <a:off x="4006676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52" name="rc2152"/>
            <p:cNvSpPr/>
            <p:nvPr/>
          </p:nvSpPr>
          <p:spPr>
            <a:xfrm>
              <a:off x="4006676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53" name="rc2153"/>
            <p:cNvSpPr/>
            <p:nvPr/>
          </p:nvSpPr>
          <p:spPr>
            <a:xfrm>
              <a:off x="4006676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54" name="rc2154"/>
            <p:cNvSpPr/>
            <p:nvPr/>
          </p:nvSpPr>
          <p:spPr>
            <a:xfrm>
              <a:off x="4006676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55" name="rc2155"/>
            <p:cNvSpPr/>
            <p:nvPr/>
          </p:nvSpPr>
          <p:spPr>
            <a:xfrm>
              <a:off x="4006676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56" name="rc2156"/>
            <p:cNvSpPr/>
            <p:nvPr/>
          </p:nvSpPr>
          <p:spPr>
            <a:xfrm>
              <a:off x="4006676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57" name="rc2157"/>
            <p:cNvSpPr/>
            <p:nvPr/>
          </p:nvSpPr>
          <p:spPr>
            <a:xfrm>
              <a:off x="4016263" y="2778125"/>
              <a:ext cx="9586" cy="317500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58" name="rc2158"/>
            <p:cNvSpPr/>
            <p:nvPr/>
          </p:nvSpPr>
          <p:spPr>
            <a:xfrm>
              <a:off x="4016263" y="3095625"/>
              <a:ext cx="9586" cy="317499"/>
            </a:xfrm>
            <a:prstGeom prst="rect">
              <a:avLst/>
            </a:prstGeom>
            <a:solidFill>
              <a:srgbClr val="B9D9E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59" name="rc2159"/>
            <p:cNvSpPr/>
            <p:nvPr/>
          </p:nvSpPr>
          <p:spPr>
            <a:xfrm>
              <a:off x="4016263" y="3413125"/>
              <a:ext cx="9586" cy="317500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60" name="rc2160"/>
            <p:cNvSpPr/>
            <p:nvPr/>
          </p:nvSpPr>
          <p:spPr>
            <a:xfrm>
              <a:off x="4016263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61" name="rc2161"/>
            <p:cNvSpPr/>
            <p:nvPr/>
          </p:nvSpPr>
          <p:spPr>
            <a:xfrm>
              <a:off x="4016263" y="4048125"/>
              <a:ext cx="9586" cy="3175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62" name="rc2162"/>
            <p:cNvSpPr/>
            <p:nvPr/>
          </p:nvSpPr>
          <p:spPr>
            <a:xfrm>
              <a:off x="4016263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63" name="rc2163"/>
            <p:cNvSpPr/>
            <p:nvPr/>
          </p:nvSpPr>
          <p:spPr>
            <a:xfrm>
              <a:off x="4016263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64" name="rc2164"/>
            <p:cNvSpPr/>
            <p:nvPr/>
          </p:nvSpPr>
          <p:spPr>
            <a:xfrm>
              <a:off x="4016263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65" name="rc2165"/>
            <p:cNvSpPr/>
            <p:nvPr/>
          </p:nvSpPr>
          <p:spPr>
            <a:xfrm>
              <a:off x="4025850" y="2778125"/>
              <a:ext cx="9586" cy="317500"/>
            </a:xfrm>
            <a:prstGeom prst="rect">
              <a:avLst/>
            </a:prstGeom>
            <a:solidFill>
              <a:srgbClr val="FDBC7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66" name="rc2166"/>
            <p:cNvSpPr/>
            <p:nvPr/>
          </p:nvSpPr>
          <p:spPr>
            <a:xfrm>
              <a:off x="4025850" y="3095625"/>
              <a:ext cx="9586" cy="317499"/>
            </a:xfrm>
            <a:prstGeom prst="rect">
              <a:avLst/>
            </a:prstGeom>
            <a:solidFill>
              <a:srgbClr val="BEDC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67" name="rc2167"/>
            <p:cNvSpPr/>
            <p:nvPr/>
          </p:nvSpPr>
          <p:spPr>
            <a:xfrm>
              <a:off x="4025850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68" name="rc2168"/>
            <p:cNvSpPr/>
            <p:nvPr/>
          </p:nvSpPr>
          <p:spPr>
            <a:xfrm>
              <a:off x="4025850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69" name="rc2169"/>
            <p:cNvSpPr/>
            <p:nvPr/>
          </p:nvSpPr>
          <p:spPr>
            <a:xfrm>
              <a:off x="4025850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70" name="rc2170"/>
            <p:cNvSpPr/>
            <p:nvPr/>
          </p:nvSpPr>
          <p:spPr>
            <a:xfrm>
              <a:off x="4025850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71" name="rc2171"/>
            <p:cNvSpPr/>
            <p:nvPr/>
          </p:nvSpPr>
          <p:spPr>
            <a:xfrm>
              <a:off x="4025850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72" name="rc2172"/>
            <p:cNvSpPr/>
            <p:nvPr/>
          </p:nvSpPr>
          <p:spPr>
            <a:xfrm>
              <a:off x="4025850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73" name="rc2173"/>
            <p:cNvSpPr/>
            <p:nvPr/>
          </p:nvSpPr>
          <p:spPr>
            <a:xfrm>
              <a:off x="4035436" y="2778125"/>
              <a:ext cx="9586" cy="317500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74" name="rc2174"/>
            <p:cNvSpPr/>
            <p:nvPr/>
          </p:nvSpPr>
          <p:spPr>
            <a:xfrm>
              <a:off x="4035436" y="3095625"/>
              <a:ext cx="9586" cy="317499"/>
            </a:xfrm>
            <a:prstGeom prst="rect">
              <a:avLst/>
            </a:prstGeom>
            <a:solidFill>
              <a:srgbClr val="C3E0E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75" name="rc2175"/>
            <p:cNvSpPr/>
            <p:nvPr/>
          </p:nvSpPr>
          <p:spPr>
            <a:xfrm>
              <a:off x="4035436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76" name="rc2176"/>
            <p:cNvSpPr/>
            <p:nvPr/>
          </p:nvSpPr>
          <p:spPr>
            <a:xfrm>
              <a:off x="4035436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77" name="rc2177"/>
            <p:cNvSpPr/>
            <p:nvPr/>
          </p:nvSpPr>
          <p:spPr>
            <a:xfrm>
              <a:off x="4035436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78" name="rc2178"/>
            <p:cNvSpPr/>
            <p:nvPr/>
          </p:nvSpPr>
          <p:spPr>
            <a:xfrm>
              <a:off x="4035436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79" name="rc2179"/>
            <p:cNvSpPr/>
            <p:nvPr/>
          </p:nvSpPr>
          <p:spPr>
            <a:xfrm>
              <a:off x="4035436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80" name="rc2180"/>
            <p:cNvSpPr/>
            <p:nvPr/>
          </p:nvSpPr>
          <p:spPr>
            <a:xfrm>
              <a:off x="4035436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81" name="rc2181"/>
            <p:cNvSpPr/>
            <p:nvPr/>
          </p:nvSpPr>
          <p:spPr>
            <a:xfrm>
              <a:off x="4045023" y="2778125"/>
              <a:ext cx="9586" cy="317500"/>
            </a:xfrm>
            <a:prstGeom prst="rect">
              <a:avLst/>
            </a:prstGeom>
            <a:solidFill>
              <a:srgbClr val="FDC6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82" name="rc2182"/>
            <p:cNvSpPr/>
            <p:nvPr/>
          </p:nvSpPr>
          <p:spPr>
            <a:xfrm>
              <a:off x="4045023" y="3095625"/>
              <a:ext cx="9586" cy="317499"/>
            </a:xfrm>
            <a:prstGeom prst="rect">
              <a:avLst/>
            </a:prstGeom>
            <a:solidFill>
              <a:srgbClr val="C8E3E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83" name="rc2183"/>
            <p:cNvSpPr/>
            <p:nvPr/>
          </p:nvSpPr>
          <p:spPr>
            <a:xfrm>
              <a:off x="4045023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84" name="rc2184"/>
            <p:cNvSpPr/>
            <p:nvPr/>
          </p:nvSpPr>
          <p:spPr>
            <a:xfrm>
              <a:off x="4045023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85" name="rc2185"/>
            <p:cNvSpPr/>
            <p:nvPr/>
          </p:nvSpPr>
          <p:spPr>
            <a:xfrm>
              <a:off x="4045023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86" name="rc2186"/>
            <p:cNvSpPr/>
            <p:nvPr/>
          </p:nvSpPr>
          <p:spPr>
            <a:xfrm>
              <a:off x="4045023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87" name="rc2187"/>
            <p:cNvSpPr/>
            <p:nvPr/>
          </p:nvSpPr>
          <p:spPr>
            <a:xfrm>
              <a:off x="4045023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88" name="rc2188"/>
            <p:cNvSpPr/>
            <p:nvPr/>
          </p:nvSpPr>
          <p:spPr>
            <a:xfrm>
              <a:off x="4045023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89" name="rc2189"/>
            <p:cNvSpPr/>
            <p:nvPr/>
          </p:nvSpPr>
          <p:spPr>
            <a:xfrm>
              <a:off x="4054610" y="2778125"/>
              <a:ext cx="9586" cy="317500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90" name="rc2190"/>
            <p:cNvSpPr/>
            <p:nvPr/>
          </p:nvSpPr>
          <p:spPr>
            <a:xfrm>
              <a:off x="4054610" y="3095625"/>
              <a:ext cx="9586" cy="317499"/>
            </a:xfrm>
            <a:prstGeom prst="rect">
              <a:avLst/>
            </a:prstGeom>
            <a:solidFill>
              <a:srgbClr val="C3E0E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91" name="rc2191"/>
            <p:cNvSpPr/>
            <p:nvPr/>
          </p:nvSpPr>
          <p:spPr>
            <a:xfrm>
              <a:off x="4054610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92" name="rc2192"/>
            <p:cNvSpPr/>
            <p:nvPr/>
          </p:nvSpPr>
          <p:spPr>
            <a:xfrm>
              <a:off x="4054610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93" name="rc2193"/>
            <p:cNvSpPr/>
            <p:nvPr/>
          </p:nvSpPr>
          <p:spPr>
            <a:xfrm>
              <a:off x="4054610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94" name="rc2194"/>
            <p:cNvSpPr/>
            <p:nvPr/>
          </p:nvSpPr>
          <p:spPr>
            <a:xfrm>
              <a:off x="4054610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95" name="rc2195"/>
            <p:cNvSpPr/>
            <p:nvPr/>
          </p:nvSpPr>
          <p:spPr>
            <a:xfrm>
              <a:off x="4054610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96" name="rc2196"/>
            <p:cNvSpPr/>
            <p:nvPr/>
          </p:nvSpPr>
          <p:spPr>
            <a:xfrm>
              <a:off x="4054610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97" name="rc2197"/>
            <p:cNvSpPr/>
            <p:nvPr/>
          </p:nvSpPr>
          <p:spPr>
            <a:xfrm>
              <a:off x="4064197" y="2778125"/>
              <a:ext cx="9586" cy="317500"/>
            </a:xfrm>
            <a:prstGeom prst="rect">
              <a:avLst/>
            </a:prstGeom>
            <a:solidFill>
              <a:srgbClr val="FDC6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98" name="rc2198"/>
            <p:cNvSpPr/>
            <p:nvPr/>
          </p:nvSpPr>
          <p:spPr>
            <a:xfrm>
              <a:off x="4064197" y="3095625"/>
              <a:ext cx="9586" cy="317499"/>
            </a:xfrm>
            <a:prstGeom prst="rect">
              <a:avLst/>
            </a:prstGeom>
            <a:solidFill>
              <a:srgbClr val="C3E0E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99" name="rc2199"/>
            <p:cNvSpPr/>
            <p:nvPr/>
          </p:nvSpPr>
          <p:spPr>
            <a:xfrm>
              <a:off x="4064197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00" name="rc2200"/>
            <p:cNvSpPr/>
            <p:nvPr/>
          </p:nvSpPr>
          <p:spPr>
            <a:xfrm>
              <a:off x="4064197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01" name="rc2201"/>
            <p:cNvSpPr/>
            <p:nvPr/>
          </p:nvSpPr>
          <p:spPr>
            <a:xfrm>
              <a:off x="4064197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02" name="rc2202"/>
            <p:cNvSpPr/>
            <p:nvPr/>
          </p:nvSpPr>
          <p:spPr>
            <a:xfrm>
              <a:off x="4064197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03" name="rc2203"/>
            <p:cNvSpPr/>
            <p:nvPr/>
          </p:nvSpPr>
          <p:spPr>
            <a:xfrm>
              <a:off x="4064197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04" name="rc2204"/>
            <p:cNvSpPr/>
            <p:nvPr/>
          </p:nvSpPr>
          <p:spPr>
            <a:xfrm>
              <a:off x="4064197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05" name="rc2205"/>
            <p:cNvSpPr/>
            <p:nvPr/>
          </p:nvSpPr>
          <p:spPr>
            <a:xfrm>
              <a:off x="4073784" y="2778125"/>
              <a:ext cx="9586" cy="317500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06" name="rc2206"/>
            <p:cNvSpPr/>
            <p:nvPr/>
          </p:nvSpPr>
          <p:spPr>
            <a:xfrm>
              <a:off x="4073784" y="3095625"/>
              <a:ext cx="9586" cy="317499"/>
            </a:xfrm>
            <a:prstGeom prst="rect">
              <a:avLst/>
            </a:prstGeom>
            <a:solidFill>
              <a:srgbClr val="C3E0E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07" name="rc2207"/>
            <p:cNvSpPr/>
            <p:nvPr/>
          </p:nvSpPr>
          <p:spPr>
            <a:xfrm>
              <a:off x="4073784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08" name="rc2208"/>
            <p:cNvSpPr/>
            <p:nvPr/>
          </p:nvSpPr>
          <p:spPr>
            <a:xfrm>
              <a:off x="4073784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09" name="rc2209"/>
            <p:cNvSpPr/>
            <p:nvPr/>
          </p:nvSpPr>
          <p:spPr>
            <a:xfrm>
              <a:off x="4073784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10" name="rc2210"/>
            <p:cNvSpPr/>
            <p:nvPr/>
          </p:nvSpPr>
          <p:spPr>
            <a:xfrm>
              <a:off x="4073784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11" name="rc2211"/>
            <p:cNvSpPr/>
            <p:nvPr/>
          </p:nvSpPr>
          <p:spPr>
            <a:xfrm>
              <a:off x="4073784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12" name="rc2212"/>
            <p:cNvSpPr/>
            <p:nvPr/>
          </p:nvSpPr>
          <p:spPr>
            <a:xfrm>
              <a:off x="4073784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13" name="rc2213"/>
            <p:cNvSpPr/>
            <p:nvPr/>
          </p:nvSpPr>
          <p:spPr>
            <a:xfrm>
              <a:off x="4083371" y="2778125"/>
              <a:ext cx="9586" cy="317500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14" name="rc2214"/>
            <p:cNvSpPr/>
            <p:nvPr/>
          </p:nvSpPr>
          <p:spPr>
            <a:xfrm>
              <a:off x="4083371" y="3095625"/>
              <a:ext cx="9586" cy="317499"/>
            </a:xfrm>
            <a:prstGeom prst="rect">
              <a:avLst/>
            </a:prstGeom>
            <a:solidFill>
              <a:srgbClr val="BEDC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15" name="rc2215"/>
            <p:cNvSpPr/>
            <p:nvPr/>
          </p:nvSpPr>
          <p:spPr>
            <a:xfrm>
              <a:off x="4083371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16" name="rc2216"/>
            <p:cNvSpPr/>
            <p:nvPr/>
          </p:nvSpPr>
          <p:spPr>
            <a:xfrm>
              <a:off x="4083371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17" name="rc2217"/>
            <p:cNvSpPr/>
            <p:nvPr/>
          </p:nvSpPr>
          <p:spPr>
            <a:xfrm>
              <a:off x="4083371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18" name="rc2218"/>
            <p:cNvSpPr/>
            <p:nvPr/>
          </p:nvSpPr>
          <p:spPr>
            <a:xfrm>
              <a:off x="4083371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19" name="rc2219"/>
            <p:cNvSpPr/>
            <p:nvPr/>
          </p:nvSpPr>
          <p:spPr>
            <a:xfrm>
              <a:off x="4083371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20" name="rc2220"/>
            <p:cNvSpPr/>
            <p:nvPr/>
          </p:nvSpPr>
          <p:spPr>
            <a:xfrm>
              <a:off x="4083371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21" name="rc2221"/>
            <p:cNvSpPr/>
            <p:nvPr/>
          </p:nvSpPr>
          <p:spPr>
            <a:xfrm>
              <a:off x="4092958" y="2778125"/>
              <a:ext cx="9586" cy="317500"/>
            </a:xfrm>
            <a:prstGeom prst="rect">
              <a:avLst/>
            </a:prstGeom>
            <a:solidFill>
              <a:srgbClr val="FCAD6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22" name="rc2222"/>
            <p:cNvSpPr/>
            <p:nvPr/>
          </p:nvSpPr>
          <p:spPr>
            <a:xfrm>
              <a:off x="4092958" y="3095625"/>
              <a:ext cx="9586" cy="317499"/>
            </a:xfrm>
            <a:prstGeom prst="rect">
              <a:avLst/>
            </a:prstGeom>
            <a:solidFill>
              <a:srgbClr val="B0D3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23" name="rc2223"/>
            <p:cNvSpPr/>
            <p:nvPr/>
          </p:nvSpPr>
          <p:spPr>
            <a:xfrm>
              <a:off x="4092958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24" name="rc2224"/>
            <p:cNvSpPr/>
            <p:nvPr/>
          </p:nvSpPr>
          <p:spPr>
            <a:xfrm>
              <a:off x="4092958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25" name="rc2225"/>
            <p:cNvSpPr/>
            <p:nvPr/>
          </p:nvSpPr>
          <p:spPr>
            <a:xfrm>
              <a:off x="4092958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26" name="rc2226"/>
            <p:cNvSpPr/>
            <p:nvPr/>
          </p:nvSpPr>
          <p:spPr>
            <a:xfrm>
              <a:off x="4092958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27" name="rc2227"/>
            <p:cNvSpPr/>
            <p:nvPr/>
          </p:nvSpPr>
          <p:spPr>
            <a:xfrm>
              <a:off x="4092958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28" name="rc2228"/>
            <p:cNvSpPr/>
            <p:nvPr/>
          </p:nvSpPr>
          <p:spPr>
            <a:xfrm>
              <a:off x="4092958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29" name="rc2229"/>
            <p:cNvSpPr/>
            <p:nvPr/>
          </p:nvSpPr>
          <p:spPr>
            <a:xfrm>
              <a:off x="4102545" y="2778125"/>
              <a:ext cx="9586" cy="317500"/>
            </a:xfrm>
            <a:prstGeom prst="rect">
              <a:avLst/>
            </a:prstGeom>
            <a:solidFill>
              <a:srgbClr val="FCAD6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30" name="rc2230"/>
            <p:cNvSpPr/>
            <p:nvPr/>
          </p:nvSpPr>
          <p:spPr>
            <a:xfrm>
              <a:off x="4102545" y="3095625"/>
              <a:ext cx="9586" cy="317499"/>
            </a:xfrm>
            <a:prstGeom prst="rect">
              <a:avLst/>
            </a:prstGeom>
            <a:solidFill>
              <a:srgbClr val="ABD0E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31" name="rc2231"/>
            <p:cNvSpPr/>
            <p:nvPr/>
          </p:nvSpPr>
          <p:spPr>
            <a:xfrm>
              <a:off x="4102545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32" name="rc2232"/>
            <p:cNvSpPr/>
            <p:nvPr/>
          </p:nvSpPr>
          <p:spPr>
            <a:xfrm>
              <a:off x="4102545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33" name="rc2233"/>
            <p:cNvSpPr/>
            <p:nvPr/>
          </p:nvSpPr>
          <p:spPr>
            <a:xfrm>
              <a:off x="4102545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34" name="rc2234"/>
            <p:cNvSpPr/>
            <p:nvPr/>
          </p:nvSpPr>
          <p:spPr>
            <a:xfrm>
              <a:off x="4102545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35" name="rc2235"/>
            <p:cNvSpPr/>
            <p:nvPr/>
          </p:nvSpPr>
          <p:spPr>
            <a:xfrm>
              <a:off x="4102545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36" name="rc2236"/>
            <p:cNvSpPr/>
            <p:nvPr/>
          </p:nvSpPr>
          <p:spPr>
            <a:xfrm>
              <a:off x="4102545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37" name="rc2237"/>
            <p:cNvSpPr/>
            <p:nvPr/>
          </p:nvSpPr>
          <p:spPr>
            <a:xfrm>
              <a:off x="4112132" y="2778125"/>
              <a:ext cx="9586" cy="317500"/>
            </a:xfrm>
            <a:prstGeom prst="rect">
              <a:avLst/>
            </a:prstGeom>
            <a:solidFill>
              <a:srgbClr val="FDBC7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38" name="rc2238"/>
            <p:cNvSpPr/>
            <p:nvPr/>
          </p:nvSpPr>
          <p:spPr>
            <a:xfrm>
              <a:off x="4112132" y="3095625"/>
              <a:ext cx="9586" cy="317499"/>
            </a:xfrm>
            <a:prstGeom prst="rect">
              <a:avLst/>
            </a:prstGeom>
            <a:solidFill>
              <a:srgbClr val="B4D6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39" name="rc2239"/>
            <p:cNvSpPr/>
            <p:nvPr/>
          </p:nvSpPr>
          <p:spPr>
            <a:xfrm>
              <a:off x="4112132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40" name="rc2240"/>
            <p:cNvSpPr/>
            <p:nvPr/>
          </p:nvSpPr>
          <p:spPr>
            <a:xfrm>
              <a:off x="4112132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41" name="rc2241"/>
            <p:cNvSpPr/>
            <p:nvPr/>
          </p:nvSpPr>
          <p:spPr>
            <a:xfrm>
              <a:off x="4112132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42" name="rc2242"/>
            <p:cNvSpPr/>
            <p:nvPr/>
          </p:nvSpPr>
          <p:spPr>
            <a:xfrm>
              <a:off x="4112132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43" name="rc2243"/>
            <p:cNvSpPr/>
            <p:nvPr/>
          </p:nvSpPr>
          <p:spPr>
            <a:xfrm>
              <a:off x="4112132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44" name="rc2244"/>
            <p:cNvSpPr/>
            <p:nvPr/>
          </p:nvSpPr>
          <p:spPr>
            <a:xfrm>
              <a:off x="4112132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45" name="rc2245"/>
            <p:cNvSpPr/>
            <p:nvPr/>
          </p:nvSpPr>
          <p:spPr>
            <a:xfrm>
              <a:off x="4121719" y="2778125"/>
              <a:ext cx="9586" cy="317500"/>
            </a:xfrm>
            <a:prstGeom prst="rect">
              <a:avLst/>
            </a:prstGeom>
            <a:solidFill>
              <a:srgbClr val="FDB77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46" name="rc2246"/>
            <p:cNvSpPr/>
            <p:nvPr/>
          </p:nvSpPr>
          <p:spPr>
            <a:xfrm>
              <a:off x="4121719" y="3095625"/>
              <a:ext cx="9586" cy="317499"/>
            </a:xfrm>
            <a:prstGeom prst="rect">
              <a:avLst/>
            </a:prstGeom>
            <a:solidFill>
              <a:srgbClr val="B4D6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47" name="rc2247"/>
            <p:cNvSpPr/>
            <p:nvPr/>
          </p:nvSpPr>
          <p:spPr>
            <a:xfrm>
              <a:off x="4121719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48" name="rc2248"/>
            <p:cNvSpPr/>
            <p:nvPr/>
          </p:nvSpPr>
          <p:spPr>
            <a:xfrm>
              <a:off x="4121719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49" name="rc2249"/>
            <p:cNvSpPr/>
            <p:nvPr/>
          </p:nvSpPr>
          <p:spPr>
            <a:xfrm>
              <a:off x="4121719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50" name="rc2250"/>
            <p:cNvSpPr/>
            <p:nvPr/>
          </p:nvSpPr>
          <p:spPr>
            <a:xfrm>
              <a:off x="4121719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51" name="rc2251"/>
            <p:cNvSpPr/>
            <p:nvPr/>
          </p:nvSpPr>
          <p:spPr>
            <a:xfrm>
              <a:off x="4121719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52" name="rc2252"/>
            <p:cNvSpPr/>
            <p:nvPr/>
          </p:nvSpPr>
          <p:spPr>
            <a:xfrm>
              <a:off x="4121719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53" name="rc2253"/>
            <p:cNvSpPr/>
            <p:nvPr/>
          </p:nvSpPr>
          <p:spPr>
            <a:xfrm>
              <a:off x="4131306" y="2778125"/>
              <a:ext cx="9586" cy="317500"/>
            </a:xfrm>
            <a:prstGeom prst="rect">
              <a:avLst/>
            </a:prstGeom>
            <a:solidFill>
              <a:srgbClr val="FDBC7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54" name="rc2254"/>
            <p:cNvSpPr/>
            <p:nvPr/>
          </p:nvSpPr>
          <p:spPr>
            <a:xfrm>
              <a:off x="4131306" y="3095625"/>
              <a:ext cx="9586" cy="317499"/>
            </a:xfrm>
            <a:prstGeom prst="rect">
              <a:avLst/>
            </a:prstGeom>
            <a:solidFill>
              <a:srgbClr val="B9D9E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55" name="rc2255"/>
            <p:cNvSpPr/>
            <p:nvPr/>
          </p:nvSpPr>
          <p:spPr>
            <a:xfrm>
              <a:off x="4131306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56" name="rc2256"/>
            <p:cNvSpPr/>
            <p:nvPr/>
          </p:nvSpPr>
          <p:spPr>
            <a:xfrm>
              <a:off x="4131306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57" name="rc2257"/>
            <p:cNvSpPr/>
            <p:nvPr/>
          </p:nvSpPr>
          <p:spPr>
            <a:xfrm>
              <a:off x="4131306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58" name="rc2258"/>
            <p:cNvSpPr/>
            <p:nvPr/>
          </p:nvSpPr>
          <p:spPr>
            <a:xfrm>
              <a:off x="4131306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59" name="rc2259"/>
            <p:cNvSpPr/>
            <p:nvPr/>
          </p:nvSpPr>
          <p:spPr>
            <a:xfrm>
              <a:off x="4131306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60" name="rc2260"/>
            <p:cNvSpPr/>
            <p:nvPr/>
          </p:nvSpPr>
          <p:spPr>
            <a:xfrm>
              <a:off x="4131306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61" name="rc2261"/>
            <p:cNvSpPr/>
            <p:nvPr/>
          </p:nvSpPr>
          <p:spPr>
            <a:xfrm>
              <a:off x="4140893" y="2778125"/>
              <a:ext cx="9586" cy="317500"/>
            </a:xfrm>
            <a:prstGeom prst="rect">
              <a:avLst/>
            </a:prstGeom>
            <a:solidFill>
              <a:srgbClr val="FDBC7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62" name="rc2262"/>
            <p:cNvSpPr/>
            <p:nvPr/>
          </p:nvSpPr>
          <p:spPr>
            <a:xfrm>
              <a:off x="4140893" y="3095625"/>
              <a:ext cx="9586" cy="317499"/>
            </a:xfrm>
            <a:prstGeom prst="rect">
              <a:avLst/>
            </a:prstGeom>
            <a:solidFill>
              <a:srgbClr val="B4D6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63" name="rc2263"/>
            <p:cNvSpPr/>
            <p:nvPr/>
          </p:nvSpPr>
          <p:spPr>
            <a:xfrm>
              <a:off x="4140893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64" name="rc2264"/>
            <p:cNvSpPr/>
            <p:nvPr/>
          </p:nvSpPr>
          <p:spPr>
            <a:xfrm>
              <a:off x="4140893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65" name="rc2265"/>
            <p:cNvSpPr/>
            <p:nvPr/>
          </p:nvSpPr>
          <p:spPr>
            <a:xfrm>
              <a:off x="4140893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66" name="rc2266"/>
            <p:cNvSpPr/>
            <p:nvPr/>
          </p:nvSpPr>
          <p:spPr>
            <a:xfrm>
              <a:off x="4140893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67" name="rc2267"/>
            <p:cNvSpPr/>
            <p:nvPr/>
          </p:nvSpPr>
          <p:spPr>
            <a:xfrm>
              <a:off x="4140893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68" name="rc2268"/>
            <p:cNvSpPr/>
            <p:nvPr/>
          </p:nvSpPr>
          <p:spPr>
            <a:xfrm>
              <a:off x="4140893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69" name="rc2269"/>
            <p:cNvSpPr/>
            <p:nvPr/>
          </p:nvSpPr>
          <p:spPr>
            <a:xfrm>
              <a:off x="4150480" y="2778125"/>
              <a:ext cx="9586" cy="317500"/>
            </a:xfrm>
            <a:prstGeom prst="rect">
              <a:avLst/>
            </a:prstGeom>
            <a:solidFill>
              <a:srgbClr val="FDBC7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70" name="rc2270"/>
            <p:cNvSpPr/>
            <p:nvPr/>
          </p:nvSpPr>
          <p:spPr>
            <a:xfrm>
              <a:off x="4150480" y="3095625"/>
              <a:ext cx="9586" cy="317499"/>
            </a:xfrm>
            <a:prstGeom prst="rect">
              <a:avLst/>
            </a:prstGeom>
            <a:solidFill>
              <a:srgbClr val="B9D9E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71" name="rc2271"/>
            <p:cNvSpPr/>
            <p:nvPr/>
          </p:nvSpPr>
          <p:spPr>
            <a:xfrm>
              <a:off x="4150480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72" name="rc2272"/>
            <p:cNvSpPr/>
            <p:nvPr/>
          </p:nvSpPr>
          <p:spPr>
            <a:xfrm>
              <a:off x="4150480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73" name="rc2273"/>
            <p:cNvSpPr/>
            <p:nvPr/>
          </p:nvSpPr>
          <p:spPr>
            <a:xfrm>
              <a:off x="4150480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74" name="rc2274"/>
            <p:cNvSpPr/>
            <p:nvPr/>
          </p:nvSpPr>
          <p:spPr>
            <a:xfrm>
              <a:off x="4150480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75" name="rc2275"/>
            <p:cNvSpPr/>
            <p:nvPr/>
          </p:nvSpPr>
          <p:spPr>
            <a:xfrm>
              <a:off x="4150480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76" name="rc2276"/>
            <p:cNvSpPr/>
            <p:nvPr/>
          </p:nvSpPr>
          <p:spPr>
            <a:xfrm>
              <a:off x="4150480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77" name="rc2277"/>
            <p:cNvSpPr/>
            <p:nvPr/>
          </p:nvSpPr>
          <p:spPr>
            <a:xfrm>
              <a:off x="4160067" y="2778125"/>
              <a:ext cx="9586" cy="317500"/>
            </a:xfrm>
            <a:prstGeom prst="rect">
              <a:avLst/>
            </a:prstGeom>
            <a:solidFill>
              <a:srgbClr val="FCB27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78" name="rc2278"/>
            <p:cNvSpPr/>
            <p:nvPr/>
          </p:nvSpPr>
          <p:spPr>
            <a:xfrm>
              <a:off x="4160067" y="3095625"/>
              <a:ext cx="9586" cy="317499"/>
            </a:xfrm>
            <a:prstGeom prst="rect">
              <a:avLst/>
            </a:prstGeom>
            <a:solidFill>
              <a:srgbClr val="93C0D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79" name="rc2279"/>
            <p:cNvSpPr/>
            <p:nvPr/>
          </p:nvSpPr>
          <p:spPr>
            <a:xfrm>
              <a:off x="4160067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80" name="rc2280"/>
            <p:cNvSpPr/>
            <p:nvPr/>
          </p:nvSpPr>
          <p:spPr>
            <a:xfrm>
              <a:off x="4160067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81" name="rc2281"/>
            <p:cNvSpPr/>
            <p:nvPr/>
          </p:nvSpPr>
          <p:spPr>
            <a:xfrm>
              <a:off x="4160067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82" name="rc2282"/>
            <p:cNvSpPr/>
            <p:nvPr/>
          </p:nvSpPr>
          <p:spPr>
            <a:xfrm>
              <a:off x="4160067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83" name="rc2283"/>
            <p:cNvSpPr/>
            <p:nvPr/>
          </p:nvSpPr>
          <p:spPr>
            <a:xfrm>
              <a:off x="4160067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84" name="rc2284"/>
            <p:cNvSpPr/>
            <p:nvPr/>
          </p:nvSpPr>
          <p:spPr>
            <a:xfrm>
              <a:off x="4160067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85" name="rc2285"/>
            <p:cNvSpPr/>
            <p:nvPr/>
          </p:nvSpPr>
          <p:spPr>
            <a:xfrm>
              <a:off x="4169654" y="2778125"/>
              <a:ext cx="9586" cy="317500"/>
            </a:xfrm>
            <a:prstGeom prst="rect">
              <a:avLst/>
            </a:prstGeom>
            <a:solidFill>
              <a:srgbClr val="FCA36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86" name="rc2286"/>
            <p:cNvSpPr/>
            <p:nvPr/>
          </p:nvSpPr>
          <p:spPr>
            <a:xfrm>
              <a:off x="4169654" y="3095625"/>
              <a:ext cx="9586" cy="317499"/>
            </a:xfrm>
            <a:prstGeom prst="rect">
              <a:avLst/>
            </a:prstGeom>
            <a:solidFill>
              <a:srgbClr val="A6CDE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87" name="rc2287"/>
            <p:cNvSpPr/>
            <p:nvPr/>
          </p:nvSpPr>
          <p:spPr>
            <a:xfrm>
              <a:off x="4169654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88" name="rc2288"/>
            <p:cNvSpPr/>
            <p:nvPr/>
          </p:nvSpPr>
          <p:spPr>
            <a:xfrm>
              <a:off x="4169654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89" name="rc2289"/>
            <p:cNvSpPr/>
            <p:nvPr/>
          </p:nvSpPr>
          <p:spPr>
            <a:xfrm>
              <a:off x="4169654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90" name="rc2290"/>
            <p:cNvSpPr/>
            <p:nvPr/>
          </p:nvSpPr>
          <p:spPr>
            <a:xfrm>
              <a:off x="4169654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91" name="rc2291"/>
            <p:cNvSpPr/>
            <p:nvPr/>
          </p:nvSpPr>
          <p:spPr>
            <a:xfrm>
              <a:off x="4169654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92" name="rc2292"/>
            <p:cNvSpPr/>
            <p:nvPr/>
          </p:nvSpPr>
          <p:spPr>
            <a:xfrm>
              <a:off x="4169654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93" name="rc2293"/>
            <p:cNvSpPr/>
            <p:nvPr/>
          </p:nvSpPr>
          <p:spPr>
            <a:xfrm>
              <a:off x="4179241" y="2778125"/>
              <a:ext cx="9586" cy="317500"/>
            </a:xfrm>
            <a:prstGeom prst="rect">
              <a:avLst/>
            </a:prstGeom>
            <a:solidFill>
              <a:srgbClr val="FCA86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94" name="rc2294"/>
            <p:cNvSpPr/>
            <p:nvPr/>
          </p:nvSpPr>
          <p:spPr>
            <a:xfrm>
              <a:off x="4179241" y="3095625"/>
              <a:ext cx="9586" cy="317499"/>
            </a:xfrm>
            <a:prstGeom prst="rect">
              <a:avLst/>
            </a:prstGeom>
            <a:solidFill>
              <a:srgbClr val="A6CDE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95" name="rc2295"/>
            <p:cNvSpPr/>
            <p:nvPr/>
          </p:nvSpPr>
          <p:spPr>
            <a:xfrm>
              <a:off x="4179241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96" name="rc2296"/>
            <p:cNvSpPr/>
            <p:nvPr/>
          </p:nvSpPr>
          <p:spPr>
            <a:xfrm>
              <a:off x="4179241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97" name="rc2297"/>
            <p:cNvSpPr/>
            <p:nvPr/>
          </p:nvSpPr>
          <p:spPr>
            <a:xfrm>
              <a:off x="4179241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98" name="rc2298"/>
            <p:cNvSpPr/>
            <p:nvPr/>
          </p:nvSpPr>
          <p:spPr>
            <a:xfrm>
              <a:off x="4179241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99" name="rc2299"/>
            <p:cNvSpPr/>
            <p:nvPr/>
          </p:nvSpPr>
          <p:spPr>
            <a:xfrm>
              <a:off x="4179241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00" name="rc2300"/>
            <p:cNvSpPr/>
            <p:nvPr/>
          </p:nvSpPr>
          <p:spPr>
            <a:xfrm>
              <a:off x="4179241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01" name="rc2301"/>
            <p:cNvSpPr/>
            <p:nvPr/>
          </p:nvSpPr>
          <p:spPr>
            <a:xfrm>
              <a:off x="4188828" y="2778125"/>
              <a:ext cx="9586" cy="317500"/>
            </a:xfrm>
            <a:prstGeom prst="rect">
              <a:avLst/>
            </a:prstGeom>
            <a:solidFill>
              <a:srgbClr val="FC9E6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02" name="rc2302"/>
            <p:cNvSpPr/>
            <p:nvPr/>
          </p:nvSpPr>
          <p:spPr>
            <a:xfrm>
              <a:off x="4188828" y="3095625"/>
              <a:ext cx="9586" cy="317499"/>
            </a:xfrm>
            <a:prstGeom prst="rect">
              <a:avLst/>
            </a:prstGeom>
            <a:solidFill>
              <a:srgbClr val="A1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03" name="rc2303"/>
            <p:cNvSpPr/>
            <p:nvPr/>
          </p:nvSpPr>
          <p:spPr>
            <a:xfrm>
              <a:off x="4188828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04" name="rc2304"/>
            <p:cNvSpPr/>
            <p:nvPr/>
          </p:nvSpPr>
          <p:spPr>
            <a:xfrm>
              <a:off x="4188828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05" name="rc2305"/>
            <p:cNvSpPr/>
            <p:nvPr/>
          </p:nvSpPr>
          <p:spPr>
            <a:xfrm>
              <a:off x="4188828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06" name="rc2306"/>
            <p:cNvSpPr/>
            <p:nvPr/>
          </p:nvSpPr>
          <p:spPr>
            <a:xfrm>
              <a:off x="4188828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07" name="rc2307"/>
            <p:cNvSpPr/>
            <p:nvPr/>
          </p:nvSpPr>
          <p:spPr>
            <a:xfrm>
              <a:off x="4188828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08" name="rc2308"/>
            <p:cNvSpPr/>
            <p:nvPr/>
          </p:nvSpPr>
          <p:spPr>
            <a:xfrm>
              <a:off x="4188828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09" name="rc2309"/>
            <p:cNvSpPr/>
            <p:nvPr/>
          </p:nvSpPr>
          <p:spPr>
            <a:xfrm>
              <a:off x="4198415" y="2778125"/>
              <a:ext cx="9586" cy="317500"/>
            </a:xfrm>
            <a:prstGeom prst="rect">
              <a:avLst/>
            </a:prstGeom>
            <a:solidFill>
              <a:srgbClr val="FC9E6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10" name="rc2310"/>
            <p:cNvSpPr/>
            <p:nvPr/>
          </p:nvSpPr>
          <p:spPr>
            <a:xfrm>
              <a:off x="4198415" y="3095625"/>
              <a:ext cx="9586" cy="317499"/>
            </a:xfrm>
            <a:prstGeom prst="rect">
              <a:avLst/>
            </a:prstGeom>
            <a:solidFill>
              <a:srgbClr val="9CC6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11" name="rc2311"/>
            <p:cNvSpPr/>
            <p:nvPr/>
          </p:nvSpPr>
          <p:spPr>
            <a:xfrm>
              <a:off x="4198415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12" name="rc2312"/>
            <p:cNvSpPr/>
            <p:nvPr/>
          </p:nvSpPr>
          <p:spPr>
            <a:xfrm>
              <a:off x="4198415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13" name="rc2313"/>
            <p:cNvSpPr/>
            <p:nvPr/>
          </p:nvSpPr>
          <p:spPr>
            <a:xfrm>
              <a:off x="4198415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14" name="rc2314"/>
            <p:cNvSpPr/>
            <p:nvPr/>
          </p:nvSpPr>
          <p:spPr>
            <a:xfrm>
              <a:off x="4198415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15" name="rc2315"/>
            <p:cNvSpPr/>
            <p:nvPr/>
          </p:nvSpPr>
          <p:spPr>
            <a:xfrm>
              <a:off x="4198415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16" name="rc2316"/>
            <p:cNvSpPr/>
            <p:nvPr/>
          </p:nvSpPr>
          <p:spPr>
            <a:xfrm>
              <a:off x="4198415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17" name="rc2317"/>
            <p:cNvSpPr/>
            <p:nvPr/>
          </p:nvSpPr>
          <p:spPr>
            <a:xfrm>
              <a:off x="4208002" y="2778125"/>
              <a:ext cx="9586" cy="317500"/>
            </a:xfrm>
            <a:prstGeom prst="rect">
              <a:avLst/>
            </a:prstGeom>
            <a:solidFill>
              <a:srgbClr val="FC9E6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18" name="rc2318"/>
            <p:cNvSpPr/>
            <p:nvPr/>
          </p:nvSpPr>
          <p:spPr>
            <a:xfrm>
              <a:off x="4208002" y="3095625"/>
              <a:ext cx="9586" cy="317499"/>
            </a:xfrm>
            <a:prstGeom prst="rect">
              <a:avLst/>
            </a:prstGeom>
            <a:solidFill>
              <a:srgbClr val="9CC6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19" name="rc2319"/>
            <p:cNvSpPr/>
            <p:nvPr/>
          </p:nvSpPr>
          <p:spPr>
            <a:xfrm>
              <a:off x="4208002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20" name="rc2320"/>
            <p:cNvSpPr/>
            <p:nvPr/>
          </p:nvSpPr>
          <p:spPr>
            <a:xfrm>
              <a:off x="4208002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21" name="rc2321"/>
            <p:cNvSpPr/>
            <p:nvPr/>
          </p:nvSpPr>
          <p:spPr>
            <a:xfrm>
              <a:off x="4208002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22" name="rc2322"/>
            <p:cNvSpPr/>
            <p:nvPr/>
          </p:nvSpPr>
          <p:spPr>
            <a:xfrm>
              <a:off x="4208002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23" name="rc2323"/>
            <p:cNvSpPr/>
            <p:nvPr/>
          </p:nvSpPr>
          <p:spPr>
            <a:xfrm>
              <a:off x="4208002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24" name="rc2324"/>
            <p:cNvSpPr/>
            <p:nvPr/>
          </p:nvSpPr>
          <p:spPr>
            <a:xfrm>
              <a:off x="4208002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25" name="rc2325"/>
            <p:cNvSpPr/>
            <p:nvPr/>
          </p:nvSpPr>
          <p:spPr>
            <a:xfrm>
              <a:off x="4217589" y="2778125"/>
              <a:ext cx="9586" cy="317500"/>
            </a:xfrm>
            <a:prstGeom prst="rect">
              <a:avLst/>
            </a:prstGeom>
            <a:solidFill>
              <a:srgbClr val="FC9E6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26" name="rc2326"/>
            <p:cNvSpPr/>
            <p:nvPr/>
          </p:nvSpPr>
          <p:spPr>
            <a:xfrm>
              <a:off x="4217589" y="3095625"/>
              <a:ext cx="9586" cy="317499"/>
            </a:xfrm>
            <a:prstGeom prst="rect">
              <a:avLst/>
            </a:prstGeom>
            <a:solidFill>
              <a:srgbClr val="A1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27" name="rc2327"/>
            <p:cNvSpPr/>
            <p:nvPr/>
          </p:nvSpPr>
          <p:spPr>
            <a:xfrm>
              <a:off x="4217589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28" name="rc2328"/>
            <p:cNvSpPr/>
            <p:nvPr/>
          </p:nvSpPr>
          <p:spPr>
            <a:xfrm>
              <a:off x="4217589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29" name="rc2329"/>
            <p:cNvSpPr/>
            <p:nvPr/>
          </p:nvSpPr>
          <p:spPr>
            <a:xfrm>
              <a:off x="4217589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30" name="rc2330"/>
            <p:cNvSpPr/>
            <p:nvPr/>
          </p:nvSpPr>
          <p:spPr>
            <a:xfrm>
              <a:off x="4217589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31" name="rc2331"/>
            <p:cNvSpPr/>
            <p:nvPr/>
          </p:nvSpPr>
          <p:spPr>
            <a:xfrm>
              <a:off x="4217589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32" name="rc2332"/>
            <p:cNvSpPr/>
            <p:nvPr/>
          </p:nvSpPr>
          <p:spPr>
            <a:xfrm>
              <a:off x="4217589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33" name="rc2333"/>
            <p:cNvSpPr/>
            <p:nvPr/>
          </p:nvSpPr>
          <p:spPr>
            <a:xfrm>
              <a:off x="4227176" y="2778125"/>
              <a:ext cx="9586" cy="317500"/>
            </a:xfrm>
            <a:prstGeom prst="rect">
              <a:avLst/>
            </a:prstGeom>
            <a:solidFill>
              <a:srgbClr val="FDC6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34" name="rc2334"/>
            <p:cNvSpPr/>
            <p:nvPr/>
          </p:nvSpPr>
          <p:spPr>
            <a:xfrm>
              <a:off x="4227176" y="3095625"/>
              <a:ext cx="9586" cy="317499"/>
            </a:xfrm>
            <a:prstGeom prst="rect">
              <a:avLst/>
            </a:prstGeom>
            <a:solidFill>
              <a:srgbClr val="80AF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35" name="rc2335"/>
            <p:cNvSpPr/>
            <p:nvPr/>
          </p:nvSpPr>
          <p:spPr>
            <a:xfrm>
              <a:off x="4227176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36" name="rc2336"/>
            <p:cNvSpPr/>
            <p:nvPr/>
          </p:nvSpPr>
          <p:spPr>
            <a:xfrm>
              <a:off x="4227176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37" name="rc2337"/>
            <p:cNvSpPr/>
            <p:nvPr/>
          </p:nvSpPr>
          <p:spPr>
            <a:xfrm>
              <a:off x="4227176" y="4048125"/>
              <a:ext cx="9586" cy="317500"/>
            </a:xfrm>
            <a:prstGeom prst="rect">
              <a:avLst/>
            </a:prstGeom>
            <a:solidFill>
              <a:srgbClr val="8AB8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38" name="rc2338"/>
            <p:cNvSpPr/>
            <p:nvPr/>
          </p:nvSpPr>
          <p:spPr>
            <a:xfrm>
              <a:off x="4227176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39" name="rc2339"/>
            <p:cNvSpPr/>
            <p:nvPr/>
          </p:nvSpPr>
          <p:spPr>
            <a:xfrm>
              <a:off x="4227176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40" name="rc2340"/>
            <p:cNvSpPr/>
            <p:nvPr/>
          </p:nvSpPr>
          <p:spPr>
            <a:xfrm>
              <a:off x="4227176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41" name="rc2341"/>
            <p:cNvSpPr/>
            <p:nvPr/>
          </p:nvSpPr>
          <p:spPr>
            <a:xfrm>
              <a:off x="4236762" y="2778125"/>
              <a:ext cx="9586" cy="317500"/>
            </a:xfrm>
            <a:prstGeom prst="rect">
              <a:avLst/>
            </a:prstGeom>
            <a:solidFill>
              <a:srgbClr val="FDD58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42" name="rc2342"/>
            <p:cNvSpPr/>
            <p:nvPr/>
          </p:nvSpPr>
          <p:spPr>
            <a:xfrm>
              <a:off x="4236762" y="3095625"/>
              <a:ext cx="9586" cy="317499"/>
            </a:xfrm>
            <a:prstGeom prst="rect">
              <a:avLst/>
            </a:prstGeom>
            <a:solidFill>
              <a:srgbClr val="80AF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43" name="rc2343"/>
            <p:cNvSpPr/>
            <p:nvPr/>
          </p:nvSpPr>
          <p:spPr>
            <a:xfrm>
              <a:off x="4236762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44" name="rc2344"/>
            <p:cNvSpPr/>
            <p:nvPr/>
          </p:nvSpPr>
          <p:spPr>
            <a:xfrm>
              <a:off x="4236762" y="3730625"/>
              <a:ext cx="9586" cy="3175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45" name="rc2345"/>
            <p:cNvSpPr/>
            <p:nvPr/>
          </p:nvSpPr>
          <p:spPr>
            <a:xfrm>
              <a:off x="4236762" y="4048125"/>
              <a:ext cx="9586" cy="317500"/>
            </a:xfrm>
            <a:prstGeom prst="rect">
              <a:avLst/>
            </a:prstGeom>
            <a:solidFill>
              <a:srgbClr val="7CAA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46" name="rc2346"/>
            <p:cNvSpPr/>
            <p:nvPr/>
          </p:nvSpPr>
          <p:spPr>
            <a:xfrm>
              <a:off x="4236762" y="4365625"/>
              <a:ext cx="9586" cy="3175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47" name="rc2347"/>
            <p:cNvSpPr/>
            <p:nvPr/>
          </p:nvSpPr>
          <p:spPr>
            <a:xfrm>
              <a:off x="4236762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48" name="rc2348"/>
            <p:cNvSpPr/>
            <p:nvPr/>
          </p:nvSpPr>
          <p:spPr>
            <a:xfrm>
              <a:off x="4236762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49" name="rc2349"/>
            <p:cNvSpPr/>
            <p:nvPr/>
          </p:nvSpPr>
          <p:spPr>
            <a:xfrm>
              <a:off x="4246349" y="2778125"/>
              <a:ext cx="9586" cy="317500"/>
            </a:xfrm>
            <a:prstGeom prst="rect">
              <a:avLst/>
            </a:prstGeom>
            <a:solidFill>
              <a:srgbClr val="FDB77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50" name="rc2350"/>
            <p:cNvSpPr/>
            <p:nvPr/>
          </p:nvSpPr>
          <p:spPr>
            <a:xfrm>
              <a:off x="4246349" y="3095625"/>
              <a:ext cx="9586" cy="317499"/>
            </a:xfrm>
            <a:prstGeom prst="rect">
              <a:avLst/>
            </a:prstGeom>
            <a:solidFill>
              <a:srgbClr val="7CAA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51" name="rc2351"/>
            <p:cNvSpPr/>
            <p:nvPr/>
          </p:nvSpPr>
          <p:spPr>
            <a:xfrm>
              <a:off x="4246349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52" name="rc2352"/>
            <p:cNvSpPr/>
            <p:nvPr/>
          </p:nvSpPr>
          <p:spPr>
            <a:xfrm>
              <a:off x="4246349" y="3730625"/>
              <a:ext cx="9586" cy="317500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53" name="rc2353"/>
            <p:cNvSpPr/>
            <p:nvPr/>
          </p:nvSpPr>
          <p:spPr>
            <a:xfrm>
              <a:off x="4246349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54" name="rc2354"/>
            <p:cNvSpPr/>
            <p:nvPr/>
          </p:nvSpPr>
          <p:spPr>
            <a:xfrm>
              <a:off x="4246349" y="4365625"/>
              <a:ext cx="9586" cy="3175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55" name="rc2355"/>
            <p:cNvSpPr/>
            <p:nvPr/>
          </p:nvSpPr>
          <p:spPr>
            <a:xfrm>
              <a:off x="4246349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56" name="rc2356"/>
            <p:cNvSpPr/>
            <p:nvPr/>
          </p:nvSpPr>
          <p:spPr>
            <a:xfrm>
              <a:off x="4246349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57" name="rc2357"/>
            <p:cNvSpPr/>
            <p:nvPr/>
          </p:nvSpPr>
          <p:spPr>
            <a:xfrm>
              <a:off x="4255936" y="2778125"/>
              <a:ext cx="9586" cy="317500"/>
            </a:xfrm>
            <a:prstGeom prst="rect">
              <a:avLst/>
            </a:prstGeom>
            <a:solidFill>
              <a:srgbClr val="FDBC7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58" name="rc2358"/>
            <p:cNvSpPr/>
            <p:nvPr/>
          </p:nvSpPr>
          <p:spPr>
            <a:xfrm>
              <a:off x="4255936" y="3095625"/>
              <a:ext cx="9586" cy="317499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59" name="rc2359"/>
            <p:cNvSpPr/>
            <p:nvPr/>
          </p:nvSpPr>
          <p:spPr>
            <a:xfrm>
              <a:off x="4255936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60" name="rc2360"/>
            <p:cNvSpPr/>
            <p:nvPr/>
          </p:nvSpPr>
          <p:spPr>
            <a:xfrm>
              <a:off x="4255936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61" name="rc2361"/>
            <p:cNvSpPr/>
            <p:nvPr/>
          </p:nvSpPr>
          <p:spPr>
            <a:xfrm>
              <a:off x="4255936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62" name="rc2362"/>
            <p:cNvSpPr/>
            <p:nvPr/>
          </p:nvSpPr>
          <p:spPr>
            <a:xfrm>
              <a:off x="4255936" y="4365625"/>
              <a:ext cx="9586" cy="3175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63" name="rc2363"/>
            <p:cNvSpPr/>
            <p:nvPr/>
          </p:nvSpPr>
          <p:spPr>
            <a:xfrm>
              <a:off x="4255936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64" name="rc2364"/>
            <p:cNvSpPr/>
            <p:nvPr/>
          </p:nvSpPr>
          <p:spPr>
            <a:xfrm>
              <a:off x="4255936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65" name="rc2365"/>
            <p:cNvSpPr/>
            <p:nvPr/>
          </p:nvSpPr>
          <p:spPr>
            <a:xfrm>
              <a:off x="4265523" y="2778125"/>
              <a:ext cx="9586" cy="317500"/>
            </a:xfrm>
            <a:prstGeom prst="rect">
              <a:avLst/>
            </a:prstGeom>
            <a:solidFill>
              <a:srgbClr val="FDCB8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66" name="rc2366"/>
            <p:cNvSpPr/>
            <p:nvPr/>
          </p:nvSpPr>
          <p:spPr>
            <a:xfrm>
              <a:off x="4265523" y="3095625"/>
              <a:ext cx="9586" cy="317499"/>
            </a:xfrm>
            <a:prstGeom prst="rect">
              <a:avLst/>
            </a:prstGeom>
            <a:solidFill>
              <a:srgbClr val="7CAA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67" name="rc2367"/>
            <p:cNvSpPr/>
            <p:nvPr/>
          </p:nvSpPr>
          <p:spPr>
            <a:xfrm>
              <a:off x="4265523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68" name="rc2368"/>
            <p:cNvSpPr/>
            <p:nvPr/>
          </p:nvSpPr>
          <p:spPr>
            <a:xfrm>
              <a:off x="4265523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69" name="rc2369"/>
            <p:cNvSpPr/>
            <p:nvPr/>
          </p:nvSpPr>
          <p:spPr>
            <a:xfrm>
              <a:off x="4265523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70" name="rc2370"/>
            <p:cNvSpPr/>
            <p:nvPr/>
          </p:nvSpPr>
          <p:spPr>
            <a:xfrm>
              <a:off x="4265523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71" name="rc2371"/>
            <p:cNvSpPr/>
            <p:nvPr/>
          </p:nvSpPr>
          <p:spPr>
            <a:xfrm>
              <a:off x="4265523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72" name="rc2372"/>
            <p:cNvSpPr/>
            <p:nvPr/>
          </p:nvSpPr>
          <p:spPr>
            <a:xfrm>
              <a:off x="4265523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73" name="rc2373"/>
            <p:cNvSpPr/>
            <p:nvPr/>
          </p:nvSpPr>
          <p:spPr>
            <a:xfrm>
              <a:off x="4275110" y="2778125"/>
              <a:ext cx="9586" cy="317500"/>
            </a:xfrm>
            <a:prstGeom prst="rect">
              <a:avLst/>
            </a:prstGeom>
            <a:solidFill>
              <a:srgbClr val="FC945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74" name="rc2374"/>
            <p:cNvSpPr/>
            <p:nvPr/>
          </p:nvSpPr>
          <p:spPr>
            <a:xfrm>
              <a:off x="4275110" y="3095625"/>
              <a:ext cx="9586" cy="317499"/>
            </a:xfrm>
            <a:prstGeom prst="rect">
              <a:avLst/>
            </a:prstGeom>
            <a:solidFill>
              <a:srgbClr val="7CAA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75" name="rc2375"/>
            <p:cNvSpPr/>
            <p:nvPr/>
          </p:nvSpPr>
          <p:spPr>
            <a:xfrm>
              <a:off x="4275110" y="3413125"/>
              <a:ext cx="9586" cy="317500"/>
            </a:xfrm>
            <a:prstGeom prst="rect">
              <a:avLst/>
            </a:prstGeom>
            <a:solidFill>
              <a:srgbClr val="5C8BB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76" name="rc2376"/>
            <p:cNvSpPr/>
            <p:nvPr/>
          </p:nvSpPr>
          <p:spPr>
            <a:xfrm>
              <a:off x="4275110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77" name="rc2377"/>
            <p:cNvSpPr/>
            <p:nvPr/>
          </p:nvSpPr>
          <p:spPr>
            <a:xfrm>
              <a:off x="4275110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78" name="rc2378"/>
            <p:cNvSpPr/>
            <p:nvPr/>
          </p:nvSpPr>
          <p:spPr>
            <a:xfrm>
              <a:off x="4275110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79" name="rc2379"/>
            <p:cNvSpPr/>
            <p:nvPr/>
          </p:nvSpPr>
          <p:spPr>
            <a:xfrm>
              <a:off x="4275110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80" name="rc2380"/>
            <p:cNvSpPr/>
            <p:nvPr/>
          </p:nvSpPr>
          <p:spPr>
            <a:xfrm>
              <a:off x="4275110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81" name="rc2381"/>
            <p:cNvSpPr/>
            <p:nvPr/>
          </p:nvSpPr>
          <p:spPr>
            <a:xfrm>
              <a:off x="4284697" y="2778125"/>
              <a:ext cx="9586" cy="317500"/>
            </a:xfrm>
            <a:prstGeom prst="rect">
              <a:avLst/>
            </a:prstGeom>
            <a:solidFill>
              <a:srgbClr val="FC99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82" name="rc2382"/>
            <p:cNvSpPr/>
            <p:nvPr/>
          </p:nvSpPr>
          <p:spPr>
            <a:xfrm>
              <a:off x="4284697" y="3095625"/>
              <a:ext cx="9586" cy="317499"/>
            </a:xfrm>
            <a:prstGeom prst="rect">
              <a:avLst/>
            </a:prstGeom>
            <a:solidFill>
              <a:srgbClr val="85B3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83" name="rc2383"/>
            <p:cNvSpPr/>
            <p:nvPr/>
          </p:nvSpPr>
          <p:spPr>
            <a:xfrm>
              <a:off x="4284697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84" name="rc2384"/>
            <p:cNvSpPr/>
            <p:nvPr/>
          </p:nvSpPr>
          <p:spPr>
            <a:xfrm>
              <a:off x="4284697" y="3730625"/>
              <a:ext cx="9586" cy="317500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85" name="rc2385"/>
            <p:cNvSpPr/>
            <p:nvPr/>
          </p:nvSpPr>
          <p:spPr>
            <a:xfrm>
              <a:off x="4284697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86" name="rc2386"/>
            <p:cNvSpPr/>
            <p:nvPr/>
          </p:nvSpPr>
          <p:spPr>
            <a:xfrm>
              <a:off x="4284697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87" name="rc2387"/>
            <p:cNvSpPr/>
            <p:nvPr/>
          </p:nvSpPr>
          <p:spPr>
            <a:xfrm>
              <a:off x="4284697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88" name="rc2388"/>
            <p:cNvSpPr/>
            <p:nvPr/>
          </p:nvSpPr>
          <p:spPr>
            <a:xfrm>
              <a:off x="4284697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89" name="rc2389"/>
            <p:cNvSpPr/>
            <p:nvPr/>
          </p:nvSpPr>
          <p:spPr>
            <a:xfrm>
              <a:off x="4294284" y="2778125"/>
              <a:ext cx="9586" cy="317500"/>
            </a:xfrm>
            <a:prstGeom prst="rect">
              <a:avLst/>
            </a:prstGeom>
            <a:solidFill>
              <a:srgbClr val="F8845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90" name="rc2390"/>
            <p:cNvSpPr/>
            <p:nvPr/>
          </p:nvSpPr>
          <p:spPr>
            <a:xfrm>
              <a:off x="4294284" y="3095625"/>
              <a:ext cx="9586" cy="317499"/>
            </a:xfrm>
            <a:prstGeom prst="rect">
              <a:avLst/>
            </a:prstGeom>
            <a:solidFill>
              <a:srgbClr val="8AB8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91" name="rc2391"/>
            <p:cNvSpPr/>
            <p:nvPr/>
          </p:nvSpPr>
          <p:spPr>
            <a:xfrm>
              <a:off x="4294284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92" name="rc2392"/>
            <p:cNvSpPr/>
            <p:nvPr/>
          </p:nvSpPr>
          <p:spPr>
            <a:xfrm>
              <a:off x="4294284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93" name="rc2393"/>
            <p:cNvSpPr/>
            <p:nvPr/>
          </p:nvSpPr>
          <p:spPr>
            <a:xfrm>
              <a:off x="4294284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94" name="rc2394"/>
            <p:cNvSpPr/>
            <p:nvPr/>
          </p:nvSpPr>
          <p:spPr>
            <a:xfrm>
              <a:off x="4294284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95" name="rc2395"/>
            <p:cNvSpPr/>
            <p:nvPr/>
          </p:nvSpPr>
          <p:spPr>
            <a:xfrm>
              <a:off x="4294284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96" name="rc2396"/>
            <p:cNvSpPr/>
            <p:nvPr/>
          </p:nvSpPr>
          <p:spPr>
            <a:xfrm>
              <a:off x="4294284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97" name="rc2397"/>
            <p:cNvSpPr/>
            <p:nvPr/>
          </p:nvSpPr>
          <p:spPr>
            <a:xfrm>
              <a:off x="4303871" y="2778125"/>
              <a:ext cx="9586" cy="317500"/>
            </a:xfrm>
            <a:prstGeom prst="rect">
              <a:avLst/>
            </a:prstGeom>
            <a:solidFill>
              <a:srgbClr val="FA8A5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98" name="rc2398"/>
            <p:cNvSpPr/>
            <p:nvPr/>
          </p:nvSpPr>
          <p:spPr>
            <a:xfrm>
              <a:off x="4303871" y="3095625"/>
              <a:ext cx="9586" cy="317499"/>
            </a:xfrm>
            <a:prstGeom prst="rect">
              <a:avLst/>
            </a:prstGeom>
            <a:solidFill>
              <a:srgbClr val="8EBCD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99" name="rc2399"/>
            <p:cNvSpPr/>
            <p:nvPr/>
          </p:nvSpPr>
          <p:spPr>
            <a:xfrm>
              <a:off x="4303871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00" name="rc2400"/>
            <p:cNvSpPr/>
            <p:nvPr/>
          </p:nvSpPr>
          <p:spPr>
            <a:xfrm>
              <a:off x="4303871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01" name="rc2401"/>
            <p:cNvSpPr/>
            <p:nvPr/>
          </p:nvSpPr>
          <p:spPr>
            <a:xfrm>
              <a:off x="4303871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02" name="rc2402"/>
            <p:cNvSpPr/>
            <p:nvPr/>
          </p:nvSpPr>
          <p:spPr>
            <a:xfrm>
              <a:off x="4303871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03" name="rc2403"/>
            <p:cNvSpPr/>
            <p:nvPr/>
          </p:nvSpPr>
          <p:spPr>
            <a:xfrm>
              <a:off x="4303871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04" name="rc2404"/>
            <p:cNvSpPr/>
            <p:nvPr/>
          </p:nvSpPr>
          <p:spPr>
            <a:xfrm>
              <a:off x="4303871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05" name="rc2405"/>
            <p:cNvSpPr/>
            <p:nvPr/>
          </p:nvSpPr>
          <p:spPr>
            <a:xfrm>
              <a:off x="4313458" y="2778125"/>
              <a:ext cx="9586" cy="317500"/>
            </a:xfrm>
            <a:prstGeom prst="rect">
              <a:avLst/>
            </a:prstGeom>
            <a:solidFill>
              <a:srgbClr val="FA8A5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06" name="rc2406"/>
            <p:cNvSpPr/>
            <p:nvPr/>
          </p:nvSpPr>
          <p:spPr>
            <a:xfrm>
              <a:off x="4313458" y="3095625"/>
              <a:ext cx="9586" cy="317499"/>
            </a:xfrm>
            <a:prstGeom prst="rect">
              <a:avLst/>
            </a:prstGeom>
            <a:solidFill>
              <a:srgbClr val="8EBCD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07" name="rc2407"/>
            <p:cNvSpPr/>
            <p:nvPr/>
          </p:nvSpPr>
          <p:spPr>
            <a:xfrm>
              <a:off x="4313458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08" name="rc2408"/>
            <p:cNvSpPr/>
            <p:nvPr/>
          </p:nvSpPr>
          <p:spPr>
            <a:xfrm>
              <a:off x="4313458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09" name="rc2409"/>
            <p:cNvSpPr/>
            <p:nvPr/>
          </p:nvSpPr>
          <p:spPr>
            <a:xfrm>
              <a:off x="4313458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10" name="rc2410"/>
            <p:cNvSpPr/>
            <p:nvPr/>
          </p:nvSpPr>
          <p:spPr>
            <a:xfrm>
              <a:off x="4313458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11" name="rc2411"/>
            <p:cNvSpPr/>
            <p:nvPr/>
          </p:nvSpPr>
          <p:spPr>
            <a:xfrm>
              <a:off x="4313458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12" name="rc2412"/>
            <p:cNvSpPr/>
            <p:nvPr/>
          </p:nvSpPr>
          <p:spPr>
            <a:xfrm>
              <a:off x="4313458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13" name="rc2413"/>
            <p:cNvSpPr/>
            <p:nvPr/>
          </p:nvSpPr>
          <p:spPr>
            <a:xfrm>
              <a:off x="4323045" y="2778125"/>
              <a:ext cx="9586" cy="317500"/>
            </a:xfrm>
            <a:prstGeom prst="rect">
              <a:avLst/>
            </a:prstGeom>
            <a:solidFill>
              <a:srgbClr val="FA8A5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14" name="rc2414"/>
            <p:cNvSpPr/>
            <p:nvPr/>
          </p:nvSpPr>
          <p:spPr>
            <a:xfrm>
              <a:off x="4323045" y="3095625"/>
              <a:ext cx="9586" cy="317499"/>
            </a:xfrm>
            <a:prstGeom prst="rect">
              <a:avLst/>
            </a:prstGeom>
            <a:solidFill>
              <a:srgbClr val="8EBCD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15" name="rc2415"/>
            <p:cNvSpPr/>
            <p:nvPr/>
          </p:nvSpPr>
          <p:spPr>
            <a:xfrm>
              <a:off x="4323045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16" name="rc2416"/>
            <p:cNvSpPr/>
            <p:nvPr/>
          </p:nvSpPr>
          <p:spPr>
            <a:xfrm>
              <a:off x="4323045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17" name="rc2417"/>
            <p:cNvSpPr/>
            <p:nvPr/>
          </p:nvSpPr>
          <p:spPr>
            <a:xfrm>
              <a:off x="4323045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18" name="rc2418"/>
            <p:cNvSpPr/>
            <p:nvPr/>
          </p:nvSpPr>
          <p:spPr>
            <a:xfrm>
              <a:off x="4323045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19" name="rc2419"/>
            <p:cNvSpPr/>
            <p:nvPr/>
          </p:nvSpPr>
          <p:spPr>
            <a:xfrm>
              <a:off x="4323045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20" name="rc2420"/>
            <p:cNvSpPr/>
            <p:nvPr/>
          </p:nvSpPr>
          <p:spPr>
            <a:xfrm>
              <a:off x="4323045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21" name="rc2421"/>
            <p:cNvSpPr/>
            <p:nvPr/>
          </p:nvSpPr>
          <p:spPr>
            <a:xfrm>
              <a:off x="4332632" y="2778125"/>
              <a:ext cx="9586" cy="317500"/>
            </a:xfrm>
            <a:prstGeom prst="rect">
              <a:avLst/>
            </a:prstGeom>
            <a:solidFill>
              <a:srgbClr val="FC8F5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22" name="rc2422"/>
            <p:cNvSpPr/>
            <p:nvPr/>
          </p:nvSpPr>
          <p:spPr>
            <a:xfrm>
              <a:off x="4332632" y="3095625"/>
              <a:ext cx="9586" cy="317499"/>
            </a:xfrm>
            <a:prstGeom prst="rect">
              <a:avLst/>
            </a:prstGeom>
            <a:solidFill>
              <a:srgbClr val="93C0D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23" name="rc2423"/>
            <p:cNvSpPr/>
            <p:nvPr/>
          </p:nvSpPr>
          <p:spPr>
            <a:xfrm>
              <a:off x="4332632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24" name="rc2424"/>
            <p:cNvSpPr/>
            <p:nvPr/>
          </p:nvSpPr>
          <p:spPr>
            <a:xfrm>
              <a:off x="4332632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25" name="rc2425"/>
            <p:cNvSpPr/>
            <p:nvPr/>
          </p:nvSpPr>
          <p:spPr>
            <a:xfrm>
              <a:off x="4332632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26" name="rc2426"/>
            <p:cNvSpPr/>
            <p:nvPr/>
          </p:nvSpPr>
          <p:spPr>
            <a:xfrm>
              <a:off x="4332632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27" name="rc2427"/>
            <p:cNvSpPr/>
            <p:nvPr/>
          </p:nvSpPr>
          <p:spPr>
            <a:xfrm>
              <a:off x="4332632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28" name="rc2428"/>
            <p:cNvSpPr/>
            <p:nvPr/>
          </p:nvSpPr>
          <p:spPr>
            <a:xfrm>
              <a:off x="4332632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29" name="rc2429"/>
            <p:cNvSpPr/>
            <p:nvPr/>
          </p:nvSpPr>
          <p:spPr>
            <a:xfrm>
              <a:off x="4342219" y="2778125"/>
              <a:ext cx="9586" cy="317500"/>
            </a:xfrm>
            <a:prstGeom prst="rect">
              <a:avLst/>
            </a:prstGeom>
            <a:solidFill>
              <a:srgbClr val="FC8F5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30" name="rc2430"/>
            <p:cNvSpPr/>
            <p:nvPr/>
          </p:nvSpPr>
          <p:spPr>
            <a:xfrm>
              <a:off x="4342219" y="3095625"/>
              <a:ext cx="9586" cy="317499"/>
            </a:xfrm>
            <a:prstGeom prst="rect">
              <a:avLst/>
            </a:prstGeom>
            <a:solidFill>
              <a:srgbClr val="8EBCD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31" name="rc2431"/>
            <p:cNvSpPr/>
            <p:nvPr/>
          </p:nvSpPr>
          <p:spPr>
            <a:xfrm>
              <a:off x="4342219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32" name="rc2432"/>
            <p:cNvSpPr/>
            <p:nvPr/>
          </p:nvSpPr>
          <p:spPr>
            <a:xfrm>
              <a:off x="4342219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33" name="rc2433"/>
            <p:cNvSpPr/>
            <p:nvPr/>
          </p:nvSpPr>
          <p:spPr>
            <a:xfrm>
              <a:off x="4342219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34" name="rc2434"/>
            <p:cNvSpPr/>
            <p:nvPr/>
          </p:nvSpPr>
          <p:spPr>
            <a:xfrm>
              <a:off x="4342219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35" name="rc2435"/>
            <p:cNvSpPr/>
            <p:nvPr/>
          </p:nvSpPr>
          <p:spPr>
            <a:xfrm>
              <a:off x="4342219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36" name="rc2436"/>
            <p:cNvSpPr/>
            <p:nvPr/>
          </p:nvSpPr>
          <p:spPr>
            <a:xfrm>
              <a:off x="4342219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37" name="rc2437"/>
            <p:cNvSpPr/>
            <p:nvPr/>
          </p:nvSpPr>
          <p:spPr>
            <a:xfrm>
              <a:off x="4351806" y="2778125"/>
              <a:ext cx="9586" cy="317500"/>
            </a:xfrm>
            <a:prstGeom prst="rect">
              <a:avLst/>
            </a:prstGeom>
            <a:solidFill>
              <a:srgbClr val="FC8F5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38" name="rc2438"/>
            <p:cNvSpPr/>
            <p:nvPr/>
          </p:nvSpPr>
          <p:spPr>
            <a:xfrm>
              <a:off x="4351806" y="3095625"/>
              <a:ext cx="9586" cy="317499"/>
            </a:xfrm>
            <a:prstGeom prst="rect">
              <a:avLst/>
            </a:prstGeom>
            <a:solidFill>
              <a:srgbClr val="93C0D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39" name="rc2439"/>
            <p:cNvSpPr/>
            <p:nvPr/>
          </p:nvSpPr>
          <p:spPr>
            <a:xfrm>
              <a:off x="4351806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40" name="rc2440"/>
            <p:cNvSpPr/>
            <p:nvPr/>
          </p:nvSpPr>
          <p:spPr>
            <a:xfrm>
              <a:off x="4351806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41" name="rc2441"/>
            <p:cNvSpPr/>
            <p:nvPr/>
          </p:nvSpPr>
          <p:spPr>
            <a:xfrm>
              <a:off x="4351806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42" name="rc2442"/>
            <p:cNvSpPr/>
            <p:nvPr/>
          </p:nvSpPr>
          <p:spPr>
            <a:xfrm>
              <a:off x="4351806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43" name="rc2443"/>
            <p:cNvSpPr/>
            <p:nvPr/>
          </p:nvSpPr>
          <p:spPr>
            <a:xfrm>
              <a:off x="4351806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44" name="rc2444"/>
            <p:cNvSpPr/>
            <p:nvPr/>
          </p:nvSpPr>
          <p:spPr>
            <a:xfrm>
              <a:off x="4351806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45" name="rc2445"/>
            <p:cNvSpPr/>
            <p:nvPr/>
          </p:nvSpPr>
          <p:spPr>
            <a:xfrm>
              <a:off x="4361393" y="2778125"/>
              <a:ext cx="9586" cy="317500"/>
            </a:xfrm>
            <a:prstGeom prst="rect">
              <a:avLst/>
            </a:prstGeom>
            <a:solidFill>
              <a:srgbClr val="FC945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46" name="rc2446"/>
            <p:cNvSpPr/>
            <p:nvPr/>
          </p:nvSpPr>
          <p:spPr>
            <a:xfrm>
              <a:off x="4361393" y="3095625"/>
              <a:ext cx="9586" cy="317499"/>
            </a:xfrm>
            <a:prstGeom prst="rect">
              <a:avLst/>
            </a:prstGeom>
            <a:solidFill>
              <a:srgbClr val="98C3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47" name="rc2447"/>
            <p:cNvSpPr/>
            <p:nvPr/>
          </p:nvSpPr>
          <p:spPr>
            <a:xfrm>
              <a:off x="4361393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48" name="rc2448"/>
            <p:cNvSpPr/>
            <p:nvPr/>
          </p:nvSpPr>
          <p:spPr>
            <a:xfrm>
              <a:off x="4361393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49" name="rc2449"/>
            <p:cNvSpPr/>
            <p:nvPr/>
          </p:nvSpPr>
          <p:spPr>
            <a:xfrm>
              <a:off x="4361393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50" name="rc2450"/>
            <p:cNvSpPr/>
            <p:nvPr/>
          </p:nvSpPr>
          <p:spPr>
            <a:xfrm>
              <a:off x="4361393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51" name="rc2451"/>
            <p:cNvSpPr/>
            <p:nvPr/>
          </p:nvSpPr>
          <p:spPr>
            <a:xfrm>
              <a:off x="4361393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52" name="rc2452"/>
            <p:cNvSpPr/>
            <p:nvPr/>
          </p:nvSpPr>
          <p:spPr>
            <a:xfrm>
              <a:off x="4361393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53" name="rc2453"/>
            <p:cNvSpPr/>
            <p:nvPr/>
          </p:nvSpPr>
          <p:spPr>
            <a:xfrm>
              <a:off x="4370980" y="2778125"/>
              <a:ext cx="9586" cy="317500"/>
            </a:xfrm>
            <a:prstGeom prst="rect">
              <a:avLst/>
            </a:prstGeom>
            <a:solidFill>
              <a:srgbClr val="FC945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54" name="rc2454"/>
            <p:cNvSpPr/>
            <p:nvPr/>
          </p:nvSpPr>
          <p:spPr>
            <a:xfrm>
              <a:off x="4370980" y="3095625"/>
              <a:ext cx="9586" cy="317499"/>
            </a:xfrm>
            <a:prstGeom prst="rect">
              <a:avLst/>
            </a:prstGeom>
            <a:solidFill>
              <a:srgbClr val="93C0D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55" name="rc2455"/>
            <p:cNvSpPr/>
            <p:nvPr/>
          </p:nvSpPr>
          <p:spPr>
            <a:xfrm>
              <a:off x="4370980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56" name="rc2456"/>
            <p:cNvSpPr/>
            <p:nvPr/>
          </p:nvSpPr>
          <p:spPr>
            <a:xfrm>
              <a:off x="4370980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57" name="rc2457"/>
            <p:cNvSpPr/>
            <p:nvPr/>
          </p:nvSpPr>
          <p:spPr>
            <a:xfrm>
              <a:off x="4370980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58" name="rc2458"/>
            <p:cNvSpPr/>
            <p:nvPr/>
          </p:nvSpPr>
          <p:spPr>
            <a:xfrm>
              <a:off x="4370980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59" name="rc2459"/>
            <p:cNvSpPr/>
            <p:nvPr/>
          </p:nvSpPr>
          <p:spPr>
            <a:xfrm>
              <a:off x="4370980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60" name="rc2460"/>
            <p:cNvSpPr/>
            <p:nvPr/>
          </p:nvSpPr>
          <p:spPr>
            <a:xfrm>
              <a:off x="4370980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61" name="rc2461"/>
            <p:cNvSpPr/>
            <p:nvPr/>
          </p:nvSpPr>
          <p:spPr>
            <a:xfrm>
              <a:off x="4380567" y="2778125"/>
              <a:ext cx="9586" cy="317500"/>
            </a:xfrm>
            <a:prstGeom prst="rect">
              <a:avLst/>
            </a:prstGeom>
            <a:solidFill>
              <a:srgbClr val="FC9E6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62" name="rc2462"/>
            <p:cNvSpPr/>
            <p:nvPr/>
          </p:nvSpPr>
          <p:spPr>
            <a:xfrm>
              <a:off x="4380567" y="3095625"/>
              <a:ext cx="9586" cy="317499"/>
            </a:xfrm>
            <a:prstGeom prst="rect">
              <a:avLst/>
            </a:prstGeom>
            <a:solidFill>
              <a:srgbClr val="93C0D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63" name="rc2463"/>
            <p:cNvSpPr/>
            <p:nvPr/>
          </p:nvSpPr>
          <p:spPr>
            <a:xfrm>
              <a:off x="4380567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64" name="rc2464"/>
            <p:cNvSpPr/>
            <p:nvPr/>
          </p:nvSpPr>
          <p:spPr>
            <a:xfrm>
              <a:off x="4380567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65" name="rc2465"/>
            <p:cNvSpPr/>
            <p:nvPr/>
          </p:nvSpPr>
          <p:spPr>
            <a:xfrm>
              <a:off x="4380567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66" name="rc2466"/>
            <p:cNvSpPr/>
            <p:nvPr/>
          </p:nvSpPr>
          <p:spPr>
            <a:xfrm>
              <a:off x="4380567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67" name="rc2467"/>
            <p:cNvSpPr/>
            <p:nvPr/>
          </p:nvSpPr>
          <p:spPr>
            <a:xfrm>
              <a:off x="4380567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68" name="rc2468"/>
            <p:cNvSpPr/>
            <p:nvPr/>
          </p:nvSpPr>
          <p:spPr>
            <a:xfrm>
              <a:off x="4380567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69" name="rc2469"/>
            <p:cNvSpPr/>
            <p:nvPr/>
          </p:nvSpPr>
          <p:spPr>
            <a:xfrm>
              <a:off x="4390154" y="2778125"/>
              <a:ext cx="9586" cy="317500"/>
            </a:xfrm>
            <a:prstGeom prst="rect">
              <a:avLst/>
            </a:prstGeom>
            <a:solidFill>
              <a:srgbClr val="FC99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70" name="rc2470"/>
            <p:cNvSpPr/>
            <p:nvPr/>
          </p:nvSpPr>
          <p:spPr>
            <a:xfrm>
              <a:off x="4390154" y="3095625"/>
              <a:ext cx="9586" cy="317499"/>
            </a:xfrm>
            <a:prstGeom prst="rect">
              <a:avLst/>
            </a:prstGeom>
            <a:solidFill>
              <a:srgbClr val="98C3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71" name="rc2471"/>
            <p:cNvSpPr/>
            <p:nvPr/>
          </p:nvSpPr>
          <p:spPr>
            <a:xfrm>
              <a:off x="4390154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72" name="rc2472"/>
            <p:cNvSpPr/>
            <p:nvPr/>
          </p:nvSpPr>
          <p:spPr>
            <a:xfrm>
              <a:off x="4390154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73" name="rc2473"/>
            <p:cNvSpPr/>
            <p:nvPr/>
          </p:nvSpPr>
          <p:spPr>
            <a:xfrm>
              <a:off x="4390154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74" name="rc2474"/>
            <p:cNvSpPr/>
            <p:nvPr/>
          </p:nvSpPr>
          <p:spPr>
            <a:xfrm>
              <a:off x="4390154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75" name="rc2475"/>
            <p:cNvSpPr/>
            <p:nvPr/>
          </p:nvSpPr>
          <p:spPr>
            <a:xfrm>
              <a:off x="4390154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76" name="rc2476"/>
            <p:cNvSpPr/>
            <p:nvPr/>
          </p:nvSpPr>
          <p:spPr>
            <a:xfrm>
              <a:off x="4390154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77" name="rc2477"/>
            <p:cNvSpPr/>
            <p:nvPr/>
          </p:nvSpPr>
          <p:spPr>
            <a:xfrm>
              <a:off x="4399741" y="2778125"/>
              <a:ext cx="9586" cy="317500"/>
            </a:xfrm>
            <a:prstGeom prst="rect">
              <a:avLst/>
            </a:prstGeom>
            <a:solidFill>
              <a:srgbClr val="FC99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78" name="rc2478"/>
            <p:cNvSpPr/>
            <p:nvPr/>
          </p:nvSpPr>
          <p:spPr>
            <a:xfrm>
              <a:off x="4399741" y="3095625"/>
              <a:ext cx="9586" cy="317499"/>
            </a:xfrm>
            <a:prstGeom prst="rect">
              <a:avLst/>
            </a:prstGeom>
            <a:solidFill>
              <a:srgbClr val="98C3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79" name="rc2479"/>
            <p:cNvSpPr/>
            <p:nvPr/>
          </p:nvSpPr>
          <p:spPr>
            <a:xfrm>
              <a:off x="4399741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80" name="rc2480"/>
            <p:cNvSpPr/>
            <p:nvPr/>
          </p:nvSpPr>
          <p:spPr>
            <a:xfrm>
              <a:off x="4399741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81" name="rc2481"/>
            <p:cNvSpPr/>
            <p:nvPr/>
          </p:nvSpPr>
          <p:spPr>
            <a:xfrm>
              <a:off x="4399741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82" name="rc2482"/>
            <p:cNvSpPr/>
            <p:nvPr/>
          </p:nvSpPr>
          <p:spPr>
            <a:xfrm>
              <a:off x="4399741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83" name="rc2483"/>
            <p:cNvSpPr/>
            <p:nvPr/>
          </p:nvSpPr>
          <p:spPr>
            <a:xfrm>
              <a:off x="4399741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84" name="rc2484"/>
            <p:cNvSpPr/>
            <p:nvPr/>
          </p:nvSpPr>
          <p:spPr>
            <a:xfrm>
              <a:off x="4399741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85" name="rc2485"/>
            <p:cNvSpPr/>
            <p:nvPr/>
          </p:nvSpPr>
          <p:spPr>
            <a:xfrm>
              <a:off x="4409328" y="2778125"/>
              <a:ext cx="9586" cy="317500"/>
            </a:xfrm>
            <a:prstGeom prst="rect">
              <a:avLst/>
            </a:prstGeom>
            <a:solidFill>
              <a:srgbClr val="F4794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86" name="rc2486"/>
            <p:cNvSpPr/>
            <p:nvPr/>
          </p:nvSpPr>
          <p:spPr>
            <a:xfrm>
              <a:off x="4409328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87" name="rc2487"/>
            <p:cNvSpPr/>
            <p:nvPr/>
          </p:nvSpPr>
          <p:spPr>
            <a:xfrm>
              <a:off x="4409328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88" name="rc2488"/>
            <p:cNvSpPr/>
            <p:nvPr/>
          </p:nvSpPr>
          <p:spPr>
            <a:xfrm>
              <a:off x="4409328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89" name="rc2489"/>
            <p:cNvSpPr/>
            <p:nvPr/>
          </p:nvSpPr>
          <p:spPr>
            <a:xfrm>
              <a:off x="4409328" y="4048125"/>
              <a:ext cx="9586" cy="317500"/>
            </a:xfrm>
            <a:prstGeom prst="rect">
              <a:avLst/>
            </a:prstGeom>
            <a:solidFill>
              <a:srgbClr val="80AF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90" name="rc2490"/>
            <p:cNvSpPr/>
            <p:nvPr/>
          </p:nvSpPr>
          <p:spPr>
            <a:xfrm>
              <a:off x="4409328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91" name="rc2491"/>
            <p:cNvSpPr/>
            <p:nvPr/>
          </p:nvSpPr>
          <p:spPr>
            <a:xfrm>
              <a:off x="4409328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92" name="rc2492"/>
            <p:cNvSpPr/>
            <p:nvPr/>
          </p:nvSpPr>
          <p:spPr>
            <a:xfrm>
              <a:off x="4409328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93" name="rc2493"/>
            <p:cNvSpPr/>
            <p:nvPr/>
          </p:nvSpPr>
          <p:spPr>
            <a:xfrm>
              <a:off x="4418915" y="2778125"/>
              <a:ext cx="9586" cy="317500"/>
            </a:xfrm>
            <a:prstGeom prst="rect">
              <a:avLst/>
            </a:prstGeom>
            <a:solidFill>
              <a:srgbClr val="FC99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94" name="rc2494"/>
            <p:cNvSpPr/>
            <p:nvPr/>
          </p:nvSpPr>
          <p:spPr>
            <a:xfrm>
              <a:off x="4418915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95" name="rc2495"/>
            <p:cNvSpPr/>
            <p:nvPr/>
          </p:nvSpPr>
          <p:spPr>
            <a:xfrm>
              <a:off x="4418915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96" name="rc2496"/>
            <p:cNvSpPr/>
            <p:nvPr/>
          </p:nvSpPr>
          <p:spPr>
            <a:xfrm>
              <a:off x="4418915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97" name="rc2497"/>
            <p:cNvSpPr/>
            <p:nvPr/>
          </p:nvSpPr>
          <p:spPr>
            <a:xfrm>
              <a:off x="4418915" y="4048125"/>
              <a:ext cx="9586" cy="317500"/>
            </a:xfrm>
            <a:prstGeom prst="rect">
              <a:avLst/>
            </a:prstGeom>
            <a:solidFill>
              <a:srgbClr val="98C3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98" name="rc2498"/>
            <p:cNvSpPr/>
            <p:nvPr/>
          </p:nvSpPr>
          <p:spPr>
            <a:xfrm>
              <a:off x="4418915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99" name="rc2499"/>
            <p:cNvSpPr/>
            <p:nvPr/>
          </p:nvSpPr>
          <p:spPr>
            <a:xfrm>
              <a:off x="4418915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00" name="rc2500"/>
            <p:cNvSpPr/>
            <p:nvPr/>
          </p:nvSpPr>
          <p:spPr>
            <a:xfrm>
              <a:off x="4418915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01" name="rc2501"/>
            <p:cNvSpPr/>
            <p:nvPr/>
          </p:nvSpPr>
          <p:spPr>
            <a:xfrm>
              <a:off x="4428501" y="2778125"/>
              <a:ext cx="9586" cy="317500"/>
            </a:xfrm>
            <a:prstGeom prst="rect">
              <a:avLst/>
            </a:prstGeom>
            <a:solidFill>
              <a:srgbClr val="FC8F5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02" name="rc2502"/>
            <p:cNvSpPr/>
            <p:nvPr/>
          </p:nvSpPr>
          <p:spPr>
            <a:xfrm>
              <a:off x="4428501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03" name="rc2503"/>
            <p:cNvSpPr/>
            <p:nvPr/>
          </p:nvSpPr>
          <p:spPr>
            <a:xfrm>
              <a:off x="4428501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04" name="rc2504"/>
            <p:cNvSpPr/>
            <p:nvPr/>
          </p:nvSpPr>
          <p:spPr>
            <a:xfrm>
              <a:off x="4428501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05" name="rc2505"/>
            <p:cNvSpPr/>
            <p:nvPr/>
          </p:nvSpPr>
          <p:spPr>
            <a:xfrm>
              <a:off x="4428501" y="4048125"/>
              <a:ext cx="9586" cy="317500"/>
            </a:xfrm>
            <a:prstGeom prst="rect">
              <a:avLst/>
            </a:prstGeom>
            <a:solidFill>
              <a:srgbClr val="93C0D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06" name="rc2506"/>
            <p:cNvSpPr/>
            <p:nvPr/>
          </p:nvSpPr>
          <p:spPr>
            <a:xfrm>
              <a:off x="4428501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07" name="rc2507"/>
            <p:cNvSpPr/>
            <p:nvPr/>
          </p:nvSpPr>
          <p:spPr>
            <a:xfrm>
              <a:off x="4428501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08" name="rc2508"/>
            <p:cNvSpPr/>
            <p:nvPr/>
          </p:nvSpPr>
          <p:spPr>
            <a:xfrm>
              <a:off x="4428501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09" name="rc2509"/>
            <p:cNvSpPr/>
            <p:nvPr/>
          </p:nvSpPr>
          <p:spPr>
            <a:xfrm>
              <a:off x="4438088" y="2778125"/>
              <a:ext cx="9586" cy="317500"/>
            </a:xfrm>
            <a:prstGeom prst="rect">
              <a:avLst/>
            </a:prstGeom>
            <a:solidFill>
              <a:srgbClr val="FCAD6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10" name="rc2510"/>
            <p:cNvSpPr/>
            <p:nvPr/>
          </p:nvSpPr>
          <p:spPr>
            <a:xfrm>
              <a:off x="4438088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11" name="rc2511"/>
            <p:cNvSpPr/>
            <p:nvPr/>
          </p:nvSpPr>
          <p:spPr>
            <a:xfrm>
              <a:off x="4438088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12" name="rc2512"/>
            <p:cNvSpPr/>
            <p:nvPr/>
          </p:nvSpPr>
          <p:spPr>
            <a:xfrm>
              <a:off x="4438088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13" name="rc2513"/>
            <p:cNvSpPr/>
            <p:nvPr/>
          </p:nvSpPr>
          <p:spPr>
            <a:xfrm>
              <a:off x="4438088" y="4048125"/>
              <a:ext cx="9586" cy="317500"/>
            </a:xfrm>
            <a:prstGeom prst="rect">
              <a:avLst/>
            </a:prstGeom>
            <a:solidFill>
              <a:srgbClr val="ABD0E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14" name="rc2514"/>
            <p:cNvSpPr/>
            <p:nvPr/>
          </p:nvSpPr>
          <p:spPr>
            <a:xfrm>
              <a:off x="4438088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15" name="rc2515"/>
            <p:cNvSpPr/>
            <p:nvPr/>
          </p:nvSpPr>
          <p:spPr>
            <a:xfrm>
              <a:off x="4438088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16" name="rc2516"/>
            <p:cNvSpPr/>
            <p:nvPr/>
          </p:nvSpPr>
          <p:spPr>
            <a:xfrm>
              <a:off x="4438088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17" name="rc2517"/>
            <p:cNvSpPr/>
            <p:nvPr/>
          </p:nvSpPr>
          <p:spPr>
            <a:xfrm>
              <a:off x="4447675" y="2778125"/>
              <a:ext cx="9586" cy="317500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18" name="rc2518"/>
            <p:cNvSpPr/>
            <p:nvPr/>
          </p:nvSpPr>
          <p:spPr>
            <a:xfrm>
              <a:off x="4447675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19" name="rc2519"/>
            <p:cNvSpPr/>
            <p:nvPr/>
          </p:nvSpPr>
          <p:spPr>
            <a:xfrm>
              <a:off x="4447675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20" name="rc2520"/>
            <p:cNvSpPr/>
            <p:nvPr/>
          </p:nvSpPr>
          <p:spPr>
            <a:xfrm>
              <a:off x="4447675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21" name="rc2521"/>
            <p:cNvSpPr/>
            <p:nvPr/>
          </p:nvSpPr>
          <p:spPr>
            <a:xfrm>
              <a:off x="4447675" y="4048125"/>
              <a:ext cx="9586" cy="317500"/>
            </a:xfrm>
            <a:prstGeom prst="rect">
              <a:avLst/>
            </a:prstGeom>
            <a:solidFill>
              <a:srgbClr val="B9D9E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22" name="rc2522"/>
            <p:cNvSpPr/>
            <p:nvPr/>
          </p:nvSpPr>
          <p:spPr>
            <a:xfrm>
              <a:off x="4447675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23" name="rc2523"/>
            <p:cNvSpPr/>
            <p:nvPr/>
          </p:nvSpPr>
          <p:spPr>
            <a:xfrm>
              <a:off x="4447675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24" name="rc2524"/>
            <p:cNvSpPr/>
            <p:nvPr/>
          </p:nvSpPr>
          <p:spPr>
            <a:xfrm>
              <a:off x="4447675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25" name="rc2525"/>
            <p:cNvSpPr/>
            <p:nvPr/>
          </p:nvSpPr>
          <p:spPr>
            <a:xfrm>
              <a:off x="4457262" y="2778125"/>
              <a:ext cx="9586" cy="317500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26" name="rc2526"/>
            <p:cNvSpPr/>
            <p:nvPr/>
          </p:nvSpPr>
          <p:spPr>
            <a:xfrm>
              <a:off x="4457262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27" name="rc2527"/>
            <p:cNvSpPr/>
            <p:nvPr/>
          </p:nvSpPr>
          <p:spPr>
            <a:xfrm>
              <a:off x="4457262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28" name="rc2528"/>
            <p:cNvSpPr/>
            <p:nvPr/>
          </p:nvSpPr>
          <p:spPr>
            <a:xfrm>
              <a:off x="4457262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29" name="rc2529"/>
            <p:cNvSpPr/>
            <p:nvPr/>
          </p:nvSpPr>
          <p:spPr>
            <a:xfrm>
              <a:off x="4457262" y="4048125"/>
              <a:ext cx="9586" cy="317500"/>
            </a:xfrm>
            <a:prstGeom prst="rect">
              <a:avLst/>
            </a:prstGeom>
            <a:solidFill>
              <a:srgbClr val="8AB8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30" name="rc2530"/>
            <p:cNvSpPr/>
            <p:nvPr/>
          </p:nvSpPr>
          <p:spPr>
            <a:xfrm>
              <a:off x="4457262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31" name="rc2531"/>
            <p:cNvSpPr/>
            <p:nvPr/>
          </p:nvSpPr>
          <p:spPr>
            <a:xfrm>
              <a:off x="4457262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32" name="rc2532"/>
            <p:cNvSpPr/>
            <p:nvPr/>
          </p:nvSpPr>
          <p:spPr>
            <a:xfrm>
              <a:off x="4457262" y="5000625"/>
              <a:ext cx="9586" cy="3175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33" name="rc2533"/>
            <p:cNvSpPr/>
            <p:nvPr/>
          </p:nvSpPr>
          <p:spPr>
            <a:xfrm>
              <a:off x="4466849" y="2778125"/>
              <a:ext cx="9586" cy="317500"/>
            </a:xfrm>
            <a:prstGeom prst="rect">
              <a:avLst/>
            </a:prstGeom>
            <a:solidFill>
              <a:srgbClr val="FDBC7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34" name="rc2534"/>
            <p:cNvSpPr/>
            <p:nvPr/>
          </p:nvSpPr>
          <p:spPr>
            <a:xfrm>
              <a:off x="4466849" y="3095625"/>
              <a:ext cx="9586" cy="317499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35" name="rc2535"/>
            <p:cNvSpPr/>
            <p:nvPr/>
          </p:nvSpPr>
          <p:spPr>
            <a:xfrm>
              <a:off x="4466849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36" name="rc2536"/>
            <p:cNvSpPr/>
            <p:nvPr/>
          </p:nvSpPr>
          <p:spPr>
            <a:xfrm>
              <a:off x="4466849" y="3730625"/>
              <a:ext cx="9586" cy="317500"/>
            </a:xfrm>
            <a:prstGeom prst="rect">
              <a:avLst/>
            </a:prstGeom>
            <a:solidFill>
              <a:srgbClr val="608FC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37" name="rc2537"/>
            <p:cNvSpPr/>
            <p:nvPr/>
          </p:nvSpPr>
          <p:spPr>
            <a:xfrm>
              <a:off x="4466849" y="4048125"/>
              <a:ext cx="9586" cy="317500"/>
            </a:xfrm>
            <a:prstGeom prst="rect">
              <a:avLst/>
            </a:prstGeom>
            <a:solidFill>
              <a:srgbClr val="85B3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38" name="rc2538"/>
            <p:cNvSpPr/>
            <p:nvPr/>
          </p:nvSpPr>
          <p:spPr>
            <a:xfrm>
              <a:off x="4466849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39" name="rc2539"/>
            <p:cNvSpPr/>
            <p:nvPr/>
          </p:nvSpPr>
          <p:spPr>
            <a:xfrm>
              <a:off x="4466849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40" name="rc2540"/>
            <p:cNvSpPr/>
            <p:nvPr/>
          </p:nvSpPr>
          <p:spPr>
            <a:xfrm>
              <a:off x="4466849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41" name="rc2541"/>
            <p:cNvSpPr/>
            <p:nvPr/>
          </p:nvSpPr>
          <p:spPr>
            <a:xfrm>
              <a:off x="4476436" y="2778125"/>
              <a:ext cx="9586" cy="317500"/>
            </a:xfrm>
            <a:prstGeom prst="rect">
              <a:avLst/>
            </a:prstGeom>
            <a:solidFill>
              <a:srgbClr val="FCB27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42" name="rc2542"/>
            <p:cNvSpPr/>
            <p:nvPr/>
          </p:nvSpPr>
          <p:spPr>
            <a:xfrm>
              <a:off x="4476436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43" name="rc2543"/>
            <p:cNvSpPr/>
            <p:nvPr/>
          </p:nvSpPr>
          <p:spPr>
            <a:xfrm>
              <a:off x="4476436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44" name="rc2544"/>
            <p:cNvSpPr/>
            <p:nvPr/>
          </p:nvSpPr>
          <p:spPr>
            <a:xfrm>
              <a:off x="4476436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45" name="rc2545"/>
            <p:cNvSpPr/>
            <p:nvPr/>
          </p:nvSpPr>
          <p:spPr>
            <a:xfrm>
              <a:off x="4476436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46" name="rc2546"/>
            <p:cNvSpPr/>
            <p:nvPr/>
          </p:nvSpPr>
          <p:spPr>
            <a:xfrm>
              <a:off x="4476436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47" name="rc2547"/>
            <p:cNvSpPr/>
            <p:nvPr/>
          </p:nvSpPr>
          <p:spPr>
            <a:xfrm>
              <a:off x="4476436" y="4683125"/>
              <a:ext cx="9586" cy="317500"/>
            </a:xfrm>
            <a:prstGeom prst="rect">
              <a:avLst/>
            </a:prstGeom>
            <a:solidFill>
              <a:srgbClr val="B0D3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48" name="rc2548"/>
            <p:cNvSpPr/>
            <p:nvPr/>
          </p:nvSpPr>
          <p:spPr>
            <a:xfrm>
              <a:off x="4476436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49" name="rc2549"/>
            <p:cNvSpPr/>
            <p:nvPr/>
          </p:nvSpPr>
          <p:spPr>
            <a:xfrm>
              <a:off x="4486023" y="2778125"/>
              <a:ext cx="9586" cy="317500"/>
            </a:xfrm>
            <a:prstGeom prst="rect">
              <a:avLst/>
            </a:prstGeom>
            <a:solidFill>
              <a:srgbClr val="FCB27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50" name="rc2550"/>
            <p:cNvSpPr/>
            <p:nvPr/>
          </p:nvSpPr>
          <p:spPr>
            <a:xfrm>
              <a:off x="4486023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51" name="rc2551"/>
            <p:cNvSpPr/>
            <p:nvPr/>
          </p:nvSpPr>
          <p:spPr>
            <a:xfrm>
              <a:off x="4486023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52" name="rc2552"/>
            <p:cNvSpPr/>
            <p:nvPr/>
          </p:nvSpPr>
          <p:spPr>
            <a:xfrm>
              <a:off x="4486023" y="3730625"/>
              <a:ext cx="9586" cy="3175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53" name="rc2553"/>
            <p:cNvSpPr/>
            <p:nvPr/>
          </p:nvSpPr>
          <p:spPr>
            <a:xfrm>
              <a:off x="4486023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54" name="rc2554"/>
            <p:cNvSpPr/>
            <p:nvPr/>
          </p:nvSpPr>
          <p:spPr>
            <a:xfrm>
              <a:off x="4486023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55" name="rc2555"/>
            <p:cNvSpPr/>
            <p:nvPr/>
          </p:nvSpPr>
          <p:spPr>
            <a:xfrm>
              <a:off x="4486023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56" name="rc2556"/>
            <p:cNvSpPr/>
            <p:nvPr/>
          </p:nvSpPr>
          <p:spPr>
            <a:xfrm>
              <a:off x="4486023" y="5000625"/>
              <a:ext cx="9586" cy="317500"/>
            </a:xfrm>
            <a:prstGeom prst="rect">
              <a:avLst/>
            </a:prstGeom>
            <a:solidFill>
              <a:srgbClr val="A6CDE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57" name="rc2557"/>
            <p:cNvSpPr/>
            <p:nvPr/>
          </p:nvSpPr>
          <p:spPr>
            <a:xfrm>
              <a:off x="4495610" y="2778125"/>
              <a:ext cx="9586" cy="317500"/>
            </a:xfrm>
            <a:prstGeom prst="rect">
              <a:avLst/>
            </a:prstGeom>
            <a:solidFill>
              <a:srgbClr val="FCB27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58" name="rc2558"/>
            <p:cNvSpPr/>
            <p:nvPr/>
          </p:nvSpPr>
          <p:spPr>
            <a:xfrm>
              <a:off x="4495610" y="3095625"/>
              <a:ext cx="9586" cy="317499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59" name="rc2559"/>
            <p:cNvSpPr/>
            <p:nvPr/>
          </p:nvSpPr>
          <p:spPr>
            <a:xfrm>
              <a:off x="4495610" y="3413125"/>
              <a:ext cx="9586" cy="3175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60" name="rc2560"/>
            <p:cNvSpPr/>
            <p:nvPr/>
          </p:nvSpPr>
          <p:spPr>
            <a:xfrm>
              <a:off x="4495610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61" name="rc2561"/>
            <p:cNvSpPr/>
            <p:nvPr/>
          </p:nvSpPr>
          <p:spPr>
            <a:xfrm>
              <a:off x="4495610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62" name="rc2562"/>
            <p:cNvSpPr/>
            <p:nvPr/>
          </p:nvSpPr>
          <p:spPr>
            <a:xfrm>
              <a:off x="4495610" y="4365625"/>
              <a:ext cx="9586" cy="317500"/>
            </a:xfrm>
            <a:prstGeom prst="rect">
              <a:avLst/>
            </a:prstGeom>
            <a:solidFill>
              <a:srgbClr val="6998C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63" name="rc2563"/>
            <p:cNvSpPr/>
            <p:nvPr/>
          </p:nvSpPr>
          <p:spPr>
            <a:xfrm>
              <a:off x="4495610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64" name="rc2564"/>
            <p:cNvSpPr/>
            <p:nvPr/>
          </p:nvSpPr>
          <p:spPr>
            <a:xfrm>
              <a:off x="4495610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65" name="rc2565"/>
            <p:cNvSpPr/>
            <p:nvPr/>
          </p:nvSpPr>
          <p:spPr>
            <a:xfrm>
              <a:off x="4505197" y="2778125"/>
              <a:ext cx="9586" cy="317500"/>
            </a:xfrm>
            <a:prstGeom prst="rect">
              <a:avLst/>
            </a:prstGeom>
            <a:solidFill>
              <a:srgbClr val="FC99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66" name="rc2566"/>
            <p:cNvSpPr/>
            <p:nvPr/>
          </p:nvSpPr>
          <p:spPr>
            <a:xfrm>
              <a:off x="4505197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67" name="rc2567"/>
            <p:cNvSpPr/>
            <p:nvPr/>
          </p:nvSpPr>
          <p:spPr>
            <a:xfrm>
              <a:off x="4505197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68" name="rc2568"/>
            <p:cNvSpPr/>
            <p:nvPr/>
          </p:nvSpPr>
          <p:spPr>
            <a:xfrm>
              <a:off x="4505197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69" name="rc2569"/>
            <p:cNvSpPr/>
            <p:nvPr/>
          </p:nvSpPr>
          <p:spPr>
            <a:xfrm>
              <a:off x="4505197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70" name="rc2570"/>
            <p:cNvSpPr/>
            <p:nvPr/>
          </p:nvSpPr>
          <p:spPr>
            <a:xfrm>
              <a:off x="4505197" y="4365625"/>
              <a:ext cx="9586" cy="317500"/>
            </a:xfrm>
            <a:prstGeom prst="rect">
              <a:avLst/>
            </a:prstGeom>
            <a:solidFill>
              <a:srgbClr val="93C0D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71" name="rc2571"/>
            <p:cNvSpPr/>
            <p:nvPr/>
          </p:nvSpPr>
          <p:spPr>
            <a:xfrm>
              <a:off x="4505197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72" name="rc2572"/>
            <p:cNvSpPr/>
            <p:nvPr/>
          </p:nvSpPr>
          <p:spPr>
            <a:xfrm>
              <a:off x="4505197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73" name="rc2573"/>
            <p:cNvSpPr/>
            <p:nvPr/>
          </p:nvSpPr>
          <p:spPr>
            <a:xfrm>
              <a:off x="4514784" y="2778125"/>
              <a:ext cx="9586" cy="317500"/>
            </a:xfrm>
            <a:prstGeom prst="rect">
              <a:avLst/>
            </a:prstGeom>
            <a:solidFill>
              <a:srgbClr val="FDCB8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74" name="rc2574"/>
            <p:cNvSpPr/>
            <p:nvPr/>
          </p:nvSpPr>
          <p:spPr>
            <a:xfrm>
              <a:off x="4514784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75" name="rc2575"/>
            <p:cNvSpPr/>
            <p:nvPr/>
          </p:nvSpPr>
          <p:spPr>
            <a:xfrm>
              <a:off x="4514784" y="3413125"/>
              <a:ext cx="9586" cy="317500"/>
            </a:xfrm>
            <a:prstGeom prst="rect">
              <a:avLst/>
            </a:prstGeom>
            <a:solidFill>
              <a:srgbClr val="77A6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76" name="rc2576"/>
            <p:cNvSpPr/>
            <p:nvPr/>
          </p:nvSpPr>
          <p:spPr>
            <a:xfrm>
              <a:off x="4514784" y="3730625"/>
              <a:ext cx="9586" cy="317500"/>
            </a:xfrm>
            <a:prstGeom prst="rect">
              <a:avLst/>
            </a:prstGeom>
            <a:solidFill>
              <a:srgbClr val="6998C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77" name="rc2577"/>
            <p:cNvSpPr/>
            <p:nvPr/>
          </p:nvSpPr>
          <p:spPr>
            <a:xfrm>
              <a:off x="4514784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78" name="rc2578"/>
            <p:cNvSpPr/>
            <p:nvPr/>
          </p:nvSpPr>
          <p:spPr>
            <a:xfrm>
              <a:off x="4514784" y="4365625"/>
              <a:ext cx="9586" cy="317500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79" name="rc2579"/>
            <p:cNvSpPr/>
            <p:nvPr/>
          </p:nvSpPr>
          <p:spPr>
            <a:xfrm>
              <a:off x="4514784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80" name="rc2580"/>
            <p:cNvSpPr/>
            <p:nvPr/>
          </p:nvSpPr>
          <p:spPr>
            <a:xfrm>
              <a:off x="4514784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81" name="rc2581"/>
            <p:cNvSpPr/>
            <p:nvPr/>
          </p:nvSpPr>
          <p:spPr>
            <a:xfrm>
              <a:off x="4524371" y="2778125"/>
              <a:ext cx="9586" cy="317500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82" name="rc2582"/>
            <p:cNvSpPr/>
            <p:nvPr/>
          </p:nvSpPr>
          <p:spPr>
            <a:xfrm>
              <a:off x="4524371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83" name="rc2583"/>
            <p:cNvSpPr/>
            <p:nvPr/>
          </p:nvSpPr>
          <p:spPr>
            <a:xfrm>
              <a:off x="4524371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84" name="rc2584"/>
            <p:cNvSpPr/>
            <p:nvPr/>
          </p:nvSpPr>
          <p:spPr>
            <a:xfrm>
              <a:off x="4524371" y="3730625"/>
              <a:ext cx="9586" cy="3175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85" name="rc2585"/>
            <p:cNvSpPr/>
            <p:nvPr/>
          </p:nvSpPr>
          <p:spPr>
            <a:xfrm>
              <a:off x="4524371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86" name="rc2586"/>
            <p:cNvSpPr/>
            <p:nvPr/>
          </p:nvSpPr>
          <p:spPr>
            <a:xfrm>
              <a:off x="4524371" y="4365625"/>
              <a:ext cx="9586" cy="317500"/>
            </a:xfrm>
            <a:prstGeom prst="rect">
              <a:avLst/>
            </a:prstGeom>
            <a:solidFill>
              <a:srgbClr val="8AB8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87" name="rc2587"/>
            <p:cNvSpPr/>
            <p:nvPr/>
          </p:nvSpPr>
          <p:spPr>
            <a:xfrm>
              <a:off x="4524371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88" name="rc2588"/>
            <p:cNvSpPr/>
            <p:nvPr/>
          </p:nvSpPr>
          <p:spPr>
            <a:xfrm>
              <a:off x="4524371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89" name="rc2589"/>
            <p:cNvSpPr/>
            <p:nvPr/>
          </p:nvSpPr>
          <p:spPr>
            <a:xfrm>
              <a:off x="4533958" y="2778125"/>
              <a:ext cx="9586" cy="317500"/>
            </a:xfrm>
            <a:prstGeom prst="rect">
              <a:avLst/>
            </a:prstGeom>
            <a:solidFill>
              <a:srgbClr val="FEDF8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90" name="rc2590"/>
            <p:cNvSpPr/>
            <p:nvPr/>
          </p:nvSpPr>
          <p:spPr>
            <a:xfrm>
              <a:off x="4533958" y="3095625"/>
              <a:ext cx="9586" cy="317499"/>
            </a:xfrm>
            <a:prstGeom prst="rect">
              <a:avLst/>
            </a:prstGeom>
            <a:solidFill>
              <a:srgbClr val="77A6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91" name="rc2591"/>
            <p:cNvSpPr/>
            <p:nvPr/>
          </p:nvSpPr>
          <p:spPr>
            <a:xfrm>
              <a:off x="4533958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92" name="rc2592"/>
            <p:cNvSpPr/>
            <p:nvPr/>
          </p:nvSpPr>
          <p:spPr>
            <a:xfrm>
              <a:off x="4533958" y="3730625"/>
              <a:ext cx="9586" cy="3175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93" name="rc2593"/>
            <p:cNvSpPr/>
            <p:nvPr/>
          </p:nvSpPr>
          <p:spPr>
            <a:xfrm>
              <a:off x="4533958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94" name="rc2594"/>
            <p:cNvSpPr/>
            <p:nvPr/>
          </p:nvSpPr>
          <p:spPr>
            <a:xfrm>
              <a:off x="4533958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95" name="rc2595"/>
            <p:cNvSpPr/>
            <p:nvPr/>
          </p:nvSpPr>
          <p:spPr>
            <a:xfrm>
              <a:off x="4533958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96" name="rc2596"/>
            <p:cNvSpPr/>
            <p:nvPr/>
          </p:nvSpPr>
          <p:spPr>
            <a:xfrm>
              <a:off x="4533958" y="5000625"/>
              <a:ext cx="9586" cy="317500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97" name="rc2597"/>
            <p:cNvSpPr/>
            <p:nvPr/>
          </p:nvSpPr>
          <p:spPr>
            <a:xfrm>
              <a:off x="4543545" y="2778125"/>
              <a:ext cx="9586" cy="317500"/>
            </a:xfrm>
            <a:prstGeom prst="rect">
              <a:avLst/>
            </a:prstGeom>
            <a:solidFill>
              <a:srgbClr val="FEEBA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98" name="rc2598"/>
            <p:cNvSpPr/>
            <p:nvPr/>
          </p:nvSpPr>
          <p:spPr>
            <a:xfrm>
              <a:off x="4543545" y="3095625"/>
              <a:ext cx="9586" cy="317499"/>
            </a:xfrm>
            <a:prstGeom prst="rect">
              <a:avLst/>
            </a:prstGeom>
            <a:solidFill>
              <a:srgbClr val="73A1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99" name="rc2599"/>
            <p:cNvSpPr/>
            <p:nvPr/>
          </p:nvSpPr>
          <p:spPr>
            <a:xfrm>
              <a:off x="4543545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00" name="rc2600"/>
            <p:cNvSpPr/>
            <p:nvPr/>
          </p:nvSpPr>
          <p:spPr>
            <a:xfrm>
              <a:off x="4543545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01" name="rc2601"/>
            <p:cNvSpPr/>
            <p:nvPr/>
          </p:nvSpPr>
          <p:spPr>
            <a:xfrm>
              <a:off x="4543545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02" name="rc2602"/>
            <p:cNvSpPr/>
            <p:nvPr/>
          </p:nvSpPr>
          <p:spPr>
            <a:xfrm>
              <a:off x="4543545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03" name="rc2603"/>
            <p:cNvSpPr/>
            <p:nvPr/>
          </p:nvSpPr>
          <p:spPr>
            <a:xfrm>
              <a:off x="4543545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04" name="rc2604"/>
            <p:cNvSpPr/>
            <p:nvPr/>
          </p:nvSpPr>
          <p:spPr>
            <a:xfrm>
              <a:off x="4543545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05" name="rc2605"/>
            <p:cNvSpPr/>
            <p:nvPr/>
          </p:nvSpPr>
          <p:spPr>
            <a:xfrm>
              <a:off x="4553132" y="2778125"/>
              <a:ext cx="9586" cy="317500"/>
            </a:xfrm>
            <a:prstGeom prst="rect">
              <a:avLst/>
            </a:prstGeom>
            <a:solidFill>
              <a:srgbClr val="FEE99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06" name="rc2606"/>
            <p:cNvSpPr/>
            <p:nvPr/>
          </p:nvSpPr>
          <p:spPr>
            <a:xfrm>
              <a:off x="4553132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07" name="rc2607"/>
            <p:cNvSpPr/>
            <p:nvPr/>
          </p:nvSpPr>
          <p:spPr>
            <a:xfrm>
              <a:off x="4553132" y="3413125"/>
              <a:ext cx="9586" cy="3175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08" name="rc2608"/>
            <p:cNvSpPr/>
            <p:nvPr/>
          </p:nvSpPr>
          <p:spPr>
            <a:xfrm>
              <a:off x="4553132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09" name="rc2609"/>
            <p:cNvSpPr/>
            <p:nvPr/>
          </p:nvSpPr>
          <p:spPr>
            <a:xfrm>
              <a:off x="4553132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10" name="rc2610"/>
            <p:cNvSpPr/>
            <p:nvPr/>
          </p:nvSpPr>
          <p:spPr>
            <a:xfrm>
              <a:off x="4553132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11" name="rc2611"/>
            <p:cNvSpPr/>
            <p:nvPr/>
          </p:nvSpPr>
          <p:spPr>
            <a:xfrm>
              <a:off x="4553132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12" name="rc2612"/>
            <p:cNvSpPr/>
            <p:nvPr/>
          </p:nvSpPr>
          <p:spPr>
            <a:xfrm>
              <a:off x="4553132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13" name="rc2613"/>
            <p:cNvSpPr/>
            <p:nvPr/>
          </p:nvSpPr>
          <p:spPr>
            <a:xfrm>
              <a:off x="4562719" y="2778125"/>
              <a:ext cx="9586" cy="317500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14" name="rc2614"/>
            <p:cNvSpPr/>
            <p:nvPr/>
          </p:nvSpPr>
          <p:spPr>
            <a:xfrm>
              <a:off x="4562719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15" name="rc2615"/>
            <p:cNvSpPr/>
            <p:nvPr/>
          </p:nvSpPr>
          <p:spPr>
            <a:xfrm>
              <a:off x="4562719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16" name="rc2616"/>
            <p:cNvSpPr/>
            <p:nvPr/>
          </p:nvSpPr>
          <p:spPr>
            <a:xfrm>
              <a:off x="4562719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17" name="rc2617"/>
            <p:cNvSpPr/>
            <p:nvPr/>
          </p:nvSpPr>
          <p:spPr>
            <a:xfrm>
              <a:off x="4562719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18" name="rc2618"/>
            <p:cNvSpPr/>
            <p:nvPr/>
          </p:nvSpPr>
          <p:spPr>
            <a:xfrm>
              <a:off x="4562719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19" name="rc2619"/>
            <p:cNvSpPr/>
            <p:nvPr/>
          </p:nvSpPr>
          <p:spPr>
            <a:xfrm>
              <a:off x="4562719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20" name="rc2620"/>
            <p:cNvSpPr/>
            <p:nvPr/>
          </p:nvSpPr>
          <p:spPr>
            <a:xfrm>
              <a:off x="4562719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21" name="rc2621"/>
            <p:cNvSpPr/>
            <p:nvPr/>
          </p:nvSpPr>
          <p:spPr>
            <a:xfrm>
              <a:off x="4572306" y="2778125"/>
              <a:ext cx="9586" cy="317500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22" name="rc2622"/>
            <p:cNvSpPr/>
            <p:nvPr/>
          </p:nvSpPr>
          <p:spPr>
            <a:xfrm>
              <a:off x="4572306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23" name="rc2623"/>
            <p:cNvSpPr/>
            <p:nvPr/>
          </p:nvSpPr>
          <p:spPr>
            <a:xfrm>
              <a:off x="4572306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24" name="rc2624"/>
            <p:cNvSpPr/>
            <p:nvPr/>
          </p:nvSpPr>
          <p:spPr>
            <a:xfrm>
              <a:off x="4572306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25" name="rc2625"/>
            <p:cNvSpPr/>
            <p:nvPr/>
          </p:nvSpPr>
          <p:spPr>
            <a:xfrm>
              <a:off x="4572306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26" name="rc2626"/>
            <p:cNvSpPr/>
            <p:nvPr/>
          </p:nvSpPr>
          <p:spPr>
            <a:xfrm>
              <a:off x="4572306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27" name="rc2627"/>
            <p:cNvSpPr/>
            <p:nvPr/>
          </p:nvSpPr>
          <p:spPr>
            <a:xfrm>
              <a:off x="4572306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28" name="rc2628"/>
            <p:cNvSpPr/>
            <p:nvPr/>
          </p:nvSpPr>
          <p:spPr>
            <a:xfrm>
              <a:off x="4572306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29" name="rc2629"/>
            <p:cNvSpPr/>
            <p:nvPr/>
          </p:nvSpPr>
          <p:spPr>
            <a:xfrm>
              <a:off x="4581893" y="2778125"/>
              <a:ext cx="9586" cy="317500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30" name="rc2630"/>
            <p:cNvSpPr/>
            <p:nvPr/>
          </p:nvSpPr>
          <p:spPr>
            <a:xfrm>
              <a:off x="4581893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31" name="rc2631"/>
            <p:cNvSpPr/>
            <p:nvPr/>
          </p:nvSpPr>
          <p:spPr>
            <a:xfrm>
              <a:off x="4581893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32" name="rc2632"/>
            <p:cNvSpPr/>
            <p:nvPr/>
          </p:nvSpPr>
          <p:spPr>
            <a:xfrm>
              <a:off x="4581893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33" name="rc2633"/>
            <p:cNvSpPr/>
            <p:nvPr/>
          </p:nvSpPr>
          <p:spPr>
            <a:xfrm>
              <a:off x="4581893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34" name="rc2634"/>
            <p:cNvSpPr/>
            <p:nvPr/>
          </p:nvSpPr>
          <p:spPr>
            <a:xfrm>
              <a:off x="4581893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35" name="rc2635"/>
            <p:cNvSpPr/>
            <p:nvPr/>
          </p:nvSpPr>
          <p:spPr>
            <a:xfrm>
              <a:off x="4581893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36" name="rc2636"/>
            <p:cNvSpPr/>
            <p:nvPr/>
          </p:nvSpPr>
          <p:spPr>
            <a:xfrm>
              <a:off x="4581893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37" name="rc2637"/>
            <p:cNvSpPr/>
            <p:nvPr/>
          </p:nvSpPr>
          <p:spPr>
            <a:xfrm>
              <a:off x="4591480" y="2778125"/>
              <a:ext cx="9586" cy="317500"/>
            </a:xfrm>
            <a:prstGeom prst="rect">
              <a:avLst/>
            </a:prstGeom>
            <a:solidFill>
              <a:srgbClr val="FDD08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38" name="rc2638"/>
            <p:cNvSpPr/>
            <p:nvPr/>
          </p:nvSpPr>
          <p:spPr>
            <a:xfrm>
              <a:off x="4591480" y="3095625"/>
              <a:ext cx="9586" cy="317499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39" name="rc2639"/>
            <p:cNvSpPr/>
            <p:nvPr/>
          </p:nvSpPr>
          <p:spPr>
            <a:xfrm>
              <a:off x="4591480" y="3413125"/>
              <a:ext cx="9586" cy="317500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40" name="rc2640"/>
            <p:cNvSpPr/>
            <p:nvPr/>
          </p:nvSpPr>
          <p:spPr>
            <a:xfrm>
              <a:off x="4591480" y="3730625"/>
              <a:ext cx="9586" cy="317500"/>
            </a:xfrm>
            <a:prstGeom prst="rect">
              <a:avLst/>
            </a:prstGeom>
            <a:solidFill>
              <a:srgbClr val="608FC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41" name="rc2641"/>
            <p:cNvSpPr/>
            <p:nvPr/>
          </p:nvSpPr>
          <p:spPr>
            <a:xfrm>
              <a:off x="4591480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42" name="rc2642"/>
            <p:cNvSpPr/>
            <p:nvPr/>
          </p:nvSpPr>
          <p:spPr>
            <a:xfrm>
              <a:off x="4591480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43" name="rc2643"/>
            <p:cNvSpPr/>
            <p:nvPr/>
          </p:nvSpPr>
          <p:spPr>
            <a:xfrm>
              <a:off x="4591480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44" name="rc2644"/>
            <p:cNvSpPr/>
            <p:nvPr/>
          </p:nvSpPr>
          <p:spPr>
            <a:xfrm>
              <a:off x="4591480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45" name="rc2645"/>
            <p:cNvSpPr/>
            <p:nvPr/>
          </p:nvSpPr>
          <p:spPr>
            <a:xfrm>
              <a:off x="4601067" y="2778125"/>
              <a:ext cx="9586" cy="317500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46" name="rc2646"/>
            <p:cNvSpPr/>
            <p:nvPr/>
          </p:nvSpPr>
          <p:spPr>
            <a:xfrm>
              <a:off x="4601067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47" name="rc2647"/>
            <p:cNvSpPr/>
            <p:nvPr/>
          </p:nvSpPr>
          <p:spPr>
            <a:xfrm>
              <a:off x="4601067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48" name="rc2648"/>
            <p:cNvSpPr/>
            <p:nvPr/>
          </p:nvSpPr>
          <p:spPr>
            <a:xfrm>
              <a:off x="4601067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49" name="rc2649"/>
            <p:cNvSpPr/>
            <p:nvPr/>
          </p:nvSpPr>
          <p:spPr>
            <a:xfrm>
              <a:off x="4601067" y="4048125"/>
              <a:ext cx="9586" cy="317500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50" name="rc2650"/>
            <p:cNvSpPr/>
            <p:nvPr/>
          </p:nvSpPr>
          <p:spPr>
            <a:xfrm>
              <a:off x="4601067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51" name="rc2651"/>
            <p:cNvSpPr/>
            <p:nvPr/>
          </p:nvSpPr>
          <p:spPr>
            <a:xfrm>
              <a:off x="4601067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52" name="rc2652"/>
            <p:cNvSpPr/>
            <p:nvPr/>
          </p:nvSpPr>
          <p:spPr>
            <a:xfrm>
              <a:off x="4601067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53" name="rc2653"/>
            <p:cNvSpPr/>
            <p:nvPr/>
          </p:nvSpPr>
          <p:spPr>
            <a:xfrm>
              <a:off x="4610654" y="2778125"/>
              <a:ext cx="9586" cy="317500"/>
            </a:xfrm>
            <a:prstGeom prst="rect">
              <a:avLst/>
            </a:prstGeom>
            <a:solidFill>
              <a:srgbClr val="FDCB8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54" name="rc2654"/>
            <p:cNvSpPr/>
            <p:nvPr/>
          </p:nvSpPr>
          <p:spPr>
            <a:xfrm>
              <a:off x="4610654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55" name="rc2655"/>
            <p:cNvSpPr/>
            <p:nvPr/>
          </p:nvSpPr>
          <p:spPr>
            <a:xfrm>
              <a:off x="4610654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56" name="rc2656"/>
            <p:cNvSpPr/>
            <p:nvPr/>
          </p:nvSpPr>
          <p:spPr>
            <a:xfrm>
              <a:off x="4610654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57" name="rc2657"/>
            <p:cNvSpPr/>
            <p:nvPr/>
          </p:nvSpPr>
          <p:spPr>
            <a:xfrm>
              <a:off x="4610654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58" name="rc2658"/>
            <p:cNvSpPr/>
            <p:nvPr/>
          </p:nvSpPr>
          <p:spPr>
            <a:xfrm>
              <a:off x="4610654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59" name="rc2659"/>
            <p:cNvSpPr/>
            <p:nvPr/>
          </p:nvSpPr>
          <p:spPr>
            <a:xfrm>
              <a:off x="4610654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60" name="rc2660"/>
            <p:cNvSpPr/>
            <p:nvPr/>
          </p:nvSpPr>
          <p:spPr>
            <a:xfrm>
              <a:off x="4610654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61" name="rc2661"/>
            <p:cNvSpPr/>
            <p:nvPr/>
          </p:nvSpPr>
          <p:spPr>
            <a:xfrm>
              <a:off x="4620241" y="2778125"/>
              <a:ext cx="9586" cy="317500"/>
            </a:xfrm>
            <a:prstGeom prst="rect">
              <a:avLst/>
            </a:prstGeom>
            <a:solidFill>
              <a:srgbClr val="FDCB8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62" name="rc2662"/>
            <p:cNvSpPr/>
            <p:nvPr/>
          </p:nvSpPr>
          <p:spPr>
            <a:xfrm>
              <a:off x="4620241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63" name="rc2663"/>
            <p:cNvSpPr/>
            <p:nvPr/>
          </p:nvSpPr>
          <p:spPr>
            <a:xfrm>
              <a:off x="4620241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64" name="rc2664"/>
            <p:cNvSpPr/>
            <p:nvPr/>
          </p:nvSpPr>
          <p:spPr>
            <a:xfrm>
              <a:off x="4620241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65" name="rc2665"/>
            <p:cNvSpPr/>
            <p:nvPr/>
          </p:nvSpPr>
          <p:spPr>
            <a:xfrm>
              <a:off x="4620241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66" name="rc2666"/>
            <p:cNvSpPr/>
            <p:nvPr/>
          </p:nvSpPr>
          <p:spPr>
            <a:xfrm>
              <a:off x="4620241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67" name="rc2667"/>
            <p:cNvSpPr/>
            <p:nvPr/>
          </p:nvSpPr>
          <p:spPr>
            <a:xfrm>
              <a:off x="4620241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68" name="rc2668"/>
            <p:cNvSpPr/>
            <p:nvPr/>
          </p:nvSpPr>
          <p:spPr>
            <a:xfrm>
              <a:off x="4620241" y="5000625"/>
              <a:ext cx="9586" cy="317500"/>
            </a:xfrm>
            <a:prstGeom prst="rect">
              <a:avLst/>
            </a:prstGeom>
            <a:solidFill>
              <a:srgbClr val="5C8BB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69" name="rc2669"/>
            <p:cNvSpPr/>
            <p:nvPr/>
          </p:nvSpPr>
          <p:spPr>
            <a:xfrm>
              <a:off x="4629827" y="2778125"/>
              <a:ext cx="9586" cy="317500"/>
            </a:xfrm>
            <a:prstGeom prst="rect">
              <a:avLst/>
            </a:prstGeom>
            <a:solidFill>
              <a:srgbClr val="FDB77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70" name="rc2670"/>
            <p:cNvSpPr/>
            <p:nvPr/>
          </p:nvSpPr>
          <p:spPr>
            <a:xfrm>
              <a:off x="4629827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71" name="rc2671"/>
            <p:cNvSpPr/>
            <p:nvPr/>
          </p:nvSpPr>
          <p:spPr>
            <a:xfrm>
              <a:off x="4629827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72" name="rc2672"/>
            <p:cNvSpPr/>
            <p:nvPr/>
          </p:nvSpPr>
          <p:spPr>
            <a:xfrm>
              <a:off x="4629827" y="3730625"/>
              <a:ext cx="9586" cy="317500"/>
            </a:xfrm>
            <a:prstGeom prst="rect">
              <a:avLst/>
            </a:prstGeom>
            <a:solidFill>
              <a:srgbClr val="A1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73" name="rc2673"/>
            <p:cNvSpPr/>
            <p:nvPr/>
          </p:nvSpPr>
          <p:spPr>
            <a:xfrm>
              <a:off x="4629827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74" name="rc2674"/>
            <p:cNvSpPr/>
            <p:nvPr/>
          </p:nvSpPr>
          <p:spPr>
            <a:xfrm>
              <a:off x="4629827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75" name="rc2675"/>
            <p:cNvSpPr/>
            <p:nvPr/>
          </p:nvSpPr>
          <p:spPr>
            <a:xfrm>
              <a:off x="4629827" y="4683125"/>
              <a:ext cx="9586" cy="317500"/>
            </a:xfrm>
            <a:prstGeom prst="rect">
              <a:avLst/>
            </a:prstGeom>
            <a:solidFill>
              <a:srgbClr val="5C8BB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76" name="rc2676"/>
            <p:cNvSpPr/>
            <p:nvPr/>
          </p:nvSpPr>
          <p:spPr>
            <a:xfrm>
              <a:off x="4629827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77" name="rc2677"/>
            <p:cNvSpPr/>
            <p:nvPr/>
          </p:nvSpPr>
          <p:spPr>
            <a:xfrm>
              <a:off x="4639414" y="2778125"/>
              <a:ext cx="9586" cy="317500"/>
            </a:xfrm>
            <a:prstGeom prst="rect">
              <a:avLst/>
            </a:prstGeom>
            <a:solidFill>
              <a:srgbClr val="F8845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78" name="rc2678"/>
            <p:cNvSpPr/>
            <p:nvPr/>
          </p:nvSpPr>
          <p:spPr>
            <a:xfrm>
              <a:off x="4639414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79" name="rc2679"/>
            <p:cNvSpPr/>
            <p:nvPr/>
          </p:nvSpPr>
          <p:spPr>
            <a:xfrm>
              <a:off x="4639414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80" name="rc2680"/>
            <p:cNvSpPr/>
            <p:nvPr/>
          </p:nvSpPr>
          <p:spPr>
            <a:xfrm>
              <a:off x="4639414" y="3730625"/>
              <a:ext cx="9586" cy="317500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81" name="rc2681"/>
            <p:cNvSpPr/>
            <p:nvPr/>
          </p:nvSpPr>
          <p:spPr>
            <a:xfrm>
              <a:off x="4639414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82" name="rc2682"/>
            <p:cNvSpPr/>
            <p:nvPr/>
          </p:nvSpPr>
          <p:spPr>
            <a:xfrm>
              <a:off x="4639414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83" name="rc2683"/>
            <p:cNvSpPr/>
            <p:nvPr/>
          </p:nvSpPr>
          <p:spPr>
            <a:xfrm>
              <a:off x="4639414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84" name="rc2684"/>
            <p:cNvSpPr/>
            <p:nvPr/>
          </p:nvSpPr>
          <p:spPr>
            <a:xfrm>
              <a:off x="4639414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85" name="rc2685"/>
            <p:cNvSpPr/>
            <p:nvPr/>
          </p:nvSpPr>
          <p:spPr>
            <a:xfrm>
              <a:off x="4649001" y="2778125"/>
              <a:ext cx="9586" cy="317500"/>
            </a:xfrm>
            <a:prstGeom prst="rect">
              <a:avLst/>
            </a:prstGeom>
            <a:solidFill>
              <a:srgbClr val="FC9E6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86" name="rc2686"/>
            <p:cNvSpPr/>
            <p:nvPr/>
          </p:nvSpPr>
          <p:spPr>
            <a:xfrm>
              <a:off x="4649001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87" name="rc2687"/>
            <p:cNvSpPr/>
            <p:nvPr/>
          </p:nvSpPr>
          <p:spPr>
            <a:xfrm>
              <a:off x="4649001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88" name="rc2688"/>
            <p:cNvSpPr/>
            <p:nvPr/>
          </p:nvSpPr>
          <p:spPr>
            <a:xfrm>
              <a:off x="4649001" y="3730625"/>
              <a:ext cx="9586" cy="317500"/>
            </a:xfrm>
            <a:prstGeom prst="rect">
              <a:avLst/>
            </a:prstGeom>
            <a:solidFill>
              <a:srgbClr val="608FC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89" name="rc2689"/>
            <p:cNvSpPr/>
            <p:nvPr/>
          </p:nvSpPr>
          <p:spPr>
            <a:xfrm>
              <a:off x="4649001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90" name="rc2690"/>
            <p:cNvSpPr/>
            <p:nvPr/>
          </p:nvSpPr>
          <p:spPr>
            <a:xfrm>
              <a:off x="4649001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91" name="rc2691"/>
            <p:cNvSpPr/>
            <p:nvPr/>
          </p:nvSpPr>
          <p:spPr>
            <a:xfrm>
              <a:off x="4649001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92" name="rc2692"/>
            <p:cNvSpPr/>
            <p:nvPr/>
          </p:nvSpPr>
          <p:spPr>
            <a:xfrm>
              <a:off x="4649001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93" name="rc2693"/>
            <p:cNvSpPr/>
            <p:nvPr/>
          </p:nvSpPr>
          <p:spPr>
            <a:xfrm>
              <a:off x="4658588" y="2778125"/>
              <a:ext cx="9586" cy="317500"/>
            </a:xfrm>
            <a:prstGeom prst="rect">
              <a:avLst/>
            </a:prstGeom>
            <a:solidFill>
              <a:srgbClr val="FC99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94" name="rc2694"/>
            <p:cNvSpPr/>
            <p:nvPr/>
          </p:nvSpPr>
          <p:spPr>
            <a:xfrm>
              <a:off x="4658588" y="3095625"/>
              <a:ext cx="9586" cy="317499"/>
            </a:xfrm>
            <a:prstGeom prst="rect">
              <a:avLst/>
            </a:prstGeom>
            <a:solidFill>
              <a:srgbClr val="5C8BB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95" name="rc2695"/>
            <p:cNvSpPr/>
            <p:nvPr/>
          </p:nvSpPr>
          <p:spPr>
            <a:xfrm>
              <a:off x="4658588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96" name="rc2696"/>
            <p:cNvSpPr/>
            <p:nvPr/>
          </p:nvSpPr>
          <p:spPr>
            <a:xfrm>
              <a:off x="4658588" y="3730625"/>
              <a:ext cx="9586" cy="317500"/>
            </a:xfrm>
            <a:prstGeom prst="rect">
              <a:avLst/>
            </a:prstGeom>
            <a:solidFill>
              <a:srgbClr val="85B3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97" name="rc2697"/>
            <p:cNvSpPr/>
            <p:nvPr/>
          </p:nvSpPr>
          <p:spPr>
            <a:xfrm>
              <a:off x="4658588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98" name="rc2698"/>
            <p:cNvSpPr/>
            <p:nvPr/>
          </p:nvSpPr>
          <p:spPr>
            <a:xfrm>
              <a:off x="4658588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99" name="rc2699"/>
            <p:cNvSpPr/>
            <p:nvPr/>
          </p:nvSpPr>
          <p:spPr>
            <a:xfrm>
              <a:off x="4658588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00" name="rc2700"/>
            <p:cNvSpPr/>
            <p:nvPr/>
          </p:nvSpPr>
          <p:spPr>
            <a:xfrm>
              <a:off x="4658588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01" name="rc2701"/>
            <p:cNvSpPr/>
            <p:nvPr/>
          </p:nvSpPr>
          <p:spPr>
            <a:xfrm>
              <a:off x="4668175" y="2778125"/>
              <a:ext cx="9586" cy="317500"/>
            </a:xfrm>
            <a:prstGeom prst="rect">
              <a:avLst/>
            </a:prstGeom>
            <a:solidFill>
              <a:srgbClr val="FCAD6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02" name="rc2702"/>
            <p:cNvSpPr/>
            <p:nvPr/>
          </p:nvSpPr>
          <p:spPr>
            <a:xfrm>
              <a:off x="4668175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03" name="rc2703"/>
            <p:cNvSpPr/>
            <p:nvPr/>
          </p:nvSpPr>
          <p:spPr>
            <a:xfrm>
              <a:off x="4668175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04" name="rc2704"/>
            <p:cNvSpPr/>
            <p:nvPr/>
          </p:nvSpPr>
          <p:spPr>
            <a:xfrm>
              <a:off x="4668175" y="3730625"/>
              <a:ext cx="9586" cy="317500"/>
            </a:xfrm>
            <a:prstGeom prst="rect">
              <a:avLst/>
            </a:prstGeom>
            <a:solidFill>
              <a:srgbClr val="80AF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05" name="rc2705"/>
            <p:cNvSpPr/>
            <p:nvPr/>
          </p:nvSpPr>
          <p:spPr>
            <a:xfrm>
              <a:off x="4668175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06" name="rc2706"/>
            <p:cNvSpPr/>
            <p:nvPr/>
          </p:nvSpPr>
          <p:spPr>
            <a:xfrm>
              <a:off x="4668175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07" name="rc2707"/>
            <p:cNvSpPr/>
            <p:nvPr/>
          </p:nvSpPr>
          <p:spPr>
            <a:xfrm>
              <a:off x="4668175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08" name="rc2708"/>
            <p:cNvSpPr/>
            <p:nvPr/>
          </p:nvSpPr>
          <p:spPr>
            <a:xfrm>
              <a:off x="4668175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09" name="rc2709"/>
            <p:cNvSpPr/>
            <p:nvPr/>
          </p:nvSpPr>
          <p:spPr>
            <a:xfrm>
              <a:off x="4677762" y="2778125"/>
              <a:ext cx="9586" cy="317500"/>
            </a:xfrm>
            <a:prstGeom prst="rect">
              <a:avLst/>
            </a:prstGeom>
            <a:solidFill>
              <a:srgbClr val="FCAD6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10" name="rc2710"/>
            <p:cNvSpPr/>
            <p:nvPr/>
          </p:nvSpPr>
          <p:spPr>
            <a:xfrm>
              <a:off x="4677762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11" name="rc2711"/>
            <p:cNvSpPr/>
            <p:nvPr/>
          </p:nvSpPr>
          <p:spPr>
            <a:xfrm>
              <a:off x="4677762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12" name="rc2712"/>
            <p:cNvSpPr/>
            <p:nvPr/>
          </p:nvSpPr>
          <p:spPr>
            <a:xfrm>
              <a:off x="4677762" y="3730625"/>
              <a:ext cx="9586" cy="317500"/>
            </a:xfrm>
            <a:prstGeom prst="rect">
              <a:avLst/>
            </a:prstGeom>
            <a:solidFill>
              <a:srgbClr val="77A6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13" name="rc2713"/>
            <p:cNvSpPr/>
            <p:nvPr/>
          </p:nvSpPr>
          <p:spPr>
            <a:xfrm>
              <a:off x="4677762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14" name="rc2714"/>
            <p:cNvSpPr/>
            <p:nvPr/>
          </p:nvSpPr>
          <p:spPr>
            <a:xfrm>
              <a:off x="4677762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15" name="rc2715"/>
            <p:cNvSpPr/>
            <p:nvPr/>
          </p:nvSpPr>
          <p:spPr>
            <a:xfrm>
              <a:off x="4677762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16" name="rc2716"/>
            <p:cNvSpPr/>
            <p:nvPr/>
          </p:nvSpPr>
          <p:spPr>
            <a:xfrm>
              <a:off x="4677762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17" name="rc2717"/>
            <p:cNvSpPr/>
            <p:nvPr/>
          </p:nvSpPr>
          <p:spPr>
            <a:xfrm>
              <a:off x="4687349" y="2778125"/>
              <a:ext cx="9586" cy="317500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18" name="rc2718"/>
            <p:cNvSpPr/>
            <p:nvPr/>
          </p:nvSpPr>
          <p:spPr>
            <a:xfrm>
              <a:off x="4687349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19" name="rc2719"/>
            <p:cNvSpPr/>
            <p:nvPr/>
          </p:nvSpPr>
          <p:spPr>
            <a:xfrm>
              <a:off x="4687349" y="3413125"/>
              <a:ext cx="9586" cy="317500"/>
            </a:xfrm>
            <a:prstGeom prst="rect">
              <a:avLst/>
            </a:prstGeom>
            <a:solidFill>
              <a:srgbClr val="E1F3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20" name="rc2720"/>
            <p:cNvSpPr/>
            <p:nvPr/>
          </p:nvSpPr>
          <p:spPr>
            <a:xfrm>
              <a:off x="4687349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21" name="rc2721"/>
            <p:cNvSpPr/>
            <p:nvPr/>
          </p:nvSpPr>
          <p:spPr>
            <a:xfrm>
              <a:off x="4687349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22" name="rc2722"/>
            <p:cNvSpPr/>
            <p:nvPr/>
          </p:nvSpPr>
          <p:spPr>
            <a:xfrm>
              <a:off x="4687349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23" name="rc2723"/>
            <p:cNvSpPr/>
            <p:nvPr/>
          </p:nvSpPr>
          <p:spPr>
            <a:xfrm>
              <a:off x="4687349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24" name="rc2724"/>
            <p:cNvSpPr/>
            <p:nvPr/>
          </p:nvSpPr>
          <p:spPr>
            <a:xfrm>
              <a:off x="4687349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25" name="rc2725"/>
            <p:cNvSpPr/>
            <p:nvPr/>
          </p:nvSpPr>
          <p:spPr>
            <a:xfrm>
              <a:off x="4696936" y="2778125"/>
              <a:ext cx="9586" cy="317500"/>
            </a:xfrm>
            <a:prstGeom prst="rect">
              <a:avLst/>
            </a:prstGeom>
            <a:solidFill>
              <a:srgbClr val="FEE79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26" name="rc2726"/>
            <p:cNvSpPr/>
            <p:nvPr/>
          </p:nvSpPr>
          <p:spPr>
            <a:xfrm>
              <a:off x="4696936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27" name="rc2727"/>
            <p:cNvSpPr/>
            <p:nvPr/>
          </p:nvSpPr>
          <p:spPr>
            <a:xfrm>
              <a:off x="4696936" y="3413125"/>
              <a:ext cx="9586" cy="317500"/>
            </a:xfrm>
            <a:prstGeom prst="rect">
              <a:avLst/>
            </a:prstGeom>
            <a:solidFill>
              <a:srgbClr val="E7F5E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28" name="rc2728"/>
            <p:cNvSpPr/>
            <p:nvPr/>
          </p:nvSpPr>
          <p:spPr>
            <a:xfrm>
              <a:off x="4696936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29" name="rc2729"/>
            <p:cNvSpPr/>
            <p:nvPr/>
          </p:nvSpPr>
          <p:spPr>
            <a:xfrm>
              <a:off x="4696936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30" name="rc2730"/>
            <p:cNvSpPr/>
            <p:nvPr/>
          </p:nvSpPr>
          <p:spPr>
            <a:xfrm>
              <a:off x="4696936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31" name="rc2731"/>
            <p:cNvSpPr/>
            <p:nvPr/>
          </p:nvSpPr>
          <p:spPr>
            <a:xfrm>
              <a:off x="4696936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32" name="rc2732"/>
            <p:cNvSpPr/>
            <p:nvPr/>
          </p:nvSpPr>
          <p:spPr>
            <a:xfrm>
              <a:off x="4696936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33" name="rc2733"/>
            <p:cNvSpPr/>
            <p:nvPr/>
          </p:nvSpPr>
          <p:spPr>
            <a:xfrm>
              <a:off x="4706523" y="2778125"/>
              <a:ext cx="9586" cy="317500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34" name="rc2734"/>
            <p:cNvSpPr/>
            <p:nvPr/>
          </p:nvSpPr>
          <p:spPr>
            <a:xfrm>
              <a:off x="4706523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35" name="rc2735"/>
            <p:cNvSpPr/>
            <p:nvPr/>
          </p:nvSpPr>
          <p:spPr>
            <a:xfrm>
              <a:off x="4706523" y="3413125"/>
              <a:ext cx="9586" cy="317500"/>
            </a:xfrm>
            <a:prstGeom prst="rect">
              <a:avLst/>
            </a:prstGeom>
            <a:solidFill>
              <a:srgbClr val="E5F5E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36" name="rc2736"/>
            <p:cNvSpPr/>
            <p:nvPr/>
          </p:nvSpPr>
          <p:spPr>
            <a:xfrm>
              <a:off x="4706523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37" name="rc2737"/>
            <p:cNvSpPr/>
            <p:nvPr/>
          </p:nvSpPr>
          <p:spPr>
            <a:xfrm>
              <a:off x="4706523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38" name="rc2738"/>
            <p:cNvSpPr/>
            <p:nvPr/>
          </p:nvSpPr>
          <p:spPr>
            <a:xfrm>
              <a:off x="4706523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39" name="rc2739"/>
            <p:cNvSpPr/>
            <p:nvPr/>
          </p:nvSpPr>
          <p:spPr>
            <a:xfrm>
              <a:off x="4706523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40" name="rc2740"/>
            <p:cNvSpPr/>
            <p:nvPr/>
          </p:nvSpPr>
          <p:spPr>
            <a:xfrm>
              <a:off x="4706523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41" name="rc2741"/>
            <p:cNvSpPr/>
            <p:nvPr/>
          </p:nvSpPr>
          <p:spPr>
            <a:xfrm>
              <a:off x="4716110" y="2778125"/>
              <a:ext cx="9586" cy="3175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42" name="rc2742"/>
            <p:cNvSpPr/>
            <p:nvPr/>
          </p:nvSpPr>
          <p:spPr>
            <a:xfrm>
              <a:off x="4716110" y="3095625"/>
              <a:ext cx="9586" cy="317499"/>
            </a:xfrm>
            <a:prstGeom prst="rect">
              <a:avLst/>
            </a:prstGeom>
            <a:solidFill>
              <a:srgbClr val="5C8BB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43" name="rc2743"/>
            <p:cNvSpPr/>
            <p:nvPr/>
          </p:nvSpPr>
          <p:spPr>
            <a:xfrm>
              <a:off x="4716110" y="3413125"/>
              <a:ext cx="9586" cy="317500"/>
            </a:xfrm>
            <a:prstGeom prst="rect">
              <a:avLst/>
            </a:prstGeom>
            <a:solidFill>
              <a:srgbClr val="E3F4F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44" name="rc2744"/>
            <p:cNvSpPr/>
            <p:nvPr/>
          </p:nvSpPr>
          <p:spPr>
            <a:xfrm>
              <a:off x="4716110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45" name="rc2745"/>
            <p:cNvSpPr/>
            <p:nvPr/>
          </p:nvSpPr>
          <p:spPr>
            <a:xfrm>
              <a:off x="4716110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46" name="rc2746"/>
            <p:cNvSpPr/>
            <p:nvPr/>
          </p:nvSpPr>
          <p:spPr>
            <a:xfrm>
              <a:off x="4716110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47" name="rc2747"/>
            <p:cNvSpPr/>
            <p:nvPr/>
          </p:nvSpPr>
          <p:spPr>
            <a:xfrm>
              <a:off x="4716110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48" name="rc2748"/>
            <p:cNvSpPr/>
            <p:nvPr/>
          </p:nvSpPr>
          <p:spPr>
            <a:xfrm>
              <a:off x="4716110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49" name="rc2749"/>
            <p:cNvSpPr/>
            <p:nvPr/>
          </p:nvSpPr>
          <p:spPr>
            <a:xfrm>
              <a:off x="4725697" y="2778125"/>
              <a:ext cx="9586" cy="3175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50" name="rc2750"/>
            <p:cNvSpPr/>
            <p:nvPr/>
          </p:nvSpPr>
          <p:spPr>
            <a:xfrm>
              <a:off x="4725697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51" name="rc2751"/>
            <p:cNvSpPr/>
            <p:nvPr/>
          </p:nvSpPr>
          <p:spPr>
            <a:xfrm>
              <a:off x="4725697" y="3413125"/>
              <a:ext cx="9586" cy="317500"/>
            </a:xfrm>
            <a:prstGeom prst="rect">
              <a:avLst/>
            </a:prstGeom>
            <a:solidFill>
              <a:srgbClr val="E0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52" name="rc2752"/>
            <p:cNvSpPr/>
            <p:nvPr/>
          </p:nvSpPr>
          <p:spPr>
            <a:xfrm>
              <a:off x="4725697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53" name="rc2753"/>
            <p:cNvSpPr/>
            <p:nvPr/>
          </p:nvSpPr>
          <p:spPr>
            <a:xfrm>
              <a:off x="4725697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54" name="rc2754"/>
            <p:cNvSpPr/>
            <p:nvPr/>
          </p:nvSpPr>
          <p:spPr>
            <a:xfrm>
              <a:off x="4725697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55" name="rc2755"/>
            <p:cNvSpPr/>
            <p:nvPr/>
          </p:nvSpPr>
          <p:spPr>
            <a:xfrm>
              <a:off x="4725697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56" name="rc2756"/>
            <p:cNvSpPr/>
            <p:nvPr/>
          </p:nvSpPr>
          <p:spPr>
            <a:xfrm>
              <a:off x="4725697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57" name="rc2757"/>
            <p:cNvSpPr/>
            <p:nvPr/>
          </p:nvSpPr>
          <p:spPr>
            <a:xfrm>
              <a:off x="4735284" y="2778125"/>
              <a:ext cx="9586" cy="3175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58" name="rc2758"/>
            <p:cNvSpPr/>
            <p:nvPr/>
          </p:nvSpPr>
          <p:spPr>
            <a:xfrm>
              <a:off x="4735284" y="3095625"/>
              <a:ext cx="9586" cy="317499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59" name="rc2759"/>
            <p:cNvSpPr/>
            <p:nvPr/>
          </p:nvSpPr>
          <p:spPr>
            <a:xfrm>
              <a:off x="4735284" y="3413125"/>
              <a:ext cx="9586" cy="317500"/>
            </a:xfrm>
            <a:prstGeom prst="rect">
              <a:avLst/>
            </a:prstGeom>
            <a:solidFill>
              <a:srgbClr val="CCE6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60" name="rc2760"/>
            <p:cNvSpPr/>
            <p:nvPr/>
          </p:nvSpPr>
          <p:spPr>
            <a:xfrm>
              <a:off x="4735284" y="3730625"/>
              <a:ext cx="9586" cy="317500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61" name="rc2761"/>
            <p:cNvSpPr/>
            <p:nvPr/>
          </p:nvSpPr>
          <p:spPr>
            <a:xfrm>
              <a:off x="4735284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62" name="rc2762"/>
            <p:cNvSpPr/>
            <p:nvPr/>
          </p:nvSpPr>
          <p:spPr>
            <a:xfrm>
              <a:off x="4735284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63" name="rc2763"/>
            <p:cNvSpPr/>
            <p:nvPr/>
          </p:nvSpPr>
          <p:spPr>
            <a:xfrm>
              <a:off x="4735284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64" name="rc2764"/>
            <p:cNvSpPr/>
            <p:nvPr/>
          </p:nvSpPr>
          <p:spPr>
            <a:xfrm>
              <a:off x="4735284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65" name="rc2765"/>
            <p:cNvSpPr/>
            <p:nvPr/>
          </p:nvSpPr>
          <p:spPr>
            <a:xfrm>
              <a:off x="4744871" y="2778125"/>
              <a:ext cx="9586" cy="3175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66" name="rc2766"/>
            <p:cNvSpPr/>
            <p:nvPr/>
          </p:nvSpPr>
          <p:spPr>
            <a:xfrm>
              <a:off x="4744871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67" name="rc2767"/>
            <p:cNvSpPr/>
            <p:nvPr/>
          </p:nvSpPr>
          <p:spPr>
            <a:xfrm>
              <a:off x="4744871" y="3413125"/>
              <a:ext cx="9586" cy="317500"/>
            </a:xfrm>
            <a:prstGeom prst="rect">
              <a:avLst/>
            </a:prstGeom>
            <a:solidFill>
              <a:srgbClr val="DBEF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68" name="rc2768"/>
            <p:cNvSpPr/>
            <p:nvPr/>
          </p:nvSpPr>
          <p:spPr>
            <a:xfrm>
              <a:off x="4744871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69" name="rc2769"/>
            <p:cNvSpPr/>
            <p:nvPr/>
          </p:nvSpPr>
          <p:spPr>
            <a:xfrm>
              <a:off x="4744871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70" name="rc2770"/>
            <p:cNvSpPr/>
            <p:nvPr/>
          </p:nvSpPr>
          <p:spPr>
            <a:xfrm>
              <a:off x="4744871" y="4365625"/>
              <a:ext cx="9586" cy="317500"/>
            </a:xfrm>
            <a:prstGeom prst="rect">
              <a:avLst/>
            </a:prstGeom>
            <a:solidFill>
              <a:srgbClr val="6998C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71" name="rc2771"/>
            <p:cNvSpPr/>
            <p:nvPr/>
          </p:nvSpPr>
          <p:spPr>
            <a:xfrm>
              <a:off x="4744871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72" name="rc2772"/>
            <p:cNvSpPr/>
            <p:nvPr/>
          </p:nvSpPr>
          <p:spPr>
            <a:xfrm>
              <a:off x="4744871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73" name="rc2773"/>
            <p:cNvSpPr/>
            <p:nvPr/>
          </p:nvSpPr>
          <p:spPr>
            <a:xfrm>
              <a:off x="4754458" y="2778125"/>
              <a:ext cx="9586" cy="317500"/>
            </a:xfrm>
            <a:prstGeom prst="rect">
              <a:avLst/>
            </a:prstGeom>
            <a:solidFill>
              <a:srgbClr val="F0F9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74" name="rc2774"/>
            <p:cNvSpPr/>
            <p:nvPr/>
          </p:nvSpPr>
          <p:spPr>
            <a:xfrm>
              <a:off x="4754458" y="3095625"/>
              <a:ext cx="9586" cy="317499"/>
            </a:xfrm>
            <a:prstGeom prst="rect">
              <a:avLst/>
            </a:prstGeom>
            <a:solidFill>
              <a:srgbClr val="85B3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75" name="rc2775"/>
            <p:cNvSpPr/>
            <p:nvPr/>
          </p:nvSpPr>
          <p:spPr>
            <a:xfrm>
              <a:off x="4754458" y="3413125"/>
              <a:ext cx="9586" cy="317500"/>
            </a:xfrm>
            <a:prstGeom prst="rect">
              <a:avLst/>
            </a:prstGeom>
            <a:solidFill>
              <a:srgbClr val="DBEF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76" name="rc2776"/>
            <p:cNvSpPr/>
            <p:nvPr/>
          </p:nvSpPr>
          <p:spPr>
            <a:xfrm>
              <a:off x="4754458" y="3730625"/>
              <a:ext cx="9586" cy="317500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77" name="rc2777"/>
            <p:cNvSpPr/>
            <p:nvPr/>
          </p:nvSpPr>
          <p:spPr>
            <a:xfrm>
              <a:off x="4754458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78" name="rc2778"/>
            <p:cNvSpPr/>
            <p:nvPr/>
          </p:nvSpPr>
          <p:spPr>
            <a:xfrm>
              <a:off x="4754458" y="4365625"/>
              <a:ext cx="9586" cy="317500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79" name="rc2779"/>
            <p:cNvSpPr/>
            <p:nvPr/>
          </p:nvSpPr>
          <p:spPr>
            <a:xfrm>
              <a:off x="4754458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80" name="rc2780"/>
            <p:cNvSpPr/>
            <p:nvPr/>
          </p:nvSpPr>
          <p:spPr>
            <a:xfrm>
              <a:off x="4754458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81" name="rc2781"/>
            <p:cNvSpPr/>
            <p:nvPr/>
          </p:nvSpPr>
          <p:spPr>
            <a:xfrm>
              <a:off x="4764045" y="2778125"/>
              <a:ext cx="9586" cy="317500"/>
            </a:xfrm>
            <a:prstGeom prst="rect">
              <a:avLst/>
            </a:prstGeom>
            <a:solidFill>
              <a:srgbClr val="F0F9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82" name="rc2782"/>
            <p:cNvSpPr/>
            <p:nvPr/>
          </p:nvSpPr>
          <p:spPr>
            <a:xfrm>
              <a:off x="4764045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83" name="rc2783"/>
            <p:cNvSpPr/>
            <p:nvPr/>
          </p:nvSpPr>
          <p:spPr>
            <a:xfrm>
              <a:off x="4764045" y="3413125"/>
              <a:ext cx="9586" cy="317500"/>
            </a:xfrm>
            <a:prstGeom prst="rect">
              <a:avLst/>
            </a:prstGeom>
            <a:solidFill>
              <a:srgbClr val="F2FA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84" name="rc2784"/>
            <p:cNvSpPr/>
            <p:nvPr/>
          </p:nvSpPr>
          <p:spPr>
            <a:xfrm>
              <a:off x="4764045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85" name="rc2785"/>
            <p:cNvSpPr/>
            <p:nvPr/>
          </p:nvSpPr>
          <p:spPr>
            <a:xfrm>
              <a:off x="4764045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86" name="rc2786"/>
            <p:cNvSpPr/>
            <p:nvPr/>
          </p:nvSpPr>
          <p:spPr>
            <a:xfrm>
              <a:off x="4764045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87" name="rc2787"/>
            <p:cNvSpPr/>
            <p:nvPr/>
          </p:nvSpPr>
          <p:spPr>
            <a:xfrm>
              <a:off x="4764045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88" name="rc2788"/>
            <p:cNvSpPr/>
            <p:nvPr/>
          </p:nvSpPr>
          <p:spPr>
            <a:xfrm>
              <a:off x="4764045" y="5000625"/>
              <a:ext cx="9586" cy="317500"/>
            </a:xfrm>
            <a:prstGeom prst="rect">
              <a:avLst/>
            </a:prstGeom>
            <a:solidFill>
              <a:srgbClr val="80AF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89" name="rc2789"/>
            <p:cNvSpPr/>
            <p:nvPr/>
          </p:nvSpPr>
          <p:spPr>
            <a:xfrm>
              <a:off x="4773632" y="2778125"/>
              <a:ext cx="9586" cy="317500"/>
            </a:xfrm>
            <a:prstGeom prst="rect">
              <a:avLst/>
            </a:prstGeom>
            <a:solidFill>
              <a:srgbClr val="E9F6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90" name="rc2790"/>
            <p:cNvSpPr/>
            <p:nvPr/>
          </p:nvSpPr>
          <p:spPr>
            <a:xfrm>
              <a:off x="4773632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91" name="rc2791"/>
            <p:cNvSpPr/>
            <p:nvPr/>
          </p:nvSpPr>
          <p:spPr>
            <a:xfrm>
              <a:off x="4773632" y="3413125"/>
              <a:ext cx="9586" cy="3175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92" name="rc2792"/>
            <p:cNvSpPr/>
            <p:nvPr/>
          </p:nvSpPr>
          <p:spPr>
            <a:xfrm>
              <a:off x="4773632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93" name="rc2793"/>
            <p:cNvSpPr/>
            <p:nvPr/>
          </p:nvSpPr>
          <p:spPr>
            <a:xfrm>
              <a:off x="4773632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94" name="rc2794"/>
            <p:cNvSpPr/>
            <p:nvPr/>
          </p:nvSpPr>
          <p:spPr>
            <a:xfrm>
              <a:off x="4773632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95" name="rc2795"/>
            <p:cNvSpPr/>
            <p:nvPr/>
          </p:nvSpPr>
          <p:spPr>
            <a:xfrm>
              <a:off x="4773632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96" name="rc2796"/>
            <p:cNvSpPr/>
            <p:nvPr/>
          </p:nvSpPr>
          <p:spPr>
            <a:xfrm>
              <a:off x="4773632" y="5000625"/>
              <a:ext cx="9586" cy="3175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97" name="rc2797"/>
            <p:cNvSpPr/>
            <p:nvPr/>
          </p:nvSpPr>
          <p:spPr>
            <a:xfrm>
              <a:off x="4783219" y="2778125"/>
              <a:ext cx="9586" cy="317500"/>
            </a:xfrm>
            <a:prstGeom prst="rect">
              <a:avLst/>
            </a:prstGeom>
            <a:solidFill>
              <a:srgbClr val="E1F3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98" name="rc2798"/>
            <p:cNvSpPr/>
            <p:nvPr/>
          </p:nvSpPr>
          <p:spPr>
            <a:xfrm>
              <a:off x="4783219" y="3095625"/>
              <a:ext cx="9586" cy="317499"/>
            </a:xfrm>
            <a:prstGeom prst="rect">
              <a:avLst/>
            </a:prstGeom>
            <a:solidFill>
              <a:srgbClr val="E9F6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99" name="rc2799"/>
            <p:cNvSpPr/>
            <p:nvPr/>
          </p:nvSpPr>
          <p:spPr>
            <a:xfrm>
              <a:off x="4783219" y="3413125"/>
              <a:ext cx="9586" cy="3175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00" name="rc2800"/>
            <p:cNvSpPr/>
            <p:nvPr/>
          </p:nvSpPr>
          <p:spPr>
            <a:xfrm>
              <a:off x="4783219" y="3730625"/>
              <a:ext cx="9586" cy="317500"/>
            </a:xfrm>
            <a:prstGeom prst="rect">
              <a:avLst/>
            </a:prstGeom>
            <a:solidFill>
              <a:srgbClr val="B9D9E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01" name="rc2801"/>
            <p:cNvSpPr/>
            <p:nvPr/>
          </p:nvSpPr>
          <p:spPr>
            <a:xfrm>
              <a:off x="4783219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02" name="rc2802"/>
            <p:cNvSpPr/>
            <p:nvPr/>
          </p:nvSpPr>
          <p:spPr>
            <a:xfrm>
              <a:off x="4783219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03" name="rc2803"/>
            <p:cNvSpPr/>
            <p:nvPr/>
          </p:nvSpPr>
          <p:spPr>
            <a:xfrm>
              <a:off x="4783219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04" name="rc2804"/>
            <p:cNvSpPr/>
            <p:nvPr/>
          </p:nvSpPr>
          <p:spPr>
            <a:xfrm>
              <a:off x="4783219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05" name="rc2805"/>
            <p:cNvSpPr/>
            <p:nvPr/>
          </p:nvSpPr>
          <p:spPr>
            <a:xfrm>
              <a:off x="4792806" y="2778125"/>
              <a:ext cx="9586" cy="317500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06" name="rc2806"/>
            <p:cNvSpPr/>
            <p:nvPr/>
          </p:nvSpPr>
          <p:spPr>
            <a:xfrm>
              <a:off x="4792806" y="3095625"/>
              <a:ext cx="9586" cy="317499"/>
            </a:xfrm>
            <a:prstGeom prst="rect">
              <a:avLst/>
            </a:prstGeom>
            <a:solidFill>
              <a:srgbClr val="E1F3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07" name="rc2807"/>
            <p:cNvSpPr/>
            <p:nvPr/>
          </p:nvSpPr>
          <p:spPr>
            <a:xfrm>
              <a:off x="4792806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08" name="rc2808"/>
            <p:cNvSpPr/>
            <p:nvPr/>
          </p:nvSpPr>
          <p:spPr>
            <a:xfrm>
              <a:off x="4792806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09" name="rc2809"/>
            <p:cNvSpPr/>
            <p:nvPr/>
          </p:nvSpPr>
          <p:spPr>
            <a:xfrm>
              <a:off x="4792806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10" name="rc2810"/>
            <p:cNvSpPr/>
            <p:nvPr/>
          </p:nvSpPr>
          <p:spPr>
            <a:xfrm>
              <a:off x="4792806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11" name="rc2811"/>
            <p:cNvSpPr/>
            <p:nvPr/>
          </p:nvSpPr>
          <p:spPr>
            <a:xfrm>
              <a:off x="4792806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12" name="rc2812"/>
            <p:cNvSpPr/>
            <p:nvPr/>
          </p:nvSpPr>
          <p:spPr>
            <a:xfrm>
              <a:off x="4792806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13" name="rc2813"/>
            <p:cNvSpPr/>
            <p:nvPr/>
          </p:nvSpPr>
          <p:spPr>
            <a:xfrm>
              <a:off x="4802393" y="2778125"/>
              <a:ext cx="9586" cy="317500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14" name="rc2814"/>
            <p:cNvSpPr/>
            <p:nvPr/>
          </p:nvSpPr>
          <p:spPr>
            <a:xfrm>
              <a:off x="4802393" y="3095625"/>
              <a:ext cx="9586" cy="317499"/>
            </a:xfrm>
            <a:prstGeom prst="rect">
              <a:avLst/>
            </a:prstGeom>
            <a:solidFill>
              <a:srgbClr val="E3F4F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15" name="rc2815"/>
            <p:cNvSpPr/>
            <p:nvPr/>
          </p:nvSpPr>
          <p:spPr>
            <a:xfrm>
              <a:off x="4802393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16" name="rc2816"/>
            <p:cNvSpPr/>
            <p:nvPr/>
          </p:nvSpPr>
          <p:spPr>
            <a:xfrm>
              <a:off x="4802393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17" name="rc2817"/>
            <p:cNvSpPr/>
            <p:nvPr/>
          </p:nvSpPr>
          <p:spPr>
            <a:xfrm>
              <a:off x="4802393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18" name="rc2818"/>
            <p:cNvSpPr/>
            <p:nvPr/>
          </p:nvSpPr>
          <p:spPr>
            <a:xfrm>
              <a:off x="4802393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19" name="rc2819"/>
            <p:cNvSpPr/>
            <p:nvPr/>
          </p:nvSpPr>
          <p:spPr>
            <a:xfrm>
              <a:off x="4802393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20" name="rc2820"/>
            <p:cNvSpPr/>
            <p:nvPr/>
          </p:nvSpPr>
          <p:spPr>
            <a:xfrm>
              <a:off x="4802393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21" name="rc2821"/>
            <p:cNvSpPr/>
            <p:nvPr/>
          </p:nvSpPr>
          <p:spPr>
            <a:xfrm>
              <a:off x="4811980" y="2778125"/>
              <a:ext cx="9586" cy="317500"/>
            </a:xfrm>
            <a:prstGeom prst="rect">
              <a:avLst/>
            </a:prstGeom>
            <a:solidFill>
              <a:srgbClr val="FEE99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22" name="rc2822"/>
            <p:cNvSpPr/>
            <p:nvPr/>
          </p:nvSpPr>
          <p:spPr>
            <a:xfrm>
              <a:off x="4811980" y="3095625"/>
              <a:ext cx="9586" cy="317499"/>
            </a:xfrm>
            <a:prstGeom prst="rect">
              <a:avLst/>
            </a:prstGeom>
            <a:solidFill>
              <a:srgbClr val="E9F6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23" name="rc2823"/>
            <p:cNvSpPr/>
            <p:nvPr/>
          </p:nvSpPr>
          <p:spPr>
            <a:xfrm>
              <a:off x="4811980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24" name="rc2824"/>
            <p:cNvSpPr/>
            <p:nvPr/>
          </p:nvSpPr>
          <p:spPr>
            <a:xfrm>
              <a:off x="4811980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25" name="rc2825"/>
            <p:cNvSpPr/>
            <p:nvPr/>
          </p:nvSpPr>
          <p:spPr>
            <a:xfrm>
              <a:off x="4811980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26" name="rc2826"/>
            <p:cNvSpPr/>
            <p:nvPr/>
          </p:nvSpPr>
          <p:spPr>
            <a:xfrm>
              <a:off x="4811980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27" name="rc2827"/>
            <p:cNvSpPr/>
            <p:nvPr/>
          </p:nvSpPr>
          <p:spPr>
            <a:xfrm>
              <a:off x="4811980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28" name="rc2828"/>
            <p:cNvSpPr/>
            <p:nvPr/>
          </p:nvSpPr>
          <p:spPr>
            <a:xfrm>
              <a:off x="4811980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29" name="rc2829"/>
            <p:cNvSpPr/>
            <p:nvPr/>
          </p:nvSpPr>
          <p:spPr>
            <a:xfrm>
              <a:off x="4821567" y="2778125"/>
              <a:ext cx="9586" cy="317500"/>
            </a:xfrm>
            <a:prstGeom prst="rect">
              <a:avLst/>
            </a:prstGeom>
            <a:solidFill>
              <a:srgbClr val="FEED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30" name="rc2830"/>
            <p:cNvSpPr/>
            <p:nvPr/>
          </p:nvSpPr>
          <p:spPr>
            <a:xfrm>
              <a:off x="4821567" y="3095625"/>
              <a:ext cx="9586" cy="317499"/>
            </a:xfrm>
            <a:prstGeom prst="rect">
              <a:avLst/>
            </a:prstGeom>
            <a:solidFill>
              <a:srgbClr val="EDF8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31" name="rc2831"/>
            <p:cNvSpPr/>
            <p:nvPr/>
          </p:nvSpPr>
          <p:spPr>
            <a:xfrm>
              <a:off x="4821567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32" name="rc2832"/>
            <p:cNvSpPr/>
            <p:nvPr/>
          </p:nvSpPr>
          <p:spPr>
            <a:xfrm>
              <a:off x="4821567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33" name="rc2833"/>
            <p:cNvSpPr/>
            <p:nvPr/>
          </p:nvSpPr>
          <p:spPr>
            <a:xfrm>
              <a:off x="4821567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34" name="rc2834"/>
            <p:cNvSpPr/>
            <p:nvPr/>
          </p:nvSpPr>
          <p:spPr>
            <a:xfrm>
              <a:off x="4821567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35" name="rc2835"/>
            <p:cNvSpPr/>
            <p:nvPr/>
          </p:nvSpPr>
          <p:spPr>
            <a:xfrm>
              <a:off x="4821567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36" name="rc2836"/>
            <p:cNvSpPr/>
            <p:nvPr/>
          </p:nvSpPr>
          <p:spPr>
            <a:xfrm>
              <a:off x="4821567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37" name="rc2837"/>
            <p:cNvSpPr/>
            <p:nvPr/>
          </p:nvSpPr>
          <p:spPr>
            <a:xfrm>
              <a:off x="4831153" y="2778125"/>
              <a:ext cx="9586" cy="317500"/>
            </a:xfrm>
            <a:prstGeom prst="rect">
              <a:avLst/>
            </a:prstGeom>
            <a:solidFill>
              <a:srgbClr val="FEEBA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38" name="rc2838"/>
            <p:cNvSpPr/>
            <p:nvPr/>
          </p:nvSpPr>
          <p:spPr>
            <a:xfrm>
              <a:off x="4831153" y="3095625"/>
              <a:ext cx="9586" cy="317499"/>
            </a:xfrm>
            <a:prstGeom prst="rect">
              <a:avLst/>
            </a:prstGeom>
            <a:solidFill>
              <a:srgbClr val="EBF7E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39" name="rc2839"/>
            <p:cNvSpPr/>
            <p:nvPr/>
          </p:nvSpPr>
          <p:spPr>
            <a:xfrm>
              <a:off x="4831153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40" name="rc2840"/>
            <p:cNvSpPr/>
            <p:nvPr/>
          </p:nvSpPr>
          <p:spPr>
            <a:xfrm>
              <a:off x="4831153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41" name="rc2841"/>
            <p:cNvSpPr/>
            <p:nvPr/>
          </p:nvSpPr>
          <p:spPr>
            <a:xfrm>
              <a:off x="4831153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42" name="rc2842"/>
            <p:cNvSpPr/>
            <p:nvPr/>
          </p:nvSpPr>
          <p:spPr>
            <a:xfrm>
              <a:off x="4831153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43" name="rc2843"/>
            <p:cNvSpPr/>
            <p:nvPr/>
          </p:nvSpPr>
          <p:spPr>
            <a:xfrm>
              <a:off x="4831153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44" name="rc2844"/>
            <p:cNvSpPr/>
            <p:nvPr/>
          </p:nvSpPr>
          <p:spPr>
            <a:xfrm>
              <a:off x="4831153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45" name="rc2845"/>
            <p:cNvSpPr/>
            <p:nvPr/>
          </p:nvSpPr>
          <p:spPr>
            <a:xfrm>
              <a:off x="4840740" y="2778125"/>
              <a:ext cx="9586" cy="3175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46" name="rc2846"/>
            <p:cNvSpPr/>
            <p:nvPr/>
          </p:nvSpPr>
          <p:spPr>
            <a:xfrm>
              <a:off x="4840740" y="3095625"/>
              <a:ext cx="9586" cy="317499"/>
            </a:xfrm>
            <a:prstGeom prst="rect">
              <a:avLst/>
            </a:prstGeom>
            <a:solidFill>
              <a:srgbClr val="F0F9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47" name="rc2847"/>
            <p:cNvSpPr/>
            <p:nvPr/>
          </p:nvSpPr>
          <p:spPr>
            <a:xfrm>
              <a:off x="4840740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48" name="rc2848"/>
            <p:cNvSpPr/>
            <p:nvPr/>
          </p:nvSpPr>
          <p:spPr>
            <a:xfrm>
              <a:off x="4840740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49" name="rc2849"/>
            <p:cNvSpPr/>
            <p:nvPr/>
          </p:nvSpPr>
          <p:spPr>
            <a:xfrm>
              <a:off x="4840740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50" name="rc2850"/>
            <p:cNvSpPr/>
            <p:nvPr/>
          </p:nvSpPr>
          <p:spPr>
            <a:xfrm>
              <a:off x="4840740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51" name="rc2851"/>
            <p:cNvSpPr/>
            <p:nvPr/>
          </p:nvSpPr>
          <p:spPr>
            <a:xfrm>
              <a:off x="4840740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52" name="rc2852"/>
            <p:cNvSpPr/>
            <p:nvPr/>
          </p:nvSpPr>
          <p:spPr>
            <a:xfrm>
              <a:off x="4840740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53" name="rc2853"/>
            <p:cNvSpPr/>
            <p:nvPr/>
          </p:nvSpPr>
          <p:spPr>
            <a:xfrm>
              <a:off x="4850327" y="2778125"/>
              <a:ext cx="9586" cy="3175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54" name="rc2854"/>
            <p:cNvSpPr/>
            <p:nvPr/>
          </p:nvSpPr>
          <p:spPr>
            <a:xfrm>
              <a:off x="4850327" y="3095625"/>
              <a:ext cx="9586" cy="317499"/>
            </a:xfrm>
            <a:prstGeom prst="rect">
              <a:avLst/>
            </a:prstGeom>
            <a:solidFill>
              <a:srgbClr val="F0F9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55" name="rc2855"/>
            <p:cNvSpPr/>
            <p:nvPr/>
          </p:nvSpPr>
          <p:spPr>
            <a:xfrm>
              <a:off x="4850327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56" name="rc2856"/>
            <p:cNvSpPr/>
            <p:nvPr/>
          </p:nvSpPr>
          <p:spPr>
            <a:xfrm>
              <a:off x="4850327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57" name="rc2857"/>
            <p:cNvSpPr/>
            <p:nvPr/>
          </p:nvSpPr>
          <p:spPr>
            <a:xfrm>
              <a:off x="4850327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58" name="rc2858"/>
            <p:cNvSpPr/>
            <p:nvPr/>
          </p:nvSpPr>
          <p:spPr>
            <a:xfrm>
              <a:off x="4850327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59" name="rc2859"/>
            <p:cNvSpPr/>
            <p:nvPr/>
          </p:nvSpPr>
          <p:spPr>
            <a:xfrm>
              <a:off x="4850327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60" name="rc2860"/>
            <p:cNvSpPr/>
            <p:nvPr/>
          </p:nvSpPr>
          <p:spPr>
            <a:xfrm>
              <a:off x="4850327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61" name="rc2861"/>
            <p:cNvSpPr/>
            <p:nvPr/>
          </p:nvSpPr>
          <p:spPr>
            <a:xfrm>
              <a:off x="4859914" y="2778125"/>
              <a:ext cx="9586" cy="3175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62" name="rc2862"/>
            <p:cNvSpPr/>
            <p:nvPr/>
          </p:nvSpPr>
          <p:spPr>
            <a:xfrm>
              <a:off x="4859914" y="3095625"/>
              <a:ext cx="9586" cy="317499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63" name="rc2863"/>
            <p:cNvSpPr/>
            <p:nvPr/>
          </p:nvSpPr>
          <p:spPr>
            <a:xfrm>
              <a:off x="4859914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64" name="rc2864"/>
            <p:cNvSpPr/>
            <p:nvPr/>
          </p:nvSpPr>
          <p:spPr>
            <a:xfrm>
              <a:off x="4859914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65" name="rc2865"/>
            <p:cNvSpPr/>
            <p:nvPr/>
          </p:nvSpPr>
          <p:spPr>
            <a:xfrm>
              <a:off x="4859914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66" name="rc2866"/>
            <p:cNvSpPr/>
            <p:nvPr/>
          </p:nvSpPr>
          <p:spPr>
            <a:xfrm>
              <a:off x="4859914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67" name="rc2867"/>
            <p:cNvSpPr/>
            <p:nvPr/>
          </p:nvSpPr>
          <p:spPr>
            <a:xfrm>
              <a:off x="4859914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68" name="rc2868"/>
            <p:cNvSpPr/>
            <p:nvPr/>
          </p:nvSpPr>
          <p:spPr>
            <a:xfrm>
              <a:off x="4859914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69" name="rc2869"/>
            <p:cNvSpPr/>
            <p:nvPr/>
          </p:nvSpPr>
          <p:spPr>
            <a:xfrm>
              <a:off x="4869501" y="2778125"/>
              <a:ext cx="9586" cy="3175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70" name="rc2870"/>
            <p:cNvSpPr/>
            <p:nvPr/>
          </p:nvSpPr>
          <p:spPr>
            <a:xfrm>
              <a:off x="4869501" y="3095625"/>
              <a:ext cx="9586" cy="317499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71" name="rc2871"/>
            <p:cNvSpPr/>
            <p:nvPr/>
          </p:nvSpPr>
          <p:spPr>
            <a:xfrm>
              <a:off x="4869501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72" name="rc2872"/>
            <p:cNvSpPr/>
            <p:nvPr/>
          </p:nvSpPr>
          <p:spPr>
            <a:xfrm>
              <a:off x="4869501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73" name="rc2873"/>
            <p:cNvSpPr/>
            <p:nvPr/>
          </p:nvSpPr>
          <p:spPr>
            <a:xfrm>
              <a:off x="4869501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74" name="rc2874"/>
            <p:cNvSpPr/>
            <p:nvPr/>
          </p:nvSpPr>
          <p:spPr>
            <a:xfrm>
              <a:off x="4869501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75" name="rc2875"/>
            <p:cNvSpPr/>
            <p:nvPr/>
          </p:nvSpPr>
          <p:spPr>
            <a:xfrm>
              <a:off x="4869501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76" name="rc2876"/>
            <p:cNvSpPr/>
            <p:nvPr/>
          </p:nvSpPr>
          <p:spPr>
            <a:xfrm>
              <a:off x="4869501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77" name="rc2877"/>
            <p:cNvSpPr/>
            <p:nvPr/>
          </p:nvSpPr>
          <p:spPr>
            <a:xfrm>
              <a:off x="4879088" y="2778125"/>
              <a:ext cx="9586" cy="3175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78" name="rc2878"/>
            <p:cNvSpPr/>
            <p:nvPr/>
          </p:nvSpPr>
          <p:spPr>
            <a:xfrm>
              <a:off x="4879088" y="3095625"/>
              <a:ext cx="9586" cy="317499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79" name="rc2879"/>
            <p:cNvSpPr/>
            <p:nvPr/>
          </p:nvSpPr>
          <p:spPr>
            <a:xfrm>
              <a:off x="4879088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80" name="rc2880"/>
            <p:cNvSpPr/>
            <p:nvPr/>
          </p:nvSpPr>
          <p:spPr>
            <a:xfrm>
              <a:off x="4879088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81" name="rc2881"/>
            <p:cNvSpPr/>
            <p:nvPr/>
          </p:nvSpPr>
          <p:spPr>
            <a:xfrm>
              <a:off x="4879088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82" name="rc2882"/>
            <p:cNvSpPr/>
            <p:nvPr/>
          </p:nvSpPr>
          <p:spPr>
            <a:xfrm>
              <a:off x="4879088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83" name="rc2883"/>
            <p:cNvSpPr/>
            <p:nvPr/>
          </p:nvSpPr>
          <p:spPr>
            <a:xfrm>
              <a:off x="4879088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84" name="rc2884"/>
            <p:cNvSpPr/>
            <p:nvPr/>
          </p:nvSpPr>
          <p:spPr>
            <a:xfrm>
              <a:off x="4879088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85" name="rc2885"/>
            <p:cNvSpPr/>
            <p:nvPr/>
          </p:nvSpPr>
          <p:spPr>
            <a:xfrm>
              <a:off x="4888675" y="2778125"/>
              <a:ext cx="9586" cy="3175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86" name="rc2886"/>
            <p:cNvSpPr/>
            <p:nvPr/>
          </p:nvSpPr>
          <p:spPr>
            <a:xfrm>
              <a:off x="4888675" y="3095625"/>
              <a:ext cx="9586" cy="317499"/>
            </a:xfrm>
            <a:prstGeom prst="rect">
              <a:avLst/>
            </a:prstGeom>
            <a:solidFill>
              <a:srgbClr val="E7F5E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87" name="rc2887"/>
            <p:cNvSpPr/>
            <p:nvPr/>
          </p:nvSpPr>
          <p:spPr>
            <a:xfrm>
              <a:off x="4888675" y="3413125"/>
              <a:ext cx="9586" cy="317500"/>
            </a:xfrm>
            <a:prstGeom prst="rect">
              <a:avLst/>
            </a:prstGeom>
            <a:solidFill>
              <a:srgbClr val="608FC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88" name="rc2888"/>
            <p:cNvSpPr/>
            <p:nvPr/>
          </p:nvSpPr>
          <p:spPr>
            <a:xfrm>
              <a:off x="4888675" y="3730625"/>
              <a:ext cx="9586" cy="3175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89" name="rc2889"/>
            <p:cNvSpPr/>
            <p:nvPr/>
          </p:nvSpPr>
          <p:spPr>
            <a:xfrm>
              <a:off x="4888675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90" name="rc2890"/>
            <p:cNvSpPr/>
            <p:nvPr/>
          </p:nvSpPr>
          <p:spPr>
            <a:xfrm>
              <a:off x="4888675" y="4365625"/>
              <a:ext cx="9586" cy="3175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91" name="rc2891"/>
            <p:cNvSpPr/>
            <p:nvPr/>
          </p:nvSpPr>
          <p:spPr>
            <a:xfrm>
              <a:off x="4888675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92" name="rc2892"/>
            <p:cNvSpPr/>
            <p:nvPr/>
          </p:nvSpPr>
          <p:spPr>
            <a:xfrm>
              <a:off x="4888675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93" name="rc2893"/>
            <p:cNvSpPr/>
            <p:nvPr/>
          </p:nvSpPr>
          <p:spPr>
            <a:xfrm>
              <a:off x="4898262" y="2778125"/>
              <a:ext cx="9586" cy="317500"/>
            </a:xfrm>
            <a:prstGeom prst="rect">
              <a:avLst/>
            </a:prstGeom>
            <a:solidFill>
              <a:srgbClr val="FEF2A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94" name="rc2894"/>
            <p:cNvSpPr/>
            <p:nvPr/>
          </p:nvSpPr>
          <p:spPr>
            <a:xfrm>
              <a:off x="4898262" y="3095625"/>
              <a:ext cx="9586" cy="317499"/>
            </a:xfrm>
            <a:prstGeom prst="rect">
              <a:avLst/>
            </a:prstGeom>
            <a:solidFill>
              <a:srgbClr val="E9F6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95" name="rc2895"/>
            <p:cNvSpPr/>
            <p:nvPr/>
          </p:nvSpPr>
          <p:spPr>
            <a:xfrm>
              <a:off x="4898262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96" name="rc2896"/>
            <p:cNvSpPr/>
            <p:nvPr/>
          </p:nvSpPr>
          <p:spPr>
            <a:xfrm>
              <a:off x="4898262" y="3730625"/>
              <a:ext cx="9586" cy="317500"/>
            </a:xfrm>
            <a:prstGeom prst="rect">
              <a:avLst/>
            </a:prstGeom>
            <a:solidFill>
              <a:srgbClr val="5C8BB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97" name="rc2897"/>
            <p:cNvSpPr/>
            <p:nvPr/>
          </p:nvSpPr>
          <p:spPr>
            <a:xfrm>
              <a:off x="4898262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98" name="rc2898"/>
            <p:cNvSpPr/>
            <p:nvPr/>
          </p:nvSpPr>
          <p:spPr>
            <a:xfrm>
              <a:off x="4898262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99" name="rc2899"/>
            <p:cNvSpPr/>
            <p:nvPr/>
          </p:nvSpPr>
          <p:spPr>
            <a:xfrm>
              <a:off x="4898262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00" name="rc2900"/>
            <p:cNvSpPr/>
            <p:nvPr/>
          </p:nvSpPr>
          <p:spPr>
            <a:xfrm>
              <a:off x="4898262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01" name="rc2901"/>
            <p:cNvSpPr/>
            <p:nvPr/>
          </p:nvSpPr>
          <p:spPr>
            <a:xfrm>
              <a:off x="4907849" y="2778125"/>
              <a:ext cx="9586" cy="3175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02" name="rc2902"/>
            <p:cNvSpPr/>
            <p:nvPr/>
          </p:nvSpPr>
          <p:spPr>
            <a:xfrm>
              <a:off x="4907849" y="3095625"/>
              <a:ext cx="9586" cy="317499"/>
            </a:xfrm>
            <a:prstGeom prst="rect">
              <a:avLst/>
            </a:prstGeom>
            <a:solidFill>
              <a:srgbClr val="E3F4F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03" name="rc2903"/>
            <p:cNvSpPr/>
            <p:nvPr/>
          </p:nvSpPr>
          <p:spPr>
            <a:xfrm>
              <a:off x="4907849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04" name="rc2904"/>
            <p:cNvSpPr/>
            <p:nvPr/>
          </p:nvSpPr>
          <p:spPr>
            <a:xfrm>
              <a:off x="4907849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05" name="rc2905"/>
            <p:cNvSpPr/>
            <p:nvPr/>
          </p:nvSpPr>
          <p:spPr>
            <a:xfrm>
              <a:off x="4907849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06" name="rc2906"/>
            <p:cNvSpPr/>
            <p:nvPr/>
          </p:nvSpPr>
          <p:spPr>
            <a:xfrm>
              <a:off x="4907849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07" name="rc2907"/>
            <p:cNvSpPr/>
            <p:nvPr/>
          </p:nvSpPr>
          <p:spPr>
            <a:xfrm>
              <a:off x="4907849" y="4683125"/>
              <a:ext cx="9586" cy="3175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08" name="rc2908"/>
            <p:cNvSpPr/>
            <p:nvPr/>
          </p:nvSpPr>
          <p:spPr>
            <a:xfrm>
              <a:off x="4907849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09" name="rc2909"/>
            <p:cNvSpPr/>
            <p:nvPr/>
          </p:nvSpPr>
          <p:spPr>
            <a:xfrm>
              <a:off x="4917436" y="2778125"/>
              <a:ext cx="9586" cy="31750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10" name="rc2910"/>
            <p:cNvSpPr/>
            <p:nvPr/>
          </p:nvSpPr>
          <p:spPr>
            <a:xfrm>
              <a:off x="4917436" y="3095625"/>
              <a:ext cx="9586" cy="317499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11" name="rc2911"/>
            <p:cNvSpPr/>
            <p:nvPr/>
          </p:nvSpPr>
          <p:spPr>
            <a:xfrm>
              <a:off x="4917436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12" name="rc2912"/>
            <p:cNvSpPr/>
            <p:nvPr/>
          </p:nvSpPr>
          <p:spPr>
            <a:xfrm>
              <a:off x="4917436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13" name="rc2913"/>
            <p:cNvSpPr/>
            <p:nvPr/>
          </p:nvSpPr>
          <p:spPr>
            <a:xfrm>
              <a:off x="4917436" y="4048125"/>
              <a:ext cx="9586" cy="3175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14" name="rc2914"/>
            <p:cNvSpPr/>
            <p:nvPr/>
          </p:nvSpPr>
          <p:spPr>
            <a:xfrm>
              <a:off x="4917436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15" name="rc2915"/>
            <p:cNvSpPr/>
            <p:nvPr/>
          </p:nvSpPr>
          <p:spPr>
            <a:xfrm>
              <a:off x="4917436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16" name="rc2916"/>
            <p:cNvSpPr/>
            <p:nvPr/>
          </p:nvSpPr>
          <p:spPr>
            <a:xfrm>
              <a:off x="4917436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17" name="rc2917"/>
            <p:cNvSpPr/>
            <p:nvPr/>
          </p:nvSpPr>
          <p:spPr>
            <a:xfrm>
              <a:off x="4927023" y="2778125"/>
              <a:ext cx="9586" cy="317500"/>
            </a:xfrm>
            <a:prstGeom prst="rect">
              <a:avLst/>
            </a:prstGeom>
            <a:solidFill>
              <a:srgbClr val="FCFD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18" name="rc2918"/>
            <p:cNvSpPr/>
            <p:nvPr/>
          </p:nvSpPr>
          <p:spPr>
            <a:xfrm>
              <a:off x="4927023" y="3095625"/>
              <a:ext cx="9586" cy="317499"/>
            </a:xfrm>
            <a:prstGeom prst="rect">
              <a:avLst/>
            </a:prstGeom>
            <a:solidFill>
              <a:srgbClr val="FAFDC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19" name="rc2919"/>
            <p:cNvSpPr/>
            <p:nvPr/>
          </p:nvSpPr>
          <p:spPr>
            <a:xfrm>
              <a:off x="4927023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20" name="rc2920"/>
            <p:cNvSpPr/>
            <p:nvPr/>
          </p:nvSpPr>
          <p:spPr>
            <a:xfrm>
              <a:off x="4927023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21" name="rc2921"/>
            <p:cNvSpPr/>
            <p:nvPr/>
          </p:nvSpPr>
          <p:spPr>
            <a:xfrm>
              <a:off x="4927023" y="4048125"/>
              <a:ext cx="9586" cy="3175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22" name="rc2922"/>
            <p:cNvSpPr/>
            <p:nvPr/>
          </p:nvSpPr>
          <p:spPr>
            <a:xfrm>
              <a:off x="4927023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23" name="rc2923"/>
            <p:cNvSpPr/>
            <p:nvPr/>
          </p:nvSpPr>
          <p:spPr>
            <a:xfrm>
              <a:off x="4927023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24" name="rc2924"/>
            <p:cNvSpPr/>
            <p:nvPr/>
          </p:nvSpPr>
          <p:spPr>
            <a:xfrm>
              <a:off x="4927023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25" name="rc2925"/>
            <p:cNvSpPr/>
            <p:nvPr/>
          </p:nvSpPr>
          <p:spPr>
            <a:xfrm>
              <a:off x="4936610" y="2778125"/>
              <a:ext cx="9586" cy="317500"/>
            </a:xfrm>
            <a:prstGeom prst="rect">
              <a:avLst/>
            </a:prstGeom>
            <a:solidFill>
              <a:srgbClr val="EDF8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26" name="rc2926"/>
            <p:cNvSpPr/>
            <p:nvPr/>
          </p:nvSpPr>
          <p:spPr>
            <a:xfrm>
              <a:off x="4936610" y="3095625"/>
              <a:ext cx="9586" cy="317499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27" name="rc2927"/>
            <p:cNvSpPr/>
            <p:nvPr/>
          </p:nvSpPr>
          <p:spPr>
            <a:xfrm>
              <a:off x="4936610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28" name="rc2928"/>
            <p:cNvSpPr/>
            <p:nvPr/>
          </p:nvSpPr>
          <p:spPr>
            <a:xfrm>
              <a:off x="4936610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29" name="rc2929"/>
            <p:cNvSpPr/>
            <p:nvPr/>
          </p:nvSpPr>
          <p:spPr>
            <a:xfrm>
              <a:off x="4936610" y="4048125"/>
              <a:ext cx="9586" cy="3175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30" name="rc2930"/>
            <p:cNvSpPr/>
            <p:nvPr/>
          </p:nvSpPr>
          <p:spPr>
            <a:xfrm>
              <a:off x="4936610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31" name="rc2931"/>
            <p:cNvSpPr/>
            <p:nvPr/>
          </p:nvSpPr>
          <p:spPr>
            <a:xfrm>
              <a:off x="4936610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32" name="rc2932"/>
            <p:cNvSpPr/>
            <p:nvPr/>
          </p:nvSpPr>
          <p:spPr>
            <a:xfrm>
              <a:off x="4936610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33" name="rc2933"/>
            <p:cNvSpPr/>
            <p:nvPr/>
          </p:nvSpPr>
          <p:spPr>
            <a:xfrm>
              <a:off x="4946197" y="2778125"/>
              <a:ext cx="9586" cy="31750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34" name="rc2934"/>
            <p:cNvSpPr/>
            <p:nvPr/>
          </p:nvSpPr>
          <p:spPr>
            <a:xfrm>
              <a:off x="4946197" y="3095625"/>
              <a:ext cx="9586" cy="317499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35" name="rc2935"/>
            <p:cNvSpPr/>
            <p:nvPr/>
          </p:nvSpPr>
          <p:spPr>
            <a:xfrm>
              <a:off x="4946197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36" name="rc2936"/>
            <p:cNvSpPr/>
            <p:nvPr/>
          </p:nvSpPr>
          <p:spPr>
            <a:xfrm>
              <a:off x="4946197" y="3730625"/>
              <a:ext cx="9586" cy="317500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37" name="rc2937"/>
            <p:cNvSpPr/>
            <p:nvPr/>
          </p:nvSpPr>
          <p:spPr>
            <a:xfrm>
              <a:off x="4946197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38" name="rc2938"/>
            <p:cNvSpPr/>
            <p:nvPr/>
          </p:nvSpPr>
          <p:spPr>
            <a:xfrm>
              <a:off x="4946197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39" name="rc2939"/>
            <p:cNvSpPr/>
            <p:nvPr/>
          </p:nvSpPr>
          <p:spPr>
            <a:xfrm>
              <a:off x="4946197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40" name="rc2940"/>
            <p:cNvSpPr/>
            <p:nvPr/>
          </p:nvSpPr>
          <p:spPr>
            <a:xfrm>
              <a:off x="4946197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41" name="rc2941"/>
            <p:cNvSpPr/>
            <p:nvPr/>
          </p:nvSpPr>
          <p:spPr>
            <a:xfrm>
              <a:off x="4955784" y="2778125"/>
              <a:ext cx="9586" cy="3175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42" name="rc2942"/>
            <p:cNvSpPr/>
            <p:nvPr/>
          </p:nvSpPr>
          <p:spPr>
            <a:xfrm>
              <a:off x="4955784" y="3095625"/>
              <a:ext cx="9586" cy="317499"/>
            </a:xfrm>
            <a:prstGeom prst="rect">
              <a:avLst/>
            </a:prstGeom>
            <a:solidFill>
              <a:srgbClr val="CCE6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43" name="rc2943"/>
            <p:cNvSpPr/>
            <p:nvPr/>
          </p:nvSpPr>
          <p:spPr>
            <a:xfrm>
              <a:off x="4955784" y="3413125"/>
              <a:ext cx="9586" cy="3175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44" name="rc2944"/>
            <p:cNvSpPr/>
            <p:nvPr/>
          </p:nvSpPr>
          <p:spPr>
            <a:xfrm>
              <a:off x="4955784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45" name="rc2945"/>
            <p:cNvSpPr/>
            <p:nvPr/>
          </p:nvSpPr>
          <p:spPr>
            <a:xfrm>
              <a:off x="4955784" y="4048125"/>
              <a:ext cx="9586" cy="317500"/>
            </a:xfrm>
            <a:prstGeom prst="rect">
              <a:avLst/>
            </a:prstGeom>
            <a:solidFill>
              <a:srgbClr val="80AF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46" name="rc2946"/>
            <p:cNvSpPr/>
            <p:nvPr/>
          </p:nvSpPr>
          <p:spPr>
            <a:xfrm>
              <a:off x="4955784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47" name="rc2947"/>
            <p:cNvSpPr/>
            <p:nvPr/>
          </p:nvSpPr>
          <p:spPr>
            <a:xfrm>
              <a:off x="4955784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48" name="rc2948"/>
            <p:cNvSpPr/>
            <p:nvPr/>
          </p:nvSpPr>
          <p:spPr>
            <a:xfrm>
              <a:off x="4955784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49" name="rc2949"/>
            <p:cNvSpPr/>
            <p:nvPr/>
          </p:nvSpPr>
          <p:spPr>
            <a:xfrm>
              <a:off x="4965371" y="2778125"/>
              <a:ext cx="9586" cy="317500"/>
            </a:xfrm>
            <a:prstGeom prst="rect">
              <a:avLst/>
            </a:prstGeom>
            <a:solidFill>
              <a:srgbClr val="FAFDC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50" name="rc2950"/>
            <p:cNvSpPr/>
            <p:nvPr/>
          </p:nvSpPr>
          <p:spPr>
            <a:xfrm>
              <a:off x="4965371" y="3095625"/>
              <a:ext cx="9586" cy="317499"/>
            </a:xfrm>
            <a:prstGeom prst="rect">
              <a:avLst/>
            </a:prstGeom>
            <a:solidFill>
              <a:srgbClr val="F0F9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51" name="rc2951"/>
            <p:cNvSpPr/>
            <p:nvPr/>
          </p:nvSpPr>
          <p:spPr>
            <a:xfrm>
              <a:off x="4965371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52" name="rc2952"/>
            <p:cNvSpPr/>
            <p:nvPr/>
          </p:nvSpPr>
          <p:spPr>
            <a:xfrm>
              <a:off x="4965371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53" name="rc2953"/>
            <p:cNvSpPr/>
            <p:nvPr/>
          </p:nvSpPr>
          <p:spPr>
            <a:xfrm>
              <a:off x="4965371" y="4048125"/>
              <a:ext cx="9586" cy="317500"/>
            </a:xfrm>
            <a:prstGeom prst="rect">
              <a:avLst/>
            </a:prstGeom>
            <a:solidFill>
              <a:srgbClr val="73A1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54" name="rc2954"/>
            <p:cNvSpPr/>
            <p:nvPr/>
          </p:nvSpPr>
          <p:spPr>
            <a:xfrm>
              <a:off x="4965371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55" name="rc2955"/>
            <p:cNvSpPr/>
            <p:nvPr/>
          </p:nvSpPr>
          <p:spPr>
            <a:xfrm>
              <a:off x="4965371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56" name="rc2956"/>
            <p:cNvSpPr/>
            <p:nvPr/>
          </p:nvSpPr>
          <p:spPr>
            <a:xfrm>
              <a:off x="4965371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57" name="rc2957"/>
            <p:cNvSpPr/>
            <p:nvPr/>
          </p:nvSpPr>
          <p:spPr>
            <a:xfrm>
              <a:off x="4974958" y="2778125"/>
              <a:ext cx="9586" cy="317500"/>
            </a:xfrm>
            <a:prstGeom prst="rect">
              <a:avLst/>
            </a:prstGeom>
            <a:solidFill>
              <a:srgbClr val="EFF8D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58" name="rc2958"/>
            <p:cNvSpPr/>
            <p:nvPr/>
          </p:nvSpPr>
          <p:spPr>
            <a:xfrm>
              <a:off x="4974958" y="3095625"/>
              <a:ext cx="9586" cy="317499"/>
            </a:xfrm>
            <a:prstGeom prst="rect">
              <a:avLst/>
            </a:prstGeom>
            <a:solidFill>
              <a:srgbClr val="EDF8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59" name="rc2959"/>
            <p:cNvSpPr/>
            <p:nvPr/>
          </p:nvSpPr>
          <p:spPr>
            <a:xfrm>
              <a:off x="4974958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60" name="rc2960"/>
            <p:cNvSpPr/>
            <p:nvPr/>
          </p:nvSpPr>
          <p:spPr>
            <a:xfrm>
              <a:off x="4974958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61" name="rc2961"/>
            <p:cNvSpPr/>
            <p:nvPr/>
          </p:nvSpPr>
          <p:spPr>
            <a:xfrm>
              <a:off x="4974958" y="4048125"/>
              <a:ext cx="9586" cy="317500"/>
            </a:xfrm>
            <a:prstGeom prst="rect">
              <a:avLst/>
            </a:prstGeom>
            <a:solidFill>
              <a:srgbClr val="93C0D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62" name="rc2962"/>
            <p:cNvSpPr/>
            <p:nvPr/>
          </p:nvSpPr>
          <p:spPr>
            <a:xfrm>
              <a:off x="4974958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63" name="rc2963"/>
            <p:cNvSpPr/>
            <p:nvPr/>
          </p:nvSpPr>
          <p:spPr>
            <a:xfrm>
              <a:off x="4974958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64" name="rc2964"/>
            <p:cNvSpPr/>
            <p:nvPr/>
          </p:nvSpPr>
          <p:spPr>
            <a:xfrm>
              <a:off x="4974958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65" name="rc2965"/>
            <p:cNvSpPr/>
            <p:nvPr/>
          </p:nvSpPr>
          <p:spPr>
            <a:xfrm>
              <a:off x="4984545" y="2778125"/>
              <a:ext cx="9586" cy="317500"/>
            </a:xfrm>
            <a:prstGeom prst="rect">
              <a:avLst/>
            </a:prstGeom>
            <a:solidFill>
              <a:srgbClr val="FEDF8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66" name="rc2966"/>
            <p:cNvSpPr/>
            <p:nvPr/>
          </p:nvSpPr>
          <p:spPr>
            <a:xfrm>
              <a:off x="4984545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67" name="rc2967"/>
            <p:cNvSpPr/>
            <p:nvPr/>
          </p:nvSpPr>
          <p:spPr>
            <a:xfrm>
              <a:off x="4984545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68" name="rc2968"/>
            <p:cNvSpPr/>
            <p:nvPr/>
          </p:nvSpPr>
          <p:spPr>
            <a:xfrm>
              <a:off x="4984545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69" name="rc2969"/>
            <p:cNvSpPr/>
            <p:nvPr/>
          </p:nvSpPr>
          <p:spPr>
            <a:xfrm>
              <a:off x="4984545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70" name="rc2970"/>
            <p:cNvSpPr/>
            <p:nvPr/>
          </p:nvSpPr>
          <p:spPr>
            <a:xfrm>
              <a:off x="4984545" y="4365625"/>
              <a:ext cx="9586" cy="317500"/>
            </a:xfrm>
            <a:prstGeom prst="rect">
              <a:avLst/>
            </a:prstGeom>
            <a:solidFill>
              <a:srgbClr val="E0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71" name="rc2971"/>
            <p:cNvSpPr/>
            <p:nvPr/>
          </p:nvSpPr>
          <p:spPr>
            <a:xfrm>
              <a:off x="4984545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72" name="rc2972"/>
            <p:cNvSpPr/>
            <p:nvPr/>
          </p:nvSpPr>
          <p:spPr>
            <a:xfrm>
              <a:off x="4984545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73" name="rc2973"/>
            <p:cNvSpPr/>
            <p:nvPr/>
          </p:nvSpPr>
          <p:spPr>
            <a:xfrm>
              <a:off x="4994132" y="2778125"/>
              <a:ext cx="9586" cy="3175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74" name="rc2974"/>
            <p:cNvSpPr/>
            <p:nvPr/>
          </p:nvSpPr>
          <p:spPr>
            <a:xfrm>
              <a:off x="4994132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75" name="rc2975"/>
            <p:cNvSpPr/>
            <p:nvPr/>
          </p:nvSpPr>
          <p:spPr>
            <a:xfrm>
              <a:off x="4994132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76" name="rc2976"/>
            <p:cNvSpPr/>
            <p:nvPr/>
          </p:nvSpPr>
          <p:spPr>
            <a:xfrm>
              <a:off x="4994132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77" name="rc2977"/>
            <p:cNvSpPr/>
            <p:nvPr/>
          </p:nvSpPr>
          <p:spPr>
            <a:xfrm>
              <a:off x="4994132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78" name="rc2978"/>
            <p:cNvSpPr/>
            <p:nvPr/>
          </p:nvSpPr>
          <p:spPr>
            <a:xfrm>
              <a:off x="4994132" y="4365625"/>
              <a:ext cx="9586" cy="31750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79" name="rc2979"/>
            <p:cNvSpPr/>
            <p:nvPr/>
          </p:nvSpPr>
          <p:spPr>
            <a:xfrm>
              <a:off x="4994132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80" name="rc2980"/>
            <p:cNvSpPr/>
            <p:nvPr/>
          </p:nvSpPr>
          <p:spPr>
            <a:xfrm>
              <a:off x="4994132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81" name="rc2981"/>
            <p:cNvSpPr/>
            <p:nvPr/>
          </p:nvSpPr>
          <p:spPr>
            <a:xfrm>
              <a:off x="5003719" y="2778125"/>
              <a:ext cx="9586" cy="3175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82" name="rc2982"/>
            <p:cNvSpPr/>
            <p:nvPr/>
          </p:nvSpPr>
          <p:spPr>
            <a:xfrm>
              <a:off x="5003719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83" name="rc2983"/>
            <p:cNvSpPr/>
            <p:nvPr/>
          </p:nvSpPr>
          <p:spPr>
            <a:xfrm>
              <a:off x="5003719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84" name="rc2984"/>
            <p:cNvSpPr/>
            <p:nvPr/>
          </p:nvSpPr>
          <p:spPr>
            <a:xfrm>
              <a:off x="5003719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85" name="rc2985"/>
            <p:cNvSpPr/>
            <p:nvPr/>
          </p:nvSpPr>
          <p:spPr>
            <a:xfrm>
              <a:off x="5003719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86" name="rc2986"/>
            <p:cNvSpPr/>
            <p:nvPr/>
          </p:nvSpPr>
          <p:spPr>
            <a:xfrm>
              <a:off x="5003719" y="4365625"/>
              <a:ext cx="9586" cy="317500"/>
            </a:xfrm>
            <a:prstGeom prst="rect">
              <a:avLst/>
            </a:prstGeom>
            <a:solidFill>
              <a:srgbClr val="F2FA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87" name="rc2987"/>
            <p:cNvSpPr/>
            <p:nvPr/>
          </p:nvSpPr>
          <p:spPr>
            <a:xfrm>
              <a:off x="5003719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88" name="rc2988"/>
            <p:cNvSpPr/>
            <p:nvPr/>
          </p:nvSpPr>
          <p:spPr>
            <a:xfrm>
              <a:off x="5003719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89" name="rc2989"/>
            <p:cNvSpPr/>
            <p:nvPr/>
          </p:nvSpPr>
          <p:spPr>
            <a:xfrm>
              <a:off x="5013306" y="2778125"/>
              <a:ext cx="9586" cy="3175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90" name="rc2990"/>
            <p:cNvSpPr/>
            <p:nvPr/>
          </p:nvSpPr>
          <p:spPr>
            <a:xfrm>
              <a:off x="5013306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91" name="rc2991"/>
            <p:cNvSpPr/>
            <p:nvPr/>
          </p:nvSpPr>
          <p:spPr>
            <a:xfrm>
              <a:off x="5013306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92" name="rc2992"/>
            <p:cNvSpPr/>
            <p:nvPr/>
          </p:nvSpPr>
          <p:spPr>
            <a:xfrm>
              <a:off x="5013306" y="3730625"/>
              <a:ext cx="9586" cy="317500"/>
            </a:xfrm>
            <a:prstGeom prst="rect">
              <a:avLst/>
            </a:prstGeom>
            <a:solidFill>
              <a:srgbClr val="F0F9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93" name="rc2993"/>
            <p:cNvSpPr/>
            <p:nvPr/>
          </p:nvSpPr>
          <p:spPr>
            <a:xfrm>
              <a:off x="5013306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94" name="rc2994"/>
            <p:cNvSpPr/>
            <p:nvPr/>
          </p:nvSpPr>
          <p:spPr>
            <a:xfrm>
              <a:off x="5013306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95" name="rc2995"/>
            <p:cNvSpPr/>
            <p:nvPr/>
          </p:nvSpPr>
          <p:spPr>
            <a:xfrm>
              <a:off x="5013306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96" name="rc2996"/>
            <p:cNvSpPr/>
            <p:nvPr/>
          </p:nvSpPr>
          <p:spPr>
            <a:xfrm>
              <a:off x="5013306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97" name="rc2997"/>
            <p:cNvSpPr/>
            <p:nvPr/>
          </p:nvSpPr>
          <p:spPr>
            <a:xfrm>
              <a:off x="5022892" y="2778125"/>
              <a:ext cx="9586" cy="317500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98" name="rc2998"/>
            <p:cNvSpPr/>
            <p:nvPr/>
          </p:nvSpPr>
          <p:spPr>
            <a:xfrm>
              <a:off x="5022892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99" name="rc2999"/>
            <p:cNvSpPr/>
            <p:nvPr/>
          </p:nvSpPr>
          <p:spPr>
            <a:xfrm>
              <a:off x="5022892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00" name="rc3000"/>
            <p:cNvSpPr/>
            <p:nvPr/>
          </p:nvSpPr>
          <p:spPr>
            <a:xfrm>
              <a:off x="5022892" y="3730625"/>
              <a:ext cx="9586" cy="317500"/>
            </a:xfrm>
            <a:prstGeom prst="rect">
              <a:avLst/>
            </a:prstGeom>
            <a:solidFill>
              <a:srgbClr val="E0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01" name="rc3001"/>
            <p:cNvSpPr/>
            <p:nvPr/>
          </p:nvSpPr>
          <p:spPr>
            <a:xfrm>
              <a:off x="5022892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02" name="rc3002"/>
            <p:cNvSpPr/>
            <p:nvPr/>
          </p:nvSpPr>
          <p:spPr>
            <a:xfrm>
              <a:off x="5022892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03" name="rc3003"/>
            <p:cNvSpPr/>
            <p:nvPr/>
          </p:nvSpPr>
          <p:spPr>
            <a:xfrm>
              <a:off x="5022892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04" name="rc3004"/>
            <p:cNvSpPr/>
            <p:nvPr/>
          </p:nvSpPr>
          <p:spPr>
            <a:xfrm>
              <a:off x="5022892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05" name="rc3005"/>
            <p:cNvSpPr/>
            <p:nvPr/>
          </p:nvSpPr>
          <p:spPr>
            <a:xfrm>
              <a:off x="5032479" y="2778125"/>
              <a:ext cx="9586" cy="3175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06" name="rc3006"/>
            <p:cNvSpPr/>
            <p:nvPr/>
          </p:nvSpPr>
          <p:spPr>
            <a:xfrm>
              <a:off x="5032479" y="3095625"/>
              <a:ext cx="9586" cy="317499"/>
            </a:xfrm>
            <a:prstGeom prst="rect">
              <a:avLst/>
            </a:prstGeom>
            <a:solidFill>
              <a:srgbClr val="93C0D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07" name="rc3007"/>
            <p:cNvSpPr/>
            <p:nvPr/>
          </p:nvSpPr>
          <p:spPr>
            <a:xfrm>
              <a:off x="5032479" y="3413125"/>
              <a:ext cx="9586" cy="3175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08" name="rc3008"/>
            <p:cNvSpPr/>
            <p:nvPr/>
          </p:nvSpPr>
          <p:spPr>
            <a:xfrm>
              <a:off x="5032479" y="3730625"/>
              <a:ext cx="9586" cy="317500"/>
            </a:xfrm>
            <a:prstGeom prst="rect">
              <a:avLst/>
            </a:prstGeom>
            <a:solidFill>
              <a:srgbClr val="D1E9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09" name="rc3009"/>
            <p:cNvSpPr/>
            <p:nvPr/>
          </p:nvSpPr>
          <p:spPr>
            <a:xfrm>
              <a:off x="5032479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10" name="rc3010"/>
            <p:cNvSpPr/>
            <p:nvPr/>
          </p:nvSpPr>
          <p:spPr>
            <a:xfrm>
              <a:off x="5032479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11" name="rc3011"/>
            <p:cNvSpPr/>
            <p:nvPr/>
          </p:nvSpPr>
          <p:spPr>
            <a:xfrm>
              <a:off x="5032479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12" name="rc3012"/>
            <p:cNvSpPr/>
            <p:nvPr/>
          </p:nvSpPr>
          <p:spPr>
            <a:xfrm>
              <a:off x="5032479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13" name="rc3013"/>
            <p:cNvSpPr/>
            <p:nvPr/>
          </p:nvSpPr>
          <p:spPr>
            <a:xfrm>
              <a:off x="5042066" y="2778125"/>
              <a:ext cx="9586" cy="317500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14" name="rc3014"/>
            <p:cNvSpPr/>
            <p:nvPr/>
          </p:nvSpPr>
          <p:spPr>
            <a:xfrm>
              <a:off x="5042066" y="3095625"/>
              <a:ext cx="9586" cy="317499"/>
            </a:xfrm>
            <a:prstGeom prst="rect">
              <a:avLst/>
            </a:prstGeom>
            <a:solidFill>
              <a:srgbClr val="77A6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15" name="rc3015"/>
            <p:cNvSpPr/>
            <p:nvPr/>
          </p:nvSpPr>
          <p:spPr>
            <a:xfrm>
              <a:off x="5042066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16" name="rc3016"/>
            <p:cNvSpPr/>
            <p:nvPr/>
          </p:nvSpPr>
          <p:spPr>
            <a:xfrm>
              <a:off x="5042066" y="3730625"/>
              <a:ext cx="9586" cy="317500"/>
            </a:xfrm>
            <a:prstGeom prst="rect">
              <a:avLst/>
            </a:prstGeom>
            <a:solidFill>
              <a:srgbClr val="98C3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17" name="rc3017"/>
            <p:cNvSpPr/>
            <p:nvPr/>
          </p:nvSpPr>
          <p:spPr>
            <a:xfrm>
              <a:off x="5042066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18" name="rc3018"/>
            <p:cNvSpPr/>
            <p:nvPr/>
          </p:nvSpPr>
          <p:spPr>
            <a:xfrm>
              <a:off x="5042066" y="4365625"/>
              <a:ext cx="9586" cy="317500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19" name="rc3019"/>
            <p:cNvSpPr/>
            <p:nvPr/>
          </p:nvSpPr>
          <p:spPr>
            <a:xfrm>
              <a:off x="5042066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20" name="rc3020"/>
            <p:cNvSpPr/>
            <p:nvPr/>
          </p:nvSpPr>
          <p:spPr>
            <a:xfrm>
              <a:off x="5042066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21" name="rc3021"/>
            <p:cNvSpPr/>
            <p:nvPr/>
          </p:nvSpPr>
          <p:spPr>
            <a:xfrm>
              <a:off x="5051653" y="2778125"/>
              <a:ext cx="9586" cy="317500"/>
            </a:xfrm>
            <a:prstGeom prst="rect">
              <a:avLst/>
            </a:prstGeom>
            <a:solidFill>
              <a:srgbClr val="E0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22" name="rc3022"/>
            <p:cNvSpPr/>
            <p:nvPr/>
          </p:nvSpPr>
          <p:spPr>
            <a:xfrm>
              <a:off x="5051653" y="3095625"/>
              <a:ext cx="9586" cy="317499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23" name="rc3023"/>
            <p:cNvSpPr/>
            <p:nvPr/>
          </p:nvSpPr>
          <p:spPr>
            <a:xfrm>
              <a:off x="5051653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24" name="rc3024"/>
            <p:cNvSpPr/>
            <p:nvPr/>
          </p:nvSpPr>
          <p:spPr>
            <a:xfrm>
              <a:off x="5051653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25" name="rc3025"/>
            <p:cNvSpPr/>
            <p:nvPr/>
          </p:nvSpPr>
          <p:spPr>
            <a:xfrm>
              <a:off x="5051653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26" name="rc3026"/>
            <p:cNvSpPr/>
            <p:nvPr/>
          </p:nvSpPr>
          <p:spPr>
            <a:xfrm>
              <a:off x="5051653" y="4365625"/>
              <a:ext cx="9586" cy="3175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27" name="rc3027"/>
            <p:cNvSpPr/>
            <p:nvPr/>
          </p:nvSpPr>
          <p:spPr>
            <a:xfrm>
              <a:off x="5051653" y="4683125"/>
              <a:ext cx="9586" cy="317500"/>
            </a:xfrm>
            <a:prstGeom prst="rect">
              <a:avLst/>
            </a:prstGeom>
            <a:solidFill>
              <a:srgbClr val="ABD0E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28" name="rc3028"/>
            <p:cNvSpPr/>
            <p:nvPr/>
          </p:nvSpPr>
          <p:spPr>
            <a:xfrm>
              <a:off x="5051653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29" name="rc3029"/>
            <p:cNvSpPr/>
            <p:nvPr/>
          </p:nvSpPr>
          <p:spPr>
            <a:xfrm>
              <a:off x="5061240" y="2778125"/>
              <a:ext cx="9586" cy="317500"/>
            </a:xfrm>
            <a:prstGeom prst="rect">
              <a:avLst/>
            </a:prstGeom>
            <a:solidFill>
              <a:srgbClr val="F2FA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30" name="rc3030"/>
            <p:cNvSpPr/>
            <p:nvPr/>
          </p:nvSpPr>
          <p:spPr>
            <a:xfrm>
              <a:off x="5061240" y="3095625"/>
              <a:ext cx="9586" cy="317499"/>
            </a:xfrm>
            <a:prstGeom prst="rect">
              <a:avLst/>
            </a:prstGeom>
            <a:solidFill>
              <a:srgbClr val="608FC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31" name="rc3031"/>
            <p:cNvSpPr/>
            <p:nvPr/>
          </p:nvSpPr>
          <p:spPr>
            <a:xfrm>
              <a:off x="5061240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32" name="rc3032"/>
            <p:cNvSpPr/>
            <p:nvPr/>
          </p:nvSpPr>
          <p:spPr>
            <a:xfrm>
              <a:off x="5061240" y="3730625"/>
              <a:ext cx="9586" cy="317500"/>
            </a:xfrm>
            <a:prstGeom prst="rect">
              <a:avLst/>
            </a:prstGeom>
            <a:solidFill>
              <a:srgbClr val="5C8BB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33" name="rc3033"/>
            <p:cNvSpPr/>
            <p:nvPr/>
          </p:nvSpPr>
          <p:spPr>
            <a:xfrm>
              <a:off x="5061240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34" name="rc3034"/>
            <p:cNvSpPr/>
            <p:nvPr/>
          </p:nvSpPr>
          <p:spPr>
            <a:xfrm>
              <a:off x="5061240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35" name="rc3035"/>
            <p:cNvSpPr/>
            <p:nvPr/>
          </p:nvSpPr>
          <p:spPr>
            <a:xfrm>
              <a:off x="5061240" y="4683125"/>
              <a:ext cx="9586" cy="317500"/>
            </a:xfrm>
            <a:prstGeom prst="rect">
              <a:avLst/>
            </a:prstGeom>
            <a:solidFill>
              <a:srgbClr val="F0F9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36" name="rc3036"/>
            <p:cNvSpPr/>
            <p:nvPr/>
          </p:nvSpPr>
          <p:spPr>
            <a:xfrm>
              <a:off x="5061240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37" name="rc3037"/>
            <p:cNvSpPr/>
            <p:nvPr/>
          </p:nvSpPr>
          <p:spPr>
            <a:xfrm>
              <a:off x="5070827" y="2778125"/>
              <a:ext cx="9586" cy="3175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38" name="rc3038"/>
            <p:cNvSpPr/>
            <p:nvPr/>
          </p:nvSpPr>
          <p:spPr>
            <a:xfrm>
              <a:off x="5070827" y="3095625"/>
              <a:ext cx="9586" cy="317499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39" name="rc3039"/>
            <p:cNvSpPr/>
            <p:nvPr/>
          </p:nvSpPr>
          <p:spPr>
            <a:xfrm>
              <a:off x="5070827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40" name="rc3040"/>
            <p:cNvSpPr/>
            <p:nvPr/>
          </p:nvSpPr>
          <p:spPr>
            <a:xfrm>
              <a:off x="5070827" y="3730625"/>
              <a:ext cx="9586" cy="317500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41" name="rc3041"/>
            <p:cNvSpPr/>
            <p:nvPr/>
          </p:nvSpPr>
          <p:spPr>
            <a:xfrm>
              <a:off x="5070827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42" name="rc3042"/>
            <p:cNvSpPr/>
            <p:nvPr/>
          </p:nvSpPr>
          <p:spPr>
            <a:xfrm>
              <a:off x="5070827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43" name="rc3043"/>
            <p:cNvSpPr/>
            <p:nvPr/>
          </p:nvSpPr>
          <p:spPr>
            <a:xfrm>
              <a:off x="5070827" y="4683125"/>
              <a:ext cx="9586" cy="317500"/>
            </a:xfrm>
            <a:prstGeom prst="rect">
              <a:avLst/>
            </a:prstGeom>
            <a:solidFill>
              <a:srgbClr val="E3F4F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44" name="rc3044"/>
            <p:cNvSpPr/>
            <p:nvPr/>
          </p:nvSpPr>
          <p:spPr>
            <a:xfrm>
              <a:off x="5070827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45" name="rc3045"/>
            <p:cNvSpPr/>
            <p:nvPr/>
          </p:nvSpPr>
          <p:spPr>
            <a:xfrm>
              <a:off x="5080414" y="2778125"/>
              <a:ext cx="9586" cy="317500"/>
            </a:xfrm>
            <a:prstGeom prst="rect">
              <a:avLst/>
            </a:prstGeom>
            <a:solidFill>
              <a:srgbClr val="CCE6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46" name="rc3046"/>
            <p:cNvSpPr/>
            <p:nvPr/>
          </p:nvSpPr>
          <p:spPr>
            <a:xfrm>
              <a:off x="5080414" y="3095625"/>
              <a:ext cx="9586" cy="317499"/>
            </a:xfrm>
            <a:prstGeom prst="rect">
              <a:avLst/>
            </a:prstGeom>
            <a:solidFill>
              <a:srgbClr val="A6CDE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47" name="rc3047"/>
            <p:cNvSpPr/>
            <p:nvPr/>
          </p:nvSpPr>
          <p:spPr>
            <a:xfrm>
              <a:off x="5080414" y="3413125"/>
              <a:ext cx="9586" cy="3175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48" name="rc3048"/>
            <p:cNvSpPr/>
            <p:nvPr/>
          </p:nvSpPr>
          <p:spPr>
            <a:xfrm>
              <a:off x="5080414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49" name="rc3049"/>
            <p:cNvSpPr/>
            <p:nvPr/>
          </p:nvSpPr>
          <p:spPr>
            <a:xfrm>
              <a:off x="5080414" y="4048125"/>
              <a:ext cx="9586" cy="317500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50" name="rc3050"/>
            <p:cNvSpPr/>
            <p:nvPr/>
          </p:nvSpPr>
          <p:spPr>
            <a:xfrm>
              <a:off x="5080414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51" name="rc3051"/>
            <p:cNvSpPr/>
            <p:nvPr/>
          </p:nvSpPr>
          <p:spPr>
            <a:xfrm>
              <a:off x="5080414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52" name="rc3052"/>
            <p:cNvSpPr/>
            <p:nvPr/>
          </p:nvSpPr>
          <p:spPr>
            <a:xfrm>
              <a:off x="5080414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53" name="rc3053"/>
            <p:cNvSpPr/>
            <p:nvPr/>
          </p:nvSpPr>
          <p:spPr>
            <a:xfrm>
              <a:off x="5090001" y="2778125"/>
              <a:ext cx="9586" cy="317500"/>
            </a:xfrm>
            <a:prstGeom prst="rect">
              <a:avLst/>
            </a:prstGeom>
            <a:solidFill>
              <a:srgbClr val="EBF7E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54" name="rc3054"/>
            <p:cNvSpPr/>
            <p:nvPr/>
          </p:nvSpPr>
          <p:spPr>
            <a:xfrm>
              <a:off x="5090001" y="3095625"/>
              <a:ext cx="9586" cy="317499"/>
            </a:xfrm>
            <a:prstGeom prst="rect">
              <a:avLst/>
            </a:prstGeom>
            <a:solidFill>
              <a:srgbClr val="80AF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55" name="rc3055"/>
            <p:cNvSpPr/>
            <p:nvPr/>
          </p:nvSpPr>
          <p:spPr>
            <a:xfrm>
              <a:off x="5090001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56" name="rc3056"/>
            <p:cNvSpPr/>
            <p:nvPr/>
          </p:nvSpPr>
          <p:spPr>
            <a:xfrm>
              <a:off x="5090001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57" name="rc3057"/>
            <p:cNvSpPr/>
            <p:nvPr/>
          </p:nvSpPr>
          <p:spPr>
            <a:xfrm>
              <a:off x="5090001" y="4048125"/>
              <a:ext cx="9586" cy="317500"/>
            </a:xfrm>
            <a:prstGeom prst="rect">
              <a:avLst/>
            </a:prstGeom>
            <a:solidFill>
              <a:srgbClr val="A1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58" name="rc3058"/>
            <p:cNvSpPr/>
            <p:nvPr/>
          </p:nvSpPr>
          <p:spPr>
            <a:xfrm>
              <a:off x="5090001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59" name="rc3059"/>
            <p:cNvSpPr/>
            <p:nvPr/>
          </p:nvSpPr>
          <p:spPr>
            <a:xfrm>
              <a:off x="5090001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60" name="rc3060"/>
            <p:cNvSpPr/>
            <p:nvPr/>
          </p:nvSpPr>
          <p:spPr>
            <a:xfrm>
              <a:off x="5090001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61" name="rc3061"/>
            <p:cNvSpPr/>
            <p:nvPr/>
          </p:nvSpPr>
          <p:spPr>
            <a:xfrm>
              <a:off x="5099588" y="2778125"/>
              <a:ext cx="9586" cy="317500"/>
            </a:xfrm>
            <a:prstGeom prst="rect">
              <a:avLst/>
            </a:prstGeom>
            <a:solidFill>
              <a:srgbClr val="EBF7E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62" name="rc3062"/>
            <p:cNvSpPr/>
            <p:nvPr/>
          </p:nvSpPr>
          <p:spPr>
            <a:xfrm>
              <a:off x="5099588" y="3095625"/>
              <a:ext cx="9586" cy="317499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63" name="rc3063"/>
            <p:cNvSpPr/>
            <p:nvPr/>
          </p:nvSpPr>
          <p:spPr>
            <a:xfrm>
              <a:off x="5099588" y="3413125"/>
              <a:ext cx="9586" cy="317500"/>
            </a:xfrm>
            <a:prstGeom prst="rect">
              <a:avLst/>
            </a:prstGeom>
            <a:solidFill>
              <a:srgbClr val="8AB8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64" name="rc3064"/>
            <p:cNvSpPr/>
            <p:nvPr/>
          </p:nvSpPr>
          <p:spPr>
            <a:xfrm>
              <a:off x="5099588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65" name="rc3065"/>
            <p:cNvSpPr/>
            <p:nvPr/>
          </p:nvSpPr>
          <p:spPr>
            <a:xfrm>
              <a:off x="5099588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66" name="rc3066"/>
            <p:cNvSpPr/>
            <p:nvPr/>
          </p:nvSpPr>
          <p:spPr>
            <a:xfrm>
              <a:off x="5099588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67" name="rc3067"/>
            <p:cNvSpPr/>
            <p:nvPr/>
          </p:nvSpPr>
          <p:spPr>
            <a:xfrm>
              <a:off x="5099588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68" name="rc3068"/>
            <p:cNvSpPr/>
            <p:nvPr/>
          </p:nvSpPr>
          <p:spPr>
            <a:xfrm>
              <a:off x="5099588" y="5000625"/>
              <a:ext cx="9586" cy="317500"/>
            </a:xfrm>
            <a:prstGeom prst="rect">
              <a:avLst/>
            </a:prstGeom>
            <a:solidFill>
              <a:srgbClr val="8AB8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69" name="rc3069"/>
            <p:cNvSpPr/>
            <p:nvPr/>
          </p:nvSpPr>
          <p:spPr>
            <a:xfrm>
              <a:off x="5109175" y="2778125"/>
              <a:ext cx="9586" cy="31750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70" name="rc3070"/>
            <p:cNvSpPr/>
            <p:nvPr/>
          </p:nvSpPr>
          <p:spPr>
            <a:xfrm>
              <a:off x="5109175" y="3095625"/>
              <a:ext cx="9586" cy="317499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71" name="rc3071"/>
            <p:cNvSpPr/>
            <p:nvPr/>
          </p:nvSpPr>
          <p:spPr>
            <a:xfrm>
              <a:off x="5109175" y="3413125"/>
              <a:ext cx="9586" cy="317500"/>
            </a:xfrm>
            <a:prstGeom prst="rect">
              <a:avLst/>
            </a:prstGeom>
            <a:solidFill>
              <a:srgbClr val="ABD0E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72" name="rc3072"/>
            <p:cNvSpPr/>
            <p:nvPr/>
          </p:nvSpPr>
          <p:spPr>
            <a:xfrm>
              <a:off x="5109175" y="3730625"/>
              <a:ext cx="9586" cy="3175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73" name="rc3073"/>
            <p:cNvSpPr/>
            <p:nvPr/>
          </p:nvSpPr>
          <p:spPr>
            <a:xfrm>
              <a:off x="5109175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74" name="rc3074"/>
            <p:cNvSpPr/>
            <p:nvPr/>
          </p:nvSpPr>
          <p:spPr>
            <a:xfrm>
              <a:off x="5109175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75" name="rc3075"/>
            <p:cNvSpPr/>
            <p:nvPr/>
          </p:nvSpPr>
          <p:spPr>
            <a:xfrm>
              <a:off x="5109175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76" name="rc3076"/>
            <p:cNvSpPr/>
            <p:nvPr/>
          </p:nvSpPr>
          <p:spPr>
            <a:xfrm>
              <a:off x="5109175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77" name="rc3077"/>
            <p:cNvSpPr/>
            <p:nvPr/>
          </p:nvSpPr>
          <p:spPr>
            <a:xfrm>
              <a:off x="5118762" y="2778125"/>
              <a:ext cx="9586" cy="317500"/>
            </a:xfrm>
            <a:prstGeom prst="rect">
              <a:avLst/>
            </a:prstGeom>
            <a:solidFill>
              <a:srgbClr val="D1E9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78" name="rc3078"/>
            <p:cNvSpPr/>
            <p:nvPr/>
          </p:nvSpPr>
          <p:spPr>
            <a:xfrm>
              <a:off x="5118762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79" name="rc3079"/>
            <p:cNvSpPr/>
            <p:nvPr/>
          </p:nvSpPr>
          <p:spPr>
            <a:xfrm>
              <a:off x="5118762" y="3413125"/>
              <a:ext cx="9586" cy="317500"/>
            </a:xfrm>
            <a:prstGeom prst="rect">
              <a:avLst/>
            </a:prstGeom>
            <a:solidFill>
              <a:srgbClr val="93C0D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80" name="rc3080"/>
            <p:cNvSpPr/>
            <p:nvPr/>
          </p:nvSpPr>
          <p:spPr>
            <a:xfrm>
              <a:off x="5118762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81" name="rc3081"/>
            <p:cNvSpPr/>
            <p:nvPr/>
          </p:nvSpPr>
          <p:spPr>
            <a:xfrm>
              <a:off x="5118762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82" name="rc3082"/>
            <p:cNvSpPr/>
            <p:nvPr/>
          </p:nvSpPr>
          <p:spPr>
            <a:xfrm>
              <a:off x="5118762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83" name="rc3083"/>
            <p:cNvSpPr/>
            <p:nvPr/>
          </p:nvSpPr>
          <p:spPr>
            <a:xfrm>
              <a:off x="5118762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84" name="rc3084"/>
            <p:cNvSpPr/>
            <p:nvPr/>
          </p:nvSpPr>
          <p:spPr>
            <a:xfrm>
              <a:off x="5118762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85" name="rc3085"/>
            <p:cNvSpPr/>
            <p:nvPr/>
          </p:nvSpPr>
          <p:spPr>
            <a:xfrm>
              <a:off x="5128349" y="2778125"/>
              <a:ext cx="9586" cy="3175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86" name="rc3086"/>
            <p:cNvSpPr/>
            <p:nvPr/>
          </p:nvSpPr>
          <p:spPr>
            <a:xfrm>
              <a:off x="5128349" y="3095625"/>
              <a:ext cx="9586" cy="317499"/>
            </a:xfrm>
            <a:prstGeom prst="rect">
              <a:avLst/>
            </a:prstGeom>
            <a:solidFill>
              <a:srgbClr val="8AB8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87" name="rc3087"/>
            <p:cNvSpPr/>
            <p:nvPr/>
          </p:nvSpPr>
          <p:spPr>
            <a:xfrm>
              <a:off x="5128349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88" name="rc3088"/>
            <p:cNvSpPr/>
            <p:nvPr/>
          </p:nvSpPr>
          <p:spPr>
            <a:xfrm>
              <a:off x="5128349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89" name="rc3089"/>
            <p:cNvSpPr/>
            <p:nvPr/>
          </p:nvSpPr>
          <p:spPr>
            <a:xfrm>
              <a:off x="5128349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90" name="rc3090"/>
            <p:cNvSpPr/>
            <p:nvPr/>
          </p:nvSpPr>
          <p:spPr>
            <a:xfrm>
              <a:off x="5128349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91" name="rc3091"/>
            <p:cNvSpPr/>
            <p:nvPr/>
          </p:nvSpPr>
          <p:spPr>
            <a:xfrm>
              <a:off x="5128349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92" name="rc3092"/>
            <p:cNvSpPr/>
            <p:nvPr/>
          </p:nvSpPr>
          <p:spPr>
            <a:xfrm>
              <a:off x="5128349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93" name="rc3093"/>
            <p:cNvSpPr/>
            <p:nvPr/>
          </p:nvSpPr>
          <p:spPr>
            <a:xfrm>
              <a:off x="5137936" y="2778125"/>
              <a:ext cx="9586" cy="317500"/>
            </a:xfrm>
            <a:prstGeom prst="rect">
              <a:avLst/>
            </a:prstGeom>
            <a:solidFill>
              <a:srgbClr val="EFF8D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94" name="rc3094"/>
            <p:cNvSpPr/>
            <p:nvPr/>
          </p:nvSpPr>
          <p:spPr>
            <a:xfrm>
              <a:off x="5137936" y="3095625"/>
              <a:ext cx="9586" cy="317499"/>
            </a:xfrm>
            <a:prstGeom prst="rect">
              <a:avLst/>
            </a:prstGeom>
            <a:solidFill>
              <a:srgbClr val="5C8BB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95" name="rc3095"/>
            <p:cNvSpPr/>
            <p:nvPr/>
          </p:nvSpPr>
          <p:spPr>
            <a:xfrm>
              <a:off x="5137936" y="3413125"/>
              <a:ext cx="9586" cy="3175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96" name="rc3096"/>
            <p:cNvSpPr/>
            <p:nvPr/>
          </p:nvSpPr>
          <p:spPr>
            <a:xfrm>
              <a:off x="5137936" y="3730625"/>
              <a:ext cx="9586" cy="317500"/>
            </a:xfrm>
            <a:prstGeom prst="rect">
              <a:avLst/>
            </a:prstGeom>
            <a:solidFill>
              <a:srgbClr val="5C8BB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97" name="rc3097"/>
            <p:cNvSpPr/>
            <p:nvPr/>
          </p:nvSpPr>
          <p:spPr>
            <a:xfrm>
              <a:off x="5137936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98" name="rc3098"/>
            <p:cNvSpPr/>
            <p:nvPr/>
          </p:nvSpPr>
          <p:spPr>
            <a:xfrm>
              <a:off x="5137936" y="4365625"/>
              <a:ext cx="9586" cy="317500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99" name="rc3099"/>
            <p:cNvSpPr/>
            <p:nvPr/>
          </p:nvSpPr>
          <p:spPr>
            <a:xfrm>
              <a:off x="5137936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00" name="rc3100"/>
            <p:cNvSpPr/>
            <p:nvPr/>
          </p:nvSpPr>
          <p:spPr>
            <a:xfrm>
              <a:off x="5137936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01" name="rc3101"/>
            <p:cNvSpPr/>
            <p:nvPr/>
          </p:nvSpPr>
          <p:spPr>
            <a:xfrm>
              <a:off x="5147523" y="2778125"/>
              <a:ext cx="9586" cy="317500"/>
            </a:xfrm>
            <a:prstGeom prst="rect">
              <a:avLst/>
            </a:prstGeom>
            <a:solidFill>
              <a:srgbClr val="FEFCB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02" name="rc3102"/>
            <p:cNvSpPr/>
            <p:nvPr/>
          </p:nvSpPr>
          <p:spPr>
            <a:xfrm>
              <a:off x="5147523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03" name="rc3103"/>
            <p:cNvSpPr/>
            <p:nvPr/>
          </p:nvSpPr>
          <p:spPr>
            <a:xfrm>
              <a:off x="5147523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04" name="rc3104"/>
            <p:cNvSpPr/>
            <p:nvPr/>
          </p:nvSpPr>
          <p:spPr>
            <a:xfrm>
              <a:off x="5147523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05" name="rc3105"/>
            <p:cNvSpPr/>
            <p:nvPr/>
          </p:nvSpPr>
          <p:spPr>
            <a:xfrm>
              <a:off x="5147523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06" name="rc3106"/>
            <p:cNvSpPr/>
            <p:nvPr/>
          </p:nvSpPr>
          <p:spPr>
            <a:xfrm>
              <a:off x="5147523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07" name="rc3107"/>
            <p:cNvSpPr/>
            <p:nvPr/>
          </p:nvSpPr>
          <p:spPr>
            <a:xfrm>
              <a:off x="5147523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08" name="rc3108"/>
            <p:cNvSpPr/>
            <p:nvPr/>
          </p:nvSpPr>
          <p:spPr>
            <a:xfrm>
              <a:off x="5147523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09" name="rc3109"/>
            <p:cNvSpPr/>
            <p:nvPr/>
          </p:nvSpPr>
          <p:spPr>
            <a:xfrm>
              <a:off x="5157110" y="2778125"/>
              <a:ext cx="9586" cy="3175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10" name="rc3110"/>
            <p:cNvSpPr/>
            <p:nvPr/>
          </p:nvSpPr>
          <p:spPr>
            <a:xfrm>
              <a:off x="5157110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11" name="rc3111"/>
            <p:cNvSpPr/>
            <p:nvPr/>
          </p:nvSpPr>
          <p:spPr>
            <a:xfrm>
              <a:off x="5157110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12" name="rc3112"/>
            <p:cNvSpPr/>
            <p:nvPr/>
          </p:nvSpPr>
          <p:spPr>
            <a:xfrm>
              <a:off x="5157110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13" name="rc3113"/>
            <p:cNvSpPr/>
            <p:nvPr/>
          </p:nvSpPr>
          <p:spPr>
            <a:xfrm>
              <a:off x="5157110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14" name="rc3114"/>
            <p:cNvSpPr/>
            <p:nvPr/>
          </p:nvSpPr>
          <p:spPr>
            <a:xfrm>
              <a:off x="5157110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15" name="rc3115"/>
            <p:cNvSpPr/>
            <p:nvPr/>
          </p:nvSpPr>
          <p:spPr>
            <a:xfrm>
              <a:off x="5157110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16" name="rc3116"/>
            <p:cNvSpPr/>
            <p:nvPr/>
          </p:nvSpPr>
          <p:spPr>
            <a:xfrm>
              <a:off x="5157110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17" name="rc3117"/>
            <p:cNvSpPr/>
            <p:nvPr/>
          </p:nvSpPr>
          <p:spPr>
            <a:xfrm>
              <a:off x="5166697" y="2778125"/>
              <a:ext cx="9586" cy="31750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18" name="rc3118"/>
            <p:cNvSpPr/>
            <p:nvPr/>
          </p:nvSpPr>
          <p:spPr>
            <a:xfrm>
              <a:off x="5166697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19" name="rc3119"/>
            <p:cNvSpPr/>
            <p:nvPr/>
          </p:nvSpPr>
          <p:spPr>
            <a:xfrm>
              <a:off x="5166697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20" name="rc3120"/>
            <p:cNvSpPr/>
            <p:nvPr/>
          </p:nvSpPr>
          <p:spPr>
            <a:xfrm>
              <a:off x="5166697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21" name="rc3121"/>
            <p:cNvSpPr/>
            <p:nvPr/>
          </p:nvSpPr>
          <p:spPr>
            <a:xfrm>
              <a:off x="5166697" y="4048125"/>
              <a:ext cx="9586" cy="3175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22" name="rc3122"/>
            <p:cNvSpPr/>
            <p:nvPr/>
          </p:nvSpPr>
          <p:spPr>
            <a:xfrm>
              <a:off x="5166697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23" name="rc3123"/>
            <p:cNvSpPr/>
            <p:nvPr/>
          </p:nvSpPr>
          <p:spPr>
            <a:xfrm>
              <a:off x="5166697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24" name="rc3124"/>
            <p:cNvSpPr/>
            <p:nvPr/>
          </p:nvSpPr>
          <p:spPr>
            <a:xfrm>
              <a:off x="5166697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25" name="rc3125"/>
            <p:cNvSpPr/>
            <p:nvPr/>
          </p:nvSpPr>
          <p:spPr>
            <a:xfrm>
              <a:off x="5176284" y="2778125"/>
              <a:ext cx="9586" cy="317500"/>
            </a:xfrm>
            <a:prstGeom prst="rect">
              <a:avLst/>
            </a:prstGeom>
            <a:solidFill>
              <a:srgbClr val="E7F5E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26" name="rc3126"/>
            <p:cNvSpPr/>
            <p:nvPr/>
          </p:nvSpPr>
          <p:spPr>
            <a:xfrm>
              <a:off x="5176284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27" name="rc3127"/>
            <p:cNvSpPr/>
            <p:nvPr/>
          </p:nvSpPr>
          <p:spPr>
            <a:xfrm>
              <a:off x="5176284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28" name="rc3128"/>
            <p:cNvSpPr/>
            <p:nvPr/>
          </p:nvSpPr>
          <p:spPr>
            <a:xfrm>
              <a:off x="5176284" y="3730625"/>
              <a:ext cx="9586" cy="317500"/>
            </a:xfrm>
            <a:prstGeom prst="rect">
              <a:avLst/>
            </a:prstGeom>
            <a:solidFill>
              <a:srgbClr val="93C0D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29" name="rc3129"/>
            <p:cNvSpPr/>
            <p:nvPr/>
          </p:nvSpPr>
          <p:spPr>
            <a:xfrm>
              <a:off x="5176284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30" name="rc3130"/>
            <p:cNvSpPr/>
            <p:nvPr/>
          </p:nvSpPr>
          <p:spPr>
            <a:xfrm>
              <a:off x="5176284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31" name="rc3131"/>
            <p:cNvSpPr/>
            <p:nvPr/>
          </p:nvSpPr>
          <p:spPr>
            <a:xfrm>
              <a:off x="5176284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32" name="rc3132"/>
            <p:cNvSpPr/>
            <p:nvPr/>
          </p:nvSpPr>
          <p:spPr>
            <a:xfrm>
              <a:off x="5176284" y="5000625"/>
              <a:ext cx="9586" cy="317500"/>
            </a:xfrm>
            <a:prstGeom prst="rect">
              <a:avLst/>
            </a:prstGeom>
            <a:solidFill>
              <a:srgbClr val="7CAA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33" name="rc3133"/>
            <p:cNvSpPr/>
            <p:nvPr/>
          </p:nvSpPr>
          <p:spPr>
            <a:xfrm>
              <a:off x="5185871" y="2778125"/>
              <a:ext cx="9586" cy="317500"/>
            </a:xfrm>
            <a:prstGeom prst="rect">
              <a:avLst/>
            </a:prstGeom>
            <a:solidFill>
              <a:srgbClr val="E1F3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34" name="rc3134"/>
            <p:cNvSpPr/>
            <p:nvPr/>
          </p:nvSpPr>
          <p:spPr>
            <a:xfrm>
              <a:off x="5185871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35" name="rc3135"/>
            <p:cNvSpPr/>
            <p:nvPr/>
          </p:nvSpPr>
          <p:spPr>
            <a:xfrm>
              <a:off x="5185871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36" name="rc3136"/>
            <p:cNvSpPr/>
            <p:nvPr/>
          </p:nvSpPr>
          <p:spPr>
            <a:xfrm>
              <a:off x="5185871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37" name="rc3137"/>
            <p:cNvSpPr/>
            <p:nvPr/>
          </p:nvSpPr>
          <p:spPr>
            <a:xfrm>
              <a:off x="5185871" y="4048125"/>
              <a:ext cx="9586" cy="3175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38" name="rc3138"/>
            <p:cNvSpPr/>
            <p:nvPr/>
          </p:nvSpPr>
          <p:spPr>
            <a:xfrm>
              <a:off x="5185871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39" name="rc3139"/>
            <p:cNvSpPr/>
            <p:nvPr/>
          </p:nvSpPr>
          <p:spPr>
            <a:xfrm>
              <a:off x="5185871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40" name="rc3140"/>
            <p:cNvSpPr/>
            <p:nvPr/>
          </p:nvSpPr>
          <p:spPr>
            <a:xfrm>
              <a:off x="5185871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41" name="rc3141"/>
            <p:cNvSpPr/>
            <p:nvPr/>
          </p:nvSpPr>
          <p:spPr>
            <a:xfrm>
              <a:off x="5195458" y="2778125"/>
              <a:ext cx="9586" cy="317500"/>
            </a:xfrm>
            <a:prstGeom prst="rect">
              <a:avLst/>
            </a:prstGeom>
            <a:solidFill>
              <a:srgbClr val="C3E0E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42" name="rc3142"/>
            <p:cNvSpPr/>
            <p:nvPr/>
          </p:nvSpPr>
          <p:spPr>
            <a:xfrm>
              <a:off x="5195458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43" name="rc3143"/>
            <p:cNvSpPr/>
            <p:nvPr/>
          </p:nvSpPr>
          <p:spPr>
            <a:xfrm>
              <a:off x="5195458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44" name="rc3144"/>
            <p:cNvSpPr/>
            <p:nvPr/>
          </p:nvSpPr>
          <p:spPr>
            <a:xfrm>
              <a:off x="5195458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45" name="rc3145"/>
            <p:cNvSpPr/>
            <p:nvPr/>
          </p:nvSpPr>
          <p:spPr>
            <a:xfrm>
              <a:off x="5195458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46" name="rc3146"/>
            <p:cNvSpPr/>
            <p:nvPr/>
          </p:nvSpPr>
          <p:spPr>
            <a:xfrm>
              <a:off x="5195458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47" name="rc3147"/>
            <p:cNvSpPr/>
            <p:nvPr/>
          </p:nvSpPr>
          <p:spPr>
            <a:xfrm>
              <a:off x="5195458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48" name="rc3148"/>
            <p:cNvSpPr/>
            <p:nvPr/>
          </p:nvSpPr>
          <p:spPr>
            <a:xfrm>
              <a:off x="5195458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49" name="rc3149"/>
            <p:cNvSpPr/>
            <p:nvPr/>
          </p:nvSpPr>
          <p:spPr>
            <a:xfrm>
              <a:off x="5205045" y="2778125"/>
              <a:ext cx="9586" cy="317500"/>
            </a:xfrm>
            <a:prstGeom prst="rect">
              <a:avLst/>
            </a:prstGeom>
            <a:solidFill>
              <a:srgbClr val="BEDC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50" name="rc3150"/>
            <p:cNvSpPr/>
            <p:nvPr/>
          </p:nvSpPr>
          <p:spPr>
            <a:xfrm>
              <a:off x="5205045" y="3095625"/>
              <a:ext cx="9586" cy="317499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51" name="rc3151"/>
            <p:cNvSpPr/>
            <p:nvPr/>
          </p:nvSpPr>
          <p:spPr>
            <a:xfrm>
              <a:off x="5205045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52" name="rc3152"/>
            <p:cNvSpPr/>
            <p:nvPr/>
          </p:nvSpPr>
          <p:spPr>
            <a:xfrm>
              <a:off x="5205045" y="3730625"/>
              <a:ext cx="9586" cy="3175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53" name="rc3153"/>
            <p:cNvSpPr/>
            <p:nvPr/>
          </p:nvSpPr>
          <p:spPr>
            <a:xfrm>
              <a:off x="5205045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54" name="rc3154"/>
            <p:cNvSpPr/>
            <p:nvPr/>
          </p:nvSpPr>
          <p:spPr>
            <a:xfrm>
              <a:off x="5205045" y="4365625"/>
              <a:ext cx="9586" cy="3175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55" name="rc3155"/>
            <p:cNvSpPr/>
            <p:nvPr/>
          </p:nvSpPr>
          <p:spPr>
            <a:xfrm>
              <a:off x="5205045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56" name="rc3156"/>
            <p:cNvSpPr/>
            <p:nvPr/>
          </p:nvSpPr>
          <p:spPr>
            <a:xfrm>
              <a:off x="5205045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57" name="rc3157"/>
            <p:cNvSpPr/>
            <p:nvPr/>
          </p:nvSpPr>
          <p:spPr>
            <a:xfrm>
              <a:off x="5214632" y="2778125"/>
              <a:ext cx="9586" cy="317500"/>
            </a:xfrm>
            <a:prstGeom prst="rect">
              <a:avLst/>
            </a:prstGeom>
            <a:solidFill>
              <a:srgbClr val="8AB8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58" name="rc3158"/>
            <p:cNvSpPr/>
            <p:nvPr/>
          </p:nvSpPr>
          <p:spPr>
            <a:xfrm>
              <a:off x="5214632" y="3095625"/>
              <a:ext cx="9586" cy="317499"/>
            </a:xfrm>
            <a:prstGeom prst="rect">
              <a:avLst/>
            </a:prstGeom>
            <a:solidFill>
              <a:srgbClr val="FCAD6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59" name="rc3159"/>
            <p:cNvSpPr/>
            <p:nvPr/>
          </p:nvSpPr>
          <p:spPr>
            <a:xfrm>
              <a:off x="5214632" y="3413125"/>
              <a:ext cx="9586" cy="3175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60" name="rc3160"/>
            <p:cNvSpPr/>
            <p:nvPr/>
          </p:nvSpPr>
          <p:spPr>
            <a:xfrm>
              <a:off x="5214632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61" name="rc3161"/>
            <p:cNvSpPr/>
            <p:nvPr/>
          </p:nvSpPr>
          <p:spPr>
            <a:xfrm>
              <a:off x="5214632" y="4048125"/>
              <a:ext cx="9586" cy="317500"/>
            </a:xfrm>
            <a:prstGeom prst="rect">
              <a:avLst/>
            </a:prstGeom>
            <a:solidFill>
              <a:srgbClr val="608FC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62" name="rc3162"/>
            <p:cNvSpPr/>
            <p:nvPr/>
          </p:nvSpPr>
          <p:spPr>
            <a:xfrm>
              <a:off x="5214632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63" name="rc3163"/>
            <p:cNvSpPr/>
            <p:nvPr/>
          </p:nvSpPr>
          <p:spPr>
            <a:xfrm>
              <a:off x="5214632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64" name="rc3164"/>
            <p:cNvSpPr/>
            <p:nvPr/>
          </p:nvSpPr>
          <p:spPr>
            <a:xfrm>
              <a:off x="5214632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65" name="rc3165"/>
            <p:cNvSpPr/>
            <p:nvPr/>
          </p:nvSpPr>
          <p:spPr>
            <a:xfrm>
              <a:off x="5224218" y="2778125"/>
              <a:ext cx="9586" cy="317500"/>
            </a:xfrm>
            <a:prstGeom prst="rect">
              <a:avLst/>
            </a:prstGeom>
            <a:solidFill>
              <a:srgbClr val="80AF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66" name="rc3166"/>
            <p:cNvSpPr/>
            <p:nvPr/>
          </p:nvSpPr>
          <p:spPr>
            <a:xfrm>
              <a:off x="5224218" y="3095625"/>
              <a:ext cx="9586" cy="317499"/>
            </a:xfrm>
            <a:prstGeom prst="rect">
              <a:avLst/>
            </a:prstGeom>
            <a:solidFill>
              <a:srgbClr val="F4794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67" name="rc3167"/>
            <p:cNvSpPr/>
            <p:nvPr/>
          </p:nvSpPr>
          <p:spPr>
            <a:xfrm>
              <a:off x="5224218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68" name="rc3168"/>
            <p:cNvSpPr/>
            <p:nvPr/>
          </p:nvSpPr>
          <p:spPr>
            <a:xfrm>
              <a:off x="5224218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69" name="rc3169"/>
            <p:cNvSpPr/>
            <p:nvPr/>
          </p:nvSpPr>
          <p:spPr>
            <a:xfrm>
              <a:off x="5224218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70" name="rc3170"/>
            <p:cNvSpPr/>
            <p:nvPr/>
          </p:nvSpPr>
          <p:spPr>
            <a:xfrm>
              <a:off x="5224218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71" name="rc3171"/>
            <p:cNvSpPr/>
            <p:nvPr/>
          </p:nvSpPr>
          <p:spPr>
            <a:xfrm>
              <a:off x="5224218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72" name="rc3172"/>
            <p:cNvSpPr/>
            <p:nvPr/>
          </p:nvSpPr>
          <p:spPr>
            <a:xfrm>
              <a:off x="5224218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73" name="rc3173"/>
            <p:cNvSpPr/>
            <p:nvPr/>
          </p:nvSpPr>
          <p:spPr>
            <a:xfrm>
              <a:off x="5233805" y="2778125"/>
              <a:ext cx="9586" cy="317500"/>
            </a:xfrm>
            <a:prstGeom prst="rect">
              <a:avLst/>
            </a:prstGeom>
            <a:solidFill>
              <a:srgbClr val="93C0D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74" name="rc3174"/>
            <p:cNvSpPr/>
            <p:nvPr/>
          </p:nvSpPr>
          <p:spPr>
            <a:xfrm>
              <a:off x="5233805" y="3095625"/>
              <a:ext cx="9586" cy="317499"/>
            </a:xfrm>
            <a:prstGeom prst="rect">
              <a:avLst/>
            </a:prstGeom>
            <a:solidFill>
              <a:srgbClr val="FC8F5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75" name="rc3175"/>
            <p:cNvSpPr/>
            <p:nvPr/>
          </p:nvSpPr>
          <p:spPr>
            <a:xfrm>
              <a:off x="5233805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76" name="rc3176"/>
            <p:cNvSpPr/>
            <p:nvPr/>
          </p:nvSpPr>
          <p:spPr>
            <a:xfrm>
              <a:off x="5233805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77" name="rc3177"/>
            <p:cNvSpPr/>
            <p:nvPr/>
          </p:nvSpPr>
          <p:spPr>
            <a:xfrm>
              <a:off x="5233805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78" name="rc3178"/>
            <p:cNvSpPr/>
            <p:nvPr/>
          </p:nvSpPr>
          <p:spPr>
            <a:xfrm>
              <a:off x="5233805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79" name="rc3179"/>
            <p:cNvSpPr/>
            <p:nvPr/>
          </p:nvSpPr>
          <p:spPr>
            <a:xfrm>
              <a:off x="5233805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80" name="rc3180"/>
            <p:cNvSpPr/>
            <p:nvPr/>
          </p:nvSpPr>
          <p:spPr>
            <a:xfrm>
              <a:off x="5233805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81" name="rc3181"/>
            <p:cNvSpPr/>
            <p:nvPr/>
          </p:nvSpPr>
          <p:spPr>
            <a:xfrm>
              <a:off x="5243392" y="2778125"/>
              <a:ext cx="9586" cy="317500"/>
            </a:xfrm>
            <a:prstGeom prst="rect">
              <a:avLst/>
            </a:prstGeom>
            <a:solidFill>
              <a:srgbClr val="85B3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82" name="rc3182"/>
            <p:cNvSpPr/>
            <p:nvPr/>
          </p:nvSpPr>
          <p:spPr>
            <a:xfrm>
              <a:off x="5243392" y="3095625"/>
              <a:ext cx="9586" cy="317499"/>
            </a:xfrm>
            <a:prstGeom prst="rect">
              <a:avLst/>
            </a:prstGeom>
            <a:solidFill>
              <a:srgbClr val="FC9E6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83" name="rc3183"/>
            <p:cNvSpPr/>
            <p:nvPr/>
          </p:nvSpPr>
          <p:spPr>
            <a:xfrm>
              <a:off x="5243392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84" name="rc3184"/>
            <p:cNvSpPr/>
            <p:nvPr/>
          </p:nvSpPr>
          <p:spPr>
            <a:xfrm>
              <a:off x="5243392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85" name="rc3185"/>
            <p:cNvSpPr/>
            <p:nvPr/>
          </p:nvSpPr>
          <p:spPr>
            <a:xfrm>
              <a:off x="5243392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86" name="rc3186"/>
            <p:cNvSpPr/>
            <p:nvPr/>
          </p:nvSpPr>
          <p:spPr>
            <a:xfrm>
              <a:off x="5243392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87" name="rc3187"/>
            <p:cNvSpPr/>
            <p:nvPr/>
          </p:nvSpPr>
          <p:spPr>
            <a:xfrm>
              <a:off x="5243392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88" name="rc3188"/>
            <p:cNvSpPr/>
            <p:nvPr/>
          </p:nvSpPr>
          <p:spPr>
            <a:xfrm>
              <a:off x="5243392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89" name="rc3189"/>
            <p:cNvSpPr/>
            <p:nvPr/>
          </p:nvSpPr>
          <p:spPr>
            <a:xfrm>
              <a:off x="5252979" y="2778125"/>
              <a:ext cx="9586" cy="3175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90" name="rc3190"/>
            <p:cNvSpPr/>
            <p:nvPr/>
          </p:nvSpPr>
          <p:spPr>
            <a:xfrm>
              <a:off x="5252979" y="3095625"/>
              <a:ext cx="9586" cy="317499"/>
            </a:xfrm>
            <a:prstGeom prst="rect">
              <a:avLst/>
            </a:prstGeom>
            <a:solidFill>
              <a:srgbClr val="DD403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91" name="rc3191"/>
            <p:cNvSpPr/>
            <p:nvPr/>
          </p:nvSpPr>
          <p:spPr>
            <a:xfrm>
              <a:off x="5252979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92" name="rc3192"/>
            <p:cNvSpPr/>
            <p:nvPr/>
          </p:nvSpPr>
          <p:spPr>
            <a:xfrm>
              <a:off x="5252979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93" name="rc3193"/>
            <p:cNvSpPr/>
            <p:nvPr/>
          </p:nvSpPr>
          <p:spPr>
            <a:xfrm>
              <a:off x="5252979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94" name="rc3194"/>
            <p:cNvSpPr/>
            <p:nvPr/>
          </p:nvSpPr>
          <p:spPr>
            <a:xfrm>
              <a:off x="5252979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95" name="rc3195"/>
            <p:cNvSpPr/>
            <p:nvPr/>
          </p:nvSpPr>
          <p:spPr>
            <a:xfrm>
              <a:off x="5252979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96" name="rc3196"/>
            <p:cNvSpPr/>
            <p:nvPr/>
          </p:nvSpPr>
          <p:spPr>
            <a:xfrm>
              <a:off x="5252979" y="5000625"/>
              <a:ext cx="9586" cy="3175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97" name="rc3197"/>
            <p:cNvSpPr/>
            <p:nvPr/>
          </p:nvSpPr>
          <p:spPr>
            <a:xfrm>
              <a:off x="5262566" y="277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98" name="rc3198"/>
            <p:cNvSpPr/>
            <p:nvPr/>
          </p:nvSpPr>
          <p:spPr>
            <a:xfrm>
              <a:off x="5262566" y="3095625"/>
              <a:ext cx="9586" cy="317499"/>
            </a:xfrm>
            <a:prstGeom prst="rect">
              <a:avLst/>
            </a:prstGeom>
            <a:solidFill>
              <a:srgbClr val="DB3B2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99" name="rc3199"/>
            <p:cNvSpPr/>
            <p:nvPr/>
          </p:nvSpPr>
          <p:spPr>
            <a:xfrm>
              <a:off x="5262566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00" name="rc3200"/>
            <p:cNvSpPr/>
            <p:nvPr/>
          </p:nvSpPr>
          <p:spPr>
            <a:xfrm>
              <a:off x="5262566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01" name="rc3201"/>
            <p:cNvSpPr/>
            <p:nvPr/>
          </p:nvSpPr>
          <p:spPr>
            <a:xfrm>
              <a:off x="5262566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02" name="rc3202"/>
            <p:cNvSpPr/>
            <p:nvPr/>
          </p:nvSpPr>
          <p:spPr>
            <a:xfrm>
              <a:off x="5262566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03" name="rc3203"/>
            <p:cNvSpPr/>
            <p:nvPr/>
          </p:nvSpPr>
          <p:spPr>
            <a:xfrm>
              <a:off x="5262566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04" name="rc3204"/>
            <p:cNvSpPr/>
            <p:nvPr/>
          </p:nvSpPr>
          <p:spPr>
            <a:xfrm>
              <a:off x="5262566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05" name="rc3205"/>
            <p:cNvSpPr/>
            <p:nvPr/>
          </p:nvSpPr>
          <p:spPr>
            <a:xfrm>
              <a:off x="5272153" y="2778125"/>
              <a:ext cx="9586" cy="3175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06" name="rc3206"/>
            <p:cNvSpPr/>
            <p:nvPr/>
          </p:nvSpPr>
          <p:spPr>
            <a:xfrm>
              <a:off x="5272153" y="3095625"/>
              <a:ext cx="9586" cy="317499"/>
            </a:xfrm>
            <a:prstGeom prst="rect">
              <a:avLst/>
            </a:prstGeom>
            <a:solidFill>
              <a:srgbClr val="DB3B2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07" name="rc3207"/>
            <p:cNvSpPr/>
            <p:nvPr/>
          </p:nvSpPr>
          <p:spPr>
            <a:xfrm>
              <a:off x="5272153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08" name="rc3208"/>
            <p:cNvSpPr/>
            <p:nvPr/>
          </p:nvSpPr>
          <p:spPr>
            <a:xfrm>
              <a:off x="5272153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09" name="rc3209"/>
            <p:cNvSpPr/>
            <p:nvPr/>
          </p:nvSpPr>
          <p:spPr>
            <a:xfrm>
              <a:off x="5272153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10" name="rc3210"/>
            <p:cNvSpPr/>
            <p:nvPr/>
          </p:nvSpPr>
          <p:spPr>
            <a:xfrm>
              <a:off x="5272153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11" name="rc3211"/>
            <p:cNvSpPr/>
            <p:nvPr/>
          </p:nvSpPr>
          <p:spPr>
            <a:xfrm>
              <a:off x="5272153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12" name="rc3212"/>
            <p:cNvSpPr/>
            <p:nvPr/>
          </p:nvSpPr>
          <p:spPr>
            <a:xfrm>
              <a:off x="5272153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13" name="rc3213"/>
            <p:cNvSpPr/>
            <p:nvPr/>
          </p:nvSpPr>
          <p:spPr>
            <a:xfrm>
              <a:off x="5281740" y="2778125"/>
              <a:ext cx="9586" cy="3175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14" name="rc3214"/>
            <p:cNvSpPr/>
            <p:nvPr/>
          </p:nvSpPr>
          <p:spPr>
            <a:xfrm>
              <a:off x="5281740" y="3095625"/>
              <a:ext cx="9586" cy="317499"/>
            </a:xfrm>
            <a:prstGeom prst="rect">
              <a:avLst/>
            </a:prstGeom>
            <a:solidFill>
              <a:srgbClr val="DB3B2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15" name="rc3215"/>
            <p:cNvSpPr/>
            <p:nvPr/>
          </p:nvSpPr>
          <p:spPr>
            <a:xfrm>
              <a:off x="5281740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16" name="rc3216"/>
            <p:cNvSpPr/>
            <p:nvPr/>
          </p:nvSpPr>
          <p:spPr>
            <a:xfrm>
              <a:off x="5281740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17" name="rc3217"/>
            <p:cNvSpPr/>
            <p:nvPr/>
          </p:nvSpPr>
          <p:spPr>
            <a:xfrm>
              <a:off x="5281740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18" name="rc3218"/>
            <p:cNvSpPr/>
            <p:nvPr/>
          </p:nvSpPr>
          <p:spPr>
            <a:xfrm>
              <a:off x="5281740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19" name="rc3219"/>
            <p:cNvSpPr/>
            <p:nvPr/>
          </p:nvSpPr>
          <p:spPr>
            <a:xfrm>
              <a:off x="5281740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20" name="rc3220"/>
            <p:cNvSpPr/>
            <p:nvPr/>
          </p:nvSpPr>
          <p:spPr>
            <a:xfrm>
              <a:off x="5281740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21" name="rc3221"/>
            <p:cNvSpPr/>
            <p:nvPr/>
          </p:nvSpPr>
          <p:spPr>
            <a:xfrm>
              <a:off x="5291327" y="277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22" name="rc3222"/>
            <p:cNvSpPr/>
            <p:nvPr/>
          </p:nvSpPr>
          <p:spPr>
            <a:xfrm>
              <a:off x="5291327" y="3095625"/>
              <a:ext cx="9586" cy="317499"/>
            </a:xfrm>
            <a:prstGeom prst="rect">
              <a:avLst/>
            </a:prstGeom>
            <a:solidFill>
              <a:srgbClr val="D9352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23" name="rc3223"/>
            <p:cNvSpPr/>
            <p:nvPr/>
          </p:nvSpPr>
          <p:spPr>
            <a:xfrm>
              <a:off x="5291327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24" name="rc3224"/>
            <p:cNvSpPr/>
            <p:nvPr/>
          </p:nvSpPr>
          <p:spPr>
            <a:xfrm>
              <a:off x="5291327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25" name="rc3225"/>
            <p:cNvSpPr/>
            <p:nvPr/>
          </p:nvSpPr>
          <p:spPr>
            <a:xfrm>
              <a:off x="5291327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26" name="rc3226"/>
            <p:cNvSpPr/>
            <p:nvPr/>
          </p:nvSpPr>
          <p:spPr>
            <a:xfrm>
              <a:off x="5291327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27" name="rc3227"/>
            <p:cNvSpPr/>
            <p:nvPr/>
          </p:nvSpPr>
          <p:spPr>
            <a:xfrm>
              <a:off x="5291327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28" name="rc3228"/>
            <p:cNvSpPr/>
            <p:nvPr/>
          </p:nvSpPr>
          <p:spPr>
            <a:xfrm>
              <a:off x="5291327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29" name="rc3229"/>
            <p:cNvSpPr/>
            <p:nvPr/>
          </p:nvSpPr>
          <p:spPr>
            <a:xfrm>
              <a:off x="5300914" y="277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30" name="rc3230"/>
            <p:cNvSpPr/>
            <p:nvPr/>
          </p:nvSpPr>
          <p:spPr>
            <a:xfrm>
              <a:off x="5300914" y="3095625"/>
              <a:ext cx="9586" cy="317499"/>
            </a:xfrm>
            <a:prstGeom prst="rect">
              <a:avLst/>
            </a:prstGeom>
            <a:solidFill>
              <a:srgbClr val="D9352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31" name="rc3231"/>
            <p:cNvSpPr/>
            <p:nvPr/>
          </p:nvSpPr>
          <p:spPr>
            <a:xfrm>
              <a:off x="5300914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32" name="rc3232"/>
            <p:cNvSpPr/>
            <p:nvPr/>
          </p:nvSpPr>
          <p:spPr>
            <a:xfrm>
              <a:off x="5300914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33" name="rc3233"/>
            <p:cNvSpPr/>
            <p:nvPr/>
          </p:nvSpPr>
          <p:spPr>
            <a:xfrm>
              <a:off x="5300914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34" name="rc3234"/>
            <p:cNvSpPr/>
            <p:nvPr/>
          </p:nvSpPr>
          <p:spPr>
            <a:xfrm>
              <a:off x="5300914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35" name="rc3235"/>
            <p:cNvSpPr/>
            <p:nvPr/>
          </p:nvSpPr>
          <p:spPr>
            <a:xfrm>
              <a:off x="5300914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36" name="rc3236"/>
            <p:cNvSpPr/>
            <p:nvPr/>
          </p:nvSpPr>
          <p:spPr>
            <a:xfrm>
              <a:off x="5300914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37" name="rc3237"/>
            <p:cNvSpPr/>
            <p:nvPr/>
          </p:nvSpPr>
          <p:spPr>
            <a:xfrm>
              <a:off x="5310501" y="277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38" name="rc3238"/>
            <p:cNvSpPr/>
            <p:nvPr/>
          </p:nvSpPr>
          <p:spPr>
            <a:xfrm>
              <a:off x="5310501" y="3095625"/>
              <a:ext cx="9586" cy="317499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39" name="rc3239"/>
            <p:cNvSpPr/>
            <p:nvPr/>
          </p:nvSpPr>
          <p:spPr>
            <a:xfrm>
              <a:off x="5310501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40" name="rc3240"/>
            <p:cNvSpPr/>
            <p:nvPr/>
          </p:nvSpPr>
          <p:spPr>
            <a:xfrm>
              <a:off x="5310501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41" name="rc3241"/>
            <p:cNvSpPr/>
            <p:nvPr/>
          </p:nvSpPr>
          <p:spPr>
            <a:xfrm>
              <a:off x="5310501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42" name="rc3242"/>
            <p:cNvSpPr/>
            <p:nvPr/>
          </p:nvSpPr>
          <p:spPr>
            <a:xfrm>
              <a:off x="5310501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43" name="rc3243"/>
            <p:cNvSpPr/>
            <p:nvPr/>
          </p:nvSpPr>
          <p:spPr>
            <a:xfrm>
              <a:off x="5310501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44" name="rc3244"/>
            <p:cNvSpPr/>
            <p:nvPr/>
          </p:nvSpPr>
          <p:spPr>
            <a:xfrm>
              <a:off x="5310501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45" name="rc3245"/>
            <p:cNvSpPr/>
            <p:nvPr/>
          </p:nvSpPr>
          <p:spPr>
            <a:xfrm>
              <a:off x="5320088" y="277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46" name="rc3246"/>
            <p:cNvSpPr/>
            <p:nvPr/>
          </p:nvSpPr>
          <p:spPr>
            <a:xfrm>
              <a:off x="5320088" y="3095625"/>
              <a:ext cx="9586" cy="317499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47" name="rc3247"/>
            <p:cNvSpPr/>
            <p:nvPr/>
          </p:nvSpPr>
          <p:spPr>
            <a:xfrm>
              <a:off x="5320088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48" name="rc3248"/>
            <p:cNvSpPr/>
            <p:nvPr/>
          </p:nvSpPr>
          <p:spPr>
            <a:xfrm>
              <a:off x="5320088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49" name="rc3249"/>
            <p:cNvSpPr/>
            <p:nvPr/>
          </p:nvSpPr>
          <p:spPr>
            <a:xfrm>
              <a:off x="5320088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50" name="rc3250"/>
            <p:cNvSpPr/>
            <p:nvPr/>
          </p:nvSpPr>
          <p:spPr>
            <a:xfrm>
              <a:off x="5320088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51" name="rc3251"/>
            <p:cNvSpPr/>
            <p:nvPr/>
          </p:nvSpPr>
          <p:spPr>
            <a:xfrm>
              <a:off x="5320088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52" name="rc3252"/>
            <p:cNvSpPr/>
            <p:nvPr/>
          </p:nvSpPr>
          <p:spPr>
            <a:xfrm>
              <a:off x="5320088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53" name="rc3253"/>
            <p:cNvSpPr/>
            <p:nvPr/>
          </p:nvSpPr>
          <p:spPr>
            <a:xfrm>
              <a:off x="5329675" y="277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54" name="rc3254"/>
            <p:cNvSpPr/>
            <p:nvPr/>
          </p:nvSpPr>
          <p:spPr>
            <a:xfrm>
              <a:off x="5329675" y="3095625"/>
              <a:ext cx="9586" cy="317499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55" name="rc3255"/>
            <p:cNvSpPr/>
            <p:nvPr/>
          </p:nvSpPr>
          <p:spPr>
            <a:xfrm>
              <a:off x="5329675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56" name="rc3256"/>
            <p:cNvSpPr/>
            <p:nvPr/>
          </p:nvSpPr>
          <p:spPr>
            <a:xfrm>
              <a:off x="5329675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57" name="rc3257"/>
            <p:cNvSpPr/>
            <p:nvPr/>
          </p:nvSpPr>
          <p:spPr>
            <a:xfrm>
              <a:off x="5329675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58" name="rc3258"/>
            <p:cNvSpPr/>
            <p:nvPr/>
          </p:nvSpPr>
          <p:spPr>
            <a:xfrm>
              <a:off x="5329675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59" name="rc3259"/>
            <p:cNvSpPr/>
            <p:nvPr/>
          </p:nvSpPr>
          <p:spPr>
            <a:xfrm>
              <a:off x="5329675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60" name="rc3260"/>
            <p:cNvSpPr/>
            <p:nvPr/>
          </p:nvSpPr>
          <p:spPr>
            <a:xfrm>
              <a:off x="5329675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61" name="rc3261"/>
            <p:cNvSpPr/>
            <p:nvPr/>
          </p:nvSpPr>
          <p:spPr>
            <a:xfrm>
              <a:off x="5339262" y="277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62" name="rc3262"/>
            <p:cNvSpPr/>
            <p:nvPr/>
          </p:nvSpPr>
          <p:spPr>
            <a:xfrm>
              <a:off x="5339262" y="3095625"/>
              <a:ext cx="9586" cy="317499"/>
            </a:xfrm>
            <a:prstGeom prst="rect">
              <a:avLst/>
            </a:prstGeom>
            <a:solidFill>
              <a:srgbClr val="D9352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63" name="rc3263"/>
            <p:cNvSpPr/>
            <p:nvPr/>
          </p:nvSpPr>
          <p:spPr>
            <a:xfrm>
              <a:off x="5339262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64" name="rc3264"/>
            <p:cNvSpPr/>
            <p:nvPr/>
          </p:nvSpPr>
          <p:spPr>
            <a:xfrm>
              <a:off x="5339262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65" name="rc3265"/>
            <p:cNvSpPr/>
            <p:nvPr/>
          </p:nvSpPr>
          <p:spPr>
            <a:xfrm>
              <a:off x="5339262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66" name="rc3266"/>
            <p:cNvSpPr/>
            <p:nvPr/>
          </p:nvSpPr>
          <p:spPr>
            <a:xfrm>
              <a:off x="5339262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67" name="rc3267"/>
            <p:cNvSpPr/>
            <p:nvPr/>
          </p:nvSpPr>
          <p:spPr>
            <a:xfrm>
              <a:off x="5339262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68" name="rc3268"/>
            <p:cNvSpPr/>
            <p:nvPr/>
          </p:nvSpPr>
          <p:spPr>
            <a:xfrm>
              <a:off x="5339262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69" name="rc3269"/>
            <p:cNvSpPr/>
            <p:nvPr/>
          </p:nvSpPr>
          <p:spPr>
            <a:xfrm>
              <a:off x="5348849" y="2778125"/>
              <a:ext cx="9586" cy="3175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70" name="rc3270"/>
            <p:cNvSpPr/>
            <p:nvPr/>
          </p:nvSpPr>
          <p:spPr>
            <a:xfrm>
              <a:off x="5348849" y="3095625"/>
              <a:ext cx="9586" cy="317499"/>
            </a:xfrm>
            <a:prstGeom prst="rect">
              <a:avLst/>
            </a:prstGeom>
            <a:solidFill>
              <a:srgbClr val="D9352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71" name="rc3271"/>
            <p:cNvSpPr/>
            <p:nvPr/>
          </p:nvSpPr>
          <p:spPr>
            <a:xfrm>
              <a:off x="5348849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72" name="rc3272"/>
            <p:cNvSpPr/>
            <p:nvPr/>
          </p:nvSpPr>
          <p:spPr>
            <a:xfrm>
              <a:off x="5348849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73" name="rc3273"/>
            <p:cNvSpPr/>
            <p:nvPr/>
          </p:nvSpPr>
          <p:spPr>
            <a:xfrm>
              <a:off x="5348849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74" name="rc3274"/>
            <p:cNvSpPr/>
            <p:nvPr/>
          </p:nvSpPr>
          <p:spPr>
            <a:xfrm>
              <a:off x="5348849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75" name="rc3275"/>
            <p:cNvSpPr/>
            <p:nvPr/>
          </p:nvSpPr>
          <p:spPr>
            <a:xfrm>
              <a:off x="5348849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76" name="rc3276"/>
            <p:cNvSpPr/>
            <p:nvPr/>
          </p:nvSpPr>
          <p:spPr>
            <a:xfrm>
              <a:off x="5348849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77" name="rc3277"/>
            <p:cNvSpPr/>
            <p:nvPr/>
          </p:nvSpPr>
          <p:spPr>
            <a:xfrm>
              <a:off x="5358436" y="2778125"/>
              <a:ext cx="9586" cy="3175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78" name="rc3278"/>
            <p:cNvSpPr/>
            <p:nvPr/>
          </p:nvSpPr>
          <p:spPr>
            <a:xfrm>
              <a:off x="5358436" y="3095625"/>
              <a:ext cx="9586" cy="317499"/>
            </a:xfrm>
            <a:prstGeom prst="rect">
              <a:avLst/>
            </a:prstGeom>
            <a:solidFill>
              <a:srgbClr val="D9352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79" name="rc3279"/>
            <p:cNvSpPr/>
            <p:nvPr/>
          </p:nvSpPr>
          <p:spPr>
            <a:xfrm>
              <a:off x="5358436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80" name="rc3280"/>
            <p:cNvSpPr/>
            <p:nvPr/>
          </p:nvSpPr>
          <p:spPr>
            <a:xfrm>
              <a:off x="5358436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81" name="rc3281"/>
            <p:cNvSpPr/>
            <p:nvPr/>
          </p:nvSpPr>
          <p:spPr>
            <a:xfrm>
              <a:off x="5358436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82" name="rc3282"/>
            <p:cNvSpPr/>
            <p:nvPr/>
          </p:nvSpPr>
          <p:spPr>
            <a:xfrm>
              <a:off x="5358436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83" name="rc3283"/>
            <p:cNvSpPr/>
            <p:nvPr/>
          </p:nvSpPr>
          <p:spPr>
            <a:xfrm>
              <a:off x="5358436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84" name="rc3284"/>
            <p:cNvSpPr/>
            <p:nvPr/>
          </p:nvSpPr>
          <p:spPr>
            <a:xfrm>
              <a:off x="5358436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85" name="rc3285"/>
            <p:cNvSpPr/>
            <p:nvPr/>
          </p:nvSpPr>
          <p:spPr>
            <a:xfrm>
              <a:off x="5368023" y="2778125"/>
              <a:ext cx="9586" cy="3175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86" name="rc3286"/>
            <p:cNvSpPr/>
            <p:nvPr/>
          </p:nvSpPr>
          <p:spPr>
            <a:xfrm>
              <a:off x="5368023" y="3095625"/>
              <a:ext cx="9586" cy="317499"/>
            </a:xfrm>
            <a:prstGeom prst="rect">
              <a:avLst/>
            </a:prstGeom>
            <a:solidFill>
              <a:srgbClr val="ED68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87" name="rc3287"/>
            <p:cNvSpPr/>
            <p:nvPr/>
          </p:nvSpPr>
          <p:spPr>
            <a:xfrm>
              <a:off x="5368023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88" name="rc3288"/>
            <p:cNvSpPr/>
            <p:nvPr/>
          </p:nvSpPr>
          <p:spPr>
            <a:xfrm>
              <a:off x="5368023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89" name="rc3289"/>
            <p:cNvSpPr/>
            <p:nvPr/>
          </p:nvSpPr>
          <p:spPr>
            <a:xfrm>
              <a:off x="5368023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90" name="rc3290"/>
            <p:cNvSpPr/>
            <p:nvPr/>
          </p:nvSpPr>
          <p:spPr>
            <a:xfrm>
              <a:off x="5368023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91" name="rc3291"/>
            <p:cNvSpPr/>
            <p:nvPr/>
          </p:nvSpPr>
          <p:spPr>
            <a:xfrm>
              <a:off x="5368023" y="4683125"/>
              <a:ext cx="9586" cy="317500"/>
            </a:xfrm>
            <a:prstGeom prst="rect">
              <a:avLst/>
            </a:prstGeom>
            <a:solidFill>
              <a:srgbClr val="608FC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92" name="rc3292"/>
            <p:cNvSpPr/>
            <p:nvPr/>
          </p:nvSpPr>
          <p:spPr>
            <a:xfrm>
              <a:off x="5368023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93" name="rc3293"/>
            <p:cNvSpPr/>
            <p:nvPr/>
          </p:nvSpPr>
          <p:spPr>
            <a:xfrm>
              <a:off x="5377610" y="2778125"/>
              <a:ext cx="9586" cy="317500"/>
            </a:xfrm>
            <a:prstGeom prst="rect">
              <a:avLst/>
            </a:prstGeom>
            <a:solidFill>
              <a:srgbClr val="6998C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94" name="rc3294"/>
            <p:cNvSpPr/>
            <p:nvPr/>
          </p:nvSpPr>
          <p:spPr>
            <a:xfrm>
              <a:off x="5377610" y="3095625"/>
              <a:ext cx="9586" cy="317499"/>
            </a:xfrm>
            <a:prstGeom prst="rect">
              <a:avLst/>
            </a:prstGeom>
            <a:solidFill>
              <a:srgbClr val="E85D3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95" name="rc3295"/>
            <p:cNvSpPr/>
            <p:nvPr/>
          </p:nvSpPr>
          <p:spPr>
            <a:xfrm>
              <a:off x="5377610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96" name="rc3296"/>
            <p:cNvSpPr/>
            <p:nvPr/>
          </p:nvSpPr>
          <p:spPr>
            <a:xfrm>
              <a:off x="5377610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97" name="rc3297"/>
            <p:cNvSpPr/>
            <p:nvPr/>
          </p:nvSpPr>
          <p:spPr>
            <a:xfrm>
              <a:off x="5377610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98" name="rc3298"/>
            <p:cNvSpPr/>
            <p:nvPr/>
          </p:nvSpPr>
          <p:spPr>
            <a:xfrm>
              <a:off x="5377610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99" name="rc3299"/>
            <p:cNvSpPr/>
            <p:nvPr/>
          </p:nvSpPr>
          <p:spPr>
            <a:xfrm>
              <a:off x="5377610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00" name="rc3300"/>
            <p:cNvSpPr/>
            <p:nvPr/>
          </p:nvSpPr>
          <p:spPr>
            <a:xfrm>
              <a:off x="5377610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01" name="rc3301"/>
            <p:cNvSpPr/>
            <p:nvPr/>
          </p:nvSpPr>
          <p:spPr>
            <a:xfrm>
              <a:off x="5387197" y="2778125"/>
              <a:ext cx="9586" cy="317500"/>
            </a:xfrm>
            <a:prstGeom prst="rect">
              <a:avLst/>
            </a:prstGeom>
            <a:solidFill>
              <a:srgbClr val="73A1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02" name="rc3302"/>
            <p:cNvSpPr/>
            <p:nvPr/>
          </p:nvSpPr>
          <p:spPr>
            <a:xfrm>
              <a:off x="5387197" y="3095625"/>
              <a:ext cx="9586" cy="317499"/>
            </a:xfrm>
            <a:prstGeom prst="rect">
              <a:avLst/>
            </a:prstGeom>
            <a:solidFill>
              <a:srgbClr val="ED68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03" name="rc3303"/>
            <p:cNvSpPr/>
            <p:nvPr/>
          </p:nvSpPr>
          <p:spPr>
            <a:xfrm>
              <a:off x="5387197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04" name="rc3304"/>
            <p:cNvSpPr/>
            <p:nvPr/>
          </p:nvSpPr>
          <p:spPr>
            <a:xfrm>
              <a:off x="5387197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05" name="rc3305"/>
            <p:cNvSpPr/>
            <p:nvPr/>
          </p:nvSpPr>
          <p:spPr>
            <a:xfrm>
              <a:off x="5387197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06" name="rc3306"/>
            <p:cNvSpPr/>
            <p:nvPr/>
          </p:nvSpPr>
          <p:spPr>
            <a:xfrm>
              <a:off x="5387197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07" name="rc3307"/>
            <p:cNvSpPr/>
            <p:nvPr/>
          </p:nvSpPr>
          <p:spPr>
            <a:xfrm>
              <a:off x="5387197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08" name="rc3308"/>
            <p:cNvSpPr/>
            <p:nvPr/>
          </p:nvSpPr>
          <p:spPr>
            <a:xfrm>
              <a:off x="5387197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09" name="rc3309"/>
            <p:cNvSpPr/>
            <p:nvPr/>
          </p:nvSpPr>
          <p:spPr>
            <a:xfrm>
              <a:off x="5396784" y="2778125"/>
              <a:ext cx="9586" cy="3175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10" name="rc3310"/>
            <p:cNvSpPr/>
            <p:nvPr/>
          </p:nvSpPr>
          <p:spPr>
            <a:xfrm>
              <a:off x="5396784" y="3095625"/>
              <a:ext cx="9586" cy="317499"/>
            </a:xfrm>
            <a:prstGeom prst="rect">
              <a:avLst/>
            </a:prstGeom>
            <a:solidFill>
              <a:srgbClr val="EB62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11" name="rc3311"/>
            <p:cNvSpPr/>
            <p:nvPr/>
          </p:nvSpPr>
          <p:spPr>
            <a:xfrm>
              <a:off x="5396784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12" name="rc3312"/>
            <p:cNvSpPr/>
            <p:nvPr/>
          </p:nvSpPr>
          <p:spPr>
            <a:xfrm>
              <a:off x="5396784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13" name="rc3313"/>
            <p:cNvSpPr/>
            <p:nvPr/>
          </p:nvSpPr>
          <p:spPr>
            <a:xfrm>
              <a:off x="5396784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14" name="rc3314"/>
            <p:cNvSpPr/>
            <p:nvPr/>
          </p:nvSpPr>
          <p:spPr>
            <a:xfrm>
              <a:off x="5396784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15" name="rc3315"/>
            <p:cNvSpPr/>
            <p:nvPr/>
          </p:nvSpPr>
          <p:spPr>
            <a:xfrm>
              <a:off x="5396784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16" name="rc3316"/>
            <p:cNvSpPr/>
            <p:nvPr/>
          </p:nvSpPr>
          <p:spPr>
            <a:xfrm>
              <a:off x="5396784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17" name="rc3317"/>
            <p:cNvSpPr/>
            <p:nvPr/>
          </p:nvSpPr>
          <p:spPr>
            <a:xfrm>
              <a:off x="5406371" y="2778125"/>
              <a:ext cx="9586" cy="317500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18" name="rc3318"/>
            <p:cNvSpPr/>
            <p:nvPr/>
          </p:nvSpPr>
          <p:spPr>
            <a:xfrm>
              <a:off x="5406371" y="3095625"/>
              <a:ext cx="9586" cy="317499"/>
            </a:xfrm>
            <a:prstGeom prst="rect">
              <a:avLst/>
            </a:prstGeom>
            <a:solidFill>
              <a:srgbClr val="E6573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19" name="rc3319"/>
            <p:cNvSpPr/>
            <p:nvPr/>
          </p:nvSpPr>
          <p:spPr>
            <a:xfrm>
              <a:off x="5406371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20" name="rc3320"/>
            <p:cNvSpPr/>
            <p:nvPr/>
          </p:nvSpPr>
          <p:spPr>
            <a:xfrm>
              <a:off x="5406371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21" name="rc3321"/>
            <p:cNvSpPr/>
            <p:nvPr/>
          </p:nvSpPr>
          <p:spPr>
            <a:xfrm>
              <a:off x="5406371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22" name="rc3322"/>
            <p:cNvSpPr/>
            <p:nvPr/>
          </p:nvSpPr>
          <p:spPr>
            <a:xfrm>
              <a:off x="5406371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23" name="rc3323"/>
            <p:cNvSpPr/>
            <p:nvPr/>
          </p:nvSpPr>
          <p:spPr>
            <a:xfrm>
              <a:off x="5406371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24" name="rc3324"/>
            <p:cNvSpPr/>
            <p:nvPr/>
          </p:nvSpPr>
          <p:spPr>
            <a:xfrm>
              <a:off x="5406371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25" name="rc3325"/>
            <p:cNvSpPr/>
            <p:nvPr/>
          </p:nvSpPr>
          <p:spPr>
            <a:xfrm>
              <a:off x="5415958" y="2778125"/>
              <a:ext cx="9586" cy="317500"/>
            </a:xfrm>
            <a:prstGeom prst="rect">
              <a:avLst/>
            </a:prstGeom>
            <a:solidFill>
              <a:srgbClr val="608FC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26" name="rc3326"/>
            <p:cNvSpPr/>
            <p:nvPr/>
          </p:nvSpPr>
          <p:spPr>
            <a:xfrm>
              <a:off x="5415958" y="3095625"/>
              <a:ext cx="9586" cy="317499"/>
            </a:xfrm>
            <a:prstGeom prst="rect">
              <a:avLst/>
            </a:prstGeom>
            <a:solidFill>
              <a:srgbClr val="E6573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27" name="rc3327"/>
            <p:cNvSpPr/>
            <p:nvPr/>
          </p:nvSpPr>
          <p:spPr>
            <a:xfrm>
              <a:off x="5415958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28" name="rc3328"/>
            <p:cNvSpPr/>
            <p:nvPr/>
          </p:nvSpPr>
          <p:spPr>
            <a:xfrm>
              <a:off x="5415958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29" name="rc3329"/>
            <p:cNvSpPr/>
            <p:nvPr/>
          </p:nvSpPr>
          <p:spPr>
            <a:xfrm>
              <a:off x="5415958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30" name="rc3330"/>
            <p:cNvSpPr/>
            <p:nvPr/>
          </p:nvSpPr>
          <p:spPr>
            <a:xfrm>
              <a:off x="5415958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31" name="rc3331"/>
            <p:cNvSpPr/>
            <p:nvPr/>
          </p:nvSpPr>
          <p:spPr>
            <a:xfrm>
              <a:off x="5415958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32" name="rc3332"/>
            <p:cNvSpPr/>
            <p:nvPr/>
          </p:nvSpPr>
          <p:spPr>
            <a:xfrm>
              <a:off x="5415958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33" name="rc3333"/>
            <p:cNvSpPr/>
            <p:nvPr/>
          </p:nvSpPr>
          <p:spPr>
            <a:xfrm>
              <a:off x="5425544" y="2778125"/>
              <a:ext cx="9586" cy="317500"/>
            </a:xfrm>
            <a:prstGeom prst="rect">
              <a:avLst/>
            </a:prstGeom>
            <a:solidFill>
              <a:srgbClr val="DBEF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34" name="rc3334"/>
            <p:cNvSpPr/>
            <p:nvPr/>
          </p:nvSpPr>
          <p:spPr>
            <a:xfrm>
              <a:off x="5425544" y="3095625"/>
              <a:ext cx="9586" cy="317499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35" name="rc3335"/>
            <p:cNvSpPr/>
            <p:nvPr/>
          </p:nvSpPr>
          <p:spPr>
            <a:xfrm>
              <a:off x="5425544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36" name="rc3336"/>
            <p:cNvSpPr/>
            <p:nvPr/>
          </p:nvSpPr>
          <p:spPr>
            <a:xfrm>
              <a:off x="5425544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37" name="rc3337"/>
            <p:cNvSpPr/>
            <p:nvPr/>
          </p:nvSpPr>
          <p:spPr>
            <a:xfrm>
              <a:off x="5425544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38" name="rc3338"/>
            <p:cNvSpPr/>
            <p:nvPr/>
          </p:nvSpPr>
          <p:spPr>
            <a:xfrm>
              <a:off x="5425544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39" name="rc3339"/>
            <p:cNvSpPr/>
            <p:nvPr/>
          </p:nvSpPr>
          <p:spPr>
            <a:xfrm>
              <a:off x="5425544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40" name="rc3340"/>
            <p:cNvSpPr/>
            <p:nvPr/>
          </p:nvSpPr>
          <p:spPr>
            <a:xfrm>
              <a:off x="5425544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41" name="rc3341"/>
            <p:cNvSpPr/>
            <p:nvPr/>
          </p:nvSpPr>
          <p:spPr>
            <a:xfrm>
              <a:off x="5435131" y="2778125"/>
              <a:ext cx="9586" cy="317500"/>
            </a:xfrm>
            <a:prstGeom prst="rect">
              <a:avLst/>
            </a:prstGeom>
            <a:solidFill>
              <a:srgbClr val="E0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42" name="rc3342"/>
            <p:cNvSpPr/>
            <p:nvPr/>
          </p:nvSpPr>
          <p:spPr>
            <a:xfrm>
              <a:off x="5435131" y="3095625"/>
              <a:ext cx="9586" cy="317499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43" name="rc3343"/>
            <p:cNvSpPr/>
            <p:nvPr/>
          </p:nvSpPr>
          <p:spPr>
            <a:xfrm>
              <a:off x="5435131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44" name="rc3344"/>
            <p:cNvSpPr/>
            <p:nvPr/>
          </p:nvSpPr>
          <p:spPr>
            <a:xfrm>
              <a:off x="5435131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45" name="rc3345"/>
            <p:cNvSpPr/>
            <p:nvPr/>
          </p:nvSpPr>
          <p:spPr>
            <a:xfrm>
              <a:off x="5435131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46" name="rc3346"/>
            <p:cNvSpPr/>
            <p:nvPr/>
          </p:nvSpPr>
          <p:spPr>
            <a:xfrm>
              <a:off x="5435131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47" name="rc3347"/>
            <p:cNvSpPr/>
            <p:nvPr/>
          </p:nvSpPr>
          <p:spPr>
            <a:xfrm>
              <a:off x="5435131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48" name="rc3348"/>
            <p:cNvSpPr/>
            <p:nvPr/>
          </p:nvSpPr>
          <p:spPr>
            <a:xfrm>
              <a:off x="5435131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49" name="rc3349"/>
            <p:cNvSpPr/>
            <p:nvPr/>
          </p:nvSpPr>
          <p:spPr>
            <a:xfrm>
              <a:off x="5444718" y="2778125"/>
              <a:ext cx="9586" cy="317500"/>
            </a:xfrm>
            <a:prstGeom prst="rect">
              <a:avLst/>
            </a:prstGeom>
            <a:solidFill>
              <a:srgbClr val="C8E3E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50" name="rc3350"/>
            <p:cNvSpPr/>
            <p:nvPr/>
          </p:nvSpPr>
          <p:spPr>
            <a:xfrm>
              <a:off x="5444718" y="3095625"/>
              <a:ext cx="9586" cy="317499"/>
            </a:xfrm>
            <a:prstGeom prst="rect">
              <a:avLst/>
            </a:prstGeom>
            <a:solidFill>
              <a:srgbClr val="FDC6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51" name="rc3351"/>
            <p:cNvSpPr/>
            <p:nvPr/>
          </p:nvSpPr>
          <p:spPr>
            <a:xfrm>
              <a:off x="5444718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52" name="rc3352"/>
            <p:cNvSpPr/>
            <p:nvPr/>
          </p:nvSpPr>
          <p:spPr>
            <a:xfrm>
              <a:off x="5444718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53" name="rc3353"/>
            <p:cNvSpPr/>
            <p:nvPr/>
          </p:nvSpPr>
          <p:spPr>
            <a:xfrm>
              <a:off x="5444718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54" name="rc3354"/>
            <p:cNvSpPr/>
            <p:nvPr/>
          </p:nvSpPr>
          <p:spPr>
            <a:xfrm>
              <a:off x="5444718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55" name="rc3355"/>
            <p:cNvSpPr/>
            <p:nvPr/>
          </p:nvSpPr>
          <p:spPr>
            <a:xfrm>
              <a:off x="5444718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56" name="rc3356"/>
            <p:cNvSpPr/>
            <p:nvPr/>
          </p:nvSpPr>
          <p:spPr>
            <a:xfrm>
              <a:off x="5444718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57" name="rc3357"/>
            <p:cNvSpPr/>
            <p:nvPr/>
          </p:nvSpPr>
          <p:spPr>
            <a:xfrm>
              <a:off x="5454305" y="2778125"/>
              <a:ext cx="9586" cy="317500"/>
            </a:xfrm>
            <a:prstGeom prst="rect">
              <a:avLst/>
            </a:prstGeom>
            <a:solidFill>
              <a:srgbClr val="CCE6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58" name="rc3358"/>
            <p:cNvSpPr/>
            <p:nvPr/>
          </p:nvSpPr>
          <p:spPr>
            <a:xfrm>
              <a:off x="5454305" y="3095625"/>
              <a:ext cx="9586" cy="317499"/>
            </a:xfrm>
            <a:prstGeom prst="rect">
              <a:avLst/>
            </a:prstGeom>
            <a:solidFill>
              <a:srgbClr val="FDCB8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59" name="rc3359"/>
            <p:cNvSpPr/>
            <p:nvPr/>
          </p:nvSpPr>
          <p:spPr>
            <a:xfrm>
              <a:off x="5454305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60" name="rc3360"/>
            <p:cNvSpPr/>
            <p:nvPr/>
          </p:nvSpPr>
          <p:spPr>
            <a:xfrm>
              <a:off x="5454305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61" name="rc3361"/>
            <p:cNvSpPr/>
            <p:nvPr/>
          </p:nvSpPr>
          <p:spPr>
            <a:xfrm>
              <a:off x="5454305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62" name="rc3362"/>
            <p:cNvSpPr/>
            <p:nvPr/>
          </p:nvSpPr>
          <p:spPr>
            <a:xfrm>
              <a:off x="5454305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63" name="rc3363"/>
            <p:cNvSpPr/>
            <p:nvPr/>
          </p:nvSpPr>
          <p:spPr>
            <a:xfrm>
              <a:off x="5454305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64" name="rc3364"/>
            <p:cNvSpPr/>
            <p:nvPr/>
          </p:nvSpPr>
          <p:spPr>
            <a:xfrm>
              <a:off x="5454305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65" name="rc3365"/>
            <p:cNvSpPr/>
            <p:nvPr/>
          </p:nvSpPr>
          <p:spPr>
            <a:xfrm>
              <a:off x="5463892" y="2778125"/>
              <a:ext cx="9586" cy="317500"/>
            </a:xfrm>
            <a:prstGeom prst="rect">
              <a:avLst/>
            </a:prstGeom>
            <a:solidFill>
              <a:srgbClr val="CCE6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66" name="rc3366"/>
            <p:cNvSpPr/>
            <p:nvPr/>
          </p:nvSpPr>
          <p:spPr>
            <a:xfrm>
              <a:off x="5463892" y="3095625"/>
              <a:ext cx="9586" cy="317499"/>
            </a:xfrm>
            <a:prstGeom prst="rect">
              <a:avLst/>
            </a:prstGeom>
            <a:solidFill>
              <a:srgbClr val="FDCB8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67" name="rc3367"/>
            <p:cNvSpPr/>
            <p:nvPr/>
          </p:nvSpPr>
          <p:spPr>
            <a:xfrm>
              <a:off x="5463892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68" name="rc3368"/>
            <p:cNvSpPr/>
            <p:nvPr/>
          </p:nvSpPr>
          <p:spPr>
            <a:xfrm>
              <a:off x="5463892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69" name="rc3369"/>
            <p:cNvSpPr/>
            <p:nvPr/>
          </p:nvSpPr>
          <p:spPr>
            <a:xfrm>
              <a:off x="5463892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70" name="rc3370"/>
            <p:cNvSpPr/>
            <p:nvPr/>
          </p:nvSpPr>
          <p:spPr>
            <a:xfrm>
              <a:off x="5463892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71" name="rc3371"/>
            <p:cNvSpPr/>
            <p:nvPr/>
          </p:nvSpPr>
          <p:spPr>
            <a:xfrm>
              <a:off x="5463892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72" name="rc3372"/>
            <p:cNvSpPr/>
            <p:nvPr/>
          </p:nvSpPr>
          <p:spPr>
            <a:xfrm>
              <a:off x="5463892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73" name="rc3373"/>
            <p:cNvSpPr/>
            <p:nvPr/>
          </p:nvSpPr>
          <p:spPr>
            <a:xfrm>
              <a:off x="5473479" y="2778125"/>
              <a:ext cx="9586" cy="317500"/>
            </a:xfrm>
            <a:prstGeom prst="rect">
              <a:avLst/>
            </a:prstGeom>
            <a:solidFill>
              <a:srgbClr val="D1E9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74" name="rc3374"/>
            <p:cNvSpPr/>
            <p:nvPr/>
          </p:nvSpPr>
          <p:spPr>
            <a:xfrm>
              <a:off x="5473479" y="3095625"/>
              <a:ext cx="9586" cy="317499"/>
            </a:xfrm>
            <a:prstGeom prst="rect">
              <a:avLst/>
            </a:prstGeom>
            <a:solidFill>
              <a:srgbClr val="FDD08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75" name="rc3375"/>
            <p:cNvSpPr/>
            <p:nvPr/>
          </p:nvSpPr>
          <p:spPr>
            <a:xfrm>
              <a:off x="5473479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76" name="rc3376"/>
            <p:cNvSpPr/>
            <p:nvPr/>
          </p:nvSpPr>
          <p:spPr>
            <a:xfrm>
              <a:off x="5473479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77" name="rc3377"/>
            <p:cNvSpPr/>
            <p:nvPr/>
          </p:nvSpPr>
          <p:spPr>
            <a:xfrm>
              <a:off x="5473479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78" name="rc3378"/>
            <p:cNvSpPr/>
            <p:nvPr/>
          </p:nvSpPr>
          <p:spPr>
            <a:xfrm>
              <a:off x="5473479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79" name="rc3379"/>
            <p:cNvSpPr/>
            <p:nvPr/>
          </p:nvSpPr>
          <p:spPr>
            <a:xfrm>
              <a:off x="5473479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80" name="rc3380"/>
            <p:cNvSpPr/>
            <p:nvPr/>
          </p:nvSpPr>
          <p:spPr>
            <a:xfrm>
              <a:off x="5473479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81" name="rc3381"/>
            <p:cNvSpPr/>
            <p:nvPr/>
          </p:nvSpPr>
          <p:spPr>
            <a:xfrm>
              <a:off x="5483066" y="2778125"/>
              <a:ext cx="9586" cy="317500"/>
            </a:xfrm>
            <a:prstGeom prst="rect">
              <a:avLst/>
            </a:prstGeom>
            <a:solidFill>
              <a:srgbClr val="D6EC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82" name="rc3382"/>
            <p:cNvSpPr/>
            <p:nvPr/>
          </p:nvSpPr>
          <p:spPr>
            <a:xfrm>
              <a:off x="5483066" y="3095625"/>
              <a:ext cx="9586" cy="317499"/>
            </a:xfrm>
            <a:prstGeom prst="rect">
              <a:avLst/>
            </a:prstGeom>
            <a:solidFill>
              <a:srgbClr val="FDD58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83" name="rc3383"/>
            <p:cNvSpPr/>
            <p:nvPr/>
          </p:nvSpPr>
          <p:spPr>
            <a:xfrm>
              <a:off x="5483066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84" name="rc3384"/>
            <p:cNvSpPr/>
            <p:nvPr/>
          </p:nvSpPr>
          <p:spPr>
            <a:xfrm>
              <a:off x="5483066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85" name="rc3385"/>
            <p:cNvSpPr/>
            <p:nvPr/>
          </p:nvSpPr>
          <p:spPr>
            <a:xfrm>
              <a:off x="5483066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86" name="rc3386"/>
            <p:cNvSpPr/>
            <p:nvPr/>
          </p:nvSpPr>
          <p:spPr>
            <a:xfrm>
              <a:off x="5483066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87" name="rc3387"/>
            <p:cNvSpPr/>
            <p:nvPr/>
          </p:nvSpPr>
          <p:spPr>
            <a:xfrm>
              <a:off x="5483066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88" name="rc3388"/>
            <p:cNvSpPr/>
            <p:nvPr/>
          </p:nvSpPr>
          <p:spPr>
            <a:xfrm>
              <a:off x="5483066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89" name="rc3389"/>
            <p:cNvSpPr/>
            <p:nvPr/>
          </p:nvSpPr>
          <p:spPr>
            <a:xfrm>
              <a:off x="5492653" y="2778125"/>
              <a:ext cx="9586" cy="317500"/>
            </a:xfrm>
            <a:prstGeom prst="rect">
              <a:avLst/>
            </a:prstGeom>
            <a:solidFill>
              <a:srgbClr val="D1E9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90" name="rc3390"/>
            <p:cNvSpPr/>
            <p:nvPr/>
          </p:nvSpPr>
          <p:spPr>
            <a:xfrm>
              <a:off x="5492653" y="3095625"/>
              <a:ext cx="9586" cy="317499"/>
            </a:xfrm>
            <a:prstGeom prst="rect">
              <a:avLst/>
            </a:prstGeom>
            <a:solidFill>
              <a:srgbClr val="FDD58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91" name="rc3391"/>
            <p:cNvSpPr/>
            <p:nvPr/>
          </p:nvSpPr>
          <p:spPr>
            <a:xfrm>
              <a:off x="5492653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92" name="rc3392"/>
            <p:cNvSpPr/>
            <p:nvPr/>
          </p:nvSpPr>
          <p:spPr>
            <a:xfrm>
              <a:off x="5492653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93" name="rc3393"/>
            <p:cNvSpPr/>
            <p:nvPr/>
          </p:nvSpPr>
          <p:spPr>
            <a:xfrm>
              <a:off x="5492653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94" name="rc3394"/>
            <p:cNvSpPr/>
            <p:nvPr/>
          </p:nvSpPr>
          <p:spPr>
            <a:xfrm>
              <a:off x="5492653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95" name="rc3395"/>
            <p:cNvSpPr/>
            <p:nvPr/>
          </p:nvSpPr>
          <p:spPr>
            <a:xfrm>
              <a:off x="5492653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96" name="rc3396"/>
            <p:cNvSpPr/>
            <p:nvPr/>
          </p:nvSpPr>
          <p:spPr>
            <a:xfrm>
              <a:off x="5492653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97" name="rc3397"/>
            <p:cNvSpPr/>
            <p:nvPr/>
          </p:nvSpPr>
          <p:spPr>
            <a:xfrm>
              <a:off x="5502240" y="2778125"/>
              <a:ext cx="9586" cy="317500"/>
            </a:xfrm>
            <a:prstGeom prst="rect">
              <a:avLst/>
            </a:prstGeom>
            <a:solidFill>
              <a:srgbClr val="D1E9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98" name="rc3398"/>
            <p:cNvSpPr/>
            <p:nvPr/>
          </p:nvSpPr>
          <p:spPr>
            <a:xfrm>
              <a:off x="5502240" y="3095625"/>
              <a:ext cx="9586" cy="317499"/>
            </a:xfrm>
            <a:prstGeom prst="rect">
              <a:avLst/>
            </a:prstGeom>
            <a:solidFill>
              <a:srgbClr val="FDD58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99" name="rc3399"/>
            <p:cNvSpPr/>
            <p:nvPr/>
          </p:nvSpPr>
          <p:spPr>
            <a:xfrm>
              <a:off x="5502240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00" name="rc3400"/>
            <p:cNvSpPr/>
            <p:nvPr/>
          </p:nvSpPr>
          <p:spPr>
            <a:xfrm>
              <a:off x="5502240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01" name="rc3401"/>
            <p:cNvSpPr/>
            <p:nvPr/>
          </p:nvSpPr>
          <p:spPr>
            <a:xfrm>
              <a:off x="5502240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02" name="rc3402"/>
            <p:cNvSpPr/>
            <p:nvPr/>
          </p:nvSpPr>
          <p:spPr>
            <a:xfrm>
              <a:off x="5502240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03" name="rc3403"/>
            <p:cNvSpPr/>
            <p:nvPr/>
          </p:nvSpPr>
          <p:spPr>
            <a:xfrm>
              <a:off x="5502240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04" name="rc3404"/>
            <p:cNvSpPr/>
            <p:nvPr/>
          </p:nvSpPr>
          <p:spPr>
            <a:xfrm>
              <a:off x="5502240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05" name="rc3405"/>
            <p:cNvSpPr/>
            <p:nvPr/>
          </p:nvSpPr>
          <p:spPr>
            <a:xfrm>
              <a:off x="5511827" y="2778125"/>
              <a:ext cx="9586" cy="317500"/>
            </a:xfrm>
            <a:prstGeom prst="rect">
              <a:avLst/>
            </a:prstGeom>
            <a:solidFill>
              <a:srgbClr val="EFF8D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06" name="rc3406"/>
            <p:cNvSpPr/>
            <p:nvPr/>
          </p:nvSpPr>
          <p:spPr>
            <a:xfrm>
              <a:off x="5511827" y="3095625"/>
              <a:ext cx="9586" cy="317499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07" name="rc3407"/>
            <p:cNvSpPr/>
            <p:nvPr/>
          </p:nvSpPr>
          <p:spPr>
            <a:xfrm>
              <a:off x="5511827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08" name="rc3408"/>
            <p:cNvSpPr/>
            <p:nvPr/>
          </p:nvSpPr>
          <p:spPr>
            <a:xfrm>
              <a:off x="5511827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09" name="rc3409"/>
            <p:cNvSpPr/>
            <p:nvPr/>
          </p:nvSpPr>
          <p:spPr>
            <a:xfrm>
              <a:off x="5511827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10" name="rc3410"/>
            <p:cNvSpPr/>
            <p:nvPr/>
          </p:nvSpPr>
          <p:spPr>
            <a:xfrm>
              <a:off x="5511827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11" name="rc3411"/>
            <p:cNvSpPr/>
            <p:nvPr/>
          </p:nvSpPr>
          <p:spPr>
            <a:xfrm>
              <a:off x="5511827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12" name="rc3412"/>
            <p:cNvSpPr/>
            <p:nvPr/>
          </p:nvSpPr>
          <p:spPr>
            <a:xfrm>
              <a:off x="5511827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13" name="rc3413"/>
            <p:cNvSpPr/>
            <p:nvPr/>
          </p:nvSpPr>
          <p:spPr>
            <a:xfrm>
              <a:off x="5521414" y="2778125"/>
              <a:ext cx="9586" cy="31750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14" name="rc3414"/>
            <p:cNvSpPr/>
            <p:nvPr/>
          </p:nvSpPr>
          <p:spPr>
            <a:xfrm>
              <a:off x="5521414" y="3095625"/>
              <a:ext cx="9586" cy="317499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15" name="rc3415"/>
            <p:cNvSpPr/>
            <p:nvPr/>
          </p:nvSpPr>
          <p:spPr>
            <a:xfrm>
              <a:off x="5521414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16" name="rc3416"/>
            <p:cNvSpPr/>
            <p:nvPr/>
          </p:nvSpPr>
          <p:spPr>
            <a:xfrm>
              <a:off x="5521414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17" name="rc3417"/>
            <p:cNvSpPr/>
            <p:nvPr/>
          </p:nvSpPr>
          <p:spPr>
            <a:xfrm>
              <a:off x="5521414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18" name="rc3418"/>
            <p:cNvSpPr/>
            <p:nvPr/>
          </p:nvSpPr>
          <p:spPr>
            <a:xfrm>
              <a:off x="5521414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19" name="rc3419"/>
            <p:cNvSpPr/>
            <p:nvPr/>
          </p:nvSpPr>
          <p:spPr>
            <a:xfrm>
              <a:off x="5521414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20" name="rc3420"/>
            <p:cNvSpPr/>
            <p:nvPr/>
          </p:nvSpPr>
          <p:spPr>
            <a:xfrm>
              <a:off x="5521414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21" name="rc3421"/>
            <p:cNvSpPr/>
            <p:nvPr/>
          </p:nvSpPr>
          <p:spPr>
            <a:xfrm>
              <a:off x="5531001" y="2778125"/>
              <a:ext cx="9586" cy="317500"/>
            </a:xfrm>
            <a:prstGeom prst="rect">
              <a:avLst/>
            </a:prstGeom>
            <a:solidFill>
              <a:srgbClr val="F2FA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22" name="rc3422"/>
            <p:cNvSpPr/>
            <p:nvPr/>
          </p:nvSpPr>
          <p:spPr>
            <a:xfrm>
              <a:off x="5531001" y="3095625"/>
              <a:ext cx="9586" cy="317499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23" name="rc3423"/>
            <p:cNvSpPr/>
            <p:nvPr/>
          </p:nvSpPr>
          <p:spPr>
            <a:xfrm>
              <a:off x="5531001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24" name="rc3424"/>
            <p:cNvSpPr/>
            <p:nvPr/>
          </p:nvSpPr>
          <p:spPr>
            <a:xfrm>
              <a:off x="5531001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25" name="rc3425"/>
            <p:cNvSpPr/>
            <p:nvPr/>
          </p:nvSpPr>
          <p:spPr>
            <a:xfrm>
              <a:off x="5531001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26" name="rc3426"/>
            <p:cNvSpPr/>
            <p:nvPr/>
          </p:nvSpPr>
          <p:spPr>
            <a:xfrm>
              <a:off x="5531001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27" name="rc3427"/>
            <p:cNvSpPr/>
            <p:nvPr/>
          </p:nvSpPr>
          <p:spPr>
            <a:xfrm>
              <a:off x="5531001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28" name="rc3428"/>
            <p:cNvSpPr/>
            <p:nvPr/>
          </p:nvSpPr>
          <p:spPr>
            <a:xfrm>
              <a:off x="5531001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29" name="rc3429"/>
            <p:cNvSpPr/>
            <p:nvPr/>
          </p:nvSpPr>
          <p:spPr>
            <a:xfrm>
              <a:off x="5540588" y="2778125"/>
              <a:ext cx="9586" cy="317500"/>
            </a:xfrm>
            <a:prstGeom prst="rect">
              <a:avLst/>
            </a:prstGeom>
            <a:solidFill>
              <a:srgbClr val="E5F5E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30" name="rc3430"/>
            <p:cNvSpPr/>
            <p:nvPr/>
          </p:nvSpPr>
          <p:spPr>
            <a:xfrm>
              <a:off x="5540588" y="3095625"/>
              <a:ext cx="9586" cy="317499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31" name="rc3431"/>
            <p:cNvSpPr/>
            <p:nvPr/>
          </p:nvSpPr>
          <p:spPr>
            <a:xfrm>
              <a:off x="5540588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32" name="rc3432"/>
            <p:cNvSpPr/>
            <p:nvPr/>
          </p:nvSpPr>
          <p:spPr>
            <a:xfrm>
              <a:off x="5540588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33" name="rc3433"/>
            <p:cNvSpPr/>
            <p:nvPr/>
          </p:nvSpPr>
          <p:spPr>
            <a:xfrm>
              <a:off x="5540588" y="4048125"/>
              <a:ext cx="9586" cy="317500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34" name="rc3434"/>
            <p:cNvSpPr/>
            <p:nvPr/>
          </p:nvSpPr>
          <p:spPr>
            <a:xfrm>
              <a:off x="5540588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35" name="rc3435"/>
            <p:cNvSpPr/>
            <p:nvPr/>
          </p:nvSpPr>
          <p:spPr>
            <a:xfrm>
              <a:off x="5540588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36" name="rc3436"/>
            <p:cNvSpPr/>
            <p:nvPr/>
          </p:nvSpPr>
          <p:spPr>
            <a:xfrm>
              <a:off x="5540588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37" name="rc3437"/>
            <p:cNvSpPr/>
            <p:nvPr/>
          </p:nvSpPr>
          <p:spPr>
            <a:xfrm>
              <a:off x="5550175" y="2778125"/>
              <a:ext cx="9586" cy="317500"/>
            </a:xfrm>
            <a:prstGeom prst="rect">
              <a:avLst/>
            </a:prstGeom>
            <a:solidFill>
              <a:srgbClr val="E0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38" name="rc3438"/>
            <p:cNvSpPr/>
            <p:nvPr/>
          </p:nvSpPr>
          <p:spPr>
            <a:xfrm>
              <a:off x="5550175" y="3095625"/>
              <a:ext cx="9586" cy="317499"/>
            </a:xfrm>
            <a:prstGeom prst="rect">
              <a:avLst/>
            </a:prstGeom>
            <a:solidFill>
              <a:srgbClr val="FEEBA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39" name="rc3439"/>
            <p:cNvSpPr/>
            <p:nvPr/>
          </p:nvSpPr>
          <p:spPr>
            <a:xfrm>
              <a:off x="5550175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40" name="rc3440"/>
            <p:cNvSpPr/>
            <p:nvPr/>
          </p:nvSpPr>
          <p:spPr>
            <a:xfrm>
              <a:off x="5550175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41" name="rc3441"/>
            <p:cNvSpPr/>
            <p:nvPr/>
          </p:nvSpPr>
          <p:spPr>
            <a:xfrm>
              <a:off x="5550175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42" name="rc3442"/>
            <p:cNvSpPr/>
            <p:nvPr/>
          </p:nvSpPr>
          <p:spPr>
            <a:xfrm>
              <a:off x="5550175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43" name="rc3443"/>
            <p:cNvSpPr/>
            <p:nvPr/>
          </p:nvSpPr>
          <p:spPr>
            <a:xfrm>
              <a:off x="5550175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44" name="rc3444"/>
            <p:cNvSpPr/>
            <p:nvPr/>
          </p:nvSpPr>
          <p:spPr>
            <a:xfrm>
              <a:off x="5550175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45" name="rc3445"/>
            <p:cNvSpPr/>
            <p:nvPr/>
          </p:nvSpPr>
          <p:spPr>
            <a:xfrm>
              <a:off x="5559762" y="2778125"/>
              <a:ext cx="9586" cy="317500"/>
            </a:xfrm>
            <a:prstGeom prst="rect">
              <a:avLst/>
            </a:prstGeom>
            <a:solidFill>
              <a:srgbClr val="E1F3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46" name="rc3446"/>
            <p:cNvSpPr/>
            <p:nvPr/>
          </p:nvSpPr>
          <p:spPr>
            <a:xfrm>
              <a:off x="5559762" y="3095625"/>
              <a:ext cx="9586" cy="317499"/>
            </a:xfrm>
            <a:prstGeom prst="rect">
              <a:avLst/>
            </a:prstGeom>
            <a:solidFill>
              <a:srgbClr val="FEED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47" name="rc3447"/>
            <p:cNvSpPr/>
            <p:nvPr/>
          </p:nvSpPr>
          <p:spPr>
            <a:xfrm>
              <a:off x="5559762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48" name="rc3448"/>
            <p:cNvSpPr/>
            <p:nvPr/>
          </p:nvSpPr>
          <p:spPr>
            <a:xfrm>
              <a:off x="5559762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49" name="rc3449"/>
            <p:cNvSpPr/>
            <p:nvPr/>
          </p:nvSpPr>
          <p:spPr>
            <a:xfrm>
              <a:off x="5559762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50" name="rc3450"/>
            <p:cNvSpPr/>
            <p:nvPr/>
          </p:nvSpPr>
          <p:spPr>
            <a:xfrm>
              <a:off x="5559762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51" name="rc3451"/>
            <p:cNvSpPr/>
            <p:nvPr/>
          </p:nvSpPr>
          <p:spPr>
            <a:xfrm>
              <a:off x="5559762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52" name="rc3452"/>
            <p:cNvSpPr/>
            <p:nvPr/>
          </p:nvSpPr>
          <p:spPr>
            <a:xfrm>
              <a:off x="5559762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53" name="rc3453"/>
            <p:cNvSpPr/>
            <p:nvPr/>
          </p:nvSpPr>
          <p:spPr>
            <a:xfrm>
              <a:off x="5569349" y="2778125"/>
              <a:ext cx="9586" cy="317500"/>
            </a:xfrm>
            <a:prstGeom prst="rect">
              <a:avLst/>
            </a:prstGeom>
            <a:solidFill>
              <a:srgbClr val="E5F5E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54" name="rc3454"/>
            <p:cNvSpPr/>
            <p:nvPr/>
          </p:nvSpPr>
          <p:spPr>
            <a:xfrm>
              <a:off x="5569349" y="3095625"/>
              <a:ext cx="9586" cy="317499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55" name="rc3455"/>
            <p:cNvSpPr/>
            <p:nvPr/>
          </p:nvSpPr>
          <p:spPr>
            <a:xfrm>
              <a:off x="5569349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56" name="rc3456"/>
            <p:cNvSpPr/>
            <p:nvPr/>
          </p:nvSpPr>
          <p:spPr>
            <a:xfrm>
              <a:off x="5569349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57" name="rc3457"/>
            <p:cNvSpPr/>
            <p:nvPr/>
          </p:nvSpPr>
          <p:spPr>
            <a:xfrm>
              <a:off x="5569349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58" name="rc3458"/>
            <p:cNvSpPr/>
            <p:nvPr/>
          </p:nvSpPr>
          <p:spPr>
            <a:xfrm>
              <a:off x="5569349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59" name="rc3459"/>
            <p:cNvSpPr/>
            <p:nvPr/>
          </p:nvSpPr>
          <p:spPr>
            <a:xfrm>
              <a:off x="5569349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60" name="rc3460"/>
            <p:cNvSpPr/>
            <p:nvPr/>
          </p:nvSpPr>
          <p:spPr>
            <a:xfrm>
              <a:off x="5569349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61" name="rc3461"/>
            <p:cNvSpPr/>
            <p:nvPr/>
          </p:nvSpPr>
          <p:spPr>
            <a:xfrm>
              <a:off x="5578936" y="2778125"/>
              <a:ext cx="9586" cy="317500"/>
            </a:xfrm>
            <a:prstGeom prst="rect">
              <a:avLst/>
            </a:prstGeom>
            <a:solidFill>
              <a:srgbClr val="E1F3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62" name="rc3462"/>
            <p:cNvSpPr/>
            <p:nvPr/>
          </p:nvSpPr>
          <p:spPr>
            <a:xfrm>
              <a:off x="5578936" y="3095625"/>
              <a:ext cx="9586" cy="317499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63" name="rc3463"/>
            <p:cNvSpPr/>
            <p:nvPr/>
          </p:nvSpPr>
          <p:spPr>
            <a:xfrm>
              <a:off x="5578936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64" name="rc3464"/>
            <p:cNvSpPr/>
            <p:nvPr/>
          </p:nvSpPr>
          <p:spPr>
            <a:xfrm>
              <a:off x="5578936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65" name="rc3465"/>
            <p:cNvSpPr/>
            <p:nvPr/>
          </p:nvSpPr>
          <p:spPr>
            <a:xfrm>
              <a:off x="5578936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66" name="rc3466"/>
            <p:cNvSpPr/>
            <p:nvPr/>
          </p:nvSpPr>
          <p:spPr>
            <a:xfrm>
              <a:off x="5578936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67" name="rc3467"/>
            <p:cNvSpPr/>
            <p:nvPr/>
          </p:nvSpPr>
          <p:spPr>
            <a:xfrm>
              <a:off x="5578936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68" name="rc3468"/>
            <p:cNvSpPr/>
            <p:nvPr/>
          </p:nvSpPr>
          <p:spPr>
            <a:xfrm>
              <a:off x="5578936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69" name="rc3469"/>
            <p:cNvSpPr/>
            <p:nvPr/>
          </p:nvSpPr>
          <p:spPr>
            <a:xfrm>
              <a:off x="5588523" y="2778125"/>
              <a:ext cx="9586" cy="317500"/>
            </a:xfrm>
            <a:prstGeom prst="rect">
              <a:avLst/>
            </a:prstGeom>
            <a:solidFill>
              <a:srgbClr val="E3F4F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70" name="rc3470"/>
            <p:cNvSpPr/>
            <p:nvPr/>
          </p:nvSpPr>
          <p:spPr>
            <a:xfrm>
              <a:off x="5588523" y="3095625"/>
              <a:ext cx="9586" cy="317499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71" name="rc3471"/>
            <p:cNvSpPr/>
            <p:nvPr/>
          </p:nvSpPr>
          <p:spPr>
            <a:xfrm>
              <a:off x="5588523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72" name="rc3472"/>
            <p:cNvSpPr/>
            <p:nvPr/>
          </p:nvSpPr>
          <p:spPr>
            <a:xfrm>
              <a:off x="5588523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73" name="rc3473"/>
            <p:cNvSpPr/>
            <p:nvPr/>
          </p:nvSpPr>
          <p:spPr>
            <a:xfrm>
              <a:off x="5588523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74" name="rc3474"/>
            <p:cNvSpPr/>
            <p:nvPr/>
          </p:nvSpPr>
          <p:spPr>
            <a:xfrm>
              <a:off x="5588523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75" name="rc3475"/>
            <p:cNvSpPr/>
            <p:nvPr/>
          </p:nvSpPr>
          <p:spPr>
            <a:xfrm>
              <a:off x="5588523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76" name="rc3476"/>
            <p:cNvSpPr/>
            <p:nvPr/>
          </p:nvSpPr>
          <p:spPr>
            <a:xfrm>
              <a:off x="5588523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77" name="rc3477"/>
            <p:cNvSpPr/>
            <p:nvPr/>
          </p:nvSpPr>
          <p:spPr>
            <a:xfrm>
              <a:off x="5598110" y="2778125"/>
              <a:ext cx="9586" cy="317500"/>
            </a:xfrm>
            <a:prstGeom prst="rect">
              <a:avLst/>
            </a:prstGeom>
            <a:solidFill>
              <a:srgbClr val="E3F4F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78" name="rc3478"/>
            <p:cNvSpPr/>
            <p:nvPr/>
          </p:nvSpPr>
          <p:spPr>
            <a:xfrm>
              <a:off x="5598110" y="3095625"/>
              <a:ext cx="9586" cy="317499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79" name="rc3479"/>
            <p:cNvSpPr/>
            <p:nvPr/>
          </p:nvSpPr>
          <p:spPr>
            <a:xfrm>
              <a:off x="5598110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80" name="rc3480"/>
            <p:cNvSpPr/>
            <p:nvPr/>
          </p:nvSpPr>
          <p:spPr>
            <a:xfrm>
              <a:off x="5598110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81" name="rc3481"/>
            <p:cNvSpPr/>
            <p:nvPr/>
          </p:nvSpPr>
          <p:spPr>
            <a:xfrm>
              <a:off x="5598110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82" name="rc3482"/>
            <p:cNvSpPr/>
            <p:nvPr/>
          </p:nvSpPr>
          <p:spPr>
            <a:xfrm>
              <a:off x="5598110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83" name="rc3483"/>
            <p:cNvSpPr/>
            <p:nvPr/>
          </p:nvSpPr>
          <p:spPr>
            <a:xfrm>
              <a:off x="5598110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84" name="rc3484"/>
            <p:cNvSpPr/>
            <p:nvPr/>
          </p:nvSpPr>
          <p:spPr>
            <a:xfrm>
              <a:off x="5598110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85" name="rc3485"/>
            <p:cNvSpPr/>
            <p:nvPr/>
          </p:nvSpPr>
          <p:spPr>
            <a:xfrm>
              <a:off x="5607697" y="2778125"/>
              <a:ext cx="9586" cy="317500"/>
            </a:xfrm>
            <a:prstGeom prst="rect">
              <a:avLst/>
            </a:prstGeom>
            <a:solidFill>
              <a:srgbClr val="D6EC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86" name="rc3486"/>
            <p:cNvSpPr/>
            <p:nvPr/>
          </p:nvSpPr>
          <p:spPr>
            <a:xfrm>
              <a:off x="5607697" y="3095625"/>
              <a:ext cx="9586" cy="317499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87" name="rc3487"/>
            <p:cNvSpPr/>
            <p:nvPr/>
          </p:nvSpPr>
          <p:spPr>
            <a:xfrm>
              <a:off x="5607697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88" name="rc3488"/>
            <p:cNvSpPr/>
            <p:nvPr/>
          </p:nvSpPr>
          <p:spPr>
            <a:xfrm>
              <a:off x="5607697" y="3730625"/>
              <a:ext cx="9586" cy="317500"/>
            </a:xfrm>
            <a:prstGeom prst="rect">
              <a:avLst/>
            </a:prstGeom>
            <a:solidFill>
              <a:srgbClr val="8AB8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89" name="rc3489"/>
            <p:cNvSpPr/>
            <p:nvPr/>
          </p:nvSpPr>
          <p:spPr>
            <a:xfrm>
              <a:off x="5607697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90" name="rc3490"/>
            <p:cNvSpPr/>
            <p:nvPr/>
          </p:nvSpPr>
          <p:spPr>
            <a:xfrm>
              <a:off x="5607697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91" name="rc3491"/>
            <p:cNvSpPr/>
            <p:nvPr/>
          </p:nvSpPr>
          <p:spPr>
            <a:xfrm>
              <a:off x="5607697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92" name="rc3492"/>
            <p:cNvSpPr/>
            <p:nvPr/>
          </p:nvSpPr>
          <p:spPr>
            <a:xfrm>
              <a:off x="5607697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93" name="rc3493"/>
            <p:cNvSpPr/>
            <p:nvPr/>
          </p:nvSpPr>
          <p:spPr>
            <a:xfrm>
              <a:off x="5617283" y="2778125"/>
              <a:ext cx="9586" cy="317500"/>
            </a:xfrm>
            <a:prstGeom prst="rect">
              <a:avLst/>
            </a:prstGeom>
            <a:solidFill>
              <a:srgbClr val="CCE6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94" name="rc3494"/>
            <p:cNvSpPr/>
            <p:nvPr/>
          </p:nvSpPr>
          <p:spPr>
            <a:xfrm>
              <a:off x="5617283" y="3095625"/>
              <a:ext cx="9586" cy="317499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95" name="rc3495"/>
            <p:cNvSpPr/>
            <p:nvPr/>
          </p:nvSpPr>
          <p:spPr>
            <a:xfrm>
              <a:off x="5617283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96" name="rc3496"/>
            <p:cNvSpPr/>
            <p:nvPr/>
          </p:nvSpPr>
          <p:spPr>
            <a:xfrm>
              <a:off x="5617283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97" name="rc3497"/>
            <p:cNvSpPr/>
            <p:nvPr/>
          </p:nvSpPr>
          <p:spPr>
            <a:xfrm>
              <a:off x="5617283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98" name="rc3498"/>
            <p:cNvSpPr/>
            <p:nvPr/>
          </p:nvSpPr>
          <p:spPr>
            <a:xfrm>
              <a:off x="5617283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99" name="rc3499"/>
            <p:cNvSpPr/>
            <p:nvPr/>
          </p:nvSpPr>
          <p:spPr>
            <a:xfrm>
              <a:off x="5617283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00" name="rc3500"/>
            <p:cNvSpPr/>
            <p:nvPr/>
          </p:nvSpPr>
          <p:spPr>
            <a:xfrm>
              <a:off x="5617283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01" name="rc3501"/>
            <p:cNvSpPr/>
            <p:nvPr/>
          </p:nvSpPr>
          <p:spPr>
            <a:xfrm>
              <a:off x="5626870" y="2778125"/>
              <a:ext cx="9586" cy="317500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02" name="rc3502"/>
            <p:cNvSpPr/>
            <p:nvPr/>
          </p:nvSpPr>
          <p:spPr>
            <a:xfrm>
              <a:off x="5626870" y="3095625"/>
              <a:ext cx="9586" cy="317499"/>
            </a:xfrm>
            <a:prstGeom prst="rect">
              <a:avLst/>
            </a:prstGeom>
            <a:solidFill>
              <a:srgbClr val="FEEBA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03" name="rc3503"/>
            <p:cNvSpPr/>
            <p:nvPr/>
          </p:nvSpPr>
          <p:spPr>
            <a:xfrm>
              <a:off x="5626870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04" name="rc3504"/>
            <p:cNvSpPr/>
            <p:nvPr/>
          </p:nvSpPr>
          <p:spPr>
            <a:xfrm>
              <a:off x="5626870" y="3730625"/>
              <a:ext cx="9586" cy="3175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05" name="rc3505"/>
            <p:cNvSpPr/>
            <p:nvPr/>
          </p:nvSpPr>
          <p:spPr>
            <a:xfrm>
              <a:off x="5626870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06" name="rc3506"/>
            <p:cNvSpPr/>
            <p:nvPr/>
          </p:nvSpPr>
          <p:spPr>
            <a:xfrm>
              <a:off x="5626870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07" name="rc3507"/>
            <p:cNvSpPr/>
            <p:nvPr/>
          </p:nvSpPr>
          <p:spPr>
            <a:xfrm>
              <a:off x="5626870" y="4683125"/>
              <a:ext cx="9586" cy="317500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08" name="rc3508"/>
            <p:cNvSpPr/>
            <p:nvPr/>
          </p:nvSpPr>
          <p:spPr>
            <a:xfrm>
              <a:off x="5626870" y="5000625"/>
              <a:ext cx="9586" cy="317500"/>
            </a:xfrm>
            <a:prstGeom prst="rect">
              <a:avLst/>
            </a:prstGeom>
            <a:solidFill>
              <a:srgbClr val="5C8BB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09" name="rc3509"/>
            <p:cNvSpPr/>
            <p:nvPr/>
          </p:nvSpPr>
          <p:spPr>
            <a:xfrm>
              <a:off x="5636457" y="277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10" name="rc3510"/>
            <p:cNvSpPr/>
            <p:nvPr/>
          </p:nvSpPr>
          <p:spPr>
            <a:xfrm>
              <a:off x="5636457" y="3095625"/>
              <a:ext cx="9586" cy="317499"/>
            </a:xfrm>
            <a:prstGeom prst="rect">
              <a:avLst/>
            </a:prstGeom>
            <a:solidFill>
              <a:srgbClr val="E9F6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11" name="rc3511"/>
            <p:cNvSpPr/>
            <p:nvPr/>
          </p:nvSpPr>
          <p:spPr>
            <a:xfrm>
              <a:off x="5636457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12" name="rc3512"/>
            <p:cNvSpPr/>
            <p:nvPr/>
          </p:nvSpPr>
          <p:spPr>
            <a:xfrm>
              <a:off x="5636457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13" name="rc3513"/>
            <p:cNvSpPr/>
            <p:nvPr/>
          </p:nvSpPr>
          <p:spPr>
            <a:xfrm>
              <a:off x="5636457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14" name="rc3514"/>
            <p:cNvSpPr/>
            <p:nvPr/>
          </p:nvSpPr>
          <p:spPr>
            <a:xfrm>
              <a:off x="5636457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15" name="rc3515"/>
            <p:cNvSpPr/>
            <p:nvPr/>
          </p:nvSpPr>
          <p:spPr>
            <a:xfrm>
              <a:off x="5636457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16" name="rc3516"/>
            <p:cNvSpPr/>
            <p:nvPr/>
          </p:nvSpPr>
          <p:spPr>
            <a:xfrm>
              <a:off x="5636457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17" name="rc3517"/>
            <p:cNvSpPr/>
            <p:nvPr/>
          </p:nvSpPr>
          <p:spPr>
            <a:xfrm>
              <a:off x="5646044" y="277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18" name="rc3518"/>
            <p:cNvSpPr/>
            <p:nvPr/>
          </p:nvSpPr>
          <p:spPr>
            <a:xfrm>
              <a:off x="5646044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19" name="rc3519"/>
            <p:cNvSpPr/>
            <p:nvPr/>
          </p:nvSpPr>
          <p:spPr>
            <a:xfrm>
              <a:off x="5646044" y="3413125"/>
              <a:ext cx="9586" cy="3175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20" name="rc3520"/>
            <p:cNvSpPr/>
            <p:nvPr/>
          </p:nvSpPr>
          <p:spPr>
            <a:xfrm>
              <a:off x="5646044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21" name="rc3521"/>
            <p:cNvSpPr/>
            <p:nvPr/>
          </p:nvSpPr>
          <p:spPr>
            <a:xfrm>
              <a:off x="5646044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22" name="rc3522"/>
            <p:cNvSpPr/>
            <p:nvPr/>
          </p:nvSpPr>
          <p:spPr>
            <a:xfrm>
              <a:off x="5646044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23" name="rc3523"/>
            <p:cNvSpPr/>
            <p:nvPr/>
          </p:nvSpPr>
          <p:spPr>
            <a:xfrm>
              <a:off x="5646044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24" name="rc3524"/>
            <p:cNvSpPr/>
            <p:nvPr/>
          </p:nvSpPr>
          <p:spPr>
            <a:xfrm>
              <a:off x="5646044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25" name="rc3525"/>
            <p:cNvSpPr/>
            <p:nvPr/>
          </p:nvSpPr>
          <p:spPr>
            <a:xfrm>
              <a:off x="5655631" y="277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26" name="rc3526"/>
            <p:cNvSpPr/>
            <p:nvPr/>
          </p:nvSpPr>
          <p:spPr>
            <a:xfrm>
              <a:off x="5655631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27" name="rc3527"/>
            <p:cNvSpPr/>
            <p:nvPr/>
          </p:nvSpPr>
          <p:spPr>
            <a:xfrm>
              <a:off x="5655631" y="3413125"/>
              <a:ext cx="9586" cy="317500"/>
            </a:xfrm>
            <a:prstGeom prst="rect">
              <a:avLst/>
            </a:prstGeom>
            <a:solidFill>
              <a:srgbClr val="DB3B2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28" name="rc3528"/>
            <p:cNvSpPr/>
            <p:nvPr/>
          </p:nvSpPr>
          <p:spPr>
            <a:xfrm>
              <a:off x="5655631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29" name="rc3529"/>
            <p:cNvSpPr/>
            <p:nvPr/>
          </p:nvSpPr>
          <p:spPr>
            <a:xfrm>
              <a:off x="5655631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30" name="rc3530"/>
            <p:cNvSpPr/>
            <p:nvPr/>
          </p:nvSpPr>
          <p:spPr>
            <a:xfrm>
              <a:off x="5655631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31" name="rc3531"/>
            <p:cNvSpPr/>
            <p:nvPr/>
          </p:nvSpPr>
          <p:spPr>
            <a:xfrm>
              <a:off x="5655631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32" name="rc3532"/>
            <p:cNvSpPr/>
            <p:nvPr/>
          </p:nvSpPr>
          <p:spPr>
            <a:xfrm>
              <a:off x="5655631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33" name="rc3533"/>
            <p:cNvSpPr/>
            <p:nvPr/>
          </p:nvSpPr>
          <p:spPr>
            <a:xfrm>
              <a:off x="5665218" y="2778125"/>
              <a:ext cx="9586" cy="317500"/>
            </a:xfrm>
            <a:prstGeom prst="rect">
              <a:avLst/>
            </a:prstGeom>
            <a:solidFill>
              <a:srgbClr val="6998C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34" name="rc3534"/>
            <p:cNvSpPr/>
            <p:nvPr/>
          </p:nvSpPr>
          <p:spPr>
            <a:xfrm>
              <a:off x="5665218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35" name="rc3535"/>
            <p:cNvSpPr/>
            <p:nvPr/>
          </p:nvSpPr>
          <p:spPr>
            <a:xfrm>
              <a:off x="5665218" y="3413125"/>
              <a:ext cx="9586" cy="317500"/>
            </a:xfrm>
            <a:prstGeom prst="rect">
              <a:avLst/>
            </a:prstGeom>
            <a:solidFill>
              <a:srgbClr val="EB62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36" name="rc3536"/>
            <p:cNvSpPr/>
            <p:nvPr/>
          </p:nvSpPr>
          <p:spPr>
            <a:xfrm>
              <a:off x="5665218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37" name="rc3537"/>
            <p:cNvSpPr/>
            <p:nvPr/>
          </p:nvSpPr>
          <p:spPr>
            <a:xfrm>
              <a:off x="5665218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38" name="rc3538"/>
            <p:cNvSpPr/>
            <p:nvPr/>
          </p:nvSpPr>
          <p:spPr>
            <a:xfrm>
              <a:off x="5665218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39" name="rc3539"/>
            <p:cNvSpPr/>
            <p:nvPr/>
          </p:nvSpPr>
          <p:spPr>
            <a:xfrm>
              <a:off x="5665218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40" name="rc3540"/>
            <p:cNvSpPr/>
            <p:nvPr/>
          </p:nvSpPr>
          <p:spPr>
            <a:xfrm>
              <a:off x="5665218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41" name="rc3541"/>
            <p:cNvSpPr/>
            <p:nvPr/>
          </p:nvSpPr>
          <p:spPr>
            <a:xfrm>
              <a:off x="5674805" y="2778125"/>
              <a:ext cx="9586" cy="3175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42" name="rc3542"/>
            <p:cNvSpPr/>
            <p:nvPr/>
          </p:nvSpPr>
          <p:spPr>
            <a:xfrm>
              <a:off x="5674805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43" name="rc3543"/>
            <p:cNvSpPr/>
            <p:nvPr/>
          </p:nvSpPr>
          <p:spPr>
            <a:xfrm>
              <a:off x="5674805" y="3413125"/>
              <a:ext cx="9586" cy="317500"/>
            </a:xfrm>
            <a:prstGeom prst="rect">
              <a:avLst/>
            </a:prstGeom>
            <a:solidFill>
              <a:srgbClr val="E85D3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44" name="rc3544"/>
            <p:cNvSpPr/>
            <p:nvPr/>
          </p:nvSpPr>
          <p:spPr>
            <a:xfrm>
              <a:off x="5674805" y="3730625"/>
              <a:ext cx="9586" cy="317500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45" name="rc3545"/>
            <p:cNvSpPr/>
            <p:nvPr/>
          </p:nvSpPr>
          <p:spPr>
            <a:xfrm>
              <a:off x="5674805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46" name="rc3546"/>
            <p:cNvSpPr/>
            <p:nvPr/>
          </p:nvSpPr>
          <p:spPr>
            <a:xfrm>
              <a:off x="5674805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47" name="rc3547"/>
            <p:cNvSpPr/>
            <p:nvPr/>
          </p:nvSpPr>
          <p:spPr>
            <a:xfrm>
              <a:off x="5674805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48" name="rc3548"/>
            <p:cNvSpPr/>
            <p:nvPr/>
          </p:nvSpPr>
          <p:spPr>
            <a:xfrm>
              <a:off x="5674805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49" name="rc3549"/>
            <p:cNvSpPr/>
            <p:nvPr/>
          </p:nvSpPr>
          <p:spPr>
            <a:xfrm>
              <a:off x="5684392" y="2778125"/>
              <a:ext cx="9586" cy="317500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50" name="rc3550"/>
            <p:cNvSpPr/>
            <p:nvPr/>
          </p:nvSpPr>
          <p:spPr>
            <a:xfrm>
              <a:off x="5684392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51" name="rc3551"/>
            <p:cNvSpPr/>
            <p:nvPr/>
          </p:nvSpPr>
          <p:spPr>
            <a:xfrm>
              <a:off x="5684392" y="3413125"/>
              <a:ext cx="9586" cy="317500"/>
            </a:xfrm>
            <a:prstGeom prst="rect">
              <a:avLst/>
            </a:prstGeom>
            <a:solidFill>
              <a:srgbClr val="DF463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52" name="rc3552"/>
            <p:cNvSpPr/>
            <p:nvPr/>
          </p:nvSpPr>
          <p:spPr>
            <a:xfrm>
              <a:off x="5684392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53" name="rc3553"/>
            <p:cNvSpPr/>
            <p:nvPr/>
          </p:nvSpPr>
          <p:spPr>
            <a:xfrm>
              <a:off x="5684392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54" name="rc3554"/>
            <p:cNvSpPr/>
            <p:nvPr/>
          </p:nvSpPr>
          <p:spPr>
            <a:xfrm>
              <a:off x="5684392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55" name="rc3555"/>
            <p:cNvSpPr/>
            <p:nvPr/>
          </p:nvSpPr>
          <p:spPr>
            <a:xfrm>
              <a:off x="5684392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56" name="rc3556"/>
            <p:cNvSpPr/>
            <p:nvPr/>
          </p:nvSpPr>
          <p:spPr>
            <a:xfrm>
              <a:off x="5684392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57" name="rc3557"/>
            <p:cNvSpPr/>
            <p:nvPr/>
          </p:nvSpPr>
          <p:spPr>
            <a:xfrm>
              <a:off x="5693979" y="2778125"/>
              <a:ext cx="9586" cy="317500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58" name="rc3558"/>
            <p:cNvSpPr/>
            <p:nvPr/>
          </p:nvSpPr>
          <p:spPr>
            <a:xfrm>
              <a:off x="5693979" y="3095625"/>
              <a:ext cx="9586" cy="317499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59" name="rc3559"/>
            <p:cNvSpPr/>
            <p:nvPr/>
          </p:nvSpPr>
          <p:spPr>
            <a:xfrm>
              <a:off x="5693979" y="3413125"/>
              <a:ext cx="9586" cy="317500"/>
            </a:xfrm>
            <a:prstGeom prst="rect">
              <a:avLst/>
            </a:prstGeom>
            <a:solidFill>
              <a:srgbClr val="E4513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60" name="rc3560"/>
            <p:cNvSpPr/>
            <p:nvPr/>
          </p:nvSpPr>
          <p:spPr>
            <a:xfrm>
              <a:off x="5693979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61" name="rc3561"/>
            <p:cNvSpPr/>
            <p:nvPr/>
          </p:nvSpPr>
          <p:spPr>
            <a:xfrm>
              <a:off x="5693979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62" name="rc3562"/>
            <p:cNvSpPr/>
            <p:nvPr/>
          </p:nvSpPr>
          <p:spPr>
            <a:xfrm>
              <a:off x="5693979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63" name="rc3563"/>
            <p:cNvSpPr/>
            <p:nvPr/>
          </p:nvSpPr>
          <p:spPr>
            <a:xfrm>
              <a:off x="5693979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64" name="rc3564"/>
            <p:cNvSpPr/>
            <p:nvPr/>
          </p:nvSpPr>
          <p:spPr>
            <a:xfrm>
              <a:off x="5693979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65" name="rc3565"/>
            <p:cNvSpPr/>
            <p:nvPr/>
          </p:nvSpPr>
          <p:spPr>
            <a:xfrm>
              <a:off x="5703566" y="2778125"/>
              <a:ext cx="9586" cy="3175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66" name="rc3566"/>
            <p:cNvSpPr/>
            <p:nvPr/>
          </p:nvSpPr>
          <p:spPr>
            <a:xfrm>
              <a:off x="5703566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67" name="rc3567"/>
            <p:cNvSpPr/>
            <p:nvPr/>
          </p:nvSpPr>
          <p:spPr>
            <a:xfrm>
              <a:off x="5703566" y="3413125"/>
              <a:ext cx="9586" cy="317500"/>
            </a:xfrm>
            <a:prstGeom prst="rect">
              <a:avLst/>
            </a:prstGeom>
            <a:solidFill>
              <a:srgbClr val="FCB27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68" name="rc3568"/>
            <p:cNvSpPr/>
            <p:nvPr/>
          </p:nvSpPr>
          <p:spPr>
            <a:xfrm>
              <a:off x="5703566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69" name="rc3569"/>
            <p:cNvSpPr/>
            <p:nvPr/>
          </p:nvSpPr>
          <p:spPr>
            <a:xfrm>
              <a:off x="5703566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70" name="rc3570"/>
            <p:cNvSpPr/>
            <p:nvPr/>
          </p:nvSpPr>
          <p:spPr>
            <a:xfrm>
              <a:off x="5703566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71" name="rc3571"/>
            <p:cNvSpPr/>
            <p:nvPr/>
          </p:nvSpPr>
          <p:spPr>
            <a:xfrm>
              <a:off x="5703566" y="4683125"/>
              <a:ext cx="9586" cy="3175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72" name="rc3572"/>
            <p:cNvSpPr/>
            <p:nvPr/>
          </p:nvSpPr>
          <p:spPr>
            <a:xfrm>
              <a:off x="5703566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73" name="rc3573"/>
            <p:cNvSpPr/>
            <p:nvPr/>
          </p:nvSpPr>
          <p:spPr>
            <a:xfrm>
              <a:off x="5713153" y="2778125"/>
              <a:ext cx="9586" cy="317500"/>
            </a:xfrm>
            <a:prstGeom prst="rect">
              <a:avLst/>
            </a:prstGeom>
            <a:solidFill>
              <a:srgbClr val="ABD0E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74" name="rc3574"/>
            <p:cNvSpPr/>
            <p:nvPr/>
          </p:nvSpPr>
          <p:spPr>
            <a:xfrm>
              <a:off x="5713153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75" name="rc3575"/>
            <p:cNvSpPr/>
            <p:nvPr/>
          </p:nvSpPr>
          <p:spPr>
            <a:xfrm>
              <a:off x="5713153" y="3413125"/>
              <a:ext cx="9586" cy="317500"/>
            </a:xfrm>
            <a:prstGeom prst="rect">
              <a:avLst/>
            </a:prstGeom>
            <a:solidFill>
              <a:srgbClr val="FCB27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76" name="rc3576"/>
            <p:cNvSpPr/>
            <p:nvPr/>
          </p:nvSpPr>
          <p:spPr>
            <a:xfrm>
              <a:off x="5713153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77" name="rc3577"/>
            <p:cNvSpPr/>
            <p:nvPr/>
          </p:nvSpPr>
          <p:spPr>
            <a:xfrm>
              <a:off x="5713153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78" name="rc3578"/>
            <p:cNvSpPr/>
            <p:nvPr/>
          </p:nvSpPr>
          <p:spPr>
            <a:xfrm>
              <a:off x="5713153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79" name="rc3579"/>
            <p:cNvSpPr/>
            <p:nvPr/>
          </p:nvSpPr>
          <p:spPr>
            <a:xfrm>
              <a:off x="5713153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80" name="rc3580"/>
            <p:cNvSpPr/>
            <p:nvPr/>
          </p:nvSpPr>
          <p:spPr>
            <a:xfrm>
              <a:off x="5713153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81" name="rc3581"/>
            <p:cNvSpPr/>
            <p:nvPr/>
          </p:nvSpPr>
          <p:spPr>
            <a:xfrm>
              <a:off x="5722740" y="2778125"/>
              <a:ext cx="9586" cy="317500"/>
            </a:xfrm>
            <a:prstGeom prst="rect">
              <a:avLst/>
            </a:prstGeom>
            <a:solidFill>
              <a:srgbClr val="A6CDE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82" name="rc3582"/>
            <p:cNvSpPr/>
            <p:nvPr/>
          </p:nvSpPr>
          <p:spPr>
            <a:xfrm>
              <a:off x="5722740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83" name="rc3583"/>
            <p:cNvSpPr/>
            <p:nvPr/>
          </p:nvSpPr>
          <p:spPr>
            <a:xfrm>
              <a:off x="5722740" y="3413125"/>
              <a:ext cx="9586" cy="317500"/>
            </a:xfrm>
            <a:prstGeom prst="rect">
              <a:avLst/>
            </a:prstGeom>
            <a:solidFill>
              <a:srgbClr val="FCFD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84" name="rc3584"/>
            <p:cNvSpPr/>
            <p:nvPr/>
          </p:nvSpPr>
          <p:spPr>
            <a:xfrm>
              <a:off x="5722740" y="3730625"/>
              <a:ext cx="9586" cy="317500"/>
            </a:xfrm>
            <a:prstGeom prst="rect">
              <a:avLst/>
            </a:prstGeom>
            <a:solidFill>
              <a:srgbClr val="7CAA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85" name="rc3585"/>
            <p:cNvSpPr/>
            <p:nvPr/>
          </p:nvSpPr>
          <p:spPr>
            <a:xfrm>
              <a:off x="5722740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86" name="rc3586"/>
            <p:cNvSpPr/>
            <p:nvPr/>
          </p:nvSpPr>
          <p:spPr>
            <a:xfrm>
              <a:off x="5722740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87" name="rc3587"/>
            <p:cNvSpPr/>
            <p:nvPr/>
          </p:nvSpPr>
          <p:spPr>
            <a:xfrm>
              <a:off x="5722740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88" name="rc3588"/>
            <p:cNvSpPr/>
            <p:nvPr/>
          </p:nvSpPr>
          <p:spPr>
            <a:xfrm>
              <a:off x="5722740" y="5000625"/>
              <a:ext cx="9586" cy="317500"/>
            </a:xfrm>
            <a:prstGeom prst="rect">
              <a:avLst/>
            </a:prstGeom>
            <a:solidFill>
              <a:srgbClr val="8AB8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89" name="rc3589"/>
            <p:cNvSpPr/>
            <p:nvPr/>
          </p:nvSpPr>
          <p:spPr>
            <a:xfrm>
              <a:off x="5732327" y="2778125"/>
              <a:ext cx="9586" cy="317500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90" name="rc3590"/>
            <p:cNvSpPr/>
            <p:nvPr/>
          </p:nvSpPr>
          <p:spPr>
            <a:xfrm>
              <a:off x="5732327" y="3095625"/>
              <a:ext cx="9586" cy="317499"/>
            </a:xfrm>
            <a:prstGeom prst="rect">
              <a:avLst/>
            </a:prstGeom>
            <a:solidFill>
              <a:srgbClr val="DBEF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91" name="rc3591"/>
            <p:cNvSpPr/>
            <p:nvPr/>
          </p:nvSpPr>
          <p:spPr>
            <a:xfrm>
              <a:off x="5732327" y="3413125"/>
              <a:ext cx="9586" cy="317500"/>
            </a:xfrm>
            <a:prstGeom prst="rect">
              <a:avLst/>
            </a:prstGeom>
            <a:solidFill>
              <a:srgbClr val="FEF2A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92" name="rc3592"/>
            <p:cNvSpPr/>
            <p:nvPr/>
          </p:nvSpPr>
          <p:spPr>
            <a:xfrm>
              <a:off x="5732327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93" name="rc3593"/>
            <p:cNvSpPr/>
            <p:nvPr/>
          </p:nvSpPr>
          <p:spPr>
            <a:xfrm>
              <a:off x="5732327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94" name="rc3594"/>
            <p:cNvSpPr/>
            <p:nvPr/>
          </p:nvSpPr>
          <p:spPr>
            <a:xfrm>
              <a:off x="5732327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95" name="rc3595"/>
            <p:cNvSpPr/>
            <p:nvPr/>
          </p:nvSpPr>
          <p:spPr>
            <a:xfrm>
              <a:off x="5732327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96" name="rc3596"/>
            <p:cNvSpPr/>
            <p:nvPr/>
          </p:nvSpPr>
          <p:spPr>
            <a:xfrm>
              <a:off x="5732327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97" name="rc3597"/>
            <p:cNvSpPr/>
            <p:nvPr/>
          </p:nvSpPr>
          <p:spPr>
            <a:xfrm>
              <a:off x="5741914" y="277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98" name="rc3598"/>
            <p:cNvSpPr/>
            <p:nvPr/>
          </p:nvSpPr>
          <p:spPr>
            <a:xfrm>
              <a:off x="5741914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99" name="rc3599"/>
            <p:cNvSpPr/>
            <p:nvPr/>
          </p:nvSpPr>
          <p:spPr>
            <a:xfrm>
              <a:off x="5741914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00" name="rc3600"/>
            <p:cNvSpPr/>
            <p:nvPr/>
          </p:nvSpPr>
          <p:spPr>
            <a:xfrm>
              <a:off x="5741914" y="3730625"/>
              <a:ext cx="9586" cy="317500"/>
            </a:xfrm>
            <a:prstGeom prst="rect">
              <a:avLst/>
            </a:prstGeom>
            <a:solidFill>
              <a:srgbClr val="D6EC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01" name="rc3601"/>
            <p:cNvSpPr/>
            <p:nvPr/>
          </p:nvSpPr>
          <p:spPr>
            <a:xfrm>
              <a:off x="5741914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02" name="rc3602"/>
            <p:cNvSpPr/>
            <p:nvPr/>
          </p:nvSpPr>
          <p:spPr>
            <a:xfrm>
              <a:off x="5741914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03" name="rc3603"/>
            <p:cNvSpPr/>
            <p:nvPr/>
          </p:nvSpPr>
          <p:spPr>
            <a:xfrm>
              <a:off x="5741914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04" name="rc3604"/>
            <p:cNvSpPr/>
            <p:nvPr/>
          </p:nvSpPr>
          <p:spPr>
            <a:xfrm>
              <a:off x="5741914" y="5000625"/>
              <a:ext cx="9586" cy="317500"/>
            </a:xfrm>
            <a:prstGeom prst="rect">
              <a:avLst/>
            </a:prstGeom>
            <a:solidFill>
              <a:srgbClr val="FEED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05" name="rc3605"/>
            <p:cNvSpPr/>
            <p:nvPr/>
          </p:nvSpPr>
          <p:spPr>
            <a:xfrm>
              <a:off x="5751501" y="277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06" name="rc3606"/>
            <p:cNvSpPr/>
            <p:nvPr/>
          </p:nvSpPr>
          <p:spPr>
            <a:xfrm>
              <a:off x="5751501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07" name="rc3607"/>
            <p:cNvSpPr/>
            <p:nvPr/>
          </p:nvSpPr>
          <p:spPr>
            <a:xfrm>
              <a:off x="5751501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08" name="rc3608"/>
            <p:cNvSpPr/>
            <p:nvPr/>
          </p:nvSpPr>
          <p:spPr>
            <a:xfrm>
              <a:off x="5751501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09" name="rc3609"/>
            <p:cNvSpPr/>
            <p:nvPr/>
          </p:nvSpPr>
          <p:spPr>
            <a:xfrm>
              <a:off x="5751501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10" name="rc3610"/>
            <p:cNvSpPr/>
            <p:nvPr/>
          </p:nvSpPr>
          <p:spPr>
            <a:xfrm>
              <a:off x="5751501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11" name="rc3611"/>
            <p:cNvSpPr/>
            <p:nvPr/>
          </p:nvSpPr>
          <p:spPr>
            <a:xfrm>
              <a:off x="5751501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12" name="rc3612"/>
            <p:cNvSpPr/>
            <p:nvPr/>
          </p:nvSpPr>
          <p:spPr>
            <a:xfrm>
              <a:off x="5751501" y="5000625"/>
              <a:ext cx="9586" cy="317500"/>
            </a:xfrm>
            <a:prstGeom prst="rect">
              <a:avLst/>
            </a:prstGeom>
            <a:solidFill>
              <a:srgbClr val="D9352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13" name="rc3613"/>
            <p:cNvSpPr/>
            <p:nvPr/>
          </p:nvSpPr>
          <p:spPr>
            <a:xfrm>
              <a:off x="5761088" y="2778125"/>
              <a:ext cx="9586" cy="3175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14" name="rc3614"/>
            <p:cNvSpPr/>
            <p:nvPr/>
          </p:nvSpPr>
          <p:spPr>
            <a:xfrm>
              <a:off x="5761088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15" name="rc3615"/>
            <p:cNvSpPr/>
            <p:nvPr/>
          </p:nvSpPr>
          <p:spPr>
            <a:xfrm>
              <a:off x="5761088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16" name="rc3616"/>
            <p:cNvSpPr/>
            <p:nvPr/>
          </p:nvSpPr>
          <p:spPr>
            <a:xfrm>
              <a:off x="5761088" y="3730625"/>
              <a:ext cx="9586" cy="317500"/>
            </a:xfrm>
            <a:prstGeom prst="rect">
              <a:avLst/>
            </a:prstGeom>
            <a:solidFill>
              <a:srgbClr val="98C3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17" name="rc3617"/>
            <p:cNvSpPr/>
            <p:nvPr/>
          </p:nvSpPr>
          <p:spPr>
            <a:xfrm>
              <a:off x="5761088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18" name="rc3618"/>
            <p:cNvSpPr/>
            <p:nvPr/>
          </p:nvSpPr>
          <p:spPr>
            <a:xfrm>
              <a:off x="5761088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19" name="rc3619"/>
            <p:cNvSpPr/>
            <p:nvPr/>
          </p:nvSpPr>
          <p:spPr>
            <a:xfrm>
              <a:off x="5761088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20" name="rc3620"/>
            <p:cNvSpPr/>
            <p:nvPr/>
          </p:nvSpPr>
          <p:spPr>
            <a:xfrm>
              <a:off x="5761088" y="5000625"/>
              <a:ext cx="9586" cy="317500"/>
            </a:xfrm>
            <a:prstGeom prst="rect">
              <a:avLst/>
            </a:prstGeom>
            <a:solidFill>
              <a:srgbClr val="FC99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21" name="rc3621"/>
            <p:cNvSpPr/>
            <p:nvPr/>
          </p:nvSpPr>
          <p:spPr>
            <a:xfrm>
              <a:off x="5770675" y="277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22" name="rc3622"/>
            <p:cNvSpPr/>
            <p:nvPr/>
          </p:nvSpPr>
          <p:spPr>
            <a:xfrm>
              <a:off x="5770675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23" name="rc3623"/>
            <p:cNvSpPr/>
            <p:nvPr/>
          </p:nvSpPr>
          <p:spPr>
            <a:xfrm>
              <a:off x="5770675" y="3413125"/>
              <a:ext cx="9586" cy="3175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24" name="rc3624"/>
            <p:cNvSpPr/>
            <p:nvPr/>
          </p:nvSpPr>
          <p:spPr>
            <a:xfrm>
              <a:off x="5770675" y="3730625"/>
              <a:ext cx="9586" cy="317500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25" name="rc3625"/>
            <p:cNvSpPr/>
            <p:nvPr/>
          </p:nvSpPr>
          <p:spPr>
            <a:xfrm>
              <a:off x="5770675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26" name="rc3626"/>
            <p:cNvSpPr/>
            <p:nvPr/>
          </p:nvSpPr>
          <p:spPr>
            <a:xfrm>
              <a:off x="5770675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27" name="rc3627"/>
            <p:cNvSpPr/>
            <p:nvPr/>
          </p:nvSpPr>
          <p:spPr>
            <a:xfrm>
              <a:off x="5770675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28" name="rc3628"/>
            <p:cNvSpPr/>
            <p:nvPr/>
          </p:nvSpPr>
          <p:spPr>
            <a:xfrm>
              <a:off x="5770675" y="5000625"/>
              <a:ext cx="9586" cy="317500"/>
            </a:xfrm>
            <a:prstGeom prst="rect">
              <a:avLst/>
            </a:prstGeom>
            <a:solidFill>
              <a:srgbClr val="FC8F5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29" name="rc3629"/>
            <p:cNvSpPr/>
            <p:nvPr/>
          </p:nvSpPr>
          <p:spPr>
            <a:xfrm>
              <a:off x="5780262" y="277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30" name="rc3630"/>
            <p:cNvSpPr/>
            <p:nvPr/>
          </p:nvSpPr>
          <p:spPr>
            <a:xfrm>
              <a:off x="5780262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31" name="rc3631"/>
            <p:cNvSpPr/>
            <p:nvPr/>
          </p:nvSpPr>
          <p:spPr>
            <a:xfrm>
              <a:off x="5780262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32" name="rc3632"/>
            <p:cNvSpPr/>
            <p:nvPr/>
          </p:nvSpPr>
          <p:spPr>
            <a:xfrm>
              <a:off x="5780262" y="3730625"/>
              <a:ext cx="9586" cy="317500"/>
            </a:xfrm>
            <a:prstGeom prst="rect">
              <a:avLst/>
            </a:prstGeom>
            <a:solidFill>
              <a:srgbClr val="D9352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33" name="rc3633"/>
            <p:cNvSpPr/>
            <p:nvPr/>
          </p:nvSpPr>
          <p:spPr>
            <a:xfrm>
              <a:off x="5780262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34" name="rc3634"/>
            <p:cNvSpPr/>
            <p:nvPr/>
          </p:nvSpPr>
          <p:spPr>
            <a:xfrm>
              <a:off x="5780262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35" name="rc3635"/>
            <p:cNvSpPr/>
            <p:nvPr/>
          </p:nvSpPr>
          <p:spPr>
            <a:xfrm>
              <a:off x="5780262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36" name="rc3636"/>
            <p:cNvSpPr/>
            <p:nvPr/>
          </p:nvSpPr>
          <p:spPr>
            <a:xfrm>
              <a:off x="5780262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37" name="rc3637"/>
            <p:cNvSpPr/>
            <p:nvPr/>
          </p:nvSpPr>
          <p:spPr>
            <a:xfrm>
              <a:off x="5789849" y="2778125"/>
              <a:ext cx="9586" cy="3175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38" name="rc3638"/>
            <p:cNvSpPr/>
            <p:nvPr/>
          </p:nvSpPr>
          <p:spPr>
            <a:xfrm>
              <a:off x="5789849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39" name="rc3639"/>
            <p:cNvSpPr/>
            <p:nvPr/>
          </p:nvSpPr>
          <p:spPr>
            <a:xfrm>
              <a:off x="5789849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40" name="rc3640"/>
            <p:cNvSpPr/>
            <p:nvPr/>
          </p:nvSpPr>
          <p:spPr>
            <a:xfrm>
              <a:off x="5789849" y="3730625"/>
              <a:ext cx="9586" cy="317500"/>
            </a:xfrm>
            <a:prstGeom prst="rect">
              <a:avLst/>
            </a:prstGeom>
            <a:solidFill>
              <a:srgbClr val="D9352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41" name="rc3641"/>
            <p:cNvSpPr/>
            <p:nvPr/>
          </p:nvSpPr>
          <p:spPr>
            <a:xfrm>
              <a:off x="5789849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42" name="rc3642"/>
            <p:cNvSpPr/>
            <p:nvPr/>
          </p:nvSpPr>
          <p:spPr>
            <a:xfrm>
              <a:off x="5789849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43" name="rc3643"/>
            <p:cNvSpPr/>
            <p:nvPr/>
          </p:nvSpPr>
          <p:spPr>
            <a:xfrm>
              <a:off x="5789849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44" name="rc3644"/>
            <p:cNvSpPr/>
            <p:nvPr/>
          </p:nvSpPr>
          <p:spPr>
            <a:xfrm>
              <a:off x="5789849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45" name="rc3645"/>
            <p:cNvSpPr/>
            <p:nvPr/>
          </p:nvSpPr>
          <p:spPr>
            <a:xfrm>
              <a:off x="5799436" y="2778125"/>
              <a:ext cx="9586" cy="317500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46" name="rc3646"/>
            <p:cNvSpPr/>
            <p:nvPr/>
          </p:nvSpPr>
          <p:spPr>
            <a:xfrm>
              <a:off x="5799436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47" name="rc3647"/>
            <p:cNvSpPr/>
            <p:nvPr/>
          </p:nvSpPr>
          <p:spPr>
            <a:xfrm>
              <a:off x="5799436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48" name="rc3648"/>
            <p:cNvSpPr/>
            <p:nvPr/>
          </p:nvSpPr>
          <p:spPr>
            <a:xfrm>
              <a:off x="5799436" y="3730625"/>
              <a:ext cx="9586" cy="317500"/>
            </a:xfrm>
            <a:prstGeom prst="rect">
              <a:avLst/>
            </a:prstGeom>
            <a:solidFill>
              <a:srgbClr val="DF463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49" name="rc3649"/>
            <p:cNvSpPr/>
            <p:nvPr/>
          </p:nvSpPr>
          <p:spPr>
            <a:xfrm>
              <a:off x="5799436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50" name="rc3650"/>
            <p:cNvSpPr/>
            <p:nvPr/>
          </p:nvSpPr>
          <p:spPr>
            <a:xfrm>
              <a:off x="5799436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51" name="rc3651"/>
            <p:cNvSpPr/>
            <p:nvPr/>
          </p:nvSpPr>
          <p:spPr>
            <a:xfrm>
              <a:off x="5799436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52" name="rc3652"/>
            <p:cNvSpPr/>
            <p:nvPr/>
          </p:nvSpPr>
          <p:spPr>
            <a:xfrm>
              <a:off x="5799436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53" name="rc3653"/>
            <p:cNvSpPr/>
            <p:nvPr/>
          </p:nvSpPr>
          <p:spPr>
            <a:xfrm>
              <a:off x="5809023" y="2778125"/>
              <a:ext cx="9586" cy="3175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54" name="rc3654"/>
            <p:cNvSpPr/>
            <p:nvPr/>
          </p:nvSpPr>
          <p:spPr>
            <a:xfrm>
              <a:off x="5809023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55" name="rc3655"/>
            <p:cNvSpPr/>
            <p:nvPr/>
          </p:nvSpPr>
          <p:spPr>
            <a:xfrm>
              <a:off x="5809023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56" name="rc3656"/>
            <p:cNvSpPr/>
            <p:nvPr/>
          </p:nvSpPr>
          <p:spPr>
            <a:xfrm>
              <a:off x="5809023" y="3730625"/>
              <a:ext cx="9586" cy="317500"/>
            </a:xfrm>
            <a:prstGeom prst="rect">
              <a:avLst/>
            </a:prstGeom>
            <a:solidFill>
              <a:srgbClr val="E85D3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57" name="rc3657"/>
            <p:cNvSpPr/>
            <p:nvPr/>
          </p:nvSpPr>
          <p:spPr>
            <a:xfrm>
              <a:off x="5809023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58" name="rc3658"/>
            <p:cNvSpPr/>
            <p:nvPr/>
          </p:nvSpPr>
          <p:spPr>
            <a:xfrm>
              <a:off x="5809023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59" name="rc3659"/>
            <p:cNvSpPr/>
            <p:nvPr/>
          </p:nvSpPr>
          <p:spPr>
            <a:xfrm>
              <a:off x="5809023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60" name="rc3660"/>
            <p:cNvSpPr/>
            <p:nvPr/>
          </p:nvSpPr>
          <p:spPr>
            <a:xfrm>
              <a:off x="5809023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61" name="rc3661"/>
            <p:cNvSpPr/>
            <p:nvPr/>
          </p:nvSpPr>
          <p:spPr>
            <a:xfrm>
              <a:off x="5818609" y="2778125"/>
              <a:ext cx="9586" cy="3175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62" name="rc3662"/>
            <p:cNvSpPr/>
            <p:nvPr/>
          </p:nvSpPr>
          <p:spPr>
            <a:xfrm>
              <a:off x="5818609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63" name="rc3663"/>
            <p:cNvSpPr/>
            <p:nvPr/>
          </p:nvSpPr>
          <p:spPr>
            <a:xfrm>
              <a:off x="5818609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64" name="rc3664"/>
            <p:cNvSpPr/>
            <p:nvPr/>
          </p:nvSpPr>
          <p:spPr>
            <a:xfrm>
              <a:off x="5818609" y="3730625"/>
              <a:ext cx="9586" cy="317500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65" name="rc3665"/>
            <p:cNvSpPr/>
            <p:nvPr/>
          </p:nvSpPr>
          <p:spPr>
            <a:xfrm>
              <a:off x="5818609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66" name="rc3666"/>
            <p:cNvSpPr/>
            <p:nvPr/>
          </p:nvSpPr>
          <p:spPr>
            <a:xfrm>
              <a:off x="5818609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67" name="rc3667"/>
            <p:cNvSpPr/>
            <p:nvPr/>
          </p:nvSpPr>
          <p:spPr>
            <a:xfrm>
              <a:off x="5818609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68" name="rc3668"/>
            <p:cNvSpPr/>
            <p:nvPr/>
          </p:nvSpPr>
          <p:spPr>
            <a:xfrm>
              <a:off x="5818609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69" name="rc3669"/>
            <p:cNvSpPr/>
            <p:nvPr/>
          </p:nvSpPr>
          <p:spPr>
            <a:xfrm>
              <a:off x="5828196" y="2778125"/>
              <a:ext cx="9586" cy="317500"/>
            </a:xfrm>
            <a:prstGeom prst="rect">
              <a:avLst/>
            </a:prstGeom>
            <a:solidFill>
              <a:srgbClr val="B9D9E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70" name="rc3670"/>
            <p:cNvSpPr/>
            <p:nvPr/>
          </p:nvSpPr>
          <p:spPr>
            <a:xfrm>
              <a:off x="5828196" y="3095625"/>
              <a:ext cx="9586" cy="317499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71" name="rc3671"/>
            <p:cNvSpPr/>
            <p:nvPr/>
          </p:nvSpPr>
          <p:spPr>
            <a:xfrm>
              <a:off x="5828196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72" name="rc3672"/>
            <p:cNvSpPr/>
            <p:nvPr/>
          </p:nvSpPr>
          <p:spPr>
            <a:xfrm>
              <a:off x="5828196" y="3730625"/>
              <a:ext cx="9586" cy="317500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73" name="rc3673"/>
            <p:cNvSpPr/>
            <p:nvPr/>
          </p:nvSpPr>
          <p:spPr>
            <a:xfrm>
              <a:off x="5828196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74" name="rc3674"/>
            <p:cNvSpPr/>
            <p:nvPr/>
          </p:nvSpPr>
          <p:spPr>
            <a:xfrm>
              <a:off x="5828196" y="4365625"/>
              <a:ext cx="9586" cy="3175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75" name="rc3675"/>
            <p:cNvSpPr/>
            <p:nvPr/>
          </p:nvSpPr>
          <p:spPr>
            <a:xfrm>
              <a:off x="5828196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76" name="rc3676"/>
            <p:cNvSpPr/>
            <p:nvPr/>
          </p:nvSpPr>
          <p:spPr>
            <a:xfrm>
              <a:off x="5828196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77" name="rc3677"/>
            <p:cNvSpPr/>
            <p:nvPr/>
          </p:nvSpPr>
          <p:spPr>
            <a:xfrm>
              <a:off x="5837783" y="2778125"/>
              <a:ext cx="9586" cy="317500"/>
            </a:xfrm>
            <a:prstGeom prst="rect">
              <a:avLst/>
            </a:prstGeom>
            <a:solidFill>
              <a:srgbClr val="CCE6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78" name="rc3678"/>
            <p:cNvSpPr/>
            <p:nvPr/>
          </p:nvSpPr>
          <p:spPr>
            <a:xfrm>
              <a:off x="5837783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79" name="rc3679"/>
            <p:cNvSpPr/>
            <p:nvPr/>
          </p:nvSpPr>
          <p:spPr>
            <a:xfrm>
              <a:off x="5837783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80" name="rc3680"/>
            <p:cNvSpPr/>
            <p:nvPr/>
          </p:nvSpPr>
          <p:spPr>
            <a:xfrm>
              <a:off x="5837783" y="3730625"/>
              <a:ext cx="9586" cy="317500"/>
            </a:xfrm>
            <a:prstGeom prst="rect">
              <a:avLst/>
            </a:prstGeom>
            <a:solidFill>
              <a:srgbClr val="FDD08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81" name="rc3681"/>
            <p:cNvSpPr/>
            <p:nvPr/>
          </p:nvSpPr>
          <p:spPr>
            <a:xfrm>
              <a:off x="5837783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82" name="rc3682"/>
            <p:cNvSpPr/>
            <p:nvPr/>
          </p:nvSpPr>
          <p:spPr>
            <a:xfrm>
              <a:off x="5837783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83" name="rc3683"/>
            <p:cNvSpPr/>
            <p:nvPr/>
          </p:nvSpPr>
          <p:spPr>
            <a:xfrm>
              <a:off x="5837783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84" name="rc3684"/>
            <p:cNvSpPr/>
            <p:nvPr/>
          </p:nvSpPr>
          <p:spPr>
            <a:xfrm>
              <a:off x="5837783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85" name="rc3685"/>
            <p:cNvSpPr/>
            <p:nvPr/>
          </p:nvSpPr>
          <p:spPr>
            <a:xfrm>
              <a:off x="5847370" y="2778125"/>
              <a:ext cx="9586" cy="317500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86" name="rc3686"/>
            <p:cNvSpPr/>
            <p:nvPr/>
          </p:nvSpPr>
          <p:spPr>
            <a:xfrm>
              <a:off x="5847370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87" name="rc3687"/>
            <p:cNvSpPr/>
            <p:nvPr/>
          </p:nvSpPr>
          <p:spPr>
            <a:xfrm>
              <a:off x="5847370" y="3413125"/>
              <a:ext cx="9586" cy="3175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88" name="rc3688"/>
            <p:cNvSpPr/>
            <p:nvPr/>
          </p:nvSpPr>
          <p:spPr>
            <a:xfrm>
              <a:off x="5847370" y="3730625"/>
              <a:ext cx="9586" cy="317500"/>
            </a:xfrm>
            <a:prstGeom prst="rect">
              <a:avLst/>
            </a:prstGeom>
            <a:solidFill>
              <a:srgbClr val="E9F6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89" name="rc3689"/>
            <p:cNvSpPr/>
            <p:nvPr/>
          </p:nvSpPr>
          <p:spPr>
            <a:xfrm>
              <a:off x="5847370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90" name="rc3690"/>
            <p:cNvSpPr/>
            <p:nvPr/>
          </p:nvSpPr>
          <p:spPr>
            <a:xfrm>
              <a:off x="5847370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91" name="rc3691"/>
            <p:cNvSpPr/>
            <p:nvPr/>
          </p:nvSpPr>
          <p:spPr>
            <a:xfrm>
              <a:off x="5847370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92" name="rc3692"/>
            <p:cNvSpPr/>
            <p:nvPr/>
          </p:nvSpPr>
          <p:spPr>
            <a:xfrm>
              <a:off x="5847370" y="5000625"/>
              <a:ext cx="9586" cy="317500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93" name="rc3693"/>
            <p:cNvSpPr/>
            <p:nvPr/>
          </p:nvSpPr>
          <p:spPr>
            <a:xfrm>
              <a:off x="5856957" y="277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94" name="rc3694"/>
            <p:cNvSpPr/>
            <p:nvPr/>
          </p:nvSpPr>
          <p:spPr>
            <a:xfrm>
              <a:off x="5856957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95" name="rc3695"/>
            <p:cNvSpPr/>
            <p:nvPr/>
          </p:nvSpPr>
          <p:spPr>
            <a:xfrm>
              <a:off x="5856957" y="3413125"/>
              <a:ext cx="9586" cy="317500"/>
            </a:xfrm>
            <a:prstGeom prst="rect">
              <a:avLst/>
            </a:prstGeom>
            <a:solidFill>
              <a:srgbClr val="E0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96" name="rc3696"/>
            <p:cNvSpPr/>
            <p:nvPr/>
          </p:nvSpPr>
          <p:spPr>
            <a:xfrm>
              <a:off x="5856957" y="3730625"/>
              <a:ext cx="9586" cy="3175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97" name="rc3697"/>
            <p:cNvSpPr/>
            <p:nvPr/>
          </p:nvSpPr>
          <p:spPr>
            <a:xfrm>
              <a:off x="5856957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98" name="rc3698"/>
            <p:cNvSpPr/>
            <p:nvPr/>
          </p:nvSpPr>
          <p:spPr>
            <a:xfrm>
              <a:off x="5856957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99" name="rc3699"/>
            <p:cNvSpPr/>
            <p:nvPr/>
          </p:nvSpPr>
          <p:spPr>
            <a:xfrm>
              <a:off x="5856957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00" name="rc3700"/>
            <p:cNvSpPr/>
            <p:nvPr/>
          </p:nvSpPr>
          <p:spPr>
            <a:xfrm>
              <a:off x="5856957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01" name="rc3701"/>
            <p:cNvSpPr/>
            <p:nvPr/>
          </p:nvSpPr>
          <p:spPr>
            <a:xfrm>
              <a:off x="5866544" y="2778125"/>
              <a:ext cx="9586" cy="3175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02" name="rc3702"/>
            <p:cNvSpPr/>
            <p:nvPr/>
          </p:nvSpPr>
          <p:spPr>
            <a:xfrm>
              <a:off x="5866544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03" name="rc3703"/>
            <p:cNvSpPr/>
            <p:nvPr/>
          </p:nvSpPr>
          <p:spPr>
            <a:xfrm>
              <a:off x="5866544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04" name="rc3704"/>
            <p:cNvSpPr/>
            <p:nvPr/>
          </p:nvSpPr>
          <p:spPr>
            <a:xfrm>
              <a:off x="5866544" y="3730625"/>
              <a:ext cx="9586" cy="317500"/>
            </a:xfrm>
            <a:prstGeom prst="rect">
              <a:avLst/>
            </a:prstGeom>
            <a:solidFill>
              <a:srgbClr val="E1F3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05" name="rc3705"/>
            <p:cNvSpPr/>
            <p:nvPr/>
          </p:nvSpPr>
          <p:spPr>
            <a:xfrm>
              <a:off x="5866544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06" name="rc3706"/>
            <p:cNvSpPr/>
            <p:nvPr/>
          </p:nvSpPr>
          <p:spPr>
            <a:xfrm>
              <a:off x="5866544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07" name="rc3707"/>
            <p:cNvSpPr/>
            <p:nvPr/>
          </p:nvSpPr>
          <p:spPr>
            <a:xfrm>
              <a:off x="5866544" y="4683125"/>
              <a:ext cx="9586" cy="31750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08" name="rc3708"/>
            <p:cNvSpPr/>
            <p:nvPr/>
          </p:nvSpPr>
          <p:spPr>
            <a:xfrm>
              <a:off x="5866544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09" name="rc3709"/>
            <p:cNvSpPr/>
            <p:nvPr/>
          </p:nvSpPr>
          <p:spPr>
            <a:xfrm>
              <a:off x="5876131" y="277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10" name="rc3710"/>
            <p:cNvSpPr/>
            <p:nvPr/>
          </p:nvSpPr>
          <p:spPr>
            <a:xfrm>
              <a:off x="5876131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11" name="rc3711"/>
            <p:cNvSpPr/>
            <p:nvPr/>
          </p:nvSpPr>
          <p:spPr>
            <a:xfrm>
              <a:off x="5876131" y="3413125"/>
              <a:ext cx="9586" cy="3175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12" name="rc3712"/>
            <p:cNvSpPr/>
            <p:nvPr/>
          </p:nvSpPr>
          <p:spPr>
            <a:xfrm>
              <a:off x="5876131" y="3730625"/>
              <a:ext cx="9586" cy="317500"/>
            </a:xfrm>
            <a:prstGeom prst="rect">
              <a:avLst/>
            </a:prstGeom>
            <a:solidFill>
              <a:srgbClr val="B4D6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13" name="rc3713"/>
            <p:cNvSpPr/>
            <p:nvPr/>
          </p:nvSpPr>
          <p:spPr>
            <a:xfrm>
              <a:off x="5876131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14" name="rc3714"/>
            <p:cNvSpPr/>
            <p:nvPr/>
          </p:nvSpPr>
          <p:spPr>
            <a:xfrm>
              <a:off x="5876131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15" name="rc3715"/>
            <p:cNvSpPr/>
            <p:nvPr/>
          </p:nvSpPr>
          <p:spPr>
            <a:xfrm>
              <a:off x="5876131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16" name="rc3716"/>
            <p:cNvSpPr/>
            <p:nvPr/>
          </p:nvSpPr>
          <p:spPr>
            <a:xfrm>
              <a:off x="5876131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17" name="rc3717"/>
            <p:cNvSpPr/>
            <p:nvPr/>
          </p:nvSpPr>
          <p:spPr>
            <a:xfrm>
              <a:off x="5885718" y="2778125"/>
              <a:ext cx="9586" cy="317500"/>
            </a:xfrm>
            <a:prstGeom prst="rect">
              <a:avLst/>
            </a:prstGeom>
            <a:solidFill>
              <a:srgbClr val="9CC6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18" name="rc3718"/>
            <p:cNvSpPr/>
            <p:nvPr/>
          </p:nvSpPr>
          <p:spPr>
            <a:xfrm>
              <a:off x="5885718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19" name="rc3719"/>
            <p:cNvSpPr/>
            <p:nvPr/>
          </p:nvSpPr>
          <p:spPr>
            <a:xfrm>
              <a:off x="5885718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20" name="rc3720"/>
            <p:cNvSpPr/>
            <p:nvPr/>
          </p:nvSpPr>
          <p:spPr>
            <a:xfrm>
              <a:off x="5885718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21" name="rc3721"/>
            <p:cNvSpPr/>
            <p:nvPr/>
          </p:nvSpPr>
          <p:spPr>
            <a:xfrm>
              <a:off x="5885718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22" name="rc3722"/>
            <p:cNvSpPr/>
            <p:nvPr/>
          </p:nvSpPr>
          <p:spPr>
            <a:xfrm>
              <a:off x="5885718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23" name="rc3723"/>
            <p:cNvSpPr/>
            <p:nvPr/>
          </p:nvSpPr>
          <p:spPr>
            <a:xfrm>
              <a:off x="5885718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24" name="rc3724"/>
            <p:cNvSpPr/>
            <p:nvPr/>
          </p:nvSpPr>
          <p:spPr>
            <a:xfrm>
              <a:off x="5885718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25" name="rc3725"/>
            <p:cNvSpPr/>
            <p:nvPr/>
          </p:nvSpPr>
          <p:spPr>
            <a:xfrm>
              <a:off x="5895305" y="2778125"/>
              <a:ext cx="9586" cy="317500"/>
            </a:xfrm>
            <a:prstGeom prst="rect">
              <a:avLst/>
            </a:prstGeom>
            <a:solidFill>
              <a:srgbClr val="85B3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26" name="rc3726"/>
            <p:cNvSpPr/>
            <p:nvPr/>
          </p:nvSpPr>
          <p:spPr>
            <a:xfrm>
              <a:off x="5895305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27" name="rc3727"/>
            <p:cNvSpPr/>
            <p:nvPr/>
          </p:nvSpPr>
          <p:spPr>
            <a:xfrm>
              <a:off x="5895305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28" name="rc3728"/>
            <p:cNvSpPr/>
            <p:nvPr/>
          </p:nvSpPr>
          <p:spPr>
            <a:xfrm>
              <a:off x="5895305" y="3730625"/>
              <a:ext cx="9586" cy="317500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29" name="rc3729"/>
            <p:cNvSpPr/>
            <p:nvPr/>
          </p:nvSpPr>
          <p:spPr>
            <a:xfrm>
              <a:off x="5895305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30" name="rc3730"/>
            <p:cNvSpPr/>
            <p:nvPr/>
          </p:nvSpPr>
          <p:spPr>
            <a:xfrm>
              <a:off x="5895305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31" name="rc3731"/>
            <p:cNvSpPr/>
            <p:nvPr/>
          </p:nvSpPr>
          <p:spPr>
            <a:xfrm>
              <a:off x="5895305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32" name="rc3732"/>
            <p:cNvSpPr/>
            <p:nvPr/>
          </p:nvSpPr>
          <p:spPr>
            <a:xfrm>
              <a:off x="5895305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33" name="rc3733"/>
            <p:cNvSpPr/>
            <p:nvPr/>
          </p:nvSpPr>
          <p:spPr>
            <a:xfrm>
              <a:off x="5904892" y="2778125"/>
              <a:ext cx="9586" cy="317500"/>
            </a:xfrm>
            <a:prstGeom prst="rect">
              <a:avLst/>
            </a:prstGeom>
            <a:solidFill>
              <a:srgbClr val="85B3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34" name="rc3734"/>
            <p:cNvSpPr/>
            <p:nvPr/>
          </p:nvSpPr>
          <p:spPr>
            <a:xfrm>
              <a:off x="5904892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35" name="rc3735"/>
            <p:cNvSpPr/>
            <p:nvPr/>
          </p:nvSpPr>
          <p:spPr>
            <a:xfrm>
              <a:off x="5904892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36" name="rc3736"/>
            <p:cNvSpPr/>
            <p:nvPr/>
          </p:nvSpPr>
          <p:spPr>
            <a:xfrm>
              <a:off x="5904892" y="3730625"/>
              <a:ext cx="9586" cy="3175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37" name="rc3737"/>
            <p:cNvSpPr/>
            <p:nvPr/>
          </p:nvSpPr>
          <p:spPr>
            <a:xfrm>
              <a:off x="5904892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38" name="rc3738"/>
            <p:cNvSpPr/>
            <p:nvPr/>
          </p:nvSpPr>
          <p:spPr>
            <a:xfrm>
              <a:off x="5904892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39" name="rc3739"/>
            <p:cNvSpPr/>
            <p:nvPr/>
          </p:nvSpPr>
          <p:spPr>
            <a:xfrm>
              <a:off x="5904892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40" name="rc3740"/>
            <p:cNvSpPr/>
            <p:nvPr/>
          </p:nvSpPr>
          <p:spPr>
            <a:xfrm>
              <a:off x="5904892" y="5000625"/>
              <a:ext cx="9586" cy="3175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41" name="rc3741"/>
            <p:cNvSpPr/>
            <p:nvPr/>
          </p:nvSpPr>
          <p:spPr>
            <a:xfrm>
              <a:off x="5914479" y="2778125"/>
              <a:ext cx="9586" cy="317500"/>
            </a:xfrm>
            <a:prstGeom prst="rect">
              <a:avLst/>
            </a:prstGeom>
            <a:solidFill>
              <a:srgbClr val="7CAA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42" name="rc3742"/>
            <p:cNvSpPr/>
            <p:nvPr/>
          </p:nvSpPr>
          <p:spPr>
            <a:xfrm>
              <a:off x="5914479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43" name="rc3743"/>
            <p:cNvSpPr/>
            <p:nvPr/>
          </p:nvSpPr>
          <p:spPr>
            <a:xfrm>
              <a:off x="5914479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44" name="rc3744"/>
            <p:cNvSpPr/>
            <p:nvPr/>
          </p:nvSpPr>
          <p:spPr>
            <a:xfrm>
              <a:off x="5914479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45" name="rc3745"/>
            <p:cNvSpPr/>
            <p:nvPr/>
          </p:nvSpPr>
          <p:spPr>
            <a:xfrm>
              <a:off x="5914479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46" name="rc3746"/>
            <p:cNvSpPr/>
            <p:nvPr/>
          </p:nvSpPr>
          <p:spPr>
            <a:xfrm>
              <a:off x="5914479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47" name="rc3747"/>
            <p:cNvSpPr/>
            <p:nvPr/>
          </p:nvSpPr>
          <p:spPr>
            <a:xfrm>
              <a:off x="5914479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48" name="rc3748"/>
            <p:cNvSpPr/>
            <p:nvPr/>
          </p:nvSpPr>
          <p:spPr>
            <a:xfrm>
              <a:off x="5914479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49" name="rc3749"/>
            <p:cNvSpPr/>
            <p:nvPr/>
          </p:nvSpPr>
          <p:spPr>
            <a:xfrm>
              <a:off x="5924066" y="2778125"/>
              <a:ext cx="9586" cy="3175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50" name="rc3750"/>
            <p:cNvSpPr/>
            <p:nvPr/>
          </p:nvSpPr>
          <p:spPr>
            <a:xfrm>
              <a:off x="5924066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51" name="rc3751"/>
            <p:cNvSpPr/>
            <p:nvPr/>
          </p:nvSpPr>
          <p:spPr>
            <a:xfrm>
              <a:off x="5924066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52" name="rc3752"/>
            <p:cNvSpPr/>
            <p:nvPr/>
          </p:nvSpPr>
          <p:spPr>
            <a:xfrm>
              <a:off x="5924066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53" name="rc3753"/>
            <p:cNvSpPr/>
            <p:nvPr/>
          </p:nvSpPr>
          <p:spPr>
            <a:xfrm>
              <a:off x="5924066" y="4048125"/>
              <a:ext cx="9586" cy="317500"/>
            </a:xfrm>
            <a:prstGeom prst="rect">
              <a:avLst/>
            </a:prstGeom>
            <a:solidFill>
              <a:srgbClr val="6998C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54" name="rc3754"/>
            <p:cNvSpPr/>
            <p:nvPr/>
          </p:nvSpPr>
          <p:spPr>
            <a:xfrm>
              <a:off x="5924066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55" name="rc3755"/>
            <p:cNvSpPr/>
            <p:nvPr/>
          </p:nvSpPr>
          <p:spPr>
            <a:xfrm>
              <a:off x="5924066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56" name="rc3756"/>
            <p:cNvSpPr/>
            <p:nvPr/>
          </p:nvSpPr>
          <p:spPr>
            <a:xfrm>
              <a:off x="5924066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57" name="rc3757"/>
            <p:cNvSpPr/>
            <p:nvPr/>
          </p:nvSpPr>
          <p:spPr>
            <a:xfrm>
              <a:off x="5933653" y="277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58" name="rc3758"/>
            <p:cNvSpPr/>
            <p:nvPr/>
          </p:nvSpPr>
          <p:spPr>
            <a:xfrm>
              <a:off x="5933653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59" name="rc3759"/>
            <p:cNvSpPr/>
            <p:nvPr/>
          </p:nvSpPr>
          <p:spPr>
            <a:xfrm>
              <a:off x="5933653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60" name="rc3760"/>
            <p:cNvSpPr/>
            <p:nvPr/>
          </p:nvSpPr>
          <p:spPr>
            <a:xfrm>
              <a:off x="5933653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61" name="rc3761"/>
            <p:cNvSpPr/>
            <p:nvPr/>
          </p:nvSpPr>
          <p:spPr>
            <a:xfrm>
              <a:off x="5933653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62" name="rc3762"/>
            <p:cNvSpPr/>
            <p:nvPr/>
          </p:nvSpPr>
          <p:spPr>
            <a:xfrm>
              <a:off x="5933653" y="4365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63" name="rc3763"/>
            <p:cNvSpPr/>
            <p:nvPr/>
          </p:nvSpPr>
          <p:spPr>
            <a:xfrm>
              <a:off x="5933653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64" name="rc3764"/>
            <p:cNvSpPr/>
            <p:nvPr/>
          </p:nvSpPr>
          <p:spPr>
            <a:xfrm>
              <a:off x="5933653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65" name="rc3765"/>
            <p:cNvSpPr/>
            <p:nvPr/>
          </p:nvSpPr>
          <p:spPr>
            <a:xfrm>
              <a:off x="5943240" y="2778125"/>
              <a:ext cx="9586" cy="317500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66" name="rc3766"/>
            <p:cNvSpPr/>
            <p:nvPr/>
          </p:nvSpPr>
          <p:spPr>
            <a:xfrm>
              <a:off x="5943240" y="3095625"/>
              <a:ext cx="9586" cy="3174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67" name="rc3767"/>
            <p:cNvSpPr/>
            <p:nvPr/>
          </p:nvSpPr>
          <p:spPr>
            <a:xfrm>
              <a:off x="5943240" y="341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68" name="rc3768"/>
            <p:cNvSpPr/>
            <p:nvPr/>
          </p:nvSpPr>
          <p:spPr>
            <a:xfrm>
              <a:off x="5943240" y="373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69" name="rc3769"/>
            <p:cNvSpPr/>
            <p:nvPr/>
          </p:nvSpPr>
          <p:spPr>
            <a:xfrm>
              <a:off x="5943240" y="4048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70" name="rc3770"/>
            <p:cNvSpPr/>
            <p:nvPr/>
          </p:nvSpPr>
          <p:spPr>
            <a:xfrm>
              <a:off x="5943240" y="4365625"/>
              <a:ext cx="9586" cy="3175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71" name="rc3771"/>
            <p:cNvSpPr/>
            <p:nvPr/>
          </p:nvSpPr>
          <p:spPr>
            <a:xfrm>
              <a:off x="5943240" y="46831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72" name="rc3772"/>
            <p:cNvSpPr/>
            <p:nvPr/>
          </p:nvSpPr>
          <p:spPr>
            <a:xfrm>
              <a:off x="5943240" y="5000625"/>
              <a:ext cx="9586" cy="3175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73" name="tx3773"/>
            <p:cNvSpPr/>
            <p:nvPr/>
          </p:nvSpPr>
          <p:spPr>
            <a:xfrm>
              <a:off x="5990927" y="2899841"/>
              <a:ext cx="41019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Pantoea</a:t>
              </a:r>
            </a:p>
          </p:txBody>
        </p:sp>
        <p:sp>
          <p:nvSpPr>
            <p:cNvPr id="3774" name="tx3774"/>
            <p:cNvSpPr/>
            <p:nvPr/>
          </p:nvSpPr>
          <p:spPr>
            <a:xfrm>
              <a:off x="5990927" y="3217341"/>
              <a:ext cx="64876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Burkholderia</a:t>
              </a:r>
            </a:p>
          </p:txBody>
        </p:sp>
        <p:sp>
          <p:nvSpPr>
            <p:cNvPr id="3775" name="tx3775"/>
            <p:cNvSpPr/>
            <p:nvPr/>
          </p:nvSpPr>
          <p:spPr>
            <a:xfrm>
              <a:off x="5990927" y="3534841"/>
              <a:ext cx="75328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Sphingomonas</a:t>
              </a:r>
            </a:p>
          </p:txBody>
        </p:sp>
        <p:sp>
          <p:nvSpPr>
            <p:cNvPr id="3776" name="tx3776"/>
            <p:cNvSpPr/>
            <p:nvPr/>
          </p:nvSpPr>
          <p:spPr>
            <a:xfrm>
              <a:off x="5990927" y="3852341"/>
              <a:ext cx="79753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Curtobacterium</a:t>
              </a:r>
            </a:p>
          </p:txBody>
        </p:sp>
        <p:sp>
          <p:nvSpPr>
            <p:cNvPr id="3777" name="tx3777"/>
            <p:cNvSpPr/>
            <p:nvPr/>
          </p:nvSpPr>
          <p:spPr>
            <a:xfrm>
              <a:off x="5990927" y="4169841"/>
              <a:ext cx="96679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Stenotrophomonas</a:t>
              </a:r>
            </a:p>
          </p:txBody>
        </p:sp>
        <p:sp>
          <p:nvSpPr>
            <p:cNvPr id="3778" name="tx3778"/>
            <p:cNvSpPr/>
            <p:nvPr/>
          </p:nvSpPr>
          <p:spPr>
            <a:xfrm>
              <a:off x="5990927" y="4487341"/>
              <a:ext cx="706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Pseudomonas</a:t>
              </a:r>
            </a:p>
          </p:txBody>
        </p:sp>
        <p:sp>
          <p:nvSpPr>
            <p:cNvPr id="3779" name="tx3779"/>
            <p:cNvSpPr/>
            <p:nvPr/>
          </p:nvSpPr>
          <p:spPr>
            <a:xfrm>
              <a:off x="5990927" y="4804841"/>
              <a:ext cx="38990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Bacillus</a:t>
              </a:r>
            </a:p>
          </p:txBody>
        </p:sp>
        <p:sp>
          <p:nvSpPr>
            <p:cNvPr id="3780" name="tx3780"/>
            <p:cNvSpPr/>
            <p:nvPr/>
          </p:nvSpPr>
          <p:spPr>
            <a:xfrm>
              <a:off x="5990927" y="5122341"/>
              <a:ext cx="65882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Paenibacillus</a:t>
              </a:r>
            </a:p>
          </p:txBody>
        </p:sp>
        <p:sp>
          <p:nvSpPr>
            <p:cNvPr id="3781" name="rc3781"/>
            <p:cNvSpPr/>
            <p:nvPr/>
          </p:nvSpPr>
          <p:spPr>
            <a:xfrm>
              <a:off x="1945481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82" name="rc3782"/>
            <p:cNvSpPr/>
            <p:nvPr/>
          </p:nvSpPr>
          <p:spPr>
            <a:xfrm>
              <a:off x="1955068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83" name="rc3783"/>
            <p:cNvSpPr/>
            <p:nvPr/>
          </p:nvSpPr>
          <p:spPr>
            <a:xfrm>
              <a:off x="1964655" y="2638425"/>
              <a:ext cx="9586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84" name="rc3784"/>
            <p:cNvSpPr/>
            <p:nvPr/>
          </p:nvSpPr>
          <p:spPr>
            <a:xfrm>
              <a:off x="1974242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85" name="rc3785"/>
            <p:cNvSpPr/>
            <p:nvPr/>
          </p:nvSpPr>
          <p:spPr>
            <a:xfrm>
              <a:off x="1983829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86" name="rc3786"/>
            <p:cNvSpPr/>
            <p:nvPr/>
          </p:nvSpPr>
          <p:spPr>
            <a:xfrm>
              <a:off x="1993416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87" name="rc3787"/>
            <p:cNvSpPr/>
            <p:nvPr/>
          </p:nvSpPr>
          <p:spPr>
            <a:xfrm>
              <a:off x="2003003" y="2638425"/>
              <a:ext cx="9586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88" name="rc3788"/>
            <p:cNvSpPr/>
            <p:nvPr/>
          </p:nvSpPr>
          <p:spPr>
            <a:xfrm>
              <a:off x="2012590" y="2638425"/>
              <a:ext cx="9586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89" name="rc3789"/>
            <p:cNvSpPr/>
            <p:nvPr/>
          </p:nvSpPr>
          <p:spPr>
            <a:xfrm>
              <a:off x="2022177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90" name="rc3790"/>
            <p:cNvSpPr/>
            <p:nvPr/>
          </p:nvSpPr>
          <p:spPr>
            <a:xfrm>
              <a:off x="2031764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91" name="rc3791"/>
            <p:cNvSpPr/>
            <p:nvPr/>
          </p:nvSpPr>
          <p:spPr>
            <a:xfrm>
              <a:off x="2041351" y="2638425"/>
              <a:ext cx="9586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92" name="rc3792"/>
            <p:cNvSpPr/>
            <p:nvPr/>
          </p:nvSpPr>
          <p:spPr>
            <a:xfrm>
              <a:off x="2050937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93" name="rc3793"/>
            <p:cNvSpPr/>
            <p:nvPr/>
          </p:nvSpPr>
          <p:spPr>
            <a:xfrm>
              <a:off x="2060524" y="2638425"/>
              <a:ext cx="9586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94" name="rc3794"/>
            <p:cNvSpPr/>
            <p:nvPr/>
          </p:nvSpPr>
          <p:spPr>
            <a:xfrm>
              <a:off x="2070111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95" name="rc3795"/>
            <p:cNvSpPr/>
            <p:nvPr/>
          </p:nvSpPr>
          <p:spPr>
            <a:xfrm>
              <a:off x="2079698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96" name="rc3796"/>
            <p:cNvSpPr/>
            <p:nvPr/>
          </p:nvSpPr>
          <p:spPr>
            <a:xfrm>
              <a:off x="2089285" y="2638425"/>
              <a:ext cx="9586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97" name="rc3797"/>
            <p:cNvSpPr/>
            <p:nvPr/>
          </p:nvSpPr>
          <p:spPr>
            <a:xfrm>
              <a:off x="2098872" y="2638425"/>
              <a:ext cx="9586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98" name="rc3798"/>
            <p:cNvSpPr/>
            <p:nvPr/>
          </p:nvSpPr>
          <p:spPr>
            <a:xfrm>
              <a:off x="2108459" y="2638425"/>
              <a:ext cx="9586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99" name="rc3799"/>
            <p:cNvSpPr/>
            <p:nvPr/>
          </p:nvSpPr>
          <p:spPr>
            <a:xfrm>
              <a:off x="2118046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00" name="rc3800"/>
            <p:cNvSpPr/>
            <p:nvPr/>
          </p:nvSpPr>
          <p:spPr>
            <a:xfrm>
              <a:off x="2127633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01" name="rc3801"/>
            <p:cNvSpPr/>
            <p:nvPr/>
          </p:nvSpPr>
          <p:spPr>
            <a:xfrm>
              <a:off x="2137220" y="2638425"/>
              <a:ext cx="9586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02" name="rc3802"/>
            <p:cNvSpPr/>
            <p:nvPr/>
          </p:nvSpPr>
          <p:spPr>
            <a:xfrm>
              <a:off x="2146807" y="2638425"/>
              <a:ext cx="9586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03" name="rc3803"/>
            <p:cNvSpPr/>
            <p:nvPr/>
          </p:nvSpPr>
          <p:spPr>
            <a:xfrm>
              <a:off x="2156394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04" name="rc3804"/>
            <p:cNvSpPr/>
            <p:nvPr/>
          </p:nvSpPr>
          <p:spPr>
            <a:xfrm>
              <a:off x="2165981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05" name="rc3805"/>
            <p:cNvSpPr/>
            <p:nvPr/>
          </p:nvSpPr>
          <p:spPr>
            <a:xfrm>
              <a:off x="2175568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06" name="rc3806"/>
            <p:cNvSpPr/>
            <p:nvPr/>
          </p:nvSpPr>
          <p:spPr>
            <a:xfrm>
              <a:off x="2185155" y="2638425"/>
              <a:ext cx="9586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07" name="rc3807"/>
            <p:cNvSpPr/>
            <p:nvPr/>
          </p:nvSpPr>
          <p:spPr>
            <a:xfrm>
              <a:off x="2194742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08" name="rc3808"/>
            <p:cNvSpPr/>
            <p:nvPr/>
          </p:nvSpPr>
          <p:spPr>
            <a:xfrm>
              <a:off x="2204329" y="2638425"/>
              <a:ext cx="9586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09" name="rc3809"/>
            <p:cNvSpPr/>
            <p:nvPr/>
          </p:nvSpPr>
          <p:spPr>
            <a:xfrm>
              <a:off x="2213916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10" name="rc3810"/>
            <p:cNvSpPr/>
            <p:nvPr/>
          </p:nvSpPr>
          <p:spPr>
            <a:xfrm>
              <a:off x="2223503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11" name="rc3811"/>
            <p:cNvSpPr/>
            <p:nvPr/>
          </p:nvSpPr>
          <p:spPr>
            <a:xfrm>
              <a:off x="2233090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12" name="rc3812"/>
            <p:cNvSpPr/>
            <p:nvPr/>
          </p:nvSpPr>
          <p:spPr>
            <a:xfrm>
              <a:off x="2242677" y="2638425"/>
              <a:ext cx="9586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13" name="rc3813"/>
            <p:cNvSpPr/>
            <p:nvPr/>
          </p:nvSpPr>
          <p:spPr>
            <a:xfrm>
              <a:off x="2252263" y="2638425"/>
              <a:ext cx="9586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14" name="rc3814"/>
            <p:cNvSpPr/>
            <p:nvPr/>
          </p:nvSpPr>
          <p:spPr>
            <a:xfrm>
              <a:off x="2261850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15" name="rc3815"/>
            <p:cNvSpPr/>
            <p:nvPr/>
          </p:nvSpPr>
          <p:spPr>
            <a:xfrm>
              <a:off x="2271437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16" name="rc3816"/>
            <p:cNvSpPr/>
            <p:nvPr/>
          </p:nvSpPr>
          <p:spPr>
            <a:xfrm>
              <a:off x="2281024" y="2638425"/>
              <a:ext cx="9586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17" name="rc3817"/>
            <p:cNvSpPr/>
            <p:nvPr/>
          </p:nvSpPr>
          <p:spPr>
            <a:xfrm>
              <a:off x="2290611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18" name="rc3818"/>
            <p:cNvSpPr/>
            <p:nvPr/>
          </p:nvSpPr>
          <p:spPr>
            <a:xfrm>
              <a:off x="2300198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19" name="rc3819"/>
            <p:cNvSpPr/>
            <p:nvPr/>
          </p:nvSpPr>
          <p:spPr>
            <a:xfrm>
              <a:off x="2309785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20" name="rc3820"/>
            <p:cNvSpPr/>
            <p:nvPr/>
          </p:nvSpPr>
          <p:spPr>
            <a:xfrm>
              <a:off x="2319372" y="2638425"/>
              <a:ext cx="9586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21" name="rc3821"/>
            <p:cNvSpPr/>
            <p:nvPr/>
          </p:nvSpPr>
          <p:spPr>
            <a:xfrm>
              <a:off x="2328959" y="2638425"/>
              <a:ext cx="9586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22" name="rc3822"/>
            <p:cNvSpPr/>
            <p:nvPr/>
          </p:nvSpPr>
          <p:spPr>
            <a:xfrm>
              <a:off x="2338546" y="2638425"/>
              <a:ext cx="9586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23" name="rc3823"/>
            <p:cNvSpPr/>
            <p:nvPr/>
          </p:nvSpPr>
          <p:spPr>
            <a:xfrm>
              <a:off x="2348133" y="2638425"/>
              <a:ext cx="9586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24" name="rc3824"/>
            <p:cNvSpPr/>
            <p:nvPr/>
          </p:nvSpPr>
          <p:spPr>
            <a:xfrm>
              <a:off x="2357720" y="2638425"/>
              <a:ext cx="9586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25" name="rc3825"/>
            <p:cNvSpPr/>
            <p:nvPr/>
          </p:nvSpPr>
          <p:spPr>
            <a:xfrm>
              <a:off x="2367307" y="2638425"/>
              <a:ext cx="9586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26" name="rc3826"/>
            <p:cNvSpPr/>
            <p:nvPr/>
          </p:nvSpPr>
          <p:spPr>
            <a:xfrm>
              <a:off x="2376894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27" name="rc3827"/>
            <p:cNvSpPr/>
            <p:nvPr/>
          </p:nvSpPr>
          <p:spPr>
            <a:xfrm>
              <a:off x="2386481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28" name="rc3828"/>
            <p:cNvSpPr/>
            <p:nvPr/>
          </p:nvSpPr>
          <p:spPr>
            <a:xfrm>
              <a:off x="2396068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29" name="rc3829"/>
            <p:cNvSpPr/>
            <p:nvPr/>
          </p:nvSpPr>
          <p:spPr>
            <a:xfrm>
              <a:off x="2405655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30" name="rc3830"/>
            <p:cNvSpPr/>
            <p:nvPr/>
          </p:nvSpPr>
          <p:spPr>
            <a:xfrm>
              <a:off x="2415242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31" name="rc3831"/>
            <p:cNvSpPr/>
            <p:nvPr/>
          </p:nvSpPr>
          <p:spPr>
            <a:xfrm>
              <a:off x="2424829" y="2638425"/>
              <a:ext cx="9586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32" name="rc3832"/>
            <p:cNvSpPr/>
            <p:nvPr/>
          </p:nvSpPr>
          <p:spPr>
            <a:xfrm>
              <a:off x="2434416" y="2638425"/>
              <a:ext cx="9586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33" name="rc3833"/>
            <p:cNvSpPr/>
            <p:nvPr/>
          </p:nvSpPr>
          <p:spPr>
            <a:xfrm>
              <a:off x="2444002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34" name="rc3834"/>
            <p:cNvSpPr/>
            <p:nvPr/>
          </p:nvSpPr>
          <p:spPr>
            <a:xfrm>
              <a:off x="2453589" y="2638425"/>
              <a:ext cx="9586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35" name="rc3835"/>
            <p:cNvSpPr/>
            <p:nvPr/>
          </p:nvSpPr>
          <p:spPr>
            <a:xfrm>
              <a:off x="2463176" y="2638425"/>
              <a:ext cx="9586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36" name="rc3836"/>
            <p:cNvSpPr/>
            <p:nvPr/>
          </p:nvSpPr>
          <p:spPr>
            <a:xfrm>
              <a:off x="2472763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37" name="rc3837"/>
            <p:cNvSpPr/>
            <p:nvPr/>
          </p:nvSpPr>
          <p:spPr>
            <a:xfrm>
              <a:off x="2482350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38" name="rc3838"/>
            <p:cNvSpPr/>
            <p:nvPr/>
          </p:nvSpPr>
          <p:spPr>
            <a:xfrm>
              <a:off x="2491937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39" name="rc3839"/>
            <p:cNvSpPr/>
            <p:nvPr/>
          </p:nvSpPr>
          <p:spPr>
            <a:xfrm>
              <a:off x="2501524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40" name="rc3840"/>
            <p:cNvSpPr/>
            <p:nvPr/>
          </p:nvSpPr>
          <p:spPr>
            <a:xfrm>
              <a:off x="2511111" y="2638425"/>
              <a:ext cx="9586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41" name="rc3841"/>
            <p:cNvSpPr/>
            <p:nvPr/>
          </p:nvSpPr>
          <p:spPr>
            <a:xfrm>
              <a:off x="2520698" y="2638425"/>
              <a:ext cx="9586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42" name="rc3842"/>
            <p:cNvSpPr/>
            <p:nvPr/>
          </p:nvSpPr>
          <p:spPr>
            <a:xfrm>
              <a:off x="2530285" y="2638425"/>
              <a:ext cx="9586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43" name="rc3843"/>
            <p:cNvSpPr/>
            <p:nvPr/>
          </p:nvSpPr>
          <p:spPr>
            <a:xfrm>
              <a:off x="2539872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44" name="rc3844"/>
            <p:cNvSpPr/>
            <p:nvPr/>
          </p:nvSpPr>
          <p:spPr>
            <a:xfrm>
              <a:off x="2549459" y="2638425"/>
              <a:ext cx="9586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45" name="rc3845"/>
            <p:cNvSpPr/>
            <p:nvPr/>
          </p:nvSpPr>
          <p:spPr>
            <a:xfrm>
              <a:off x="2559046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46" name="rc3846"/>
            <p:cNvSpPr/>
            <p:nvPr/>
          </p:nvSpPr>
          <p:spPr>
            <a:xfrm>
              <a:off x="2568633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47" name="rc3847"/>
            <p:cNvSpPr/>
            <p:nvPr/>
          </p:nvSpPr>
          <p:spPr>
            <a:xfrm>
              <a:off x="2578220" y="2638425"/>
              <a:ext cx="9586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48" name="rc3848"/>
            <p:cNvSpPr/>
            <p:nvPr/>
          </p:nvSpPr>
          <p:spPr>
            <a:xfrm>
              <a:off x="2587807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49" name="rc3849"/>
            <p:cNvSpPr/>
            <p:nvPr/>
          </p:nvSpPr>
          <p:spPr>
            <a:xfrm>
              <a:off x="2597394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50" name="rc3850"/>
            <p:cNvSpPr/>
            <p:nvPr/>
          </p:nvSpPr>
          <p:spPr>
            <a:xfrm>
              <a:off x="2606981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51" name="rc3851"/>
            <p:cNvSpPr/>
            <p:nvPr/>
          </p:nvSpPr>
          <p:spPr>
            <a:xfrm>
              <a:off x="2616568" y="2638425"/>
              <a:ext cx="9586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52" name="rc3852"/>
            <p:cNvSpPr/>
            <p:nvPr/>
          </p:nvSpPr>
          <p:spPr>
            <a:xfrm>
              <a:off x="2626155" y="2638425"/>
              <a:ext cx="9586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53" name="rc3853"/>
            <p:cNvSpPr/>
            <p:nvPr/>
          </p:nvSpPr>
          <p:spPr>
            <a:xfrm>
              <a:off x="2635742" y="2638425"/>
              <a:ext cx="9586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54" name="rc3854"/>
            <p:cNvSpPr/>
            <p:nvPr/>
          </p:nvSpPr>
          <p:spPr>
            <a:xfrm>
              <a:off x="2645328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55" name="rc3855"/>
            <p:cNvSpPr/>
            <p:nvPr/>
          </p:nvSpPr>
          <p:spPr>
            <a:xfrm>
              <a:off x="2654915" y="2638425"/>
              <a:ext cx="9586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56" name="rc3856"/>
            <p:cNvSpPr/>
            <p:nvPr/>
          </p:nvSpPr>
          <p:spPr>
            <a:xfrm>
              <a:off x="2664502" y="2638425"/>
              <a:ext cx="9586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57" name="rc3857"/>
            <p:cNvSpPr/>
            <p:nvPr/>
          </p:nvSpPr>
          <p:spPr>
            <a:xfrm>
              <a:off x="2674089" y="2638425"/>
              <a:ext cx="9586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58" name="rc3858"/>
            <p:cNvSpPr/>
            <p:nvPr/>
          </p:nvSpPr>
          <p:spPr>
            <a:xfrm>
              <a:off x="2683676" y="2638425"/>
              <a:ext cx="9586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59" name="rc3859"/>
            <p:cNvSpPr/>
            <p:nvPr/>
          </p:nvSpPr>
          <p:spPr>
            <a:xfrm>
              <a:off x="2693263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60" name="rc3860"/>
            <p:cNvSpPr/>
            <p:nvPr/>
          </p:nvSpPr>
          <p:spPr>
            <a:xfrm>
              <a:off x="2702850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61" name="rc3861"/>
            <p:cNvSpPr/>
            <p:nvPr/>
          </p:nvSpPr>
          <p:spPr>
            <a:xfrm>
              <a:off x="2712437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62" name="rc3862"/>
            <p:cNvSpPr/>
            <p:nvPr/>
          </p:nvSpPr>
          <p:spPr>
            <a:xfrm>
              <a:off x="2722024" y="2638425"/>
              <a:ext cx="9586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63" name="rc3863"/>
            <p:cNvSpPr/>
            <p:nvPr/>
          </p:nvSpPr>
          <p:spPr>
            <a:xfrm>
              <a:off x="2731611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64" name="rc3864"/>
            <p:cNvSpPr/>
            <p:nvPr/>
          </p:nvSpPr>
          <p:spPr>
            <a:xfrm>
              <a:off x="2741198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65" name="rc3865"/>
            <p:cNvSpPr/>
            <p:nvPr/>
          </p:nvSpPr>
          <p:spPr>
            <a:xfrm>
              <a:off x="2750785" y="2638425"/>
              <a:ext cx="9586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66" name="rc3866"/>
            <p:cNvSpPr/>
            <p:nvPr/>
          </p:nvSpPr>
          <p:spPr>
            <a:xfrm>
              <a:off x="2760372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67" name="rc3867"/>
            <p:cNvSpPr/>
            <p:nvPr/>
          </p:nvSpPr>
          <p:spPr>
            <a:xfrm>
              <a:off x="2769959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68" name="rc3868"/>
            <p:cNvSpPr/>
            <p:nvPr/>
          </p:nvSpPr>
          <p:spPr>
            <a:xfrm>
              <a:off x="2779546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69" name="rc3869"/>
            <p:cNvSpPr/>
            <p:nvPr/>
          </p:nvSpPr>
          <p:spPr>
            <a:xfrm>
              <a:off x="2789133" y="2638425"/>
              <a:ext cx="9586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70" name="rc3870"/>
            <p:cNvSpPr/>
            <p:nvPr/>
          </p:nvSpPr>
          <p:spPr>
            <a:xfrm>
              <a:off x="2798720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71" name="rc3871"/>
            <p:cNvSpPr/>
            <p:nvPr/>
          </p:nvSpPr>
          <p:spPr>
            <a:xfrm>
              <a:off x="2808307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72" name="rc3872"/>
            <p:cNvSpPr/>
            <p:nvPr/>
          </p:nvSpPr>
          <p:spPr>
            <a:xfrm>
              <a:off x="2817894" y="2638425"/>
              <a:ext cx="9586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73" name="rc3873"/>
            <p:cNvSpPr/>
            <p:nvPr/>
          </p:nvSpPr>
          <p:spPr>
            <a:xfrm>
              <a:off x="2827481" y="2638425"/>
              <a:ext cx="9586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74" name="rc3874"/>
            <p:cNvSpPr/>
            <p:nvPr/>
          </p:nvSpPr>
          <p:spPr>
            <a:xfrm>
              <a:off x="2837068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75" name="rc3875"/>
            <p:cNvSpPr/>
            <p:nvPr/>
          </p:nvSpPr>
          <p:spPr>
            <a:xfrm>
              <a:off x="2846654" y="2638425"/>
              <a:ext cx="9586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76" name="rc3876"/>
            <p:cNvSpPr/>
            <p:nvPr/>
          </p:nvSpPr>
          <p:spPr>
            <a:xfrm>
              <a:off x="2856241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77" name="rc3877"/>
            <p:cNvSpPr/>
            <p:nvPr/>
          </p:nvSpPr>
          <p:spPr>
            <a:xfrm>
              <a:off x="2865828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78" name="rc3878"/>
            <p:cNvSpPr/>
            <p:nvPr/>
          </p:nvSpPr>
          <p:spPr>
            <a:xfrm>
              <a:off x="2875415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79" name="rc3879"/>
            <p:cNvSpPr/>
            <p:nvPr/>
          </p:nvSpPr>
          <p:spPr>
            <a:xfrm>
              <a:off x="2885002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80" name="rc3880"/>
            <p:cNvSpPr/>
            <p:nvPr/>
          </p:nvSpPr>
          <p:spPr>
            <a:xfrm>
              <a:off x="2894589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81" name="rc3881"/>
            <p:cNvSpPr/>
            <p:nvPr/>
          </p:nvSpPr>
          <p:spPr>
            <a:xfrm>
              <a:off x="2904176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82" name="rc3882"/>
            <p:cNvSpPr/>
            <p:nvPr/>
          </p:nvSpPr>
          <p:spPr>
            <a:xfrm>
              <a:off x="2913763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83" name="rc3883"/>
            <p:cNvSpPr/>
            <p:nvPr/>
          </p:nvSpPr>
          <p:spPr>
            <a:xfrm>
              <a:off x="2923350" y="2638425"/>
              <a:ext cx="9586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84" name="rc3884"/>
            <p:cNvSpPr/>
            <p:nvPr/>
          </p:nvSpPr>
          <p:spPr>
            <a:xfrm>
              <a:off x="2932937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85" name="rc3885"/>
            <p:cNvSpPr/>
            <p:nvPr/>
          </p:nvSpPr>
          <p:spPr>
            <a:xfrm>
              <a:off x="2942524" y="2638425"/>
              <a:ext cx="9586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86" name="rc3886"/>
            <p:cNvSpPr/>
            <p:nvPr/>
          </p:nvSpPr>
          <p:spPr>
            <a:xfrm>
              <a:off x="2952111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87" name="rc3887"/>
            <p:cNvSpPr/>
            <p:nvPr/>
          </p:nvSpPr>
          <p:spPr>
            <a:xfrm>
              <a:off x="2961698" y="2638425"/>
              <a:ext cx="9586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88" name="rc3888"/>
            <p:cNvSpPr/>
            <p:nvPr/>
          </p:nvSpPr>
          <p:spPr>
            <a:xfrm>
              <a:off x="2971285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89" name="rc3889"/>
            <p:cNvSpPr/>
            <p:nvPr/>
          </p:nvSpPr>
          <p:spPr>
            <a:xfrm>
              <a:off x="2980872" y="2638425"/>
              <a:ext cx="9586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90" name="rc3890"/>
            <p:cNvSpPr/>
            <p:nvPr/>
          </p:nvSpPr>
          <p:spPr>
            <a:xfrm>
              <a:off x="2990459" y="2638425"/>
              <a:ext cx="9586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91" name="rc3891"/>
            <p:cNvSpPr/>
            <p:nvPr/>
          </p:nvSpPr>
          <p:spPr>
            <a:xfrm>
              <a:off x="3000046" y="2638425"/>
              <a:ext cx="9586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92" name="rc3892"/>
            <p:cNvSpPr/>
            <p:nvPr/>
          </p:nvSpPr>
          <p:spPr>
            <a:xfrm>
              <a:off x="3009633" y="2638425"/>
              <a:ext cx="9586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93" name="rc3893"/>
            <p:cNvSpPr/>
            <p:nvPr/>
          </p:nvSpPr>
          <p:spPr>
            <a:xfrm>
              <a:off x="3019220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94" name="rc3894"/>
            <p:cNvSpPr/>
            <p:nvPr/>
          </p:nvSpPr>
          <p:spPr>
            <a:xfrm>
              <a:off x="3028807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95" name="rc3895"/>
            <p:cNvSpPr/>
            <p:nvPr/>
          </p:nvSpPr>
          <p:spPr>
            <a:xfrm>
              <a:off x="3038393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96" name="rc3896"/>
            <p:cNvSpPr/>
            <p:nvPr/>
          </p:nvSpPr>
          <p:spPr>
            <a:xfrm>
              <a:off x="3047980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97" name="rc3897"/>
            <p:cNvSpPr/>
            <p:nvPr/>
          </p:nvSpPr>
          <p:spPr>
            <a:xfrm>
              <a:off x="3057567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98" name="rc3898"/>
            <p:cNvSpPr/>
            <p:nvPr/>
          </p:nvSpPr>
          <p:spPr>
            <a:xfrm>
              <a:off x="3067154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99" name="rc3899"/>
            <p:cNvSpPr/>
            <p:nvPr/>
          </p:nvSpPr>
          <p:spPr>
            <a:xfrm>
              <a:off x="3076741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00" name="rc3900"/>
            <p:cNvSpPr/>
            <p:nvPr/>
          </p:nvSpPr>
          <p:spPr>
            <a:xfrm>
              <a:off x="3086328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01" name="rc3901"/>
            <p:cNvSpPr/>
            <p:nvPr/>
          </p:nvSpPr>
          <p:spPr>
            <a:xfrm>
              <a:off x="3095915" y="2638425"/>
              <a:ext cx="9586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02" name="rc3902"/>
            <p:cNvSpPr/>
            <p:nvPr/>
          </p:nvSpPr>
          <p:spPr>
            <a:xfrm>
              <a:off x="3105502" y="2638425"/>
              <a:ext cx="9586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03" name="rc3903"/>
            <p:cNvSpPr/>
            <p:nvPr/>
          </p:nvSpPr>
          <p:spPr>
            <a:xfrm>
              <a:off x="3115089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04" name="rc3904"/>
            <p:cNvSpPr/>
            <p:nvPr/>
          </p:nvSpPr>
          <p:spPr>
            <a:xfrm>
              <a:off x="3124676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05" name="rc3905"/>
            <p:cNvSpPr/>
            <p:nvPr/>
          </p:nvSpPr>
          <p:spPr>
            <a:xfrm>
              <a:off x="3134263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06" name="rc3906"/>
            <p:cNvSpPr/>
            <p:nvPr/>
          </p:nvSpPr>
          <p:spPr>
            <a:xfrm>
              <a:off x="3143850" y="2638425"/>
              <a:ext cx="9586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07" name="rc3907"/>
            <p:cNvSpPr/>
            <p:nvPr/>
          </p:nvSpPr>
          <p:spPr>
            <a:xfrm>
              <a:off x="3153437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08" name="rc3908"/>
            <p:cNvSpPr/>
            <p:nvPr/>
          </p:nvSpPr>
          <p:spPr>
            <a:xfrm>
              <a:off x="3163024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09" name="rc3909"/>
            <p:cNvSpPr/>
            <p:nvPr/>
          </p:nvSpPr>
          <p:spPr>
            <a:xfrm>
              <a:off x="3172611" y="2638425"/>
              <a:ext cx="9586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10" name="rc3910"/>
            <p:cNvSpPr/>
            <p:nvPr/>
          </p:nvSpPr>
          <p:spPr>
            <a:xfrm>
              <a:off x="3182198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11" name="rc3911"/>
            <p:cNvSpPr/>
            <p:nvPr/>
          </p:nvSpPr>
          <p:spPr>
            <a:xfrm>
              <a:off x="3191785" y="2638425"/>
              <a:ext cx="9586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12" name="rc3912"/>
            <p:cNvSpPr/>
            <p:nvPr/>
          </p:nvSpPr>
          <p:spPr>
            <a:xfrm>
              <a:off x="3201372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13" name="rc3913"/>
            <p:cNvSpPr/>
            <p:nvPr/>
          </p:nvSpPr>
          <p:spPr>
            <a:xfrm>
              <a:off x="3210959" y="2638425"/>
              <a:ext cx="9586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14" name="rc3914"/>
            <p:cNvSpPr/>
            <p:nvPr/>
          </p:nvSpPr>
          <p:spPr>
            <a:xfrm>
              <a:off x="3220546" y="2638425"/>
              <a:ext cx="9586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15" name="rc3915"/>
            <p:cNvSpPr/>
            <p:nvPr/>
          </p:nvSpPr>
          <p:spPr>
            <a:xfrm>
              <a:off x="3230133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16" name="rc3916"/>
            <p:cNvSpPr/>
            <p:nvPr/>
          </p:nvSpPr>
          <p:spPr>
            <a:xfrm>
              <a:off x="3239719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17" name="rc3917"/>
            <p:cNvSpPr/>
            <p:nvPr/>
          </p:nvSpPr>
          <p:spPr>
            <a:xfrm>
              <a:off x="3249306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18" name="rc3918"/>
            <p:cNvSpPr/>
            <p:nvPr/>
          </p:nvSpPr>
          <p:spPr>
            <a:xfrm>
              <a:off x="3258893" y="2638425"/>
              <a:ext cx="9586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19" name="rc3919"/>
            <p:cNvSpPr/>
            <p:nvPr/>
          </p:nvSpPr>
          <p:spPr>
            <a:xfrm>
              <a:off x="3268480" y="2638425"/>
              <a:ext cx="9586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20" name="rc3920"/>
            <p:cNvSpPr/>
            <p:nvPr/>
          </p:nvSpPr>
          <p:spPr>
            <a:xfrm>
              <a:off x="3278067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21" name="rc3921"/>
            <p:cNvSpPr/>
            <p:nvPr/>
          </p:nvSpPr>
          <p:spPr>
            <a:xfrm>
              <a:off x="3287654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22" name="rc3922"/>
            <p:cNvSpPr/>
            <p:nvPr/>
          </p:nvSpPr>
          <p:spPr>
            <a:xfrm>
              <a:off x="3297241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23" name="rc3923"/>
            <p:cNvSpPr/>
            <p:nvPr/>
          </p:nvSpPr>
          <p:spPr>
            <a:xfrm>
              <a:off x="3306828" y="2638425"/>
              <a:ext cx="9586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24" name="rc3924"/>
            <p:cNvSpPr/>
            <p:nvPr/>
          </p:nvSpPr>
          <p:spPr>
            <a:xfrm>
              <a:off x="3316415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25" name="rc3925"/>
            <p:cNvSpPr/>
            <p:nvPr/>
          </p:nvSpPr>
          <p:spPr>
            <a:xfrm>
              <a:off x="3326002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26" name="rc3926"/>
            <p:cNvSpPr/>
            <p:nvPr/>
          </p:nvSpPr>
          <p:spPr>
            <a:xfrm>
              <a:off x="3335589" y="2638425"/>
              <a:ext cx="9586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27" name="rc3927"/>
            <p:cNvSpPr/>
            <p:nvPr/>
          </p:nvSpPr>
          <p:spPr>
            <a:xfrm>
              <a:off x="3345176" y="2638425"/>
              <a:ext cx="9586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28" name="rc3928"/>
            <p:cNvSpPr/>
            <p:nvPr/>
          </p:nvSpPr>
          <p:spPr>
            <a:xfrm>
              <a:off x="3354763" y="2638425"/>
              <a:ext cx="9586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29" name="rc3929"/>
            <p:cNvSpPr/>
            <p:nvPr/>
          </p:nvSpPr>
          <p:spPr>
            <a:xfrm>
              <a:off x="3364350" y="2638425"/>
              <a:ext cx="9586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30" name="rc3930"/>
            <p:cNvSpPr/>
            <p:nvPr/>
          </p:nvSpPr>
          <p:spPr>
            <a:xfrm>
              <a:off x="3373937" y="2638425"/>
              <a:ext cx="9586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31" name="rc3931"/>
            <p:cNvSpPr/>
            <p:nvPr/>
          </p:nvSpPr>
          <p:spPr>
            <a:xfrm>
              <a:off x="3383524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32" name="rc3932"/>
            <p:cNvSpPr/>
            <p:nvPr/>
          </p:nvSpPr>
          <p:spPr>
            <a:xfrm>
              <a:off x="3393111" y="2638425"/>
              <a:ext cx="9586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33" name="rc3933"/>
            <p:cNvSpPr/>
            <p:nvPr/>
          </p:nvSpPr>
          <p:spPr>
            <a:xfrm>
              <a:off x="3402698" y="2638425"/>
              <a:ext cx="9586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34" name="rc3934"/>
            <p:cNvSpPr/>
            <p:nvPr/>
          </p:nvSpPr>
          <p:spPr>
            <a:xfrm>
              <a:off x="3412285" y="2638425"/>
              <a:ext cx="9586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35" name="rc3935"/>
            <p:cNvSpPr/>
            <p:nvPr/>
          </p:nvSpPr>
          <p:spPr>
            <a:xfrm>
              <a:off x="3421872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36" name="rc3936"/>
            <p:cNvSpPr/>
            <p:nvPr/>
          </p:nvSpPr>
          <p:spPr>
            <a:xfrm>
              <a:off x="3431459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37" name="rc3937"/>
            <p:cNvSpPr/>
            <p:nvPr/>
          </p:nvSpPr>
          <p:spPr>
            <a:xfrm>
              <a:off x="3441045" y="2638425"/>
              <a:ext cx="9586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38" name="rc3938"/>
            <p:cNvSpPr/>
            <p:nvPr/>
          </p:nvSpPr>
          <p:spPr>
            <a:xfrm>
              <a:off x="3450632" y="2638425"/>
              <a:ext cx="9586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39" name="rc3939"/>
            <p:cNvSpPr/>
            <p:nvPr/>
          </p:nvSpPr>
          <p:spPr>
            <a:xfrm>
              <a:off x="3460219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40" name="rc3940"/>
            <p:cNvSpPr/>
            <p:nvPr/>
          </p:nvSpPr>
          <p:spPr>
            <a:xfrm>
              <a:off x="3469806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41" name="rc3941"/>
            <p:cNvSpPr/>
            <p:nvPr/>
          </p:nvSpPr>
          <p:spPr>
            <a:xfrm>
              <a:off x="3479393" y="2638425"/>
              <a:ext cx="9586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42" name="rc3942"/>
            <p:cNvSpPr/>
            <p:nvPr/>
          </p:nvSpPr>
          <p:spPr>
            <a:xfrm>
              <a:off x="3488980" y="2638425"/>
              <a:ext cx="9586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43" name="rc3943"/>
            <p:cNvSpPr/>
            <p:nvPr/>
          </p:nvSpPr>
          <p:spPr>
            <a:xfrm>
              <a:off x="3498567" y="2638425"/>
              <a:ext cx="9586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44" name="rc3944"/>
            <p:cNvSpPr/>
            <p:nvPr/>
          </p:nvSpPr>
          <p:spPr>
            <a:xfrm>
              <a:off x="3508154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45" name="rc3945"/>
            <p:cNvSpPr/>
            <p:nvPr/>
          </p:nvSpPr>
          <p:spPr>
            <a:xfrm>
              <a:off x="3517741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46" name="rc3946"/>
            <p:cNvSpPr/>
            <p:nvPr/>
          </p:nvSpPr>
          <p:spPr>
            <a:xfrm>
              <a:off x="3527328" y="2638425"/>
              <a:ext cx="9586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47" name="rc3947"/>
            <p:cNvSpPr/>
            <p:nvPr/>
          </p:nvSpPr>
          <p:spPr>
            <a:xfrm>
              <a:off x="3536915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48" name="rc3948"/>
            <p:cNvSpPr/>
            <p:nvPr/>
          </p:nvSpPr>
          <p:spPr>
            <a:xfrm>
              <a:off x="3546502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49" name="rc3949"/>
            <p:cNvSpPr/>
            <p:nvPr/>
          </p:nvSpPr>
          <p:spPr>
            <a:xfrm>
              <a:off x="3556089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50" name="rc3950"/>
            <p:cNvSpPr/>
            <p:nvPr/>
          </p:nvSpPr>
          <p:spPr>
            <a:xfrm>
              <a:off x="3565676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51" name="rc3951"/>
            <p:cNvSpPr/>
            <p:nvPr/>
          </p:nvSpPr>
          <p:spPr>
            <a:xfrm>
              <a:off x="3575263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52" name="rc3952"/>
            <p:cNvSpPr/>
            <p:nvPr/>
          </p:nvSpPr>
          <p:spPr>
            <a:xfrm>
              <a:off x="3584850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53" name="rc3953"/>
            <p:cNvSpPr/>
            <p:nvPr/>
          </p:nvSpPr>
          <p:spPr>
            <a:xfrm>
              <a:off x="3594437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54" name="rc3954"/>
            <p:cNvSpPr/>
            <p:nvPr/>
          </p:nvSpPr>
          <p:spPr>
            <a:xfrm>
              <a:off x="3604024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55" name="rc3955"/>
            <p:cNvSpPr/>
            <p:nvPr/>
          </p:nvSpPr>
          <p:spPr>
            <a:xfrm>
              <a:off x="3613611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56" name="rc3956"/>
            <p:cNvSpPr/>
            <p:nvPr/>
          </p:nvSpPr>
          <p:spPr>
            <a:xfrm>
              <a:off x="3623198" y="2638425"/>
              <a:ext cx="9586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57" name="rc3957"/>
            <p:cNvSpPr/>
            <p:nvPr/>
          </p:nvSpPr>
          <p:spPr>
            <a:xfrm>
              <a:off x="3632784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58" name="rc3958"/>
            <p:cNvSpPr/>
            <p:nvPr/>
          </p:nvSpPr>
          <p:spPr>
            <a:xfrm>
              <a:off x="3642371" y="2638425"/>
              <a:ext cx="9586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59" name="rc3959"/>
            <p:cNvSpPr/>
            <p:nvPr/>
          </p:nvSpPr>
          <p:spPr>
            <a:xfrm>
              <a:off x="3651958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60" name="rc3960"/>
            <p:cNvSpPr/>
            <p:nvPr/>
          </p:nvSpPr>
          <p:spPr>
            <a:xfrm>
              <a:off x="3661545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61" name="rc3961"/>
            <p:cNvSpPr/>
            <p:nvPr/>
          </p:nvSpPr>
          <p:spPr>
            <a:xfrm>
              <a:off x="3671132" y="2638425"/>
              <a:ext cx="9586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62" name="rc3962"/>
            <p:cNvSpPr/>
            <p:nvPr/>
          </p:nvSpPr>
          <p:spPr>
            <a:xfrm>
              <a:off x="3680719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63" name="rc3963"/>
            <p:cNvSpPr/>
            <p:nvPr/>
          </p:nvSpPr>
          <p:spPr>
            <a:xfrm>
              <a:off x="3690306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64" name="rc3964"/>
            <p:cNvSpPr/>
            <p:nvPr/>
          </p:nvSpPr>
          <p:spPr>
            <a:xfrm>
              <a:off x="3699893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65" name="rc3965"/>
            <p:cNvSpPr/>
            <p:nvPr/>
          </p:nvSpPr>
          <p:spPr>
            <a:xfrm>
              <a:off x="3709480" y="2638425"/>
              <a:ext cx="9586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66" name="rc3966"/>
            <p:cNvSpPr/>
            <p:nvPr/>
          </p:nvSpPr>
          <p:spPr>
            <a:xfrm>
              <a:off x="3719067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67" name="rc3967"/>
            <p:cNvSpPr/>
            <p:nvPr/>
          </p:nvSpPr>
          <p:spPr>
            <a:xfrm>
              <a:off x="3728654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68" name="rc3968"/>
            <p:cNvSpPr/>
            <p:nvPr/>
          </p:nvSpPr>
          <p:spPr>
            <a:xfrm>
              <a:off x="3738241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69" name="rc3969"/>
            <p:cNvSpPr/>
            <p:nvPr/>
          </p:nvSpPr>
          <p:spPr>
            <a:xfrm>
              <a:off x="3747828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70" name="rc3970"/>
            <p:cNvSpPr/>
            <p:nvPr/>
          </p:nvSpPr>
          <p:spPr>
            <a:xfrm>
              <a:off x="3757415" y="2638425"/>
              <a:ext cx="9586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71" name="rc3971"/>
            <p:cNvSpPr/>
            <p:nvPr/>
          </p:nvSpPr>
          <p:spPr>
            <a:xfrm>
              <a:off x="3767002" y="2638425"/>
              <a:ext cx="9586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72" name="rc3972"/>
            <p:cNvSpPr/>
            <p:nvPr/>
          </p:nvSpPr>
          <p:spPr>
            <a:xfrm>
              <a:off x="3776589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73" name="rc3973"/>
            <p:cNvSpPr/>
            <p:nvPr/>
          </p:nvSpPr>
          <p:spPr>
            <a:xfrm>
              <a:off x="3786176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74" name="rc3974"/>
            <p:cNvSpPr/>
            <p:nvPr/>
          </p:nvSpPr>
          <p:spPr>
            <a:xfrm>
              <a:off x="3795763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75" name="rc3975"/>
            <p:cNvSpPr/>
            <p:nvPr/>
          </p:nvSpPr>
          <p:spPr>
            <a:xfrm>
              <a:off x="3805350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76" name="rc3976"/>
            <p:cNvSpPr/>
            <p:nvPr/>
          </p:nvSpPr>
          <p:spPr>
            <a:xfrm>
              <a:off x="3814937" y="2638425"/>
              <a:ext cx="9586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77" name="rc3977"/>
            <p:cNvSpPr/>
            <p:nvPr/>
          </p:nvSpPr>
          <p:spPr>
            <a:xfrm>
              <a:off x="3824524" y="2638425"/>
              <a:ext cx="9586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78" name="rc3978"/>
            <p:cNvSpPr/>
            <p:nvPr/>
          </p:nvSpPr>
          <p:spPr>
            <a:xfrm>
              <a:off x="3834110" y="2638425"/>
              <a:ext cx="9586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79" name="rc3979"/>
            <p:cNvSpPr/>
            <p:nvPr/>
          </p:nvSpPr>
          <p:spPr>
            <a:xfrm>
              <a:off x="3843697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80" name="rc3980"/>
            <p:cNvSpPr/>
            <p:nvPr/>
          </p:nvSpPr>
          <p:spPr>
            <a:xfrm>
              <a:off x="3853284" y="2638425"/>
              <a:ext cx="9586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81" name="rc3981"/>
            <p:cNvSpPr/>
            <p:nvPr/>
          </p:nvSpPr>
          <p:spPr>
            <a:xfrm>
              <a:off x="3862871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82" name="rc3982"/>
            <p:cNvSpPr/>
            <p:nvPr/>
          </p:nvSpPr>
          <p:spPr>
            <a:xfrm>
              <a:off x="3872458" y="2638425"/>
              <a:ext cx="9586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83" name="rc3983"/>
            <p:cNvSpPr/>
            <p:nvPr/>
          </p:nvSpPr>
          <p:spPr>
            <a:xfrm>
              <a:off x="3882045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84" name="rc3984"/>
            <p:cNvSpPr/>
            <p:nvPr/>
          </p:nvSpPr>
          <p:spPr>
            <a:xfrm>
              <a:off x="3891632" y="2638425"/>
              <a:ext cx="9586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85" name="rc3985"/>
            <p:cNvSpPr/>
            <p:nvPr/>
          </p:nvSpPr>
          <p:spPr>
            <a:xfrm>
              <a:off x="3901219" y="2638425"/>
              <a:ext cx="9586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86" name="rc3986"/>
            <p:cNvSpPr/>
            <p:nvPr/>
          </p:nvSpPr>
          <p:spPr>
            <a:xfrm>
              <a:off x="3910806" y="2638425"/>
              <a:ext cx="9586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87" name="rc3987"/>
            <p:cNvSpPr/>
            <p:nvPr/>
          </p:nvSpPr>
          <p:spPr>
            <a:xfrm>
              <a:off x="3920393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88" name="rc3988"/>
            <p:cNvSpPr/>
            <p:nvPr/>
          </p:nvSpPr>
          <p:spPr>
            <a:xfrm>
              <a:off x="3929980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89" name="rc3989"/>
            <p:cNvSpPr/>
            <p:nvPr/>
          </p:nvSpPr>
          <p:spPr>
            <a:xfrm>
              <a:off x="3939567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90" name="rc3990"/>
            <p:cNvSpPr/>
            <p:nvPr/>
          </p:nvSpPr>
          <p:spPr>
            <a:xfrm>
              <a:off x="3949154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91" name="rc3991"/>
            <p:cNvSpPr/>
            <p:nvPr/>
          </p:nvSpPr>
          <p:spPr>
            <a:xfrm>
              <a:off x="3958741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92" name="rc3992"/>
            <p:cNvSpPr/>
            <p:nvPr/>
          </p:nvSpPr>
          <p:spPr>
            <a:xfrm>
              <a:off x="3968328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93" name="rc3993"/>
            <p:cNvSpPr/>
            <p:nvPr/>
          </p:nvSpPr>
          <p:spPr>
            <a:xfrm>
              <a:off x="3977915" y="2638425"/>
              <a:ext cx="9586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94" name="rc3994"/>
            <p:cNvSpPr/>
            <p:nvPr/>
          </p:nvSpPr>
          <p:spPr>
            <a:xfrm>
              <a:off x="3987502" y="2638425"/>
              <a:ext cx="9586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95" name="rc3995"/>
            <p:cNvSpPr/>
            <p:nvPr/>
          </p:nvSpPr>
          <p:spPr>
            <a:xfrm>
              <a:off x="3997089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96" name="rc3996"/>
            <p:cNvSpPr/>
            <p:nvPr/>
          </p:nvSpPr>
          <p:spPr>
            <a:xfrm>
              <a:off x="4006676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97" name="rc3997"/>
            <p:cNvSpPr/>
            <p:nvPr/>
          </p:nvSpPr>
          <p:spPr>
            <a:xfrm>
              <a:off x="4016263" y="2638425"/>
              <a:ext cx="9586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98" name="rc3998"/>
            <p:cNvSpPr/>
            <p:nvPr/>
          </p:nvSpPr>
          <p:spPr>
            <a:xfrm>
              <a:off x="4025850" y="2638425"/>
              <a:ext cx="9586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99" name="rc3999"/>
            <p:cNvSpPr/>
            <p:nvPr/>
          </p:nvSpPr>
          <p:spPr>
            <a:xfrm>
              <a:off x="4035436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00" name="rc4000"/>
            <p:cNvSpPr/>
            <p:nvPr/>
          </p:nvSpPr>
          <p:spPr>
            <a:xfrm>
              <a:off x="4045023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01" name="rc4001"/>
            <p:cNvSpPr/>
            <p:nvPr/>
          </p:nvSpPr>
          <p:spPr>
            <a:xfrm>
              <a:off x="4054610" y="2638425"/>
              <a:ext cx="9586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02" name="rc4002"/>
            <p:cNvSpPr/>
            <p:nvPr/>
          </p:nvSpPr>
          <p:spPr>
            <a:xfrm>
              <a:off x="4064197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03" name="rc4003"/>
            <p:cNvSpPr/>
            <p:nvPr/>
          </p:nvSpPr>
          <p:spPr>
            <a:xfrm>
              <a:off x="4073784" y="2638425"/>
              <a:ext cx="9586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04" name="rc4004"/>
            <p:cNvSpPr/>
            <p:nvPr/>
          </p:nvSpPr>
          <p:spPr>
            <a:xfrm>
              <a:off x="4083371" y="2638425"/>
              <a:ext cx="9586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05" name="rc4005"/>
            <p:cNvSpPr/>
            <p:nvPr/>
          </p:nvSpPr>
          <p:spPr>
            <a:xfrm>
              <a:off x="4092958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06" name="rc4006"/>
            <p:cNvSpPr/>
            <p:nvPr/>
          </p:nvSpPr>
          <p:spPr>
            <a:xfrm>
              <a:off x="4102545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07" name="rc4007"/>
            <p:cNvSpPr/>
            <p:nvPr/>
          </p:nvSpPr>
          <p:spPr>
            <a:xfrm>
              <a:off x="4112132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08" name="rc4008"/>
            <p:cNvSpPr/>
            <p:nvPr/>
          </p:nvSpPr>
          <p:spPr>
            <a:xfrm>
              <a:off x="4121719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09" name="rc4009"/>
            <p:cNvSpPr/>
            <p:nvPr/>
          </p:nvSpPr>
          <p:spPr>
            <a:xfrm>
              <a:off x="4131306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10" name="rc4010"/>
            <p:cNvSpPr/>
            <p:nvPr/>
          </p:nvSpPr>
          <p:spPr>
            <a:xfrm>
              <a:off x="4140893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11" name="rc4011"/>
            <p:cNvSpPr/>
            <p:nvPr/>
          </p:nvSpPr>
          <p:spPr>
            <a:xfrm>
              <a:off x="4150480" y="2638425"/>
              <a:ext cx="9586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12" name="rc4012"/>
            <p:cNvSpPr/>
            <p:nvPr/>
          </p:nvSpPr>
          <p:spPr>
            <a:xfrm>
              <a:off x="4160067" y="2638425"/>
              <a:ext cx="9586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13" name="rc4013"/>
            <p:cNvSpPr/>
            <p:nvPr/>
          </p:nvSpPr>
          <p:spPr>
            <a:xfrm>
              <a:off x="4169654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14" name="rc4014"/>
            <p:cNvSpPr/>
            <p:nvPr/>
          </p:nvSpPr>
          <p:spPr>
            <a:xfrm>
              <a:off x="4179241" y="2638425"/>
              <a:ext cx="9586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15" name="rc4015"/>
            <p:cNvSpPr/>
            <p:nvPr/>
          </p:nvSpPr>
          <p:spPr>
            <a:xfrm>
              <a:off x="4188828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16" name="rc4016"/>
            <p:cNvSpPr/>
            <p:nvPr/>
          </p:nvSpPr>
          <p:spPr>
            <a:xfrm>
              <a:off x="4198415" y="2638425"/>
              <a:ext cx="9586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17" name="rc4017"/>
            <p:cNvSpPr/>
            <p:nvPr/>
          </p:nvSpPr>
          <p:spPr>
            <a:xfrm>
              <a:off x="4208002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18" name="rc4018"/>
            <p:cNvSpPr/>
            <p:nvPr/>
          </p:nvSpPr>
          <p:spPr>
            <a:xfrm>
              <a:off x="4217589" y="2638425"/>
              <a:ext cx="9586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19" name="rc4019"/>
            <p:cNvSpPr/>
            <p:nvPr/>
          </p:nvSpPr>
          <p:spPr>
            <a:xfrm>
              <a:off x="4227176" y="2638425"/>
              <a:ext cx="9586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20" name="rc4020"/>
            <p:cNvSpPr/>
            <p:nvPr/>
          </p:nvSpPr>
          <p:spPr>
            <a:xfrm>
              <a:off x="4236762" y="2638425"/>
              <a:ext cx="9586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21" name="rc4021"/>
            <p:cNvSpPr/>
            <p:nvPr/>
          </p:nvSpPr>
          <p:spPr>
            <a:xfrm>
              <a:off x="4246349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22" name="rc4022"/>
            <p:cNvSpPr/>
            <p:nvPr/>
          </p:nvSpPr>
          <p:spPr>
            <a:xfrm>
              <a:off x="4255936" y="2638425"/>
              <a:ext cx="9586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23" name="rc4023"/>
            <p:cNvSpPr/>
            <p:nvPr/>
          </p:nvSpPr>
          <p:spPr>
            <a:xfrm>
              <a:off x="4265523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24" name="rc4024"/>
            <p:cNvSpPr/>
            <p:nvPr/>
          </p:nvSpPr>
          <p:spPr>
            <a:xfrm>
              <a:off x="4275110" y="2638425"/>
              <a:ext cx="9586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25" name="rc4025"/>
            <p:cNvSpPr/>
            <p:nvPr/>
          </p:nvSpPr>
          <p:spPr>
            <a:xfrm>
              <a:off x="4284697" y="2638425"/>
              <a:ext cx="9586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26" name="rc4026"/>
            <p:cNvSpPr/>
            <p:nvPr/>
          </p:nvSpPr>
          <p:spPr>
            <a:xfrm>
              <a:off x="4294284" y="2638425"/>
              <a:ext cx="9586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27" name="rc4027"/>
            <p:cNvSpPr/>
            <p:nvPr/>
          </p:nvSpPr>
          <p:spPr>
            <a:xfrm>
              <a:off x="4303871" y="2638425"/>
              <a:ext cx="9586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28" name="rc4028"/>
            <p:cNvSpPr/>
            <p:nvPr/>
          </p:nvSpPr>
          <p:spPr>
            <a:xfrm>
              <a:off x="4313458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29" name="rc4029"/>
            <p:cNvSpPr/>
            <p:nvPr/>
          </p:nvSpPr>
          <p:spPr>
            <a:xfrm>
              <a:off x="4323045" y="2638425"/>
              <a:ext cx="9586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30" name="rc4030"/>
            <p:cNvSpPr/>
            <p:nvPr/>
          </p:nvSpPr>
          <p:spPr>
            <a:xfrm>
              <a:off x="4332632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31" name="rc4031"/>
            <p:cNvSpPr/>
            <p:nvPr/>
          </p:nvSpPr>
          <p:spPr>
            <a:xfrm>
              <a:off x="4342219" y="2638425"/>
              <a:ext cx="9586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32" name="rc4032"/>
            <p:cNvSpPr/>
            <p:nvPr/>
          </p:nvSpPr>
          <p:spPr>
            <a:xfrm>
              <a:off x="4351806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33" name="rc4033"/>
            <p:cNvSpPr/>
            <p:nvPr/>
          </p:nvSpPr>
          <p:spPr>
            <a:xfrm>
              <a:off x="4361393" y="2638425"/>
              <a:ext cx="9586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34" name="rc4034"/>
            <p:cNvSpPr/>
            <p:nvPr/>
          </p:nvSpPr>
          <p:spPr>
            <a:xfrm>
              <a:off x="4370980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35" name="rc4035"/>
            <p:cNvSpPr/>
            <p:nvPr/>
          </p:nvSpPr>
          <p:spPr>
            <a:xfrm>
              <a:off x="4380567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36" name="rc4036"/>
            <p:cNvSpPr/>
            <p:nvPr/>
          </p:nvSpPr>
          <p:spPr>
            <a:xfrm>
              <a:off x="4390154" y="2638425"/>
              <a:ext cx="9586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37" name="rc4037"/>
            <p:cNvSpPr/>
            <p:nvPr/>
          </p:nvSpPr>
          <p:spPr>
            <a:xfrm>
              <a:off x="4399741" y="2638425"/>
              <a:ext cx="9586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38" name="rc4038"/>
            <p:cNvSpPr/>
            <p:nvPr/>
          </p:nvSpPr>
          <p:spPr>
            <a:xfrm>
              <a:off x="4409328" y="2638425"/>
              <a:ext cx="9586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39" name="rc4039"/>
            <p:cNvSpPr/>
            <p:nvPr/>
          </p:nvSpPr>
          <p:spPr>
            <a:xfrm>
              <a:off x="4418915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40" name="rc4040"/>
            <p:cNvSpPr/>
            <p:nvPr/>
          </p:nvSpPr>
          <p:spPr>
            <a:xfrm>
              <a:off x="4428501" y="2638425"/>
              <a:ext cx="9586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41" name="rc4041"/>
            <p:cNvSpPr/>
            <p:nvPr/>
          </p:nvSpPr>
          <p:spPr>
            <a:xfrm>
              <a:off x="4438088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42" name="rc4042"/>
            <p:cNvSpPr/>
            <p:nvPr/>
          </p:nvSpPr>
          <p:spPr>
            <a:xfrm>
              <a:off x="4447675" y="2638425"/>
              <a:ext cx="9586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43" name="rc4043"/>
            <p:cNvSpPr/>
            <p:nvPr/>
          </p:nvSpPr>
          <p:spPr>
            <a:xfrm>
              <a:off x="4457262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44" name="rc4044"/>
            <p:cNvSpPr/>
            <p:nvPr/>
          </p:nvSpPr>
          <p:spPr>
            <a:xfrm>
              <a:off x="4466849" y="2638425"/>
              <a:ext cx="9586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45" name="rc4045"/>
            <p:cNvSpPr/>
            <p:nvPr/>
          </p:nvSpPr>
          <p:spPr>
            <a:xfrm>
              <a:off x="4476436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46" name="rc4046"/>
            <p:cNvSpPr/>
            <p:nvPr/>
          </p:nvSpPr>
          <p:spPr>
            <a:xfrm>
              <a:off x="4486023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47" name="rc4047"/>
            <p:cNvSpPr/>
            <p:nvPr/>
          </p:nvSpPr>
          <p:spPr>
            <a:xfrm>
              <a:off x="4495610" y="2638425"/>
              <a:ext cx="9586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48" name="rc4048"/>
            <p:cNvSpPr/>
            <p:nvPr/>
          </p:nvSpPr>
          <p:spPr>
            <a:xfrm>
              <a:off x="4505197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49" name="rc4049"/>
            <p:cNvSpPr/>
            <p:nvPr/>
          </p:nvSpPr>
          <p:spPr>
            <a:xfrm>
              <a:off x="4514784" y="2638425"/>
              <a:ext cx="9586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50" name="rc4050"/>
            <p:cNvSpPr/>
            <p:nvPr/>
          </p:nvSpPr>
          <p:spPr>
            <a:xfrm>
              <a:off x="4524371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51" name="rc4051"/>
            <p:cNvSpPr/>
            <p:nvPr/>
          </p:nvSpPr>
          <p:spPr>
            <a:xfrm>
              <a:off x="4533958" y="2638425"/>
              <a:ext cx="9586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52" name="rc4052"/>
            <p:cNvSpPr/>
            <p:nvPr/>
          </p:nvSpPr>
          <p:spPr>
            <a:xfrm>
              <a:off x="4543545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53" name="rc4053"/>
            <p:cNvSpPr/>
            <p:nvPr/>
          </p:nvSpPr>
          <p:spPr>
            <a:xfrm>
              <a:off x="4553132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54" name="rc4054"/>
            <p:cNvSpPr/>
            <p:nvPr/>
          </p:nvSpPr>
          <p:spPr>
            <a:xfrm>
              <a:off x="4562719" y="2638425"/>
              <a:ext cx="9586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55" name="rc4055"/>
            <p:cNvSpPr/>
            <p:nvPr/>
          </p:nvSpPr>
          <p:spPr>
            <a:xfrm>
              <a:off x="4572306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56" name="rc4056"/>
            <p:cNvSpPr/>
            <p:nvPr/>
          </p:nvSpPr>
          <p:spPr>
            <a:xfrm>
              <a:off x="4581893" y="2638425"/>
              <a:ext cx="9586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57" name="rc4057"/>
            <p:cNvSpPr/>
            <p:nvPr/>
          </p:nvSpPr>
          <p:spPr>
            <a:xfrm>
              <a:off x="4591480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58" name="rc4058"/>
            <p:cNvSpPr/>
            <p:nvPr/>
          </p:nvSpPr>
          <p:spPr>
            <a:xfrm>
              <a:off x="4601067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59" name="rc4059"/>
            <p:cNvSpPr/>
            <p:nvPr/>
          </p:nvSpPr>
          <p:spPr>
            <a:xfrm>
              <a:off x="4610654" y="2638425"/>
              <a:ext cx="9586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60" name="rc4060"/>
            <p:cNvSpPr/>
            <p:nvPr/>
          </p:nvSpPr>
          <p:spPr>
            <a:xfrm>
              <a:off x="4620241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61" name="rc4061"/>
            <p:cNvSpPr/>
            <p:nvPr/>
          </p:nvSpPr>
          <p:spPr>
            <a:xfrm>
              <a:off x="4629827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62" name="rc4062"/>
            <p:cNvSpPr/>
            <p:nvPr/>
          </p:nvSpPr>
          <p:spPr>
            <a:xfrm>
              <a:off x="4639414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63" name="rc4063"/>
            <p:cNvSpPr/>
            <p:nvPr/>
          </p:nvSpPr>
          <p:spPr>
            <a:xfrm>
              <a:off x="4649001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64" name="rc4064"/>
            <p:cNvSpPr/>
            <p:nvPr/>
          </p:nvSpPr>
          <p:spPr>
            <a:xfrm>
              <a:off x="4658588" y="2638425"/>
              <a:ext cx="9586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65" name="rc4065"/>
            <p:cNvSpPr/>
            <p:nvPr/>
          </p:nvSpPr>
          <p:spPr>
            <a:xfrm>
              <a:off x="4668175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66" name="rc4066"/>
            <p:cNvSpPr/>
            <p:nvPr/>
          </p:nvSpPr>
          <p:spPr>
            <a:xfrm>
              <a:off x="4677762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67" name="rc4067"/>
            <p:cNvSpPr/>
            <p:nvPr/>
          </p:nvSpPr>
          <p:spPr>
            <a:xfrm>
              <a:off x="4687349" y="2638425"/>
              <a:ext cx="9586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68" name="rc4068"/>
            <p:cNvSpPr/>
            <p:nvPr/>
          </p:nvSpPr>
          <p:spPr>
            <a:xfrm>
              <a:off x="4696936" y="2638425"/>
              <a:ext cx="9586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69" name="rc4069"/>
            <p:cNvSpPr/>
            <p:nvPr/>
          </p:nvSpPr>
          <p:spPr>
            <a:xfrm>
              <a:off x="4706523" y="2638425"/>
              <a:ext cx="9586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70" name="rc4070"/>
            <p:cNvSpPr/>
            <p:nvPr/>
          </p:nvSpPr>
          <p:spPr>
            <a:xfrm>
              <a:off x="4716110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71" name="rc4071"/>
            <p:cNvSpPr/>
            <p:nvPr/>
          </p:nvSpPr>
          <p:spPr>
            <a:xfrm>
              <a:off x="4725697" y="2638425"/>
              <a:ext cx="9586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72" name="rc4072"/>
            <p:cNvSpPr/>
            <p:nvPr/>
          </p:nvSpPr>
          <p:spPr>
            <a:xfrm>
              <a:off x="4735284" y="2638425"/>
              <a:ext cx="9586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73" name="rc4073"/>
            <p:cNvSpPr/>
            <p:nvPr/>
          </p:nvSpPr>
          <p:spPr>
            <a:xfrm>
              <a:off x="4744871" y="2638425"/>
              <a:ext cx="9586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74" name="rc4074"/>
            <p:cNvSpPr/>
            <p:nvPr/>
          </p:nvSpPr>
          <p:spPr>
            <a:xfrm>
              <a:off x="4754458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75" name="rc4075"/>
            <p:cNvSpPr/>
            <p:nvPr/>
          </p:nvSpPr>
          <p:spPr>
            <a:xfrm>
              <a:off x="4764045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76" name="rc4076"/>
            <p:cNvSpPr/>
            <p:nvPr/>
          </p:nvSpPr>
          <p:spPr>
            <a:xfrm>
              <a:off x="4773632" y="2638425"/>
              <a:ext cx="9586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77" name="rc4077"/>
            <p:cNvSpPr/>
            <p:nvPr/>
          </p:nvSpPr>
          <p:spPr>
            <a:xfrm>
              <a:off x="4783219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78" name="rc4078"/>
            <p:cNvSpPr/>
            <p:nvPr/>
          </p:nvSpPr>
          <p:spPr>
            <a:xfrm>
              <a:off x="4792806" y="2638425"/>
              <a:ext cx="9586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79" name="rc4079"/>
            <p:cNvSpPr/>
            <p:nvPr/>
          </p:nvSpPr>
          <p:spPr>
            <a:xfrm>
              <a:off x="4802393" y="2638425"/>
              <a:ext cx="9586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80" name="rc4080"/>
            <p:cNvSpPr/>
            <p:nvPr/>
          </p:nvSpPr>
          <p:spPr>
            <a:xfrm>
              <a:off x="4811980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81" name="rc4081"/>
            <p:cNvSpPr/>
            <p:nvPr/>
          </p:nvSpPr>
          <p:spPr>
            <a:xfrm>
              <a:off x="4821567" y="2638425"/>
              <a:ext cx="9586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82" name="rc4082"/>
            <p:cNvSpPr/>
            <p:nvPr/>
          </p:nvSpPr>
          <p:spPr>
            <a:xfrm>
              <a:off x="4831153" y="2638425"/>
              <a:ext cx="9586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83" name="rc4083"/>
            <p:cNvSpPr/>
            <p:nvPr/>
          </p:nvSpPr>
          <p:spPr>
            <a:xfrm>
              <a:off x="4840740" y="2638425"/>
              <a:ext cx="9586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84" name="rc4084"/>
            <p:cNvSpPr/>
            <p:nvPr/>
          </p:nvSpPr>
          <p:spPr>
            <a:xfrm>
              <a:off x="4850327" y="2638425"/>
              <a:ext cx="9586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85" name="rc4085"/>
            <p:cNvSpPr/>
            <p:nvPr/>
          </p:nvSpPr>
          <p:spPr>
            <a:xfrm>
              <a:off x="4859914" y="2638425"/>
              <a:ext cx="9586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86" name="rc4086"/>
            <p:cNvSpPr/>
            <p:nvPr/>
          </p:nvSpPr>
          <p:spPr>
            <a:xfrm>
              <a:off x="4869501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87" name="rc4087"/>
            <p:cNvSpPr/>
            <p:nvPr/>
          </p:nvSpPr>
          <p:spPr>
            <a:xfrm>
              <a:off x="4879088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88" name="rc4088"/>
            <p:cNvSpPr/>
            <p:nvPr/>
          </p:nvSpPr>
          <p:spPr>
            <a:xfrm>
              <a:off x="4888675" y="2638425"/>
              <a:ext cx="9586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89" name="rc4089"/>
            <p:cNvSpPr/>
            <p:nvPr/>
          </p:nvSpPr>
          <p:spPr>
            <a:xfrm>
              <a:off x="4898262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90" name="rc4090"/>
            <p:cNvSpPr/>
            <p:nvPr/>
          </p:nvSpPr>
          <p:spPr>
            <a:xfrm>
              <a:off x="4907849" y="2638425"/>
              <a:ext cx="9586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91" name="rc4091"/>
            <p:cNvSpPr/>
            <p:nvPr/>
          </p:nvSpPr>
          <p:spPr>
            <a:xfrm>
              <a:off x="4917436" y="2638425"/>
              <a:ext cx="9586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92" name="rc4092"/>
            <p:cNvSpPr/>
            <p:nvPr/>
          </p:nvSpPr>
          <p:spPr>
            <a:xfrm>
              <a:off x="4927023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93" name="rc4093"/>
            <p:cNvSpPr/>
            <p:nvPr/>
          </p:nvSpPr>
          <p:spPr>
            <a:xfrm>
              <a:off x="4936610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94" name="rc4094"/>
            <p:cNvSpPr/>
            <p:nvPr/>
          </p:nvSpPr>
          <p:spPr>
            <a:xfrm>
              <a:off x="4946197" y="2638425"/>
              <a:ext cx="9586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95" name="rc4095"/>
            <p:cNvSpPr/>
            <p:nvPr/>
          </p:nvSpPr>
          <p:spPr>
            <a:xfrm>
              <a:off x="4955784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96" name="rc4096"/>
            <p:cNvSpPr/>
            <p:nvPr/>
          </p:nvSpPr>
          <p:spPr>
            <a:xfrm>
              <a:off x="4965371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97" name="rc4097"/>
            <p:cNvSpPr/>
            <p:nvPr/>
          </p:nvSpPr>
          <p:spPr>
            <a:xfrm>
              <a:off x="4974958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98" name="rc4098"/>
            <p:cNvSpPr/>
            <p:nvPr/>
          </p:nvSpPr>
          <p:spPr>
            <a:xfrm>
              <a:off x="4984545" y="2638425"/>
              <a:ext cx="9586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99" name="rc4099"/>
            <p:cNvSpPr/>
            <p:nvPr/>
          </p:nvSpPr>
          <p:spPr>
            <a:xfrm>
              <a:off x="4994132" y="2638425"/>
              <a:ext cx="9586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00" name="rc4100"/>
            <p:cNvSpPr/>
            <p:nvPr/>
          </p:nvSpPr>
          <p:spPr>
            <a:xfrm>
              <a:off x="5003719" y="2638425"/>
              <a:ext cx="9586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01" name="rc4101"/>
            <p:cNvSpPr/>
            <p:nvPr/>
          </p:nvSpPr>
          <p:spPr>
            <a:xfrm>
              <a:off x="5013306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02" name="rc4102"/>
            <p:cNvSpPr/>
            <p:nvPr/>
          </p:nvSpPr>
          <p:spPr>
            <a:xfrm>
              <a:off x="5022892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03" name="rc4103"/>
            <p:cNvSpPr/>
            <p:nvPr/>
          </p:nvSpPr>
          <p:spPr>
            <a:xfrm>
              <a:off x="5032479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04" name="rc4104"/>
            <p:cNvSpPr/>
            <p:nvPr/>
          </p:nvSpPr>
          <p:spPr>
            <a:xfrm>
              <a:off x="5042066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05" name="rc4105"/>
            <p:cNvSpPr/>
            <p:nvPr/>
          </p:nvSpPr>
          <p:spPr>
            <a:xfrm>
              <a:off x="5051653" y="2638425"/>
              <a:ext cx="9586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06" name="rc4106"/>
            <p:cNvSpPr/>
            <p:nvPr/>
          </p:nvSpPr>
          <p:spPr>
            <a:xfrm>
              <a:off x="5061240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07" name="rc4107"/>
            <p:cNvSpPr/>
            <p:nvPr/>
          </p:nvSpPr>
          <p:spPr>
            <a:xfrm>
              <a:off x="5070827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08" name="rc4108"/>
            <p:cNvSpPr/>
            <p:nvPr/>
          </p:nvSpPr>
          <p:spPr>
            <a:xfrm>
              <a:off x="5080414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09" name="rc4109"/>
            <p:cNvSpPr/>
            <p:nvPr/>
          </p:nvSpPr>
          <p:spPr>
            <a:xfrm>
              <a:off x="5090001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10" name="rc4110"/>
            <p:cNvSpPr/>
            <p:nvPr/>
          </p:nvSpPr>
          <p:spPr>
            <a:xfrm>
              <a:off x="5099588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11" name="rc4111"/>
            <p:cNvSpPr/>
            <p:nvPr/>
          </p:nvSpPr>
          <p:spPr>
            <a:xfrm>
              <a:off x="5109175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12" name="rc4112"/>
            <p:cNvSpPr/>
            <p:nvPr/>
          </p:nvSpPr>
          <p:spPr>
            <a:xfrm>
              <a:off x="5118762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13" name="rc4113"/>
            <p:cNvSpPr/>
            <p:nvPr/>
          </p:nvSpPr>
          <p:spPr>
            <a:xfrm>
              <a:off x="5128349" y="2638425"/>
              <a:ext cx="9586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14" name="rc4114"/>
            <p:cNvSpPr/>
            <p:nvPr/>
          </p:nvSpPr>
          <p:spPr>
            <a:xfrm>
              <a:off x="5137936" y="2638425"/>
              <a:ext cx="9586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15" name="rc4115"/>
            <p:cNvSpPr/>
            <p:nvPr/>
          </p:nvSpPr>
          <p:spPr>
            <a:xfrm>
              <a:off x="5147523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16" name="rc4116"/>
            <p:cNvSpPr/>
            <p:nvPr/>
          </p:nvSpPr>
          <p:spPr>
            <a:xfrm>
              <a:off x="5157110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17" name="rc4117"/>
            <p:cNvSpPr/>
            <p:nvPr/>
          </p:nvSpPr>
          <p:spPr>
            <a:xfrm>
              <a:off x="5166697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18" name="rc4118"/>
            <p:cNvSpPr/>
            <p:nvPr/>
          </p:nvSpPr>
          <p:spPr>
            <a:xfrm>
              <a:off x="5176284" y="2638425"/>
              <a:ext cx="9586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19" name="rc4119"/>
            <p:cNvSpPr/>
            <p:nvPr/>
          </p:nvSpPr>
          <p:spPr>
            <a:xfrm>
              <a:off x="5185871" y="2638425"/>
              <a:ext cx="9586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20" name="rc4120"/>
            <p:cNvSpPr/>
            <p:nvPr/>
          </p:nvSpPr>
          <p:spPr>
            <a:xfrm>
              <a:off x="5195458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21" name="rc4121"/>
            <p:cNvSpPr/>
            <p:nvPr/>
          </p:nvSpPr>
          <p:spPr>
            <a:xfrm>
              <a:off x="5205045" y="2638425"/>
              <a:ext cx="9586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22" name="rc4122"/>
            <p:cNvSpPr/>
            <p:nvPr/>
          </p:nvSpPr>
          <p:spPr>
            <a:xfrm>
              <a:off x="5214632" y="2638425"/>
              <a:ext cx="9586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23" name="rc4123"/>
            <p:cNvSpPr/>
            <p:nvPr/>
          </p:nvSpPr>
          <p:spPr>
            <a:xfrm>
              <a:off x="5224218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24" name="rc4124"/>
            <p:cNvSpPr/>
            <p:nvPr/>
          </p:nvSpPr>
          <p:spPr>
            <a:xfrm>
              <a:off x="5233805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25" name="rc4125"/>
            <p:cNvSpPr/>
            <p:nvPr/>
          </p:nvSpPr>
          <p:spPr>
            <a:xfrm>
              <a:off x="5243392" y="2638425"/>
              <a:ext cx="9586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26" name="rc4126"/>
            <p:cNvSpPr/>
            <p:nvPr/>
          </p:nvSpPr>
          <p:spPr>
            <a:xfrm>
              <a:off x="5252979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27" name="rc4127"/>
            <p:cNvSpPr/>
            <p:nvPr/>
          </p:nvSpPr>
          <p:spPr>
            <a:xfrm>
              <a:off x="5262566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28" name="rc4128"/>
            <p:cNvSpPr/>
            <p:nvPr/>
          </p:nvSpPr>
          <p:spPr>
            <a:xfrm>
              <a:off x="5272153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29" name="rc4129"/>
            <p:cNvSpPr/>
            <p:nvPr/>
          </p:nvSpPr>
          <p:spPr>
            <a:xfrm>
              <a:off x="5281740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30" name="rc4130"/>
            <p:cNvSpPr/>
            <p:nvPr/>
          </p:nvSpPr>
          <p:spPr>
            <a:xfrm>
              <a:off x="5291327" y="2638425"/>
              <a:ext cx="9586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31" name="rc4131"/>
            <p:cNvSpPr/>
            <p:nvPr/>
          </p:nvSpPr>
          <p:spPr>
            <a:xfrm>
              <a:off x="5300914" y="2638425"/>
              <a:ext cx="9586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32" name="rc4132"/>
            <p:cNvSpPr/>
            <p:nvPr/>
          </p:nvSpPr>
          <p:spPr>
            <a:xfrm>
              <a:off x="5310501" y="2638425"/>
              <a:ext cx="9586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33" name="rc4133"/>
            <p:cNvSpPr/>
            <p:nvPr/>
          </p:nvSpPr>
          <p:spPr>
            <a:xfrm>
              <a:off x="5320088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34" name="rc4134"/>
            <p:cNvSpPr/>
            <p:nvPr/>
          </p:nvSpPr>
          <p:spPr>
            <a:xfrm>
              <a:off x="5329675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35" name="rc4135"/>
            <p:cNvSpPr/>
            <p:nvPr/>
          </p:nvSpPr>
          <p:spPr>
            <a:xfrm>
              <a:off x="5339262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36" name="rc4136"/>
            <p:cNvSpPr/>
            <p:nvPr/>
          </p:nvSpPr>
          <p:spPr>
            <a:xfrm>
              <a:off x="5348849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37" name="rc4137"/>
            <p:cNvSpPr/>
            <p:nvPr/>
          </p:nvSpPr>
          <p:spPr>
            <a:xfrm>
              <a:off x="5358436" y="2638425"/>
              <a:ext cx="9586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38" name="rc4138"/>
            <p:cNvSpPr/>
            <p:nvPr/>
          </p:nvSpPr>
          <p:spPr>
            <a:xfrm>
              <a:off x="5368023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39" name="rc4139"/>
            <p:cNvSpPr/>
            <p:nvPr/>
          </p:nvSpPr>
          <p:spPr>
            <a:xfrm>
              <a:off x="5377610" y="2638425"/>
              <a:ext cx="9586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40" name="rc4140"/>
            <p:cNvSpPr/>
            <p:nvPr/>
          </p:nvSpPr>
          <p:spPr>
            <a:xfrm>
              <a:off x="5387197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41" name="rc4141"/>
            <p:cNvSpPr/>
            <p:nvPr/>
          </p:nvSpPr>
          <p:spPr>
            <a:xfrm>
              <a:off x="5396784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42" name="rc4142"/>
            <p:cNvSpPr/>
            <p:nvPr/>
          </p:nvSpPr>
          <p:spPr>
            <a:xfrm>
              <a:off x="5406371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43" name="rc4143"/>
            <p:cNvSpPr/>
            <p:nvPr/>
          </p:nvSpPr>
          <p:spPr>
            <a:xfrm>
              <a:off x="5415958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44" name="rc4144"/>
            <p:cNvSpPr/>
            <p:nvPr/>
          </p:nvSpPr>
          <p:spPr>
            <a:xfrm>
              <a:off x="5425544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45" name="rc4145"/>
            <p:cNvSpPr/>
            <p:nvPr/>
          </p:nvSpPr>
          <p:spPr>
            <a:xfrm>
              <a:off x="5435131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46" name="rc4146"/>
            <p:cNvSpPr/>
            <p:nvPr/>
          </p:nvSpPr>
          <p:spPr>
            <a:xfrm>
              <a:off x="5444718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47" name="rc4147"/>
            <p:cNvSpPr/>
            <p:nvPr/>
          </p:nvSpPr>
          <p:spPr>
            <a:xfrm>
              <a:off x="5454305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48" name="rc4148"/>
            <p:cNvSpPr/>
            <p:nvPr/>
          </p:nvSpPr>
          <p:spPr>
            <a:xfrm>
              <a:off x="5463892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49" name="rc4149"/>
            <p:cNvSpPr/>
            <p:nvPr/>
          </p:nvSpPr>
          <p:spPr>
            <a:xfrm>
              <a:off x="5473479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50" name="rc4150"/>
            <p:cNvSpPr/>
            <p:nvPr/>
          </p:nvSpPr>
          <p:spPr>
            <a:xfrm>
              <a:off x="5483066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51" name="rc4151"/>
            <p:cNvSpPr/>
            <p:nvPr/>
          </p:nvSpPr>
          <p:spPr>
            <a:xfrm>
              <a:off x="5492653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52" name="rc4152"/>
            <p:cNvSpPr/>
            <p:nvPr/>
          </p:nvSpPr>
          <p:spPr>
            <a:xfrm>
              <a:off x="5502240" y="2638425"/>
              <a:ext cx="9586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53" name="rc4153"/>
            <p:cNvSpPr/>
            <p:nvPr/>
          </p:nvSpPr>
          <p:spPr>
            <a:xfrm>
              <a:off x="5511827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54" name="rc4154"/>
            <p:cNvSpPr/>
            <p:nvPr/>
          </p:nvSpPr>
          <p:spPr>
            <a:xfrm>
              <a:off x="5521414" y="2638425"/>
              <a:ext cx="9586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55" name="rc4155"/>
            <p:cNvSpPr/>
            <p:nvPr/>
          </p:nvSpPr>
          <p:spPr>
            <a:xfrm>
              <a:off x="5531001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56" name="rc4156"/>
            <p:cNvSpPr/>
            <p:nvPr/>
          </p:nvSpPr>
          <p:spPr>
            <a:xfrm>
              <a:off x="5540588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57" name="rc4157"/>
            <p:cNvSpPr/>
            <p:nvPr/>
          </p:nvSpPr>
          <p:spPr>
            <a:xfrm>
              <a:off x="5550175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58" name="rc4158"/>
            <p:cNvSpPr/>
            <p:nvPr/>
          </p:nvSpPr>
          <p:spPr>
            <a:xfrm>
              <a:off x="5559762" y="2638425"/>
              <a:ext cx="9586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59" name="rc4159"/>
            <p:cNvSpPr/>
            <p:nvPr/>
          </p:nvSpPr>
          <p:spPr>
            <a:xfrm>
              <a:off x="5569349" y="2638425"/>
              <a:ext cx="9586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60" name="rc4160"/>
            <p:cNvSpPr/>
            <p:nvPr/>
          </p:nvSpPr>
          <p:spPr>
            <a:xfrm>
              <a:off x="5578936" y="2638425"/>
              <a:ext cx="9586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61" name="rc4161"/>
            <p:cNvSpPr/>
            <p:nvPr/>
          </p:nvSpPr>
          <p:spPr>
            <a:xfrm>
              <a:off x="5588523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62" name="rc4162"/>
            <p:cNvSpPr/>
            <p:nvPr/>
          </p:nvSpPr>
          <p:spPr>
            <a:xfrm>
              <a:off x="5598110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63" name="rc4163"/>
            <p:cNvSpPr/>
            <p:nvPr/>
          </p:nvSpPr>
          <p:spPr>
            <a:xfrm>
              <a:off x="5607697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64" name="rc4164"/>
            <p:cNvSpPr/>
            <p:nvPr/>
          </p:nvSpPr>
          <p:spPr>
            <a:xfrm>
              <a:off x="5617283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65" name="rc4165"/>
            <p:cNvSpPr/>
            <p:nvPr/>
          </p:nvSpPr>
          <p:spPr>
            <a:xfrm>
              <a:off x="5626870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66" name="rc4166"/>
            <p:cNvSpPr/>
            <p:nvPr/>
          </p:nvSpPr>
          <p:spPr>
            <a:xfrm>
              <a:off x="5636457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67" name="rc4167"/>
            <p:cNvSpPr/>
            <p:nvPr/>
          </p:nvSpPr>
          <p:spPr>
            <a:xfrm>
              <a:off x="5646044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68" name="rc4168"/>
            <p:cNvSpPr/>
            <p:nvPr/>
          </p:nvSpPr>
          <p:spPr>
            <a:xfrm>
              <a:off x="5655631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69" name="rc4169"/>
            <p:cNvSpPr/>
            <p:nvPr/>
          </p:nvSpPr>
          <p:spPr>
            <a:xfrm>
              <a:off x="5665218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70" name="rc4170"/>
            <p:cNvSpPr/>
            <p:nvPr/>
          </p:nvSpPr>
          <p:spPr>
            <a:xfrm>
              <a:off x="5674805" y="2638425"/>
              <a:ext cx="9586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71" name="rc4171"/>
            <p:cNvSpPr/>
            <p:nvPr/>
          </p:nvSpPr>
          <p:spPr>
            <a:xfrm>
              <a:off x="5684392" y="2638425"/>
              <a:ext cx="9586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72" name="rc4172"/>
            <p:cNvSpPr/>
            <p:nvPr/>
          </p:nvSpPr>
          <p:spPr>
            <a:xfrm>
              <a:off x="5693979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73" name="rc4173"/>
            <p:cNvSpPr/>
            <p:nvPr/>
          </p:nvSpPr>
          <p:spPr>
            <a:xfrm>
              <a:off x="5703566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74" name="rc4174"/>
            <p:cNvSpPr/>
            <p:nvPr/>
          </p:nvSpPr>
          <p:spPr>
            <a:xfrm>
              <a:off x="5713153" y="2638425"/>
              <a:ext cx="9586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75" name="rc4175"/>
            <p:cNvSpPr/>
            <p:nvPr/>
          </p:nvSpPr>
          <p:spPr>
            <a:xfrm>
              <a:off x="5722740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76" name="rc4176"/>
            <p:cNvSpPr/>
            <p:nvPr/>
          </p:nvSpPr>
          <p:spPr>
            <a:xfrm>
              <a:off x="5732327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77" name="rc4177"/>
            <p:cNvSpPr/>
            <p:nvPr/>
          </p:nvSpPr>
          <p:spPr>
            <a:xfrm>
              <a:off x="5741914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78" name="rc4178"/>
            <p:cNvSpPr/>
            <p:nvPr/>
          </p:nvSpPr>
          <p:spPr>
            <a:xfrm>
              <a:off x="5751501" y="2638425"/>
              <a:ext cx="9586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79" name="rc4179"/>
            <p:cNvSpPr/>
            <p:nvPr/>
          </p:nvSpPr>
          <p:spPr>
            <a:xfrm>
              <a:off x="5761088" y="2638425"/>
              <a:ext cx="9586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80" name="rc4180"/>
            <p:cNvSpPr/>
            <p:nvPr/>
          </p:nvSpPr>
          <p:spPr>
            <a:xfrm>
              <a:off x="5770675" y="2638425"/>
              <a:ext cx="9586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81" name="rc4181"/>
            <p:cNvSpPr/>
            <p:nvPr/>
          </p:nvSpPr>
          <p:spPr>
            <a:xfrm>
              <a:off x="5780262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82" name="rc4182"/>
            <p:cNvSpPr/>
            <p:nvPr/>
          </p:nvSpPr>
          <p:spPr>
            <a:xfrm>
              <a:off x="5789849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83" name="rc4183"/>
            <p:cNvSpPr/>
            <p:nvPr/>
          </p:nvSpPr>
          <p:spPr>
            <a:xfrm>
              <a:off x="5799436" y="2638425"/>
              <a:ext cx="9586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84" name="rc4184"/>
            <p:cNvSpPr/>
            <p:nvPr/>
          </p:nvSpPr>
          <p:spPr>
            <a:xfrm>
              <a:off x="5809023" y="2638425"/>
              <a:ext cx="9586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85" name="rc4185"/>
            <p:cNvSpPr/>
            <p:nvPr/>
          </p:nvSpPr>
          <p:spPr>
            <a:xfrm>
              <a:off x="5818609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86" name="rc4186"/>
            <p:cNvSpPr/>
            <p:nvPr/>
          </p:nvSpPr>
          <p:spPr>
            <a:xfrm>
              <a:off x="5828196" y="2638425"/>
              <a:ext cx="9586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87" name="rc4187"/>
            <p:cNvSpPr/>
            <p:nvPr/>
          </p:nvSpPr>
          <p:spPr>
            <a:xfrm>
              <a:off x="5837783" y="2638425"/>
              <a:ext cx="9586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88" name="rc4188"/>
            <p:cNvSpPr/>
            <p:nvPr/>
          </p:nvSpPr>
          <p:spPr>
            <a:xfrm>
              <a:off x="5847370" y="2638425"/>
              <a:ext cx="9586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89" name="rc4189"/>
            <p:cNvSpPr/>
            <p:nvPr/>
          </p:nvSpPr>
          <p:spPr>
            <a:xfrm>
              <a:off x="5856957" y="2638425"/>
              <a:ext cx="9586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90" name="rc4190"/>
            <p:cNvSpPr/>
            <p:nvPr/>
          </p:nvSpPr>
          <p:spPr>
            <a:xfrm>
              <a:off x="5866544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91" name="rc4191"/>
            <p:cNvSpPr/>
            <p:nvPr/>
          </p:nvSpPr>
          <p:spPr>
            <a:xfrm>
              <a:off x="5876131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92" name="rc4192"/>
            <p:cNvSpPr/>
            <p:nvPr/>
          </p:nvSpPr>
          <p:spPr>
            <a:xfrm>
              <a:off x="5885718" y="2638425"/>
              <a:ext cx="9586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93" name="rc4193"/>
            <p:cNvSpPr/>
            <p:nvPr/>
          </p:nvSpPr>
          <p:spPr>
            <a:xfrm>
              <a:off x="5895305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94" name="rc4194"/>
            <p:cNvSpPr/>
            <p:nvPr/>
          </p:nvSpPr>
          <p:spPr>
            <a:xfrm>
              <a:off x="5904892" y="2638425"/>
              <a:ext cx="9586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95" name="rc4195"/>
            <p:cNvSpPr/>
            <p:nvPr/>
          </p:nvSpPr>
          <p:spPr>
            <a:xfrm>
              <a:off x="5914479" y="2638425"/>
              <a:ext cx="9586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96" name="rc4196"/>
            <p:cNvSpPr/>
            <p:nvPr/>
          </p:nvSpPr>
          <p:spPr>
            <a:xfrm>
              <a:off x="5924066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97" name="rc4197"/>
            <p:cNvSpPr/>
            <p:nvPr/>
          </p:nvSpPr>
          <p:spPr>
            <a:xfrm>
              <a:off x="5933653" y="2638425"/>
              <a:ext cx="9586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98" name="rc4198"/>
            <p:cNvSpPr/>
            <p:nvPr/>
          </p:nvSpPr>
          <p:spPr>
            <a:xfrm>
              <a:off x="5943240" y="2638425"/>
              <a:ext cx="9586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99" name="rc4199"/>
            <p:cNvSpPr/>
            <p:nvPr/>
          </p:nvSpPr>
          <p:spPr>
            <a:xfrm>
              <a:off x="1945481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00" name="rc4200"/>
            <p:cNvSpPr/>
            <p:nvPr/>
          </p:nvSpPr>
          <p:spPr>
            <a:xfrm>
              <a:off x="1955068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01" name="rc4201"/>
            <p:cNvSpPr/>
            <p:nvPr/>
          </p:nvSpPr>
          <p:spPr>
            <a:xfrm>
              <a:off x="1964655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02" name="rc4202"/>
            <p:cNvSpPr/>
            <p:nvPr/>
          </p:nvSpPr>
          <p:spPr>
            <a:xfrm>
              <a:off x="1974242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03" name="rc4203"/>
            <p:cNvSpPr/>
            <p:nvPr/>
          </p:nvSpPr>
          <p:spPr>
            <a:xfrm>
              <a:off x="1983829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04" name="rc4204"/>
            <p:cNvSpPr/>
            <p:nvPr/>
          </p:nvSpPr>
          <p:spPr>
            <a:xfrm>
              <a:off x="1993416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05" name="rc4205"/>
            <p:cNvSpPr/>
            <p:nvPr/>
          </p:nvSpPr>
          <p:spPr>
            <a:xfrm>
              <a:off x="2003003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06" name="rc4206"/>
            <p:cNvSpPr/>
            <p:nvPr/>
          </p:nvSpPr>
          <p:spPr>
            <a:xfrm>
              <a:off x="2012590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07" name="rc4207"/>
            <p:cNvSpPr/>
            <p:nvPr/>
          </p:nvSpPr>
          <p:spPr>
            <a:xfrm>
              <a:off x="2022177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08" name="rc4208"/>
            <p:cNvSpPr/>
            <p:nvPr/>
          </p:nvSpPr>
          <p:spPr>
            <a:xfrm>
              <a:off x="2031764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09" name="rc4209"/>
            <p:cNvSpPr/>
            <p:nvPr/>
          </p:nvSpPr>
          <p:spPr>
            <a:xfrm>
              <a:off x="2041351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10" name="rc4210"/>
            <p:cNvSpPr/>
            <p:nvPr/>
          </p:nvSpPr>
          <p:spPr>
            <a:xfrm>
              <a:off x="2050937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11" name="rc4211"/>
            <p:cNvSpPr/>
            <p:nvPr/>
          </p:nvSpPr>
          <p:spPr>
            <a:xfrm>
              <a:off x="2060524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12" name="rc4212"/>
            <p:cNvSpPr/>
            <p:nvPr/>
          </p:nvSpPr>
          <p:spPr>
            <a:xfrm>
              <a:off x="2070111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13" name="rc4213"/>
            <p:cNvSpPr/>
            <p:nvPr/>
          </p:nvSpPr>
          <p:spPr>
            <a:xfrm>
              <a:off x="2079698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14" name="rc4214"/>
            <p:cNvSpPr/>
            <p:nvPr/>
          </p:nvSpPr>
          <p:spPr>
            <a:xfrm>
              <a:off x="2089285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15" name="rc4215"/>
            <p:cNvSpPr/>
            <p:nvPr/>
          </p:nvSpPr>
          <p:spPr>
            <a:xfrm>
              <a:off x="2098872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16" name="rc4216"/>
            <p:cNvSpPr/>
            <p:nvPr/>
          </p:nvSpPr>
          <p:spPr>
            <a:xfrm>
              <a:off x="2108459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17" name="rc4217"/>
            <p:cNvSpPr/>
            <p:nvPr/>
          </p:nvSpPr>
          <p:spPr>
            <a:xfrm>
              <a:off x="2118046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18" name="rc4218"/>
            <p:cNvSpPr/>
            <p:nvPr/>
          </p:nvSpPr>
          <p:spPr>
            <a:xfrm>
              <a:off x="2127633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19" name="rc4219"/>
            <p:cNvSpPr/>
            <p:nvPr/>
          </p:nvSpPr>
          <p:spPr>
            <a:xfrm>
              <a:off x="2137220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20" name="rc4220"/>
            <p:cNvSpPr/>
            <p:nvPr/>
          </p:nvSpPr>
          <p:spPr>
            <a:xfrm>
              <a:off x="2146807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21" name="rc4221"/>
            <p:cNvSpPr/>
            <p:nvPr/>
          </p:nvSpPr>
          <p:spPr>
            <a:xfrm>
              <a:off x="2156394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22" name="rc4222"/>
            <p:cNvSpPr/>
            <p:nvPr/>
          </p:nvSpPr>
          <p:spPr>
            <a:xfrm>
              <a:off x="2165981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23" name="rc4223"/>
            <p:cNvSpPr/>
            <p:nvPr/>
          </p:nvSpPr>
          <p:spPr>
            <a:xfrm>
              <a:off x="2175568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24" name="rc4224"/>
            <p:cNvSpPr/>
            <p:nvPr/>
          </p:nvSpPr>
          <p:spPr>
            <a:xfrm>
              <a:off x="2185155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25" name="rc4225"/>
            <p:cNvSpPr/>
            <p:nvPr/>
          </p:nvSpPr>
          <p:spPr>
            <a:xfrm>
              <a:off x="2194742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26" name="rc4226"/>
            <p:cNvSpPr/>
            <p:nvPr/>
          </p:nvSpPr>
          <p:spPr>
            <a:xfrm>
              <a:off x="2204329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27" name="rc4227"/>
            <p:cNvSpPr/>
            <p:nvPr/>
          </p:nvSpPr>
          <p:spPr>
            <a:xfrm>
              <a:off x="2213916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28" name="rc4228"/>
            <p:cNvSpPr/>
            <p:nvPr/>
          </p:nvSpPr>
          <p:spPr>
            <a:xfrm>
              <a:off x="2223503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29" name="rc4229"/>
            <p:cNvSpPr/>
            <p:nvPr/>
          </p:nvSpPr>
          <p:spPr>
            <a:xfrm>
              <a:off x="2233090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30" name="rc4230"/>
            <p:cNvSpPr/>
            <p:nvPr/>
          </p:nvSpPr>
          <p:spPr>
            <a:xfrm>
              <a:off x="2242677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31" name="rc4231"/>
            <p:cNvSpPr/>
            <p:nvPr/>
          </p:nvSpPr>
          <p:spPr>
            <a:xfrm>
              <a:off x="2252263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32" name="rc4232"/>
            <p:cNvSpPr/>
            <p:nvPr/>
          </p:nvSpPr>
          <p:spPr>
            <a:xfrm>
              <a:off x="2261850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33" name="rc4233"/>
            <p:cNvSpPr/>
            <p:nvPr/>
          </p:nvSpPr>
          <p:spPr>
            <a:xfrm>
              <a:off x="2271437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34" name="rc4234"/>
            <p:cNvSpPr/>
            <p:nvPr/>
          </p:nvSpPr>
          <p:spPr>
            <a:xfrm>
              <a:off x="2281024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35" name="rc4235"/>
            <p:cNvSpPr/>
            <p:nvPr/>
          </p:nvSpPr>
          <p:spPr>
            <a:xfrm>
              <a:off x="2290611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36" name="rc4236"/>
            <p:cNvSpPr/>
            <p:nvPr/>
          </p:nvSpPr>
          <p:spPr>
            <a:xfrm>
              <a:off x="2300198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37" name="rc4237"/>
            <p:cNvSpPr/>
            <p:nvPr/>
          </p:nvSpPr>
          <p:spPr>
            <a:xfrm>
              <a:off x="2309785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38" name="rc4238"/>
            <p:cNvSpPr/>
            <p:nvPr/>
          </p:nvSpPr>
          <p:spPr>
            <a:xfrm>
              <a:off x="2319372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39" name="rc4239"/>
            <p:cNvSpPr/>
            <p:nvPr/>
          </p:nvSpPr>
          <p:spPr>
            <a:xfrm>
              <a:off x="2328959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40" name="rc4240"/>
            <p:cNvSpPr/>
            <p:nvPr/>
          </p:nvSpPr>
          <p:spPr>
            <a:xfrm>
              <a:off x="2338546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41" name="rc4241"/>
            <p:cNvSpPr/>
            <p:nvPr/>
          </p:nvSpPr>
          <p:spPr>
            <a:xfrm>
              <a:off x="2348133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42" name="rc4242"/>
            <p:cNvSpPr/>
            <p:nvPr/>
          </p:nvSpPr>
          <p:spPr>
            <a:xfrm>
              <a:off x="2357720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43" name="rc4243"/>
            <p:cNvSpPr/>
            <p:nvPr/>
          </p:nvSpPr>
          <p:spPr>
            <a:xfrm>
              <a:off x="2367307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44" name="rc4244"/>
            <p:cNvSpPr/>
            <p:nvPr/>
          </p:nvSpPr>
          <p:spPr>
            <a:xfrm>
              <a:off x="2376894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45" name="rc4245"/>
            <p:cNvSpPr/>
            <p:nvPr/>
          </p:nvSpPr>
          <p:spPr>
            <a:xfrm>
              <a:off x="2386481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46" name="rc4246"/>
            <p:cNvSpPr/>
            <p:nvPr/>
          </p:nvSpPr>
          <p:spPr>
            <a:xfrm>
              <a:off x="2396068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47" name="rc4247"/>
            <p:cNvSpPr/>
            <p:nvPr/>
          </p:nvSpPr>
          <p:spPr>
            <a:xfrm>
              <a:off x="2405655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48" name="rc4248"/>
            <p:cNvSpPr/>
            <p:nvPr/>
          </p:nvSpPr>
          <p:spPr>
            <a:xfrm>
              <a:off x="2415242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49" name="rc4249"/>
            <p:cNvSpPr/>
            <p:nvPr/>
          </p:nvSpPr>
          <p:spPr>
            <a:xfrm>
              <a:off x="2424829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50" name="rc4250"/>
            <p:cNvSpPr/>
            <p:nvPr/>
          </p:nvSpPr>
          <p:spPr>
            <a:xfrm>
              <a:off x="2434416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51" name="rc4251"/>
            <p:cNvSpPr/>
            <p:nvPr/>
          </p:nvSpPr>
          <p:spPr>
            <a:xfrm>
              <a:off x="2444002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52" name="rc4252"/>
            <p:cNvSpPr/>
            <p:nvPr/>
          </p:nvSpPr>
          <p:spPr>
            <a:xfrm>
              <a:off x="2453589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53" name="rc4253"/>
            <p:cNvSpPr/>
            <p:nvPr/>
          </p:nvSpPr>
          <p:spPr>
            <a:xfrm>
              <a:off x="2463176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54" name="rc4254"/>
            <p:cNvSpPr/>
            <p:nvPr/>
          </p:nvSpPr>
          <p:spPr>
            <a:xfrm>
              <a:off x="2472763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55" name="rc4255"/>
            <p:cNvSpPr/>
            <p:nvPr/>
          </p:nvSpPr>
          <p:spPr>
            <a:xfrm>
              <a:off x="2482350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56" name="rc4256"/>
            <p:cNvSpPr/>
            <p:nvPr/>
          </p:nvSpPr>
          <p:spPr>
            <a:xfrm>
              <a:off x="2491937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57" name="rc4257"/>
            <p:cNvSpPr/>
            <p:nvPr/>
          </p:nvSpPr>
          <p:spPr>
            <a:xfrm>
              <a:off x="2501524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58" name="rc4258"/>
            <p:cNvSpPr/>
            <p:nvPr/>
          </p:nvSpPr>
          <p:spPr>
            <a:xfrm>
              <a:off x="2511111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59" name="rc4259"/>
            <p:cNvSpPr/>
            <p:nvPr/>
          </p:nvSpPr>
          <p:spPr>
            <a:xfrm>
              <a:off x="2520698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60" name="rc4260"/>
            <p:cNvSpPr/>
            <p:nvPr/>
          </p:nvSpPr>
          <p:spPr>
            <a:xfrm>
              <a:off x="2530285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61" name="rc4261"/>
            <p:cNvSpPr/>
            <p:nvPr/>
          </p:nvSpPr>
          <p:spPr>
            <a:xfrm>
              <a:off x="2539872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62" name="rc4262"/>
            <p:cNvSpPr/>
            <p:nvPr/>
          </p:nvSpPr>
          <p:spPr>
            <a:xfrm>
              <a:off x="2549459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63" name="rc4263"/>
            <p:cNvSpPr/>
            <p:nvPr/>
          </p:nvSpPr>
          <p:spPr>
            <a:xfrm>
              <a:off x="2559046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64" name="rc4264"/>
            <p:cNvSpPr/>
            <p:nvPr/>
          </p:nvSpPr>
          <p:spPr>
            <a:xfrm>
              <a:off x="2568633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65" name="rc4265"/>
            <p:cNvSpPr/>
            <p:nvPr/>
          </p:nvSpPr>
          <p:spPr>
            <a:xfrm>
              <a:off x="2578220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66" name="rc4266"/>
            <p:cNvSpPr/>
            <p:nvPr/>
          </p:nvSpPr>
          <p:spPr>
            <a:xfrm>
              <a:off x="2587807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67" name="rc4267"/>
            <p:cNvSpPr/>
            <p:nvPr/>
          </p:nvSpPr>
          <p:spPr>
            <a:xfrm>
              <a:off x="2597394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68" name="rc4268"/>
            <p:cNvSpPr/>
            <p:nvPr/>
          </p:nvSpPr>
          <p:spPr>
            <a:xfrm>
              <a:off x="2606981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69" name="rc4269"/>
            <p:cNvSpPr/>
            <p:nvPr/>
          </p:nvSpPr>
          <p:spPr>
            <a:xfrm>
              <a:off x="2616568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70" name="rc4270"/>
            <p:cNvSpPr/>
            <p:nvPr/>
          </p:nvSpPr>
          <p:spPr>
            <a:xfrm>
              <a:off x="2626155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71" name="rc4271"/>
            <p:cNvSpPr/>
            <p:nvPr/>
          </p:nvSpPr>
          <p:spPr>
            <a:xfrm>
              <a:off x="2635742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72" name="rc4272"/>
            <p:cNvSpPr/>
            <p:nvPr/>
          </p:nvSpPr>
          <p:spPr>
            <a:xfrm>
              <a:off x="2645328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73" name="rc4273"/>
            <p:cNvSpPr/>
            <p:nvPr/>
          </p:nvSpPr>
          <p:spPr>
            <a:xfrm>
              <a:off x="2654915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74" name="rc4274"/>
            <p:cNvSpPr/>
            <p:nvPr/>
          </p:nvSpPr>
          <p:spPr>
            <a:xfrm>
              <a:off x="2664502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75" name="rc4275"/>
            <p:cNvSpPr/>
            <p:nvPr/>
          </p:nvSpPr>
          <p:spPr>
            <a:xfrm>
              <a:off x="2674089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76" name="rc4276"/>
            <p:cNvSpPr/>
            <p:nvPr/>
          </p:nvSpPr>
          <p:spPr>
            <a:xfrm>
              <a:off x="2683676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77" name="rc4277"/>
            <p:cNvSpPr/>
            <p:nvPr/>
          </p:nvSpPr>
          <p:spPr>
            <a:xfrm>
              <a:off x="2693263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78" name="rc4278"/>
            <p:cNvSpPr/>
            <p:nvPr/>
          </p:nvSpPr>
          <p:spPr>
            <a:xfrm>
              <a:off x="2702850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79" name="rc4279"/>
            <p:cNvSpPr/>
            <p:nvPr/>
          </p:nvSpPr>
          <p:spPr>
            <a:xfrm>
              <a:off x="2712437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80" name="rc4280"/>
            <p:cNvSpPr/>
            <p:nvPr/>
          </p:nvSpPr>
          <p:spPr>
            <a:xfrm>
              <a:off x="2722024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81" name="rc4281"/>
            <p:cNvSpPr/>
            <p:nvPr/>
          </p:nvSpPr>
          <p:spPr>
            <a:xfrm>
              <a:off x="2731611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82" name="rc4282"/>
            <p:cNvSpPr/>
            <p:nvPr/>
          </p:nvSpPr>
          <p:spPr>
            <a:xfrm>
              <a:off x="2741198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83" name="rc4283"/>
            <p:cNvSpPr/>
            <p:nvPr/>
          </p:nvSpPr>
          <p:spPr>
            <a:xfrm>
              <a:off x="2750785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84" name="rc4284"/>
            <p:cNvSpPr/>
            <p:nvPr/>
          </p:nvSpPr>
          <p:spPr>
            <a:xfrm>
              <a:off x="2760372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85" name="rc4285"/>
            <p:cNvSpPr/>
            <p:nvPr/>
          </p:nvSpPr>
          <p:spPr>
            <a:xfrm>
              <a:off x="2769959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86" name="rc4286"/>
            <p:cNvSpPr/>
            <p:nvPr/>
          </p:nvSpPr>
          <p:spPr>
            <a:xfrm>
              <a:off x="2779546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87" name="rc4287"/>
            <p:cNvSpPr/>
            <p:nvPr/>
          </p:nvSpPr>
          <p:spPr>
            <a:xfrm>
              <a:off x="2789133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88" name="rc4288"/>
            <p:cNvSpPr/>
            <p:nvPr/>
          </p:nvSpPr>
          <p:spPr>
            <a:xfrm>
              <a:off x="2798720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89" name="rc4289"/>
            <p:cNvSpPr/>
            <p:nvPr/>
          </p:nvSpPr>
          <p:spPr>
            <a:xfrm>
              <a:off x="2808307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90" name="rc4290"/>
            <p:cNvSpPr/>
            <p:nvPr/>
          </p:nvSpPr>
          <p:spPr>
            <a:xfrm>
              <a:off x="2817894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91" name="rc4291"/>
            <p:cNvSpPr/>
            <p:nvPr/>
          </p:nvSpPr>
          <p:spPr>
            <a:xfrm>
              <a:off x="2827481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92" name="rc4292"/>
            <p:cNvSpPr/>
            <p:nvPr/>
          </p:nvSpPr>
          <p:spPr>
            <a:xfrm>
              <a:off x="2837068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93" name="rc4293"/>
            <p:cNvSpPr/>
            <p:nvPr/>
          </p:nvSpPr>
          <p:spPr>
            <a:xfrm>
              <a:off x="2846654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94" name="rc4294"/>
            <p:cNvSpPr/>
            <p:nvPr/>
          </p:nvSpPr>
          <p:spPr>
            <a:xfrm>
              <a:off x="2856241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95" name="rc4295"/>
            <p:cNvSpPr/>
            <p:nvPr/>
          </p:nvSpPr>
          <p:spPr>
            <a:xfrm>
              <a:off x="2865828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96" name="rc4296"/>
            <p:cNvSpPr/>
            <p:nvPr/>
          </p:nvSpPr>
          <p:spPr>
            <a:xfrm>
              <a:off x="2875415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97" name="rc4297"/>
            <p:cNvSpPr/>
            <p:nvPr/>
          </p:nvSpPr>
          <p:spPr>
            <a:xfrm>
              <a:off x="2885002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98" name="rc4298"/>
            <p:cNvSpPr/>
            <p:nvPr/>
          </p:nvSpPr>
          <p:spPr>
            <a:xfrm>
              <a:off x="2894589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99" name="rc4299"/>
            <p:cNvSpPr/>
            <p:nvPr/>
          </p:nvSpPr>
          <p:spPr>
            <a:xfrm>
              <a:off x="2904176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00" name="rc4300"/>
            <p:cNvSpPr/>
            <p:nvPr/>
          </p:nvSpPr>
          <p:spPr>
            <a:xfrm>
              <a:off x="2913763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01" name="rc4301"/>
            <p:cNvSpPr/>
            <p:nvPr/>
          </p:nvSpPr>
          <p:spPr>
            <a:xfrm>
              <a:off x="2923350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02" name="rc4302"/>
            <p:cNvSpPr/>
            <p:nvPr/>
          </p:nvSpPr>
          <p:spPr>
            <a:xfrm>
              <a:off x="2932937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03" name="rc4303"/>
            <p:cNvSpPr/>
            <p:nvPr/>
          </p:nvSpPr>
          <p:spPr>
            <a:xfrm>
              <a:off x="2942524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04" name="rc4304"/>
            <p:cNvSpPr/>
            <p:nvPr/>
          </p:nvSpPr>
          <p:spPr>
            <a:xfrm>
              <a:off x="2952111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05" name="rc4305"/>
            <p:cNvSpPr/>
            <p:nvPr/>
          </p:nvSpPr>
          <p:spPr>
            <a:xfrm>
              <a:off x="2961698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06" name="rc4306"/>
            <p:cNvSpPr/>
            <p:nvPr/>
          </p:nvSpPr>
          <p:spPr>
            <a:xfrm>
              <a:off x="2971285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07" name="rc4307"/>
            <p:cNvSpPr/>
            <p:nvPr/>
          </p:nvSpPr>
          <p:spPr>
            <a:xfrm>
              <a:off x="2980872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08" name="rc4308"/>
            <p:cNvSpPr/>
            <p:nvPr/>
          </p:nvSpPr>
          <p:spPr>
            <a:xfrm>
              <a:off x="2990459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09" name="rc4309"/>
            <p:cNvSpPr/>
            <p:nvPr/>
          </p:nvSpPr>
          <p:spPr>
            <a:xfrm>
              <a:off x="3000046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10" name="rc4310"/>
            <p:cNvSpPr/>
            <p:nvPr/>
          </p:nvSpPr>
          <p:spPr>
            <a:xfrm>
              <a:off x="3009633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11" name="rc4311"/>
            <p:cNvSpPr/>
            <p:nvPr/>
          </p:nvSpPr>
          <p:spPr>
            <a:xfrm>
              <a:off x="3019220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12" name="rc4312"/>
            <p:cNvSpPr/>
            <p:nvPr/>
          </p:nvSpPr>
          <p:spPr>
            <a:xfrm>
              <a:off x="3028807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13" name="rc4313"/>
            <p:cNvSpPr/>
            <p:nvPr/>
          </p:nvSpPr>
          <p:spPr>
            <a:xfrm>
              <a:off x="3038393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14" name="rc4314"/>
            <p:cNvSpPr/>
            <p:nvPr/>
          </p:nvSpPr>
          <p:spPr>
            <a:xfrm>
              <a:off x="3047980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15" name="rc4315"/>
            <p:cNvSpPr/>
            <p:nvPr/>
          </p:nvSpPr>
          <p:spPr>
            <a:xfrm>
              <a:off x="3057567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16" name="rc4316"/>
            <p:cNvSpPr/>
            <p:nvPr/>
          </p:nvSpPr>
          <p:spPr>
            <a:xfrm>
              <a:off x="3067154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17" name="rc4317"/>
            <p:cNvSpPr/>
            <p:nvPr/>
          </p:nvSpPr>
          <p:spPr>
            <a:xfrm>
              <a:off x="3076741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18" name="rc4318"/>
            <p:cNvSpPr/>
            <p:nvPr/>
          </p:nvSpPr>
          <p:spPr>
            <a:xfrm>
              <a:off x="3086328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19" name="rc4319"/>
            <p:cNvSpPr/>
            <p:nvPr/>
          </p:nvSpPr>
          <p:spPr>
            <a:xfrm>
              <a:off x="3095915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20" name="rc4320"/>
            <p:cNvSpPr/>
            <p:nvPr/>
          </p:nvSpPr>
          <p:spPr>
            <a:xfrm>
              <a:off x="3105502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21" name="rc4321"/>
            <p:cNvSpPr/>
            <p:nvPr/>
          </p:nvSpPr>
          <p:spPr>
            <a:xfrm>
              <a:off x="3115089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22" name="rc4322"/>
            <p:cNvSpPr/>
            <p:nvPr/>
          </p:nvSpPr>
          <p:spPr>
            <a:xfrm>
              <a:off x="3124676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23" name="rc4323"/>
            <p:cNvSpPr/>
            <p:nvPr/>
          </p:nvSpPr>
          <p:spPr>
            <a:xfrm>
              <a:off x="3134263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24" name="rc4324"/>
            <p:cNvSpPr/>
            <p:nvPr/>
          </p:nvSpPr>
          <p:spPr>
            <a:xfrm>
              <a:off x="3143850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25" name="rc4325"/>
            <p:cNvSpPr/>
            <p:nvPr/>
          </p:nvSpPr>
          <p:spPr>
            <a:xfrm>
              <a:off x="3153437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26" name="rc4326"/>
            <p:cNvSpPr/>
            <p:nvPr/>
          </p:nvSpPr>
          <p:spPr>
            <a:xfrm>
              <a:off x="3163024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27" name="rc4327"/>
            <p:cNvSpPr/>
            <p:nvPr/>
          </p:nvSpPr>
          <p:spPr>
            <a:xfrm>
              <a:off x="3172611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28" name="rc4328"/>
            <p:cNvSpPr/>
            <p:nvPr/>
          </p:nvSpPr>
          <p:spPr>
            <a:xfrm>
              <a:off x="3182198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29" name="rc4329"/>
            <p:cNvSpPr/>
            <p:nvPr/>
          </p:nvSpPr>
          <p:spPr>
            <a:xfrm>
              <a:off x="3191785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30" name="rc4330"/>
            <p:cNvSpPr/>
            <p:nvPr/>
          </p:nvSpPr>
          <p:spPr>
            <a:xfrm>
              <a:off x="3201372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31" name="rc4331"/>
            <p:cNvSpPr/>
            <p:nvPr/>
          </p:nvSpPr>
          <p:spPr>
            <a:xfrm>
              <a:off x="3210959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32" name="rc4332"/>
            <p:cNvSpPr/>
            <p:nvPr/>
          </p:nvSpPr>
          <p:spPr>
            <a:xfrm>
              <a:off x="3220546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33" name="rc4333"/>
            <p:cNvSpPr/>
            <p:nvPr/>
          </p:nvSpPr>
          <p:spPr>
            <a:xfrm>
              <a:off x="3230133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34" name="rc4334"/>
            <p:cNvSpPr/>
            <p:nvPr/>
          </p:nvSpPr>
          <p:spPr>
            <a:xfrm>
              <a:off x="3239719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35" name="rc4335"/>
            <p:cNvSpPr/>
            <p:nvPr/>
          </p:nvSpPr>
          <p:spPr>
            <a:xfrm>
              <a:off x="3249306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36" name="rc4336"/>
            <p:cNvSpPr/>
            <p:nvPr/>
          </p:nvSpPr>
          <p:spPr>
            <a:xfrm>
              <a:off x="3258893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37" name="rc4337"/>
            <p:cNvSpPr/>
            <p:nvPr/>
          </p:nvSpPr>
          <p:spPr>
            <a:xfrm>
              <a:off x="3268480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38" name="rc4338"/>
            <p:cNvSpPr/>
            <p:nvPr/>
          </p:nvSpPr>
          <p:spPr>
            <a:xfrm>
              <a:off x="3278067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39" name="rc4339"/>
            <p:cNvSpPr/>
            <p:nvPr/>
          </p:nvSpPr>
          <p:spPr>
            <a:xfrm>
              <a:off x="3287654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40" name="rc4340"/>
            <p:cNvSpPr/>
            <p:nvPr/>
          </p:nvSpPr>
          <p:spPr>
            <a:xfrm>
              <a:off x="3297241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41" name="rc4341"/>
            <p:cNvSpPr/>
            <p:nvPr/>
          </p:nvSpPr>
          <p:spPr>
            <a:xfrm>
              <a:off x="3306828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42" name="rc4342"/>
            <p:cNvSpPr/>
            <p:nvPr/>
          </p:nvSpPr>
          <p:spPr>
            <a:xfrm>
              <a:off x="3316415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43" name="rc4343"/>
            <p:cNvSpPr/>
            <p:nvPr/>
          </p:nvSpPr>
          <p:spPr>
            <a:xfrm>
              <a:off x="3326002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44" name="rc4344"/>
            <p:cNvSpPr/>
            <p:nvPr/>
          </p:nvSpPr>
          <p:spPr>
            <a:xfrm>
              <a:off x="3335589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45" name="rc4345"/>
            <p:cNvSpPr/>
            <p:nvPr/>
          </p:nvSpPr>
          <p:spPr>
            <a:xfrm>
              <a:off x="3345176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46" name="rc4346"/>
            <p:cNvSpPr/>
            <p:nvPr/>
          </p:nvSpPr>
          <p:spPr>
            <a:xfrm>
              <a:off x="3354763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47" name="rc4347"/>
            <p:cNvSpPr/>
            <p:nvPr/>
          </p:nvSpPr>
          <p:spPr>
            <a:xfrm>
              <a:off x="3364350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48" name="rc4348"/>
            <p:cNvSpPr/>
            <p:nvPr/>
          </p:nvSpPr>
          <p:spPr>
            <a:xfrm>
              <a:off x="3373937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49" name="rc4349"/>
            <p:cNvSpPr/>
            <p:nvPr/>
          </p:nvSpPr>
          <p:spPr>
            <a:xfrm>
              <a:off x="3383524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50" name="rc4350"/>
            <p:cNvSpPr/>
            <p:nvPr/>
          </p:nvSpPr>
          <p:spPr>
            <a:xfrm>
              <a:off x="3393111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51" name="rc4351"/>
            <p:cNvSpPr/>
            <p:nvPr/>
          </p:nvSpPr>
          <p:spPr>
            <a:xfrm>
              <a:off x="3402698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52" name="rc4352"/>
            <p:cNvSpPr/>
            <p:nvPr/>
          </p:nvSpPr>
          <p:spPr>
            <a:xfrm>
              <a:off x="3412285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53" name="rc4353"/>
            <p:cNvSpPr/>
            <p:nvPr/>
          </p:nvSpPr>
          <p:spPr>
            <a:xfrm>
              <a:off x="3421872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54" name="rc4354"/>
            <p:cNvSpPr/>
            <p:nvPr/>
          </p:nvSpPr>
          <p:spPr>
            <a:xfrm>
              <a:off x="3431459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55" name="rc4355"/>
            <p:cNvSpPr/>
            <p:nvPr/>
          </p:nvSpPr>
          <p:spPr>
            <a:xfrm>
              <a:off x="3441045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56" name="rc4356"/>
            <p:cNvSpPr/>
            <p:nvPr/>
          </p:nvSpPr>
          <p:spPr>
            <a:xfrm>
              <a:off x="3450632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57" name="rc4357"/>
            <p:cNvSpPr/>
            <p:nvPr/>
          </p:nvSpPr>
          <p:spPr>
            <a:xfrm>
              <a:off x="3460219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58" name="rc4358"/>
            <p:cNvSpPr/>
            <p:nvPr/>
          </p:nvSpPr>
          <p:spPr>
            <a:xfrm>
              <a:off x="3469806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59" name="rc4359"/>
            <p:cNvSpPr/>
            <p:nvPr/>
          </p:nvSpPr>
          <p:spPr>
            <a:xfrm>
              <a:off x="3479393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60" name="rc4360"/>
            <p:cNvSpPr/>
            <p:nvPr/>
          </p:nvSpPr>
          <p:spPr>
            <a:xfrm>
              <a:off x="3488980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61" name="rc4361"/>
            <p:cNvSpPr/>
            <p:nvPr/>
          </p:nvSpPr>
          <p:spPr>
            <a:xfrm>
              <a:off x="3498567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62" name="rc4362"/>
            <p:cNvSpPr/>
            <p:nvPr/>
          </p:nvSpPr>
          <p:spPr>
            <a:xfrm>
              <a:off x="3508154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63" name="rc4363"/>
            <p:cNvSpPr/>
            <p:nvPr/>
          </p:nvSpPr>
          <p:spPr>
            <a:xfrm>
              <a:off x="3517741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64" name="rc4364"/>
            <p:cNvSpPr/>
            <p:nvPr/>
          </p:nvSpPr>
          <p:spPr>
            <a:xfrm>
              <a:off x="3527328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65" name="rc4365"/>
            <p:cNvSpPr/>
            <p:nvPr/>
          </p:nvSpPr>
          <p:spPr>
            <a:xfrm>
              <a:off x="3536915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66" name="rc4366"/>
            <p:cNvSpPr/>
            <p:nvPr/>
          </p:nvSpPr>
          <p:spPr>
            <a:xfrm>
              <a:off x="3546502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67" name="rc4367"/>
            <p:cNvSpPr/>
            <p:nvPr/>
          </p:nvSpPr>
          <p:spPr>
            <a:xfrm>
              <a:off x="3556089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68" name="rc4368"/>
            <p:cNvSpPr/>
            <p:nvPr/>
          </p:nvSpPr>
          <p:spPr>
            <a:xfrm>
              <a:off x="3565676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69" name="rc4369"/>
            <p:cNvSpPr/>
            <p:nvPr/>
          </p:nvSpPr>
          <p:spPr>
            <a:xfrm>
              <a:off x="3575263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70" name="rc4370"/>
            <p:cNvSpPr/>
            <p:nvPr/>
          </p:nvSpPr>
          <p:spPr>
            <a:xfrm>
              <a:off x="3584850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71" name="rc4371"/>
            <p:cNvSpPr/>
            <p:nvPr/>
          </p:nvSpPr>
          <p:spPr>
            <a:xfrm>
              <a:off x="3594437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72" name="rc4372"/>
            <p:cNvSpPr/>
            <p:nvPr/>
          </p:nvSpPr>
          <p:spPr>
            <a:xfrm>
              <a:off x="3604024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73" name="rc4373"/>
            <p:cNvSpPr/>
            <p:nvPr/>
          </p:nvSpPr>
          <p:spPr>
            <a:xfrm>
              <a:off x="3613611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74" name="rc4374"/>
            <p:cNvSpPr/>
            <p:nvPr/>
          </p:nvSpPr>
          <p:spPr>
            <a:xfrm>
              <a:off x="3623198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75" name="rc4375"/>
            <p:cNvSpPr/>
            <p:nvPr/>
          </p:nvSpPr>
          <p:spPr>
            <a:xfrm>
              <a:off x="3632784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76" name="rc4376"/>
            <p:cNvSpPr/>
            <p:nvPr/>
          </p:nvSpPr>
          <p:spPr>
            <a:xfrm>
              <a:off x="3642371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77" name="rc4377"/>
            <p:cNvSpPr/>
            <p:nvPr/>
          </p:nvSpPr>
          <p:spPr>
            <a:xfrm>
              <a:off x="3651958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78" name="rc4378"/>
            <p:cNvSpPr/>
            <p:nvPr/>
          </p:nvSpPr>
          <p:spPr>
            <a:xfrm>
              <a:off x="3661545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79" name="rc4379"/>
            <p:cNvSpPr/>
            <p:nvPr/>
          </p:nvSpPr>
          <p:spPr>
            <a:xfrm>
              <a:off x="3671132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80" name="rc4380"/>
            <p:cNvSpPr/>
            <p:nvPr/>
          </p:nvSpPr>
          <p:spPr>
            <a:xfrm>
              <a:off x="3680719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81" name="rc4381"/>
            <p:cNvSpPr/>
            <p:nvPr/>
          </p:nvSpPr>
          <p:spPr>
            <a:xfrm>
              <a:off x="3690306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82" name="rc4382"/>
            <p:cNvSpPr/>
            <p:nvPr/>
          </p:nvSpPr>
          <p:spPr>
            <a:xfrm>
              <a:off x="3699893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83" name="rc4383"/>
            <p:cNvSpPr/>
            <p:nvPr/>
          </p:nvSpPr>
          <p:spPr>
            <a:xfrm>
              <a:off x="3709480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84" name="rc4384"/>
            <p:cNvSpPr/>
            <p:nvPr/>
          </p:nvSpPr>
          <p:spPr>
            <a:xfrm>
              <a:off x="3719067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85" name="rc4385"/>
            <p:cNvSpPr/>
            <p:nvPr/>
          </p:nvSpPr>
          <p:spPr>
            <a:xfrm>
              <a:off x="3728654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86" name="rc4386"/>
            <p:cNvSpPr/>
            <p:nvPr/>
          </p:nvSpPr>
          <p:spPr>
            <a:xfrm>
              <a:off x="3738241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87" name="rc4387"/>
            <p:cNvSpPr/>
            <p:nvPr/>
          </p:nvSpPr>
          <p:spPr>
            <a:xfrm>
              <a:off x="3747828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88" name="rc4388"/>
            <p:cNvSpPr/>
            <p:nvPr/>
          </p:nvSpPr>
          <p:spPr>
            <a:xfrm>
              <a:off x="3757415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89" name="rc4389"/>
            <p:cNvSpPr/>
            <p:nvPr/>
          </p:nvSpPr>
          <p:spPr>
            <a:xfrm>
              <a:off x="3767002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90" name="rc4390"/>
            <p:cNvSpPr/>
            <p:nvPr/>
          </p:nvSpPr>
          <p:spPr>
            <a:xfrm>
              <a:off x="3776589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91" name="rc4391"/>
            <p:cNvSpPr/>
            <p:nvPr/>
          </p:nvSpPr>
          <p:spPr>
            <a:xfrm>
              <a:off x="3786176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92" name="rc4392"/>
            <p:cNvSpPr/>
            <p:nvPr/>
          </p:nvSpPr>
          <p:spPr>
            <a:xfrm>
              <a:off x="3795763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93" name="rc4393"/>
            <p:cNvSpPr/>
            <p:nvPr/>
          </p:nvSpPr>
          <p:spPr>
            <a:xfrm>
              <a:off x="3805350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94" name="rc4394"/>
            <p:cNvSpPr/>
            <p:nvPr/>
          </p:nvSpPr>
          <p:spPr>
            <a:xfrm>
              <a:off x="3814937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95" name="rc4395"/>
            <p:cNvSpPr/>
            <p:nvPr/>
          </p:nvSpPr>
          <p:spPr>
            <a:xfrm>
              <a:off x="3824524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96" name="rc4396"/>
            <p:cNvSpPr/>
            <p:nvPr/>
          </p:nvSpPr>
          <p:spPr>
            <a:xfrm>
              <a:off x="3834110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97" name="rc4397"/>
            <p:cNvSpPr/>
            <p:nvPr/>
          </p:nvSpPr>
          <p:spPr>
            <a:xfrm>
              <a:off x="3843697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98" name="rc4398"/>
            <p:cNvSpPr/>
            <p:nvPr/>
          </p:nvSpPr>
          <p:spPr>
            <a:xfrm>
              <a:off x="3853284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99" name="rc4399"/>
            <p:cNvSpPr/>
            <p:nvPr/>
          </p:nvSpPr>
          <p:spPr>
            <a:xfrm>
              <a:off x="3862871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00" name="rc4400"/>
            <p:cNvSpPr/>
            <p:nvPr/>
          </p:nvSpPr>
          <p:spPr>
            <a:xfrm>
              <a:off x="3872458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01" name="rc4401"/>
            <p:cNvSpPr/>
            <p:nvPr/>
          </p:nvSpPr>
          <p:spPr>
            <a:xfrm>
              <a:off x="3882045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02" name="rc4402"/>
            <p:cNvSpPr/>
            <p:nvPr/>
          </p:nvSpPr>
          <p:spPr>
            <a:xfrm>
              <a:off x="3891632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03" name="rc4403"/>
            <p:cNvSpPr/>
            <p:nvPr/>
          </p:nvSpPr>
          <p:spPr>
            <a:xfrm>
              <a:off x="3901219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04" name="rc4404"/>
            <p:cNvSpPr/>
            <p:nvPr/>
          </p:nvSpPr>
          <p:spPr>
            <a:xfrm>
              <a:off x="3910806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05" name="rc4405"/>
            <p:cNvSpPr/>
            <p:nvPr/>
          </p:nvSpPr>
          <p:spPr>
            <a:xfrm>
              <a:off x="3920393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06" name="rc4406"/>
            <p:cNvSpPr/>
            <p:nvPr/>
          </p:nvSpPr>
          <p:spPr>
            <a:xfrm>
              <a:off x="3929980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07" name="rc4407"/>
            <p:cNvSpPr/>
            <p:nvPr/>
          </p:nvSpPr>
          <p:spPr>
            <a:xfrm>
              <a:off x="3939567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08" name="rc4408"/>
            <p:cNvSpPr/>
            <p:nvPr/>
          </p:nvSpPr>
          <p:spPr>
            <a:xfrm>
              <a:off x="3949154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09" name="rc4409"/>
            <p:cNvSpPr/>
            <p:nvPr/>
          </p:nvSpPr>
          <p:spPr>
            <a:xfrm>
              <a:off x="3958741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10" name="rc4410"/>
            <p:cNvSpPr/>
            <p:nvPr/>
          </p:nvSpPr>
          <p:spPr>
            <a:xfrm>
              <a:off x="3968328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11" name="rc4411"/>
            <p:cNvSpPr/>
            <p:nvPr/>
          </p:nvSpPr>
          <p:spPr>
            <a:xfrm>
              <a:off x="3977915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12" name="rc4412"/>
            <p:cNvSpPr/>
            <p:nvPr/>
          </p:nvSpPr>
          <p:spPr>
            <a:xfrm>
              <a:off x="3987502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13" name="rc4413"/>
            <p:cNvSpPr/>
            <p:nvPr/>
          </p:nvSpPr>
          <p:spPr>
            <a:xfrm>
              <a:off x="3997089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14" name="rc4414"/>
            <p:cNvSpPr/>
            <p:nvPr/>
          </p:nvSpPr>
          <p:spPr>
            <a:xfrm>
              <a:off x="4006676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15" name="rc4415"/>
            <p:cNvSpPr/>
            <p:nvPr/>
          </p:nvSpPr>
          <p:spPr>
            <a:xfrm>
              <a:off x="4016263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16" name="rc4416"/>
            <p:cNvSpPr/>
            <p:nvPr/>
          </p:nvSpPr>
          <p:spPr>
            <a:xfrm>
              <a:off x="4025850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17" name="rc4417"/>
            <p:cNvSpPr/>
            <p:nvPr/>
          </p:nvSpPr>
          <p:spPr>
            <a:xfrm>
              <a:off x="4035436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18" name="rc4418"/>
            <p:cNvSpPr/>
            <p:nvPr/>
          </p:nvSpPr>
          <p:spPr>
            <a:xfrm>
              <a:off x="4045023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19" name="rc4419"/>
            <p:cNvSpPr/>
            <p:nvPr/>
          </p:nvSpPr>
          <p:spPr>
            <a:xfrm>
              <a:off x="4054610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20" name="rc4420"/>
            <p:cNvSpPr/>
            <p:nvPr/>
          </p:nvSpPr>
          <p:spPr>
            <a:xfrm>
              <a:off x="4064197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21" name="rc4421"/>
            <p:cNvSpPr/>
            <p:nvPr/>
          </p:nvSpPr>
          <p:spPr>
            <a:xfrm>
              <a:off x="4073784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22" name="rc4422"/>
            <p:cNvSpPr/>
            <p:nvPr/>
          </p:nvSpPr>
          <p:spPr>
            <a:xfrm>
              <a:off x="4083371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23" name="rc4423"/>
            <p:cNvSpPr/>
            <p:nvPr/>
          </p:nvSpPr>
          <p:spPr>
            <a:xfrm>
              <a:off x="4092958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24" name="rc4424"/>
            <p:cNvSpPr/>
            <p:nvPr/>
          </p:nvSpPr>
          <p:spPr>
            <a:xfrm>
              <a:off x="4102545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25" name="rc4425"/>
            <p:cNvSpPr/>
            <p:nvPr/>
          </p:nvSpPr>
          <p:spPr>
            <a:xfrm>
              <a:off x="4112132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26" name="rc4426"/>
            <p:cNvSpPr/>
            <p:nvPr/>
          </p:nvSpPr>
          <p:spPr>
            <a:xfrm>
              <a:off x="4121719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27" name="rc4427"/>
            <p:cNvSpPr/>
            <p:nvPr/>
          </p:nvSpPr>
          <p:spPr>
            <a:xfrm>
              <a:off x="4131306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28" name="rc4428"/>
            <p:cNvSpPr/>
            <p:nvPr/>
          </p:nvSpPr>
          <p:spPr>
            <a:xfrm>
              <a:off x="4140893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29" name="rc4429"/>
            <p:cNvSpPr/>
            <p:nvPr/>
          </p:nvSpPr>
          <p:spPr>
            <a:xfrm>
              <a:off x="4150480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30" name="rc4430"/>
            <p:cNvSpPr/>
            <p:nvPr/>
          </p:nvSpPr>
          <p:spPr>
            <a:xfrm>
              <a:off x="4160067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31" name="rc4431"/>
            <p:cNvSpPr/>
            <p:nvPr/>
          </p:nvSpPr>
          <p:spPr>
            <a:xfrm>
              <a:off x="4169654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32" name="rc4432"/>
            <p:cNvSpPr/>
            <p:nvPr/>
          </p:nvSpPr>
          <p:spPr>
            <a:xfrm>
              <a:off x="4179241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33" name="rc4433"/>
            <p:cNvSpPr/>
            <p:nvPr/>
          </p:nvSpPr>
          <p:spPr>
            <a:xfrm>
              <a:off x="4188828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34" name="rc4434"/>
            <p:cNvSpPr/>
            <p:nvPr/>
          </p:nvSpPr>
          <p:spPr>
            <a:xfrm>
              <a:off x="4198415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35" name="rc4435"/>
            <p:cNvSpPr/>
            <p:nvPr/>
          </p:nvSpPr>
          <p:spPr>
            <a:xfrm>
              <a:off x="4208002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36" name="rc4436"/>
            <p:cNvSpPr/>
            <p:nvPr/>
          </p:nvSpPr>
          <p:spPr>
            <a:xfrm>
              <a:off x="4217589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37" name="rc4437"/>
            <p:cNvSpPr/>
            <p:nvPr/>
          </p:nvSpPr>
          <p:spPr>
            <a:xfrm>
              <a:off x="4227176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38" name="rc4438"/>
            <p:cNvSpPr/>
            <p:nvPr/>
          </p:nvSpPr>
          <p:spPr>
            <a:xfrm>
              <a:off x="4236762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39" name="rc4439"/>
            <p:cNvSpPr/>
            <p:nvPr/>
          </p:nvSpPr>
          <p:spPr>
            <a:xfrm>
              <a:off x="4246349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40" name="rc4440"/>
            <p:cNvSpPr/>
            <p:nvPr/>
          </p:nvSpPr>
          <p:spPr>
            <a:xfrm>
              <a:off x="4255936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41" name="rc4441"/>
            <p:cNvSpPr/>
            <p:nvPr/>
          </p:nvSpPr>
          <p:spPr>
            <a:xfrm>
              <a:off x="4265523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42" name="rc4442"/>
            <p:cNvSpPr/>
            <p:nvPr/>
          </p:nvSpPr>
          <p:spPr>
            <a:xfrm>
              <a:off x="4275110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43" name="rc4443"/>
            <p:cNvSpPr/>
            <p:nvPr/>
          </p:nvSpPr>
          <p:spPr>
            <a:xfrm>
              <a:off x="4284697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44" name="rc4444"/>
            <p:cNvSpPr/>
            <p:nvPr/>
          </p:nvSpPr>
          <p:spPr>
            <a:xfrm>
              <a:off x="4294284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45" name="rc4445"/>
            <p:cNvSpPr/>
            <p:nvPr/>
          </p:nvSpPr>
          <p:spPr>
            <a:xfrm>
              <a:off x="4303871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46" name="rc4446"/>
            <p:cNvSpPr/>
            <p:nvPr/>
          </p:nvSpPr>
          <p:spPr>
            <a:xfrm>
              <a:off x="4313458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47" name="rc4447"/>
            <p:cNvSpPr/>
            <p:nvPr/>
          </p:nvSpPr>
          <p:spPr>
            <a:xfrm>
              <a:off x="4323045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48" name="rc4448"/>
            <p:cNvSpPr/>
            <p:nvPr/>
          </p:nvSpPr>
          <p:spPr>
            <a:xfrm>
              <a:off x="4332632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49" name="rc4449"/>
            <p:cNvSpPr/>
            <p:nvPr/>
          </p:nvSpPr>
          <p:spPr>
            <a:xfrm>
              <a:off x="4342219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50" name="rc4450"/>
            <p:cNvSpPr/>
            <p:nvPr/>
          </p:nvSpPr>
          <p:spPr>
            <a:xfrm>
              <a:off x="4351806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51" name="rc4451"/>
            <p:cNvSpPr/>
            <p:nvPr/>
          </p:nvSpPr>
          <p:spPr>
            <a:xfrm>
              <a:off x="4361393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52" name="rc4452"/>
            <p:cNvSpPr/>
            <p:nvPr/>
          </p:nvSpPr>
          <p:spPr>
            <a:xfrm>
              <a:off x="4370980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53" name="rc4453"/>
            <p:cNvSpPr/>
            <p:nvPr/>
          </p:nvSpPr>
          <p:spPr>
            <a:xfrm>
              <a:off x="4380567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54" name="rc4454"/>
            <p:cNvSpPr/>
            <p:nvPr/>
          </p:nvSpPr>
          <p:spPr>
            <a:xfrm>
              <a:off x="4390154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55" name="rc4455"/>
            <p:cNvSpPr/>
            <p:nvPr/>
          </p:nvSpPr>
          <p:spPr>
            <a:xfrm>
              <a:off x="4399741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56" name="rc4456"/>
            <p:cNvSpPr/>
            <p:nvPr/>
          </p:nvSpPr>
          <p:spPr>
            <a:xfrm>
              <a:off x="4409328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57" name="rc4457"/>
            <p:cNvSpPr/>
            <p:nvPr/>
          </p:nvSpPr>
          <p:spPr>
            <a:xfrm>
              <a:off x="4418915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58" name="rc4458"/>
            <p:cNvSpPr/>
            <p:nvPr/>
          </p:nvSpPr>
          <p:spPr>
            <a:xfrm>
              <a:off x="4428501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59" name="rc4459"/>
            <p:cNvSpPr/>
            <p:nvPr/>
          </p:nvSpPr>
          <p:spPr>
            <a:xfrm>
              <a:off x="4438088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60" name="rc4460"/>
            <p:cNvSpPr/>
            <p:nvPr/>
          </p:nvSpPr>
          <p:spPr>
            <a:xfrm>
              <a:off x="4447675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61" name="rc4461"/>
            <p:cNvSpPr/>
            <p:nvPr/>
          </p:nvSpPr>
          <p:spPr>
            <a:xfrm>
              <a:off x="4457262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62" name="rc4462"/>
            <p:cNvSpPr/>
            <p:nvPr/>
          </p:nvSpPr>
          <p:spPr>
            <a:xfrm>
              <a:off x="4466849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63" name="rc4463"/>
            <p:cNvSpPr/>
            <p:nvPr/>
          </p:nvSpPr>
          <p:spPr>
            <a:xfrm>
              <a:off x="4476436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64" name="rc4464"/>
            <p:cNvSpPr/>
            <p:nvPr/>
          </p:nvSpPr>
          <p:spPr>
            <a:xfrm>
              <a:off x="4486023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65" name="rc4465"/>
            <p:cNvSpPr/>
            <p:nvPr/>
          </p:nvSpPr>
          <p:spPr>
            <a:xfrm>
              <a:off x="4495610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66" name="rc4466"/>
            <p:cNvSpPr/>
            <p:nvPr/>
          </p:nvSpPr>
          <p:spPr>
            <a:xfrm>
              <a:off x="4505197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67" name="rc4467"/>
            <p:cNvSpPr/>
            <p:nvPr/>
          </p:nvSpPr>
          <p:spPr>
            <a:xfrm>
              <a:off x="4514784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68" name="rc4468"/>
            <p:cNvSpPr/>
            <p:nvPr/>
          </p:nvSpPr>
          <p:spPr>
            <a:xfrm>
              <a:off x="4524371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69" name="rc4469"/>
            <p:cNvSpPr/>
            <p:nvPr/>
          </p:nvSpPr>
          <p:spPr>
            <a:xfrm>
              <a:off x="4533958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70" name="rc4470"/>
            <p:cNvSpPr/>
            <p:nvPr/>
          </p:nvSpPr>
          <p:spPr>
            <a:xfrm>
              <a:off x="4543545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71" name="rc4471"/>
            <p:cNvSpPr/>
            <p:nvPr/>
          </p:nvSpPr>
          <p:spPr>
            <a:xfrm>
              <a:off x="4553132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72" name="rc4472"/>
            <p:cNvSpPr/>
            <p:nvPr/>
          </p:nvSpPr>
          <p:spPr>
            <a:xfrm>
              <a:off x="4562719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73" name="rc4473"/>
            <p:cNvSpPr/>
            <p:nvPr/>
          </p:nvSpPr>
          <p:spPr>
            <a:xfrm>
              <a:off x="4572306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74" name="rc4474"/>
            <p:cNvSpPr/>
            <p:nvPr/>
          </p:nvSpPr>
          <p:spPr>
            <a:xfrm>
              <a:off x="4581893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75" name="rc4475"/>
            <p:cNvSpPr/>
            <p:nvPr/>
          </p:nvSpPr>
          <p:spPr>
            <a:xfrm>
              <a:off x="4591480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76" name="rc4476"/>
            <p:cNvSpPr/>
            <p:nvPr/>
          </p:nvSpPr>
          <p:spPr>
            <a:xfrm>
              <a:off x="4601067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77" name="rc4477"/>
            <p:cNvSpPr/>
            <p:nvPr/>
          </p:nvSpPr>
          <p:spPr>
            <a:xfrm>
              <a:off x="4610654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78" name="rc4478"/>
            <p:cNvSpPr/>
            <p:nvPr/>
          </p:nvSpPr>
          <p:spPr>
            <a:xfrm>
              <a:off x="4620241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79" name="rc4479"/>
            <p:cNvSpPr/>
            <p:nvPr/>
          </p:nvSpPr>
          <p:spPr>
            <a:xfrm>
              <a:off x="4629827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80" name="rc4480"/>
            <p:cNvSpPr/>
            <p:nvPr/>
          </p:nvSpPr>
          <p:spPr>
            <a:xfrm>
              <a:off x="4639414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81" name="rc4481"/>
            <p:cNvSpPr/>
            <p:nvPr/>
          </p:nvSpPr>
          <p:spPr>
            <a:xfrm>
              <a:off x="4649001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82" name="rc4482"/>
            <p:cNvSpPr/>
            <p:nvPr/>
          </p:nvSpPr>
          <p:spPr>
            <a:xfrm>
              <a:off x="4658588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83" name="rc4483"/>
            <p:cNvSpPr/>
            <p:nvPr/>
          </p:nvSpPr>
          <p:spPr>
            <a:xfrm>
              <a:off x="4668175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84" name="rc4484"/>
            <p:cNvSpPr/>
            <p:nvPr/>
          </p:nvSpPr>
          <p:spPr>
            <a:xfrm>
              <a:off x="4677762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85" name="rc4485"/>
            <p:cNvSpPr/>
            <p:nvPr/>
          </p:nvSpPr>
          <p:spPr>
            <a:xfrm>
              <a:off x="4687349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86" name="rc4486"/>
            <p:cNvSpPr/>
            <p:nvPr/>
          </p:nvSpPr>
          <p:spPr>
            <a:xfrm>
              <a:off x="4696936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87" name="rc4487"/>
            <p:cNvSpPr/>
            <p:nvPr/>
          </p:nvSpPr>
          <p:spPr>
            <a:xfrm>
              <a:off x="4706523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88" name="rc4488"/>
            <p:cNvSpPr/>
            <p:nvPr/>
          </p:nvSpPr>
          <p:spPr>
            <a:xfrm>
              <a:off x="4716110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89" name="rc4489"/>
            <p:cNvSpPr/>
            <p:nvPr/>
          </p:nvSpPr>
          <p:spPr>
            <a:xfrm>
              <a:off x="4725697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90" name="rc4490"/>
            <p:cNvSpPr/>
            <p:nvPr/>
          </p:nvSpPr>
          <p:spPr>
            <a:xfrm>
              <a:off x="4735284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91" name="rc4491"/>
            <p:cNvSpPr/>
            <p:nvPr/>
          </p:nvSpPr>
          <p:spPr>
            <a:xfrm>
              <a:off x="4744871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92" name="rc4492"/>
            <p:cNvSpPr/>
            <p:nvPr/>
          </p:nvSpPr>
          <p:spPr>
            <a:xfrm>
              <a:off x="4754458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93" name="rc4493"/>
            <p:cNvSpPr/>
            <p:nvPr/>
          </p:nvSpPr>
          <p:spPr>
            <a:xfrm>
              <a:off x="4764045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94" name="rc4494"/>
            <p:cNvSpPr/>
            <p:nvPr/>
          </p:nvSpPr>
          <p:spPr>
            <a:xfrm>
              <a:off x="4773632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95" name="rc4495"/>
            <p:cNvSpPr/>
            <p:nvPr/>
          </p:nvSpPr>
          <p:spPr>
            <a:xfrm>
              <a:off x="4783219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96" name="rc4496"/>
            <p:cNvSpPr/>
            <p:nvPr/>
          </p:nvSpPr>
          <p:spPr>
            <a:xfrm>
              <a:off x="4792806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97" name="rc4497"/>
            <p:cNvSpPr/>
            <p:nvPr/>
          </p:nvSpPr>
          <p:spPr>
            <a:xfrm>
              <a:off x="4802393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98" name="rc4498"/>
            <p:cNvSpPr/>
            <p:nvPr/>
          </p:nvSpPr>
          <p:spPr>
            <a:xfrm>
              <a:off x="4811980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99" name="rc4499"/>
            <p:cNvSpPr/>
            <p:nvPr/>
          </p:nvSpPr>
          <p:spPr>
            <a:xfrm>
              <a:off x="4821567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00" name="rc4500"/>
            <p:cNvSpPr/>
            <p:nvPr/>
          </p:nvSpPr>
          <p:spPr>
            <a:xfrm>
              <a:off x="4831153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01" name="rc4501"/>
            <p:cNvSpPr/>
            <p:nvPr/>
          </p:nvSpPr>
          <p:spPr>
            <a:xfrm>
              <a:off x="4840740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02" name="rc4502"/>
            <p:cNvSpPr/>
            <p:nvPr/>
          </p:nvSpPr>
          <p:spPr>
            <a:xfrm>
              <a:off x="4850327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03" name="rc4503"/>
            <p:cNvSpPr/>
            <p:nvPr/>
          </p:nvSpPr>
          <p:spPr>
            <a:xfrm>
              <a:off x="4859914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04" name="rc4504"/>
            <p:cNvSpPr/>
            <p:nvPr/>
          </p:nvSpPr>
          <p:spPr>
            <a:xfrm>
              <a:off x="4869501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05" name="rc4505"/>
            <p:cNvSpPr/>
            <p:nvPr/>
          </p:nvSpPr>
          <p:spPr>
            <a:xfrm>
              <a:off x="4879088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06" name="rc4506"/>
            <p:cNvSpPr/>
            <p:nvPr/>
          </p:nvSpPr>
          <p:spPr>
            <a:xfrm>
              <a:off x="4888675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07" name="rc4507"/>
            <p:cNvSpPr/>
            <p:nvPr/>
          </p:nvSpPr>
          <p:spPr>
            <a:xfrm>
              <a:off x="4898262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08" name="rc4508"/>
            <p:cNvSpPr/>
            <p:nvPr/>
          </p:nvSpPr>
          <p:spPr>
            <a:xfrm>
              <a:off x="4907849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09" name="rc4509"/>
            <p:cNvSpPr/>
            <p:nvPr/>
          </p:nvSpPr>
          <p:spPr>
            <a:xfrm>
              <a:off x="4917436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10" name="rc4510"/>
            <p:cNvSpPr/>
            <p:nvPr/>
          </p:nvSpPr>
          <p:spPr>
            <a:xfrm>
              <a:off x="4927023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11" name="rc4511"/>
            <p:cNvSpPr/>
            <p:nvPr/>
          </p:nvSpPr>
          <p:spPr>
            <a:xfrm>
              <a:off x="4936610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12" name="rc4512"/>
            <p:cNvSpPr/>
            <p:nvPr/>
          </p:nvSpPr>
          <p:spPr>
            <a:xfrm>
              <a:off x="4946197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13" name="rc4513"/>
            <p:cNvSpPr/>
            <p:nvPr/>
          </p:nvSpPr>
          <p:spPr>
            <a:xfrm>
              <a:off x="4955784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14" name="rc4514"/>
            <p:cNvSpPr/>
            <p:nvPr/>
          </p:nvSpPr>
          <p:spPr>
            <a:xfrm>
              <a:off x="4965371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15" name="rc4515"/>
            <p:cNvSpPr/>
            <p:nvPr/>
          </p:nvSpPr>
          <p:spPr>
            <a:xfrm>
              <a:off x="4974958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16" name="rc4516"/>
            <p:cNvSpPr/>
            <p:nvPr/>
          </p:nvSpPr>
          <p:spPr>
            <a:xfrm>
              <a:off x="4984545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17" name="rc4517"/>
            <p:cNvSpPr/>
            <p:nvPr/>
          </p:nvSpPr>
          <p:spPr>
            <a:xfrm>
              <a:off x="4994132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18" name="rc4518"/>
            <p:cNvSpPr/>
            <p:nvPr/>
          </p:nvSpPr>
          <p:spPr>
            <a:xfrm>
              <a:off x="5003719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19" name="rc4519"/>
            <p:cNvSpPr/>
            <p:nvPr/>
          </p:nvSpPr>
          <p:spPr>
            <a:xfrm>
              <a:off x="5013306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20" name="rc4520"/>
            <p:cNvSpPr/>
            <p:nvPr/>
          </p:nvSpPr>
          <p:spPr>
            <a:xfrm>
              <a:off x="5022892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21" name="rc4521"/>
            <p:cNvSpPr/>
            <p:nvPr/>
          </p:nvSpPr>
          <p:spPr>
            <a:xfrm>
              <a:off x="5032479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22" name="rc4522"/>
            <p:cNvSpPr/>
            <p:nvPr/>
          </p:nvSpPr>
          <p:spPr>
            <a:xfrm>
              <a:off x="5042066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23" name="rc4523"/>
            <p:cNvSpPr/>
            <p:nvPr/>
          </p:nvSpPr>
          <p:spPr>
            <a:xfrm>
              <a:off x="5051653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24" name="rc4524"/>
            <p:cNvSpPr/>
            <p:nvPr/>
          </p:nvSpPr>
          <p:spPr>
            <a:xfrm>
              <a:off x="5061240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25" name="rc4525"/>
            <p:cNvSpPr/>
            <p:nvPr/>
          </p:nvSpPr>
          <p:spPr>
            <a:xfrm>
              <a:off x="5070827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26" name="rc4526"/>
            <p:cNvSpPr/>
            <p:nvPr/>
          </p:nvSpPr>
          <p:spPr>
            <a:xfrm>
              <a:off x="5080414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27" name="rc4527"/>
            <p:cNvSpPr/>
            <p:nvPr/>
          </p:nvSpPr>
          <p:spPr>
            <a:xfrm>
              <a:off x="5090001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28" name="rc4528"/>
            <p:cNvSpPr/>
            <p:nvPr/>
          </p:nvSpPr>
          <p:spPr>
            <a:xfrm>
              <a:off x="5099588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29" name="rc4529"/>
            <p:cNvSpPr/>
            <p:nvPr/>
          </p:nvSpPr>
          <p:spPr>
            <a:xfrm>
              <a:off x="5109175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30" name="rc4530"/>
            <p:cNvSpPr/>
            <p:nvPr/>
          </p:nvSpPr>
          <p:spPr>
            <a:xfrm>
              <a:off x="5118762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31" name="rc4531"/>
            <p:cNvSpPr/>
            <p:nvPr/>
          </p:nvSpPr>
          <p:spPr>
            <a:xfrm>
              <a:off x="5128349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32" name="rc4532"/>
            <p:cNvSpPr/>
            <p:nvPr/>
          </p:nvSpPr>
          <p:spPr>
            <a:xfrm>
              <a:off x="5137936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33" name="rc4533"/>
            <p:cNvSpPr/>
            <p:nvPr/>
          </p:nvSpPr>
          <p:spPr>
            <a:xfrm>
              <a:off x="5147523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34" name="rc4534"/>
            <p:cNvSpPr/>
            <p:nvPr/>
          </p:nvSpPr>
          <p:spPr>
            <a:xfrm>
              <a:off x="5157110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35" name="rc4535"/>
            <p:cNvSpPr/>
            <p:nvPr/>
          </p:nvSpPr>
          <p:spPr>
            <a:xfrm>
              <a:off x="5166697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36" name="rc4536"/>
            <p:cNvSpPr/>
            <p:nvPr/>
          </p:nvSpPr>
          <p:spPr>
            <a:xfrm>
              <a:off x="5176284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37" name="rc4537"/>
            <p:cNvSpPr/>
            <p:nvPr/>
          </p:nvSpPr>
          <p:spPr>
            <a:xfrm>
              <a:off x="5185871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38" name="rc4538"/>
            <p:cNvSpPr/>
            <p:nvPr/>
          </p:nvSpPr>
          <p:spPr>
            <a:xfrm>
              <a:off x="5195458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39" name="rc4539"/>
            <p:cNvSpPr/>
            <p:nvPr/>
          </p:nvSpPr>
          <p:spPr>
            <a:xfrm>
              <a:off x="5205045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40" name="rc4540"/>
            <p:cNvSpPr/>
            <p:nvPr/>
          </p:nvSpPr>
          <p:spPr>
            <a:xfrm>
              <a:off x="5214632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41" name="rc4541"/>
            <p:cNvSpPr/>
            <p:nvPr/>
          </p:nvSpPr>
          <p:spPr>
            <a:xfrm>
              <a:off x="5224218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42" name="rc4542"/>
            <p:cNvSpPr/>
            <p:nvPr/>
          </p:nvSpPr>
          <p:spPr>
            <a:xfrm>
              <a:off x="5233805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43" name="rc4543"/>
            <p:cNvSpPr/>
            <p:nvPr/>
          </p:nvSpPr>
          <p:spPr>
            <a:xfrm>
              <a:off x="5243392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44" name="rc4544"/>
            <p:cNvSpPr/>
            <p:nvPr/>
          </p:nvSpPr>
          <p:spPr>
            <a:xfrm>
              <a:off x="5252979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45" name="rc4545"/>
            <p:cNvSpPr/>
            <p:nvPr/>
          </p:nvSpPr>
          <p:spPr>
            <a:xfrm>
              <a:off x="5262566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46" name="rc4546"/>
            <p:cNvSpPr/>
            <p:nvPr/>
          </p:nvSpPr>
          <p:spPr>
            <a:xfrm>
              <a:off x="5272153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47" name="rc4547"/>
            <p:cNvSpPr/>
            <p:nvPr/>
          </p:nvSpPr>
          <p:spPr>
            <a:xfrm>
              <a:off x="5281740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48" name="rc4548"/>
            <p:cNvSpPr/>
            <p:nvPr/>
          </p:nvSpPr>
          <p:spPr>
            <a:xfrm>
              <a:off x="5291327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49" name="rc4549"/>
            <p:cNvSpPr/>
            <p:nvPr/>
          </p:nvSpPr>
          <p:spPr>
            <a:xfrm>
              <a:off x="5300914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50" name="rc4550"/>
            <p:cNvSpPr/>
            <p:nvPr/>
          </p:nvSpPr>
          <p:spPr>
            <a:xfrm>
              <a:off x="5310501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51" name="rc4551"/>
            <p:cNvSpPr/>
            <p:nvPr/>
          </p:nvSpPr>
          <p:spPr>
            <a:xfrm>
              <a:off x="5320088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52" name="rc4552"/>
            <p:cNvSpPr/>
            <p:nvPr/>
          </p:nvSpPr>
          <p:spPr>
            <a:xfrm>
              <a:off x="5329675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53" name="rc4553"/>
            <p:cNvSpPr/>
            <p:nvPr/>
          </p:nvSpPr>
          <p:spPr>
            <a:xfrm>
              <a:off x="5339262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54" name="rc4554"/>
            <p:cNvSpPr/>
            <p:nvPr/>
          </p:nvSpPr>
          <p:spPr>
            <a:xfrm>
              <a:off x="5348849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55" name="rc4555"/>
            <p:cNvSpPr/>
            <p:nvPr/>
          </p:nvSpPr>
          <p:spPr>
            <a:xfrm>
              <a:off x="5358436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56" name="rc4556"/>
            <p:cNvSpPr/>
            <p:nvPr/>
          </p:nvSpPr>
          <p:spPr>
            <a:xfrm>
              <a:off x="5368023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57" name="rc4557"/>
            <p:cNvSpPr/>
            <p:nvPr/>
          </p:nvSpPr>
          <p:spPr>
            <a:xfrm>
              <a:off x="5377610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58" name="rc4558"/>
            <p:cNvSpPr/>
            <p:nvPr/>
          </p:nvSpPr>
          <p:spPr>
            <a:xfrm>
              <a:off x="5387197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59" name="rc4559"/>
            <p:cNvSpPr/>
            <p:nvPr/>
          </p:nvSpPr>
          <p:spPr>
            <a:xfrm>
              <a:off x="5396784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60" name="rc4560"/>
            <p:cNvSpPr/>
            <p:nvPr/>
          </p:nvSpPr>
          <p:spPr>
            <a:xfrm>
              <a:off x="5406371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61" name="rc4561"/>
            <p:cNvSpPr/>
            <p:nvPr/>
          </p:nvSpPr>
          <p:spPr>
            <a:xfrm>
              <a:off x="5415958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62" name="rc4562"/>
            <p:cNvSpPr/>
            <p:nvPr/>
          </p:nvSpPr>
          <p:spPr>
            <a:xfrm>
              <a:off x="5425544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63" name="rc4563"/>
            <p:cNvSpPr/>
            <p:nvPr/>
          </p:nvSpPr>
          <p:spPr>
            <a:xfrm>
              <a:off x="5435131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64" name="rc4564"/>
            <p:cNvSpPr/>
            <p:nvPr/>
          </p:nvSpPr>
          <p:spPr>
            <a:xfrm>
              <a:off x="5444718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65" name="rc4565"/>
            <p:cNvSpPr/>
            <p:nvPr/>
          </p:nvSpPr>
          <p:spPr>
            <a:xfrm>
              <a:off x="5454305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66" name="rc4566"/>
            <p:cNvSpPr/>
            <p:nvPr/>
          </p:nvSpPr>
          <p:spPr>
            <a:xfrm>
              <a:off x="5463892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67" name="rc4567"/>
            <p:cNvSpPr/>
            <p:nvPr/>
          </p:nvSpPr>
          <p:spPr>
            <a:xfrm>
              <a:off x="5473479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68" name="rc4568"/>
            <p:cNvSpPr/>
            <p:nvPr/>
          </p:nvSpPr>
          <p:spPr>
            <a:xfrm>
              <a:off x="5483066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69" name="rc4569"/>
            <p:cNvSpPr/>
            <p:nvPr/>
          </p:nvSpPr>
          <p:spPr>
            <a:xfrm>
              <a:off x="5492653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70" name="rc4570"/>
            <p:cNvSpPr/>
            <p:nvPr/>
          </p:nvSpPr>
          <p:spPr>
            <a:xfrm>
              <a:off x="5502240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71" name="rc4571"/>
            <p:cNvSpPr/>
            <p:nvPr/>
          </p:nvSpPr>
          <p:spPr>
            <a:xfrm>
              <a:off x="5511827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72" name="rc4572"/>
            <p:cNvSpPr/>
            <p:nvPr/>
          </p:nvSpPr>
          <p:spPr>
            <a:xfrm>
              <a:off x="5521414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73" name="rc4573"/>
            <p:cNvSpPr/>
            <p:nvPr/>
          </p:nvSpPr>
          <p:spPr>
            <a:xfrm>
              <a:off x="5531001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74" name="rc4574"/>
            <p:cNvSpPr/>
            <p:nvPr/>
          </p:nvSpPr>
          <p:spPr>
            <a:xfrm>
              <a:off x="5540588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75" name="rc4575"/>
            <p:cNvSpPr/>
            <p:nvPr/>
          </p:nvSpPr>
          <p:spPr>
            <a:xfrm>
              <a:off x="5550175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76" name="rc4576"/>
            <p:cNvSpPr/>
            <p:nvPr/>
          </p:nvSpPr>
          <p:spPr>
            <a:xfrm>
              <a:off x="5559762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77" name="rc4577"/>
            <p:cNvSpPr/>
            <p:nvPr/>
          </p:nvSpPr>
          <p:spPr>
            <a:xfrm>
              <a:off x="5569349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78" name="rc4578"/>
            <p:cNvSpPr/>
            <p:nvPr/>
          </p:nvSpPr>
          <p:spPr>
            <a:xfrm>
              <a:off x="5578936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79" name="rc4579"/>
            <p:cNvSpPr/>
            <p:nvPr/>
          </p:nvSpPr>
          <p:spPr>
            <a:xfrm>
              <a:off x="5588523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80" name="rc4580"/>
            <p:cNvSpPr/>
            <p:nvPr/>
          </p:nvSpPr>
          <p:spPr>
            <a:xfrm>
              <a:off x="5598110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81" name="rc4581"/>
            <p:cNvSpPr/>
            <p:nvPr/>
          </p:nvSpPr>
          <p:spPr>
            <a:xfrm>
              <a:off x="5607697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82" name="rc4582"/>
            <p:cNvSpPr/>
            <p:nvPr/>
          </p:nvSpPr>
          <p:spPr>
            <a:xfrm>
              <a:off x="5617283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83" name="rc4583"/>
            <p:cNvSpPr/>
            <p:nvPr/>
          </p:nvSpPr>
          <p:spPr>
            <a:xfrm>
              <a:off x="5626870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84" name="rc4584"/>
            <p:cNvSpPr/>
            <p:nvPr/>
          </p:nvSpPr>
          <p:spPr>
            <a:xfrm>
              <a:off x="5636457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85" name="rc4585"/>
            <p:cNvSpPr/>
            <p:nvPr/>
          </p:nvSpPr>
          <p:spPr>
            <a:xfrm>
              <a:off x="5646044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86" name="rc4586"/>
            <p:cNvSpPr/>
            <p:nvPr/>
          </p:nvSpPr>
          <p:spPr>
            <a:xfrm>
              <a:off x="5655631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87" name="rc4587"/>
            <p:cNvSpPr/>
            <p:nvPr/>
          </p:nvSpPr>
          <p:spPr>
            <a:xfrm>
              <a:off x="5665218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88" name="rc4588"/>
            <p:cNvSpPr/>
            <p:nvPr/>
          </p:nvSpPr>
          <p:spPr>
            <a:xfrm>
              <a:off x="5674805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89" name="rc4589"/>
            <p:cNvSpPr/>
            <p:nvPr/>
          </p:nvSpPr>
          <p:spPr>
            <a:xfrm>
              <a:off x="5684392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90" name="rc4590"/>
            <p:cNvSpPr/>
            <p:nvPr/>
          </p:nvSpPr>
          <p:spPr>
            <a:xfrm>
              <a:off x="5693979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91" name="rc4591"/>
            <p:cNvSpPr/>
            <p:nvPr/>
          </p:nvSpPr>
          <p:spPr>
            <a:xfrm>
              <a:off x="5703566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92" name="rc4592"/>
            <p:cNvSpPr/>
            <p:nvPr/>
          </p:nvSpPr>
          <p:spPr>
            <a:xfrm>
              <a:off x="5713153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93" name="rc4593"/>
            <p:cNvSpPr/>
            <p:nvPr/>
          </p:nvSpPr>
          <p:spPr>
            <a:xfrm>
              <a:off x="5722740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94" name="rc4594"/>
            <p:cNvSpPr/>
            <p:nvPr/>
          </p:nvSpPr>
          <p:spPr>
            <a:xfrm>
              <a:off x="5732327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95" name="rc4595"/>
            <p:cNvSpPr/>
            <p:nvPr/>
          </p:nvSpPr>
          <p:spPr>
            <a:xfrm>
              <a:off x="5741914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96" name="rc4596"/>
            <p:cNvSpPr/>
            <p:nvPr/>
          </p:nvSpPr>
          <p:spPr>
            <a:xfrm>
              <a:off x="5751501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97" name="rc4597"/>
            <p:cNvSpPr/>
            <p:nvPr/>
          </p:nvSpPr>
          <p:spPr>
            <a:xfrm>
              <a:off x="5761088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98" name="rc4598"/>
            <p:cNvSpPr/>
            <p:nvPr/>
          </p:nvSpPr>
          <p:spPr>
            <a:xfrm>
              <a:off x="5770675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99" name="rc4599"/>
            <p:cNvSpPr/>
            <p:nvPr/>
          </p:nvSpPr>
          <p:spPr>
            <a:xfrm>
              <a:off x="5780262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00" name="rc4600"/>
            <p:cNvSpPr/>
            <p:nvPr/>
          </p:nvSpPr>
          <p:spPr>
            <a:xfrm>
              <a:off x="5789849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01" name="rc4601"/>
            <p:cNvSpPr/>
            <p:nvPr/>
          </p:nvSpPr>
          <p:spPr>
            <a:xfrm>
              <a:off x="5799436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02" name="rc4602"/>
            <p:cNvSpPr/>
            <p:nvPr/>
          </p:nvSpPr>
          <p:spPr>
            <a:xfrm>
              <a:off x="5809023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03" name="rc4603"/>
            <p:cNvSpPr/>
            <p:nvPr/>
          </p:nvSpPr>
          <p:spPr>
            <a:xfrm>
              <a:off x="5818609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04" name="rc4604"/>
            <p:cNvSpPr/>
            <p:nvPr/>
          </p:nvSpPr>
          <p:spPr>
            <a:xfrm>
              <a:off x="5828196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05" name="rc4605"/>
            <p:cNvSpPr/>
            <p:nvPr/>
          </p:nvSpPr>
          <p:spPr>
            <a:xfrm>
              <a:off x="5837783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06" name="rc4606"/>
            <p:cNvSpPr/>
            <p:nvPr/>
          </p:nvSpPr>
          <p:spPr>
            <a:xfrm>
              <a:off x="5847370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07" name="rc4607"/>
            <p:cNvSpPr/>
            <p:nvPr/>
          </p:nvSpPr>
          <p:spPr>
            <a:xfrm>
              <a:off x="5856957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08" name="rc4608"/>
            <p:cNvSpPr/>
            <p:nvPr/>
          </p:nvSpPr>
          <p:spPr>
            <a:xfrm>
              <a:off x="5866544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09" name="rc4609"/>
            <p:cNvSpPr/>
            <p:nvPr/>
          </p:nvSpPr>
          <p:spPr>
            <a:xfrm>
              <a:off x="5876131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10" name="rc4610"/>
            <p:cNvSpPr/>
            <p:nvPr/>
          </p:nvSpPr>
          <p:spPr>
            <a:xfrm>
              <a:off x="5885718" y="2511425"/>
              <a:ext cx="9586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11" name="rc4611"/>
            <p:cNvSpPr/>
            <p:nvPr/>
          </p:nvSpPr>
          <p:spPr>
            <a:xfrm>
              <a:off x="5895305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12" name="rc4612"/>
            <p:cNvSpPr/>
            <p:nvPr/>
          </p:nvSpPr>
          <p:spPr>
            <a:xfrm>
              <a:off x="5904892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13" name="rc4613"/>
            <p:cNvSpPr/>
            <p:nvPr/>
          </p:nvSpPr>
          <p:spPr>
            <a:xfrm>
              <a:off x="5914479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14" name="rc4614"/>
            <p:cNvSpPr/>
            <p:nvPr/>
          </p:nvSpPr>
          <p:spPr>
            <a:xfrm>
              <a:off x="5924066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15" name="rc4615"/>
            <p:cNvSpPr/>
            <p:nvPr/>
          </p:nvSpPr>
          <p:spPr>
            <a:xfrm>
              <a:off x="5933653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16" name="rc4616"/>
            <p:cNvSpPr/>
            <p:nvPr/>
          </p:nvSpPr>
          <p:spPr>
            <a:xfrm>
              <a:off x="5943240" y="2511425"/>
              <a:ext cx="9586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17" name="tx4617"/>
            <p:cNvSpPr/>
            <p:nvPr/>
          </p:nvSpPr>
          <p:spPr>
            <a:xfrm>
              <a:off x="5990927" y="2652191"/>
              <a:ext cx="81500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genetic_group</a:t>
              </a:r>
            </a:p>
          </p:txBody>
        </p:sp>
        <p:sp>
          <p:nvSpPr>
            <p:cNvPr id="4618" name="tx4618"/>
            <p:cNvSpPr/>
            <p:nvPr/>
          </p:nvSpPr>
          <p:spPr>
            <a:xfrm>
              <a:off x="5990927" y="2525191"/>
              <a:ext cx="78757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material_type</a:t>
              </a:r>
            </a:p>
          </p:txBody>
        </p:sp>
        <p:sp>
          <p:nvSpPr>
            <p:cNvPr id="4619" name="tx4619"/>
            <p:cNvSpPr/>
            <p:nvPr/>
          </p:nvSpPr>
          <p:spPr>
            <a:xfrm>
              <a:off x="7551151" y="2498725"/>
              <a:ext cx="78757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material_type</a:t>
              </a:r>
            </a:p>
          </p:txBody>
        </p:sp>
        <p:sp>
          <p:nvSpPr>
            <p:cNvPr id="4620" name="rc4620"/>
            <p:cNvSpPr/>
            <p:nvPr/>
          </p:nvSpPr>
          <p:spPr>
            <a:xfrm>
              <a:off x="7551151" y="2609824"/>
              <a:ext cx="148132" cy="148132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21" name="rc4621"/>
            <p:cNvSpPr/>
            <p:nvPr/>
          </p:nvSpPr>
          <p:spPr>
            <a:xfrm>
              <a:off x="7551151" y="2757957"/>
              <a:ext cx="148132" cy="148132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22" name="tx4622"/>
            <p:cNvSpPr/>
            <p:nvPr/>
          </p:nvSpPr>
          <p:spPr>
            <a:xfrm>
              <a:off x="7728911" y="2646857"/>
              <a:ext cx="494781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landraces</a:t>
              </a:r>
            </a:p>
          </p:txBody>
        </p:sp>
        <p:sp>
          <p:nvSpPr>
            <p:cNvPr id="4623" name="tx4623"/>
            <p:cNvSpPr/>
            <p:nvPr/>
          </p:nvSpPr>
          <p:spPr>
            <a:xfrm>
              <a:off x="7728911" y="2794990"/>
              <a:ext cx="5923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inbred lines</a:t>
              </a:r>
            </a:p>
          </p:txBody>
        </p:sp>
        <p:sp>
          <p:nvSpPr>
            <p:cNvPr id="4624" name="tx4624"/>
            <p:cNvSpPr/>
            <p:nvPr/>
          </p:nvSpPr>
          <p:spPr>
            <a:xfrm>
              <a:off x="7551151" y="3017189"/>
              <a:ext cx="81500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genetic_group</a:t>
              </a:r>
            </a:p>
          </p:txBody>
        </p:sp>
        <p:sp>
          <p:nvSpPr>
            <p:cNvPr id="4625" name="rc4625"/>
            <p:cNvSpPr/>
            <p:nvPr/>
          </p:nvSpPr>
          <p:spPr>
            <a:xfrm>
              <a:off x="7551151" y="3128289"/>
              <a:ext cx="148132" cy="148132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26" name="rc4626"/>
            <p:cNvSpPr/>
            <p:nvPr/>
          </p:nvSpPr>
          <p:spPr>
            <a:xfrm>
              <a:off x="7551151" y="3276422"/>
              <a:ext cx="148132" cy="148132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27" name="rc4627"/>
            <p:cNvSpPr/>
            <p:nvPr/>
          </p:nvSpPr>
          <p:spPr>
            <a:xfrm>
              <a:off x="7551151" y="3424555"/>
              <a:ext cx="148132" cy="148132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28" name="rc4628"/>
            <p:cNvSpPr/>
            <p:nvPr/>
          </p:nvSpPr>
          <p:spPr>
            <a:xfrm>
              <a:off x="7551151" y="3572687"/>
              <a:ext cx="148132" cy="148132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29" name="rc4629"/>
            <p:cNvSpPr/>
            <p:nvPr/>
          </p:nvSpPr>
          <p:spPr>
            <a:xfrm>
              <a:off x="7551151" y="3720820"/>
              <a:ext cx="148132" cy="148132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30" name="tx4630"/>
            <p:cNvSpPr/>
            <p:nvPr/>
          </p:nvSpPr>
          <p:spPr>
            <a:xfrm>
              <a:off x="7728911" y="3165322"/>
              <a:ext cx="1289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SS</a:t>
              </a:r>
            </a:p>
          </p:txBody>
        </p:sp>
        <p:sp>
          <p:nvSpPr>
            <p:cNvPr id="4631" name="tx4631"/>
            <p:cNvSpPr/>
            <p:nvPr/>
          </p:nvSpPr>
          <p:spPr>
            <a:xfrm>
              <a:off x="7728911" y="3313455"/>
              <a:ext cx="18864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TST</a:t>
              </a:r>
            </a:p>
          </p:txBody>
        </p:sp>
        <p:sp>
          <p:nvSpPr>
            <p:cNvPr id="4632" name="tx4632"/>
            <p:cNvSpPr/>
            <p:nvPr/>
          </p:nvSpPr>
          <p:spPr>
            <a:xfrm>
              <a:off x="7728911" y="3461588"/>
              <a:ext cx="204917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NSS</a:t>
              </a:r>
            </a:p>
          </p:txBody>
        </p:sp>
        <p:sp>
          <p:nvSpPr>
            <p:cNvPr id="4633" name="tx4633"/>
            <p:cNvSpPr/>
            <p:nvPr/>
          </p:nvSpPr>
          <p:spPr>
            <a:xfrm>
              <a:off x="7728911" y="3609721"/>
              <a:ext cx="131307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3K</a:t>
              </a:r>
            </a:p>
          </p:txBody>
        </p:sp>
        <p:sp>
          <p:nvSpPr>
            <p:cNvPr id="4634" name="tx4634"/>
            <p:cNvSpPr/>
            <p:nvPr/>
          </p:nvSpPr>
          <p:spPr>
            <a:xfrm>
              <a:off x="7728911" y="3757853"/>
              <a:ext cx="254111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Tibet</a:t>
              </a:r>
            </a:p>
          </p:txBody>
        </p:sp>
        <p:sp>
          <p:nvSpPr>
            <p:cNvPr id="4635" name="rc4635"/>
            <p:cNvSpPr/>
            <p:nvPr/>
          </p:nvSpPr>
          <p:spPr>
            <a:xfrm>
              <a:off x="7046622" y="4384675"/>
              <a:ext cx="127000" cy="1905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36" name="rc4636"/>
            <p:cNvSpPr/>
            <p:nvPr/>
          </p:nvSpPr>
          <p:spPr>
            <a:xfrm>
              <a:off x="7046622" y="4365625"/>
              <a:ext cx="127000" cy="1905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37" name="rc4637"/>
            <p:cNvSpPr/>
            <p:nvPr/>
          </p:nvSpPr>
          <p:spPr>
            <a:xfrm>
              <a:off x="7046622" y="4346575"/>
              <a:ext cx="127000" cy="1905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38" name="rc4638"/>
            <p:cNvSpPr/>
            <p:nvPr/>
          </p:nvSpPr>
          <p:spPr>
            <a:xfrm>
              <a:off x="7046622" y="4327525"/>
              <a:ext cx="127000" cy="19050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39" name="rc4639"/>
            <p:cNvSpPr/>
            <p:nvPr/>
          </p:nvSpPr>
          <p:spPr>
            <a:xfrm>
              <a:off x="7046622" y="4308475"/>
              <a:ext cx="127000" cy="19050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40" name="rc4640"/>
            <p:cNvSpPr/>
            <p:nvPr/>
          </p:nvSpPr>
          <p:spPr>
            <a:xfrm>
              <a:off x="7046622" y="4289425"/>
              <a:ext cx="127000" cy="19050"/>
            </a:xfrm>
            <a:prstGeom prst="rect">
              <a:avLst/>
            </a:prstGeom>
            <a:solidFill>
              <a:srgbClr val="5C8BB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41" name="rc4641"/>
            <p:cNvSpPr/>
            <p:nvPr/>
          </p:nvSpPr>
          <p:spPr>
            <a:xfrm>
              <a:off x="7046622" y="4270375"/>
              <a:ext cx="127000" cy="19050"/>
            </a:xfrm>
            <a:prstGeom prst="rect">
              <a:avLst/>
            </a:prstGeom>
            <a:solidFill>
              <a:srgbClr val="608FC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42" name="rc4642"/>
            <p:cNvSpPr/>
            <p:nvPr/>
          </p:nvSpPr>
          <p:spPr>
            <a:xfrm>
              <a:off x="7046622" y="4251325"/>
              <a:ext cx="127000" cy="19050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43" name="rc4643"/>
            <p:cNvSpPr/>
            <p:nvPr/>
          </p:nvSpPr>
          <p:spPr>
            <a:xfrm>
              <a:off x="7046622" y="4232275"/>
              <a:ext cx="127000" cy="19050"/>
            </a:xfrm>
            <a:prstGeom prst="rect">
              <a:avLst/>
            </a:prstGeom>
            <a:solidFill>
              <a:srgbClr val="6998C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44" name="rc4644"/>
            <p:cNvSpPr/>
            <p:nvPr/>
          </p:nvSpPr>
          <p:spPr>
            <a:xfrm>
              <a:off x="7046622" y="4213225"/>
              <a:ext cx="127000" cy="19050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45" name="rc4645"/>
            <p:cNvSpPr/>
            <p:nvPr/>
          </p:nvSpPr>
          <p:spPr>
            <a:xfrm>
              <a:off x="7046622" y="4194175"/>
              <a:ext cx="127000" cy="19049"/>
            </a:xfrm>
            <a:prstGeom prst="rect">
              <a:avLst/>
            </a:prstGeom>
            <a:solidFill>
              <a:srgbClr val="73A1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46" name="rc4646"/>
            <p:cNvSpPr/>
            <p:nvPr/>
          </p:nvSpPr>
          <p:spPr>
            <a:xfrm>
              <a:off x="7046622" y="4175125"/>
              <a:ext cx="127000" cy="19050"/>
            </a:xfrm>
            <a:prstGeom prst="rect">
              <a:avLst/>
            </a:prstGeom>
            <a:solidFill>
              <a:srgbClr val="77A6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47" name="rc4647"/>
            <p:cNvSpPr/>
            <p:nvPr/>
          </p:nvSpPr>
          <p:spPr>
            <a:xfrm>
              <a:off x="7046622" y="4156075"/>
              <a:ext cx="127000" cy="19050"/>
            </a:xfrm>
            <a:prstGeom prst="rect">
              <a:avLst/>
            </a:prstGeom>
            <a:solidFill>
              <a:srgbClr val="7CAA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48" name="rc4648"/>
            <p:cNvSpPr/>
            <p:nvPr/>
          </p:nvSpPr>
          <p:spPr>
            <a:xfrm>
              <a:off x="7046622" y="4137025"/>
              <a:ext cx="127000" cy="19049"/>
            </a:xfrm>
            <a:prstGeom prst="rect">
              <a:avLst/>
            </a:prstGeom>
            <a:solidFill>
              <a:srgbClr val="80AF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49" name="rc4649"/>
            <p:cNvSpPr/>
            <p:nvPr/>
          </p:nvSpPr>
          <p:spPr>
            <a:xfrm>
              <a:off x="7046622" y="4117975"/>
              <a:ext cx="127000" cy="19050"/>
            </a:xfrm>
            <a:prstGeom prst="rect">
              <a:avLst/>
            </a:prstGeom>
            <a:solidFill>
              <a:srgbClr val="85B3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50" name="rc4650"/>
            <p:cNvSpPr/>
            <p:nvPr/>
          </p:nvSpPr>
          <p:spPr>
            <a:xfrm>
              <a:off x="7046622" y="4098925"/>
              <a:ext cx="127000" cy="19050"/>
            </a:xfrm>
            <a:prstGeom prst="rect">
              <a:avLst/>
            </a:prstGeom>
            <a:solidFill>
              <a:srgbClr val="8AB8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51" name="rc4651"/>
            <p:cNvSpPr/>
            <p:nvPr/>
          </p:nvSpPr>
          <p:spPr>
            <a:xfrm>
              <a:off x="7046622" y="4079875"/>
              <a:ext cx="127000" cy="19050"/>
            </a:xfrm>
            <a:prstGeom prst="rect">
              <a:avLst/>
            </a:prstGeom>
            <a:solidFill>
              <a:srgbClr val="8EBCD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52" name="rc4652"/>
            <p:cNvSpPr/>
            <p:nvPr/>
          </p:nvSpPr>
          <p:spPr>
            <a:xfrm>
              <a:off x="7046622" y="4060825"/>
              <a:ext cx="127000" cy="19050"/>
            </a:xfrm>
            <a:prstGeom prst="rect">
              <a:avLst/>
            </a:prstGeom>
            <a:solidFill>
              <a:srgbClr val="93C0D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53" name="rc4653"/>
            <p:cNvSpPr/>
            <p:nvPr/>
          </p:nvSpPr>
          <p:spPr>
            <a:xfrm>
              <a:off x="7046622" y="4041775"/>
              <a:ext cx="127000" cy="19050"/>
            </a:xfrm>
            <a:prstGeom prst="rect">
              <a:avLst/>
            </a:prstGeom>
            <a:solidFill>
              <a:srgbClr val="98C3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54" name="rc4654"/>
            <p:cNvSpPr/>
            <p:nvPr/>
          </p:nvSpPr>
          <p:spPr>
            <a:xfrm>
              <a:off x="7046622" y="4022725"/>
              <a:ext cx="127000" cy="19050"/>
            </a:xfrm>
            <a:prstGeom prst="rect">
              <a:avLst/>
            </a:prstGeom>
            <a:solidFill>
              <a:srgbClr val="9CC6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55" name="rc4655"/>
            <p:cNvSpPr/>
            <p:nvPr/>
          </p:nvSpPr>
          <p:spPr>
            <a:xfrm>
              <a:off x="7046622" y="4003675"/>
              <a:ext cx="127000" cy="19050"/>
            </a:xfrm>
            <a:prstGeom prst="rect">
              <a:avLst/>
            </a:prstGeom>
            <a:solidFill>
              <a:srgbClr val="A1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56" name="rc4656"/>
            <p:cNvSpPr/>
            <p:nvPr/>
          </p:nvSpPr>
          <p:spPr>
            <a:xfrm>
              <a:off x="7046622" y="3984625"/>
              <a:ext cx="127000" cy="19050"/>
            </a:xfrm>
            <a:prstGeom prst="rect">
              <a:avLst/>
            </a:prstGeom>
            <a:solidFill>
              <a:srgbClr val="A6CDE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57" name="rc4657"/>
            <p:cNvSpPr/>
            <p:nvPr/>
          </p:nvSpPr>
          <p:spPr>
            <a:xfrm>
              <a:off x="7046622" y="3965575"/>
              <a:ext cx="127000" cy="19049"/>
            </a:xfrm>
            <a:prstGeom prst="rect">
              <a:avLst/>
            </a:prstGeom>
            <a:solidFill>
              <a:srgbClr val="ABD0E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58" name="rc4658"/>
            <p:cNvSpPr/>
            <p:nvPr/>
          </p:nvSpPr>
          <p:spPr>
            <a:xfrm>
              <a:off x="7046622" y="3946525"/>
              <a:ext cx="127000" cy="19050"/>
            </a:xfrm>
            <a:prstGeom prst="rect">
              <a:avLst/>
            </a:prstGeom>
            <a:solidFill>
              <a:srgbClr val="B0D3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59" name="rc4659"/>
            <p:cNvSpPr/>
            <p:nvPr/>
          </p:nvSpPr>
          <p:spPr>
            <a:xfrm>
              <a:off x="7046622" y="3927475"/>
              <a:ext cx="127000" cy="19050"/>
            </a:xfrm>
            <a:prstGeom prst="rect">
              <a:avLst/>
            </a:prstGeom>
            <a:solidFill>
              <a:srgbClr val="B4D6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60" name="rc4660"/>
            <p:cNvSpPr/>
            <p:nvPr/>
          </p:nvSpPr>
          <p:spPr>
            <a:xfrm>
              <a:off x="7046622" y="3908425"/>
              <a:ext cx="127000" cy="19050"/>
            </a:xfrm>
            <a:prstGeom prst="rect">
              <a:avLst/>
            </a:prstGeom>
            <a:solidFill>
              <a:srgbClr val="B9D9E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61" name="rc4661"/>
            <p:cNvSpPr/>
            <p:nvPr/>
          </p:nvSpPr>
          <p:spPr>
            <a:xfrm>
              <a:off x="7046622" y="3889375"/>
              <a:ext cx="127000" cy="19050"/>
            </a:xfrm>
            <a:prstGeom prst="rect">
              <a:avLst/>
            </a:prstGeom>
            <a:solidFill>
              <a:srgbClr val="BEDC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62" name="rc4662"/>
            <p:cNvSpPr/>
            <p:nvPr/>
          </p:nvSpPr>
          <p:spPr>
            <a:xfrm>
              <a:off x="7046622" y="3870325"/>
              <a:ext cx="127000" cy="19049"/>
            </a:xfrm>
            <a:prstGeom prst="rect">
              <a:avLst/>
            </a:prstGeom>
            <a:solidFill>
              <a:srgbClr val="C3E0E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63" name="rc4663"/>
            <p:cNvSpPr/>
            <p:nvPr/>
          </p:nvSpPr>
          <p:spPr>
            <a:xfrm>
              <a:off x="7046622" y="3851275"/>
              <a:ext cx="127000" cy="19050"/>
            </a:xfrm>
            <a:prstGeom prst="rect">
              <a:avLst/>
            </a:prstGeom>
            <a:solidFill>
              <a:srgbClr val="C8E3E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64" name="rc4664"/>
            <p:cNvSpPr/>
            <p:nvPr/>
          </p:nvSpPr>
          <p:spPr>
            <a:xfrm>
              <a:off x="7046622" y="3832225"/>
              <a:ext cx="127000" cy="19050"/>
            </a:xfrm>
            <a:prstGeom prst="rect">
              <a:avLst/>
            </a:prstGeom>
            <a:solidFill>
              <a:srgbClr val="CCE6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65" name="rc4665"/>
            <p:cNvSpPr/>
            <p:nvPr/>
          </p:nvSpPr>
          <p:spPr>
            <a:xfrm>
              <a:off x="7046622" y="3813175"/>
              <a:ext cx="127000" cy="19050"/>
            </a:xfrm>
            <a:prstGeom prst="rect">
              <a:avLst/>
            </a:prstGeom>
            <a:solidFill>
              <a:srgbClr val="D1E9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66" name="rc4666"/>
            <p:cNvSpPr/>
            <p:nvPr/>
          </p:nvSpPr>
          <p:spPr>
            <a:xfrm>
              <a:off x="7046622" y="3794125"/>
              <a:ext cx="127000" cy="19050"/>
            </a:xfrm>
            <a:prstGeom prst="rect">
              <a:avLst/>
            </a:prstGeom>
            <a:solidFill>
              <a:srgbClr val="D6EC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67" name="rc4667"/>
            <p:cNvSpPr/>
            <p:nvPr/>
          </p:nvSpPr>
          <p:spPr>
            <a:xfrm>
              <a:off x="7046622" y="3775075"/>
              <a:ext cx="127000" cy="19050"/>
            </a:xfrm>
            <a:prstGeom prst="rect">
              <a:avLst/>
            </a:prstGeom>
            <a:solidFill>
              <a:srgbClr val="DBEF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68" name="rc4668"/>
            <p:cNvSpPr/>
            <p:nvPr/>
          </p:nvSpPr>
          <p:spPr>
            <a:xfrm>
              <a:off x="7046622" y="3756025"/>
              <a:ext cx="127000" cy="19050"/>
            </a:xfrm>
            <a:prstGeom prst="rect">
              <a:avLst/>
            </a:prstGeom>
            <a:solidFill>
              <a:srgbClr val="E0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69" name="rc4669"/>
            <p:cNvSpPr/>
            <p:nvPr/>
          </p:nvSpPr>
          <p:spPr>
            <a:xfrm>
              <a:off x="7046622" y="3736975"/>
              <a:ext cx="127000" cy="19049"/>
            </a:xfrm>
            <a:prstGeom prst="rect">
              <a:avLst/>
            </a:prstGeom>
            <a:solidFill>
              <a:srgbClr val="E1F3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70" name="rc4670"/>
            <p:cNvSpPr/>
            <p:nvPr/>
          </p:nvSpPr>
          <p:spPr>
            <a:xfrm>
              <a:off x="7046622" y="3717925"/>
              <a:ext cx="127000" cy="19050"/>
            </a:xfrm>
            <a:prstGeom prst="rect">
              <a:avLst/>
            </a:prstGeom>
            <a:solidFill>
              <a:srgbClr val="E3F4F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71" name="rc4671"/>
            <p:cNvSpPr/>
            <p:nvPr/>
          </p:nvSpPr>
          <p:spPr>
            <a:xfrm>
              <a:off x="7046622" y="3698875"/>
              <a:ext cx="127000" cy="19050"/>
            </a:xfrm>
            <a:prstGeom prst="rect">
              <a:avLst/>
            </a:prstGeom>
            <a:solidFill>
              <a:srgbClr val="E5F5E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72" name="rc4672"/>
            <p:cNvSpPr/>
            <p:nvPr/>
          </p:nvSpPr>
          <p:spPr>
            <a:xfrm>
              <a:off x="7046622" y="3679825"/>
              <a:ext cx="127000" cy="19050"/>
            </a:xfrm>
            <a:prstGeom prst="rect">
              <a:avLst/>
            </a:prstGeom>
            <a:solidFill>
              <a:srgbClr val="E7F5E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73" name="rc4673"/>
            <p:cNvSpPr/>
            <p:nvPr/>
          </p:nvSpPr>
          <p:spPr>
            <a:xfrm>
              <a:off x="7046622" y="3660775"/>
              <a:ext cx="127000" cy="19050"/>
            </a:xfrm>
            <a:prstGeom prst="rect">
              <a:avLst/>
            </a:prstGeom>
            <a:solidFill>
              <a:srgbClr val="E9F6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74" name="rc4674"/>
            <p:cNvSpPr/>
            <p:nvPr/>
          </p:nvSpPr>
          <p:spPr>
            <a:xfrm>
              <a:off x="7046622" y="3641725"/>
              <a:ext cx="127000" cy="19050"/>
            </a:xfrm>
            <a:prstGeom prst="rect">
              <a:avLst/>
            </a:prstGeom>
            <a:solidFill>
              <a:srgbClr val="EBF7E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75" name="rc4675"/>
            <p:cNvSpPr/>
            <p:nvPr/>
          </p:nvSpPr>
          <p:spPr>
            <a:xfrm>
              <a:off x="7046622" y="3622675"/>
              <a:ext cx="127000" cy="19050"/>
            </a:xfrm>
            <a:prstGeom prst="rect">
              <a:avLst/>
            </a:prstGeom>
            <a:solidFill>
              <a:srgbClr val="EDF8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76" name="rc4676"/>
            <p:cNvSpPr/>
            <p:nvPr/>
          </p:nvSpPr>
          <p:spPr>
            <a:xfrm>
              <a:off x="7046622" y="3603625"/>
              <a:ext cx="127000" cy="19050"/>
            </a:xfrm>
            <a:prstGeom prst="rect">
              <a:avLst/>
            </a:prstGeom>
            <a:solidFill>
              <a:srgbClr val="EFF8D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77" name="rc4677"/>
            <p:cNvSpPr/>
            <p:nvPr/>
          </p:nvSpPr>
          <p:spPr>
            <a:xfrm>
              <a:off x="7046622" y="3584575"/>
              <a:ext cx="127000" cy="19049"/>
            </a:xfrm>
            <a:prstGeom prst="rect">
              <a:avLst/>
            </a:prstGeom>
            <a:solidFill>
              <a:srgbClr val="F0F9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78" name="rc4678"/>
            <p:cNvSpPr/>
            <p:nvPr/>
          </p:nvSpPr>
          <p:spPr>
            <a:xfrm>
              <a:off x="7046622" y="3565525"/>
              <a:ext cx="127000" cy="19050"/>
            </a:xfrm>
            <a:prstGeom prst="rect">
              <a:avLst/>
            </a:prstGeom>
            <a:solidFill>
              <a:srgbClr val="F2FA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79" name="rc4679"/>
            <p:cNvSpPr/>
            <p:nvPr/>
          </p:nvSpPr>
          <p:spPr>
            <a:xfrm>
              <a:off x="7046622" y="3546475"/>
              <a:ext cx="127000" cy="1905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80" name="rc4680"/>
            <p:cNvSpPr/>
            <p:nvPr/>
          </p:nvSpPr>
          <p:spPr>
            <a:xfrm>
              <a:off x="7046622" y="3527425"/>
              <a:ext cx="127000" cy="19049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81" name="rc4681"/>
            <p:cNvSpPr/>
            <p:nvPr/>
          </p:nvSpPr>
          <p:spPr>
            <a:xfrm>
              <a:off x="7046622" y="3508375"/>
              <a:ext cx="127000" cy="1905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82" name="rc4682"/>
            <p:cNvSpPr/>
            <p:nvPr/>
          </p:nvSpPr>
          <p:spPr>
            <a:xfrm>
              <a:off x="7046622" y="3489325"/>
              <a:ext cx="127000" cy="19049"/>
            </a:xfrm>
            <a:prstGeom prst="rect">
              <a:avLst/>
            </a:prstGeom>
            <a:solidFill>
              <a:srgbClr val="FAFDC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83" name="rc4683"/>
            <p:cNvSpPr/>
            <p:nvPr/>
          </p:nvSpPr>
          <p:spPr>
            <a:xfrm>
              <a:off x="7046622" y="3470275"/>
              <a:ext cx="127000" cy="19049"/>
            </a:xfrm>
            <a:prstGeom prst="rect">
              <a:avLst/>
            </a:prstGeom>
            <a:solidFill>
              <a:srgbClr val="FCFD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84" name="rc4684"/>
            <p:cNvSpPr/>
            <p:nvPr/>
          </p:nvSpPr>
          <p:spPr>
            <a:xfrm>
              <a:off x="7046622" y="3451225"/>
              <a:ext cx="127000" cy="1905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85" name="rc4685"/>
            <p:cNvSpPr/>
            <p:nvPr/>
          </p:nvSpPr>
          <p:spPr>
            <a:xfrm>
              <a:off x="7046622" y="3432175"/>
              <a:ext cx="127000" cy="1905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86" name="rc4686"/>
            <p:cNvSpPr/>
            <p:nvPr/>
          </p:nvSpPr>
          <p:spPr>
            <a:xfrm>
              <a:off x="7046622" y="3413125"/>
              <a:ext cx="127000" cy="19049"/>
            </a:xfrm>
            <a:prstGeom prst="rect">
              <a:avLst/>
            </a:prstGeom>
            <a:solidFill>
              <a:srgbClr val="FEFCB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87" name="rc4687"/>
            <p:cNvSpPr/>
            <p:nvPr/>
          </p:nvSpPr>
          <p:spPr>
            <a:xfrm>
              <a:off x="7046622" y="3394075"/>
              <a:ext cx="127000" cy="1905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88" name="rc4688"/>
            <p:cNvSpPr/>
            <p:nvPr/>
          </p:nvSpPr>
          <p:spPr>
            <a:xfrm>
              <a:off x="7046622" y="3375025"/>
              <a:ext cx="127000" cy="1905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89" name="rc4689"/>
            <p:cNvSpPr/>
            <p:nvPr/>
          </p:nvSpPr>
          <p:spPr>
            <a:xfrm>
              <a:off x="7046622" y="3355975"/>
              <a:ext cx="127000" cy="19049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90" name="rc4690"/>
            <p:cNvSpPr/>
            <p:nvPr/>
          </p:nvSpPr>
          <p:spPr>
            <a:xfrm>
              <a:off x="7046622" y="3336925"/>
              <a:ext cx="127000" cy="1905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91" name="rc4691"/>
            <p:cNvSpPr/>
            <p:nvPr/>
          </p:nvSpPr>
          <p:spPr>
            <a:xfrm>
              <a:off x="7046622" y="3317875"/>
              <a:ext cx="127000" cy="19050"/>
            </a:xfrm>
            <a:prstGeom prst="rect">
              <a:avLst/>
            </a:prstGeom>
            <a:solidFill>
              <a:srgbClr val="FEF2A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92" name="rc4692"/>
            <p:cNvSpPr/>
            <p:nvPr/>
          </p:nvSpPr>
          <p:spPr>
            <a:xfrm>
              <a:off x="7046622" y="3298825"/>
              <a:ext cx="127000" cy="19049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93" name="rc4693"/>
            <p:cNvSpPr/>
            <p:nvPr/>
          </p:nvSpPr>
          <p:spPr>
            <a:xfrm>
              <a:off x="7046622" y="3279775"/>
              <a:ext cx="127000" cy="19050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94" name="rc4694"/>
            <p:cNvSpPr/>
            <p:nvPr/>
          </p:nvSpPr>
          <p:spPr>
            <a:xfrm>
              <a:off x="7046622" y="3260725"/>
              <a:ext cx="127000" cy="19050"/>
            </a:xfrm>
            <a:prstGeom prst="rect">
              <a:avLst/>
            </a:prstGeom>
            <a:solidFill>
              <a:srgbClr val="FEED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95" name="rc4695"/>
            <p:cNvSpPr/>
            <p:nvPr/>
          </p:nvSpPr>
          <p:spPr>
            <a:xfrm>
              <a:off x="7046622" y="3241675"/>
              <a:ext cx="127000" cy="19049"/>
            </a:xfrm>
            <a:prstGeom prst="rect">
              <a:avLst/>
            </a:prstGeom>
            <a:solidFill>
              <a:srgbClr val="FEEBA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96" name="rc4696"/>
            <p:cNvSpPr/>
            <p:nvPr/>
          </p:nvSpPr>
          <p:spPr>
            <a:xfrm>
              <a:off x="7046622" y="3222625"/>
              <a:ext cx="127000" cy="19050"/>
            </a:xfrm>
            <a:prstGeom prst="rect">
              <a:avLst/>
            </a:prstGeom>
            <a:solidFill>
              <a:srgbClr val="FEE99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97" name="rc4697"/>
            <p:cNvSpPr/>
            <p:nvPr/>
          </p:nvSpPr>
          <p:spPr>
            <a:xfrm>
              <a:off x="7046622" y="3203575"/>
              <a:ext cx="127000" cy="19050"/>
            </a:xfrm>
            <a:prstGeom prst="rect">
              <a:avLst/>
            </a:prstGeom>
            <a:solidFill>
              <a:srgbClr val="FEE79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98" name="rc4698"/>
            <p:cNvSpPr/>
            <p:nvPr/>
          </p:nvSpPr>
          <p:spPr>
            <a:xfrm>
              <a:off x="7046622" y="3184525"/>
              <a:ext cx="127000" cy="19049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99" name="rc4699"/>
            <p:cNvSpPr/>
            <p:nvPr/>
          </p:nvSpPr>
          <p:spPr>
            <a:xfrm>
              <a:off x="7046622" y="3165475"/>
              <a:ext cx="127000" cy="19050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00" name="rc4700"/>
            <p:cNvSpPr/>
            <p:nvPr/>
          </p:nvSpPr>
          <p:spPr>
            <a:xfrm>
              <a:off x="7046622" y="3146425"/>
              <a:ext cx="127000" cy="19050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01" name="rc4701"/>
            <p:cNvSpPr/>
            <p:nvPr/>
          </p:nvSpPr>
          <p:spPr>
            <a:xfrm>
              <a:off x="7046622" y="3127375"/>
              <a:ext cx="127000" cy="19049"/>
            </a:xfrm>
            <a:prstGeom prst="rect">
              <a:avLst/>
            </a:prstGeom>
            <a:solidFill>
              <a:srgbClr val="FEDF8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02" name="rc4702"/>
            <p:cNvSpPr/>
            <p:nvPr/>
          </p:nvSpPr>
          <p:spPr>
            <a:xfrm>
              <a:off x="7046622" y="3108325"/>
              <a:ext cx="127000" cy="19050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03" name="rc4703"/>
            <p:cNvSpPr/>
            <p:nvPr/>
          </p:nvSpPr>
          <p:spPr>
            <a:xfrm>
              <a:off x="7046622" y="3089275"/>
              <a:ext cx="127000" cy="19049"/>
            </a:xfrm>
            <a:prstGeom prst="rect">
              <a:avLst/>
            </a:prstGeom>
            <a:solidFill>
              <a:srgbClr val="FDD58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04" name="rc4704"/>
            <p:cNvSpPr/>
            <p:nvPr/>
          </p:nvSpPr>
          <p:spPr>
            <a:xfrm>
              <a:off x="7046622" y="3070225"/>
              <a:ext cx="127000" cy="19049"/>
            </a:xfrm>
            <a:prstGeom prst="rect">
              <a:avLst/>
            </a:prstGeom>
            <a:solidFill>
              <a:srgbClr val="FDD08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05" name="rc4705"/>
            <p:cNvSpPr/>
            <p:nvPr/>
          </p:nvSpPr>
          <p:spPr>
            <a:xfrm>
              <a:off x="7046622" y="3051175"/>
              <a:ext cx="127000" cy="19050"/>
            </a:xfrm>
            <a:prstGeom prst="rect">
              <a:avLst/>
            </a:prstGeom>
            <a:solidFill>
              <a:srgbClr val="FDCB8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06" name="rc4706"/>
            <p:cNvSpPr/>
            <p:nvPr/>
          </p:nvSpPr>
          <p:spPr>
            <a:xfrm>
              <a:off x="7046622" y="3032125"/>
              <a:ext cx="127000" cy="19049"/>
            </a:xfrm>
            <a:prstGeom prst="rect">
              <a:avLst/>
            </a:prstGeom>
            <a:solidFill>
              <a:srgbClr val="FDC6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07" name="rc4707"/>
            <p:cNvSpPr/>
            <p:nvPr/>
          </p:nvSpPr>
          <p:spPr>
            <a:xfrm>
              <a:off x="7046622" y="3013075"/>
              <a:ext cx="127000" cy="19049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08" name="rc4708"/>
            <p:cNvSpPr/>
            <p:nvPr/>
          </p:nvSpPr>
          <p:spPr>
            <a:xfrm>
              <a:off x="7046622" y="2994025"/>
              <a:ext cx="127000" cy="19050"/>
            </a:xfrm>
            <a:prstGeom prst="rect">
              <a:avLst/>
            </a:prstGeom>
            <a:solidFill>
              <a:srgbClr val="FDBC7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09" name="rc4709"/>
            <p:cNvSpPr/>
            <p:nvPr/>
          </p:nvSpPr>
          <p:spPr>
            <a:xfrm>
              <a:off x="7046622" y="2974975"/>
              <a:ext cx="127000" cy="19049"/>
            </a:xfrm>
            <a:prstGeom prst="rect">
              <a:avLst/>
            </a:prstGeom>
            <a:solidFill>
              <a:srgbClr val="FDB77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10" name="rc4710"/>
            <p:cNvSpPr/>
            <p:nvPr/>
          </p:nvSpPr>
          <p:spPr>
            <a:xfrm>
              <a:off x="7046622" y="2955925"/>
              <a:ext cx="127000" cy="19049"/>
            </a:xfrm>
            <a:prstGeom prst="rect">
              <a:avLst/>
            </a:prstGeom>
            <a:solidFill>
              <a:srgbClr val="FCB27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11" name="rc4711"/>
            <p:cNvSpPr/>
            <p:nvPr/>
          </p:nvSpPr>
          <p:spPr>
            <a:xfrm>
              <a:off x="7046622" y="2936875"/>
              <a:ext cx="127000" cy="19050"/>
            </a:xfrm>
            <a:prstGeom prst="rect">
              <a:avLst/>
            </a:prstGeom>
            <a:solidFill>
              <a:srgbClr val="FCAD6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12" name="rc4712"/>
            <p:cNvSpPr/>
            <p:nvPr/>
          </p:nvSpPr>
          <p:spPr>
            <a:xfrm>
              <a:off x="7046622" y="2917825"/>
              <a:ext cx="127000" cy="19050"/>
            </a:xfrm>
            <a:prstGeom prst="rect">
              <a:avLst/>
            </a:prstGeom>
            <a:solidFill>
              <a:srgbClr val="FCA86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13" name="rc4713"/>
            <p:cNvSpPr/>
            <p:nvPr/>
          </p:nvSpPr>
          <p:spPr>
            <a:xfrm>
              <a:off x="7046622" y="2898775"/>
              <a:ext cx="127000" cy="19049"/>
            </a:xfrm>
            <a:prstGeom prst="rect">
              <a:avLst/>
            </a:prstGeom>
            <a:solidFill>
              <a:srgbClr val="FCA36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14" name="rc4714"/>
            <p:cNvSpPr/>
            <p:nvPr/>
          </p:nvSpPr>
          <p:spPr>
            <a:xfrm>
              <a:off x="7046622" y="2879725"/>
              <a:ext cx="127000" cy="19050"/>
            </a:xfrm>
            <a:prstGeom prst="rect">
              <a:avLst/>
            </a:prstGeom>
            <a:solidFill>
              <a:srgbClr val="FC9E6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15" name="rc4715"/>
            <p:cNvSpPr/>
            <p:nvPr/>
          </p:nvSpPr>
          <p:spPr>
            <a:xfrm>
              <a:off x="7046622" y="2860675"/>
              <a:ext cx="127000" cy="19049"/>
            </a:xfrm>
            <a:prstGeom prst="rect">
              <a:avLst/>
            </a:prstGeom>
            <a:solidFill>
              <a:srgbClr val="FC99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16" name="rc4716"/>
            <p:cNvSpPr/>
            <p:nvPr/>
          </p:nvSpPr>
          <p:spPr>
            <a:xfrm>
              <a:off x="7046622" y="2841625"/>
              <a:ext cx="127000" cy="19049"/>
            </a:xfrm>
            <a:prstGeom prst="rect">
              <a:avLst/>
            </a:prstGeom>
            <a:solidFill>
              <a:srgbClr val="FC945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17" name="rc4717"/>
            <p:cNvSpPr/>
            <p:nvPr/>
          </p:nvSpPr>
          <p:spPr>
            <a:xfrm>
              <a:off x="7046622" y="2822575"/>
              <a:ext cx="127000" cy="19050"/>
            </a:xfrm>
            <a:prstGeom prst="rect">
              <a:avLst/>
            </a:prstGeom>
            <a:solidFill>
              <a:srgbClr val="FC8F5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18" name="rc4718"/>
            <p:cNvSpPr/>
            <p:nvPr/>
          </p:nvSpPr>
          <p:spPr>
            <a:xfrm>
              <a:off x="7046622" y="2803525"/>
              <a:ext cx="127000" cy="19049"/>
            </a:xfrm>
            <a:prstGeom prst="rect">
              <a:avLst/>
            </a:prstGeom>
            <a:solidFill>
              <a:srgbClr val="FA8A5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19" name="rc4719"/>
            <p:cNvSpPr/>
            <p:nvPr/>
          </p:nvSpPr>
          <p:spPr>
            <a:xfrm>
              <a:off x="7046622" y="2784475"/>
              <a:ext cx="127000" cy="19049"/>
            </a:xfrm>
            <a:prstGeom prst="rect">
              <a:avLst/>
            </a:prstGeom>
            <a:solidFill>
              <a:srgbClr val="F8845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20" name="rc4720"/>
            <p:cNvSpPr/>
            <p:nvPr/>
          </p:nvSpPr>
          <p:spPr>
            <a:xfrm>
              <a:off x="7046622" y="2765425"/>
              <a:ext cx="127000" cy="19050"/>
            </a:xfrm>
            <a:prstGeom prst="rect">
              <a:avLst/>
            </a:prstGeom>
            <a:solidFill>
              <a:srgbClr val="F67E5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21" name="rc4721"/>
            <p:cNvSpPr/>
            <p:nvPr/>
          </p:nvSpPr>
          <p:spPr>
            <a:xfrm>
              <a:off x="7046622" y="2746375"/>
              <a:ext cx="127000" cy="19049"/>
            </a:xfrm>
            <a:prstGeom prst="rect">
              <a:avLst/>
            </a:prstGeom>
            <a:solidFill>
              <a:srgbClr val="F4794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22" name="rc4722"/>
            <p:cNvSpPr/>
            <p:nvPr/>
          </p:nvSpPr>
          <p:spPr>
            <a:xfrm>
              <a:off x="7046622" y="2727325"/>
              <a:ext cx="127000" cy="19049"/>
            </a:xfrm>
            <a:prstGeom prst="rect">
              <a:avLst/>
            </a:prstGeom>
            <a:solidFill>
              <a:srgbClr val="F17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23" name="rc4723"/>
            <p:cNvSpPr/>
            <p:nvPr/>
          </p:nvSpPr>
          <p:spPr>
            <a:xfrm>
              <a:off x="7046622" y="2708275"/>
              <a:ext cx="127000" cy="19050"/>
            </a:xfrm>
            <a:prstGeom prst="rect">
              <a:avLst/>
            </a:prstGeom>
            <a:solidFill>
              <a:srgbClr val="EF6D4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24" name="rc4724"/>
            <p:cNvSpPr/>
            <p:nvPr/>
          </p:nvSpPr>
          <p:spPr>
            <a:xfrm>
              <a:off x="7046622" y="2689225"/>
              <a:ext cx="127000" cy="19049"/>
            </a:xfrm>
            <a:prstGeom prst="rect">
              <a:avLst/>
            </a:prstGeom>
            <a:solidFill>
              <a:srgbClr val="ED68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25" name="rc4725"/>
            <p:cNvSpPr/>
            <p:nvPr/>
          </p:nvSpPr>
          <p:spPr>
            <a:xfrm>
              <a:off x="7046622" y="2670175"/>
              <a:ext cx="127000" cy="19049"/>
            </a:xfrm>
            <a:prstGeom prst="rect">
              <a:avLst/>
            </a:prstGeom>
            <a:solidFill>
              <a:srgbClr val="EB62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26" name="rc4726"/>
            <p:cNvSpPr/>
            <p:nvPr/>
          </p:nvSpPr>
          <p:spPr>
            <a:xfrm>
              <a:off x="7046622" y="2651125"/>
              <a:ext cx="127000" cy="19050"/>
            </a:xfrm>
            <a:prstGeom prst="rect">
              <a:avLst/>
            </a:prstGeom>
            <a:solidFill>
              <a:srgbClr val="E85D3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27" name="rc4727"/>
            <p:cNvSpPr/>
            <p:nvPr/>
          </p:nvSpPr>
          <p:spPr>
            <a:xfrm>
              <a:off x="7046622" y="2632075"/>
              <a:ext cx="127000" cy="19050"/>
            </a:xfrm>
            <a:prstGeom prst="rect">
              <a:avLst/>
            </a:prstGeom>
            <a:solidFill>
              <a:srgbClr val="E6573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28" name="rc4728"/>
            <p:cNvSpPr/>
            <p:nvPr/>
          </p:nvSpPr>
          <p:spPr>
            <a:xfrm>
              <a:off x="7046622" y="2613025"/>
              <a:ext cx="127000" cy="19050"/>
            </a:xfrm>
            <a:prstGeom prst="rect">
              <a:avLst/>
            </a:prstGeom>
            <a:solidFill>
              <a:srgbClr val="E4513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29" name="rc4729"/>
            <p:cNvSpPr/>
            <p:nvPr/>
          </p:nvSpPr>
          <p:spPr>
            <a:xfrm>
              <a:off x="7046622" y="2593975"/>
              <a:ext cx="127000" cy="19050"/>
            </a:xfrm>
            <a:prstGeom prst="rect">
              <a:avLst/>
            </a:prstGeom>
            <a:solidFill>
              <a:srgbClr val="E24C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30" name="rc4730"/>
            <p:cNvSpPr/>
            <p:nvPr/>
          </p:nvSpPr>
          <p:spPr>
            <a:xfrm>
              <a:off x="7046622" y="2574924"/>
              <a:ext cx="127000" cy="19050"/>
            </a:xfrm>
            <a:prstGeom prst="rect">
              <a:avLst/>
            </a:prstGeom>
            <a:solidFill>
              <a:srgbClr val="DF463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31" name="rc4731"/>
            <p:cNvSpPr/>
            <p:nvPr/>
          </p:nvSpPr>
          <p:spPr>
            <a:xfrm>
              <a:off x="7046622" y="2555875"/>
              <a:ext cx="127000" cy="19049"/>
            </a:xfrm>
            <a:prstGeom prst="rect">
              <a:avLst/>
            </a:prstGeom>
            <a:solidFill>
              <a:srgbClr val="DD403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32" name="rc4732"/>
            <p:cNvSpPr/>
            <p:nvPr/>
          </p:nvSpPr>
          <p:spPr>
            <a:xfrm>
              <a:off x="7046622" y="2536825"/>
              <a:ext cx="127000" cy="19050"/>
            </a:xfrm>
            <a:prstGeom prst="rect">
              <a:avLst/>
            </a:prstGeom>
            <a:solidFill>
              <a:srgbClr val="DB3B2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33" name="rc4733"/>
            <p:cNvSpPr/>
            <p:nvPr/>
          </p:nvSpPr>
          <p:spPr>
            <a:xfrm>
              <a:off x="7046622" y="2517774"/>
              <a:ext cx="127000" cy="19050"/>
            </a:xfrm>
            <a:prstGeom prst="rect">
              <a:avLst/>
            </a:prstGeom>
            <a:solidFill>
              <a:srgbClr val="D9352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34" name="rc4734"/>
            <p:cNvSpPr/>
            <p:nvPr/>
          </p:nvSpPr>
          <p:spPr>
            <a:xfrm>
              <a:off x="7046622" y="2498725"/>
              <a:ext cx="127000" cy="19049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35" name="tx4735"/>
            <p:cNvSpPr/>
            <p:nvPr/>
          </p:nvSpPr>
          <p:spPr>
            <a:xfrm>
              <a:off x="7224422" y="4366691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4736" name="tx4736"/>
            <p:cNvSpPr/>
            <p:nvPr/>
          </p:nvSpPr>
          <p:spPr>
            <a:xfrm>
              <a:off x="7224422" y="3985558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20</a:t>
              </a:r>
            </a:p>
          </p:txBody>
        </p:sp>
        <p:sp>
          <p:nvSpPr>
            <p:cNvPr id="4737" name="tx4737"/>
            <p:cNvSpPr/>
            <p:nvPr/>
          </p:nvSpPr>
          <p:spPr>
            <a:xfrm>
              <a:off x="7224422" y="3604425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40</a:t>
              </a:r>
            </a:p>
          </p:txBody>
        </p:sp>
        <p:sp>
          <p:nvSpPr>
            <p:cNvPr id="4738" name="tx4738"/>
            <p:cNvSpPr/>
            <p:nvPr/>
          </p:nvSpPr>
          <p:spPr>
            <a:xfrm>
              <a:off x="7224422" y="3223291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60</a:t>
              </a:r>
            </a:p>
          </p:txBody>
        </p:sp>
        <p:sp>
          <p:nvSpPr>
            <p:cNvPr id="4739" name="tx4739"/>
            <p:cNvSpPr/>
            <p:nvPr/>
          </p:nvSpPr>
          <p:spPr>
            <a:xfrm>
              <a:off x="7224422" y="2842158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80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>gaoch</cp:lastModifiedBy>
  <cp:revision>5</cp:revision>
  <dcterms:created xsi:type="dcterms:W3CDTF">2015-07-14T21:05:00Z</dcterms:created>
  <dcterms:modified xsi:type="dcterms:W3CDTF">2026-10-14T10:35:01Z</dcterms:modified>
</cp:coreProperties>
</file>