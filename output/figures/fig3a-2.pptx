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041389" y="1761070"/>
              <a:ext cx="7304479" cy="717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373410" y="882583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73410" y="875630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42856" y="3054423"/>
              <a:ext cx="506" cy="0"/>
            </a:xfrm>
            <a:custGeom>
              <a:avLst/>
              <a:pathLst>
                <a:path w="506" h="0">
                  <a:moveTo>
                    <a:pt x="0" y="0"/>
                  </a:moveTo>
                  <a:lnTo>
                    <a:pt x="50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42856" y="2984888"/>
              <a:ext cx="1209" cy="0"/>
            </a:xfrm>
            <a:custGeom>
              <a:avLst/>
              <a:pathLst>
                <a:path w="1209" h="0">
                  <a:moveTo>
                    <a:pt x="0" y="0"/>
                  </a:moveTo>
                  <a:lnTo>
                    <a:pt x="120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44428" y="2915353"/>
              <a:ext cx="4398" cy="0"/>
            </a:xfrm>
            <a:custGeom>
              <a:avLst/>
              <a:pathLst>
                <a:path w="4398" h="0">
                  <a:moveTo>
                    <a:pt x="0" y="0"/>
                  </a:moveTo>
                  <a:lnTo>
                    <a:pt x="439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44428" y="2845818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43864" y="2776282"/>
              <a:ext cx="1516" cy="0"/>
            </a:xfrm>
            <a:custGeom>
              <a:avLst/>
              <a:pathLst>
                <a:path w="1516" h="0">
                  <a:moveTo>
                    <a:pt x="0" y="0"/>
                  </a:moveTo>
                  <a:lnTo>
                    <a:pt x="151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43864" y="2706747"/>
              <a:ext cx="2155" cy="0"/>
            </a:xfrm>
            <a:custGeom>
              <a:avLst/>
              <a:pathLst>
                <a:path w="2155" h="0">
                  <a:moveTo>
                    <a:pt x="0" y="0"/>
                  </a:moveTo>
                  <a:lnTo>
                    <a:pt x="215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45381" y="2150467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45386" y="208093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45386" y="201139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45386" y="194186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45386" y="187232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45381" y="2359072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45384" y="2289537"/>
              <a:ext cx="1657" cy="0"/>
            </a:xfrm>
            <a:custGeom>
              <a:avLst/>
              <a:pathLst>
                <a:path w="1657" h="0">
                  <a:moveTo>
                    <a:pt x="0" y="0"/>
                  </a:moveTo>
                  <a:lnTo>
                    <a:pt x="165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745384" y="2220002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744374" y="2498142"/>
              <a:ext cx="2042" cy="0"/>
            </a:xfrm>
            <a:custGeom>
              <a:avLst/>
              <a:pathLst>
                <a:path w="2042" h="0">
                  <a:moveTo>
                    <a:pt x="0" y="0"/>
                  </a:moveTo>
                  <a:lnTo>
                    <a:pt x="204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44374" y="2428607"/>
              <a:ext cx="2032" cy="0"/>
            </a:xfrm>
            <a:custGeom>
              <a:avLst/>
              <a:pathLst>
                <a:path w="2032" h="0">
                  <a:moveTo>
                    <a:pt x="0" y="0"/>
                  </a:moveTo>
                  <a:lnTo>
                    <a:pt x="203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43864" y="2637212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43864" y="2567677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44874" y="3263028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44879" y="3193493"/>
              <a:ext cx="560" cy="0"/>
            </a:xfrm>
            <a:custGeom>
              <a:avLst/>
              <a:pathLst>
                <a:path w="560" h="0">
                  <a:moveTo>
                    <a:pt x="0" y="0"/>
                  </a:moveTo>
                  <a:lnTo>
                    <a:pt x="56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44879" y="3123958"/>
              <a:ext cx="609" cy="0"/>
            </a:xfrm>
            <a:custGeom>
              <a:avLst/>
              <a:pathLst>
                <a:path w="609" h="0">
                  <a:moveTo>
                    <a:pt x="0" y="0"/>
                  </a:moveTo>
                  <a:lnTo>
                    <a:pt x="60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744871" y="3332563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743862" y="3402098"/>
              <a:ext cx="1546" cy="0"/>
            </a:xfrm>
            <a:custGeom>
              <a:avLst/>
              <a:pathLst>
                <a:path w="1546" h="0">
                  <a:moveTo>
                    <a:pt x="0" y="0"/>
                  </a:moveTo>
                  <a:lnTo>
                    <a:pt x="154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743355" y="3471633"/>
              <a:ext cx="529" cy="0"/>
            </a:xfrm>
            <a:custGeom>
              <a:avLst/>
              <a:pathLst>
                <a:path w="529" h="0">
                  <a:moveTo>
                    <a:pt x="0" y="0"/>
                  </a:moveTo>
                  <a:lnTo>
                    <a:pt x="52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744369" y="361070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744369" y="3541169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43357" y="3680239"/>
              <a:ext cx="2356" cy="0"/>
            </a:xfrm>
            <a:custGeom>
              <a:avLst/>
              <a:pathLst>
                <a:path w="2356" h="0">
                  <a:moveTo>
                    <a:pt x="0" y="0"/>
                  </a:moveTo>
                  <a:lnTo>
                    <a:pt x="235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41844" y="3819309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741844" y="374977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718268" y="3888844"/>
              <a:ext cx="25888" cy="0"/>
            </a:xfrm>
            <a:custGeom>
              <a:avLst/>
              <a:pathLst>
                <a:path w="25888" h="0">
                  <a:moveTo>
                    <a:pt x="0" y="0"/>
                  </a:moveTo>
                  <a:lnTo>
                    <a:pt x="2588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60110" y="4027914"/>
              <a:ext cx="1054" cy="0"/>
            </a:xfrm>
            <a:custGeom>
              <a:avLst/>
              <a:pathLst>
                <a:path w="1054" h="0">
                  <a:moveTo>
                    <a:pt x="0" y="0"/>
                  </a:moveTo>
                  <a:lnTo>
                    <a:pt x="105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760110" y="3958379"/>
              <a:ext cx="1197" cy="0"/>
            </a:xfrm>
            <a:custGeom>
              <a:avLst/>
              <a:pathLst>
                <a:path w="1197" h="0">
                  <a:moveTo>
                    <a:pt x="0" y="0"/>
                  </a:moveTo>
                  <a:lnTo>
                    <a:pt x="119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60105" y="4097449"/>
              <a:ext cx="4" cy="0"/>
            </a:xfrm>
            <a:custGeom>
              <a:avLst/>
              <a:pathLst>
                <a:path w="4" h="0">
                  <a:moveTo>
                    <a:pt x="0" y="0"/>
                  </a:moveTo>
                  <a:lnTo>
                    <a:pt x="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759660" y="4236519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759660" y="416698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820330" y="5279546"/>
              <a:ext cx="4109" cy="0"/>
            </a:xfrm>
            <a:custGeom>
              <a:avLst/>
              <a:pathLst>
                <a:path w="4109" h="0">
                  <a:moveTo>
                    <a:pt x="0" y="0"/>
                  </a:moveTo>
                  <a:lnTo>
                    <a:pt x="4109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25119" y="521001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825119" y="514047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825090" y="5070941"/>
              <a:ext cx="6" cy="0"/>
            </a:xfrm>
            <a:custGeom>
              <a:avLst/>
              <a:pathLst>
                <a:path w="6" h="0">
                  <a:moveTo>
                    <a:pt x="0" y="0"/>
                  </a:moveTo>
                  <a:lnTo>
                    <a:pt x="6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25090" y="5001406"/>
              <a:ext cx="6243" cy="0"/>
            </a:xfrm>
            <a:custGeom>
              <a:avLst/>
              <a:pathLst>
                <a:path w="6243" h="0">
                  <a:moveTo>
                    <a:pt x="0" y="0"/>
                  </a:moveTo>
                  <a:lnTo>
                    <a:pt x="6243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23789" y="493187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23789" y="486233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816474" y="4723265"/>
              <a:ext cx="60001" cy="0"/>
            </a:xfrm>
            <a:custGeom>
              <a:avLst/>
              <a:pathLst>
                <a:path w="60001" h="0">
                  <a:moveTo>
                    <a:pt x="0" y="0"/>
                  </a:moveTo>
                  <a:lnTo>
                    <a:pt x="60001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816474" y="4653730"/>
              <a:ext cx="5" cy="0"/>
            </a:xfrm>
            <a:custGeom>
              <a:avLst/>
              <a:pathLst>
                <a:path w="5" h="0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799405" y="4375590"/>
              <a:ext cx="567" cy="0"/>
            </a:xfrm>
            <a:custGeom>
              <a:avLst/>
              <a:pathLst>
                <a:path w="567" h="0">
                  <a:moveTo>
                    <a:pt x="0" y="0"/>
                  </a:moveTo>
                  <a:lnTo>
                    <a:pt x="567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799405" y="4306055"/>
              <a:ext cx="1040" cy="0"/>
            </a:xfrm>
            <a:custGeom>
              <a:avLst/>
              <a:pathLst>
                <a:path w="1040" h="0">
                  <a:moveTo>
                    <a:pt x="0" y="0"/>
                  </a:moveTo>
                  <a:lnTo>
                    <a:pt x="104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99402" y="444512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799397" y="451466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99392" y="458419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798531" y="4792800"/>
              <a:ext cx="1108" cy="0"/>
            </a:xfrm>
            <a:custGeom>
              <a:avLst/>
              <a:pathLst>
                <a:path w="1108" h="0">
                  <a:moveTo>
                    <a:pt x="0" y="0"/>
                  </a:moveTo>
                  <a:lnTo>
                    <a:pt x="1108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654978" y="5349081"/>
              <a:ext cx="33716" cy="0"/>
            </a:xfrm>
            <a:custGeom>
              <a:avLst/>
              <a:pathLst>
                <a:path w="33716" h="0">
                  <a:moveTo>
                    <a:pt x="0" y="0"/>
                  </a:moveTo>
                  <a:lnTo>
                    <a:pt x="3371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909069" y="5488151"/>
              <a:ext cx="3319" cy="0"/>
            </a:xfrm>
            <a:custGeom>
              <a:avLst/>
              <a:pathLst>
                <a:path w="3319" h="0">
                  <a:moveTo>
                    <a:pt x="0" y="0"/>
                  </a:moveTo>
                  <a:lnTo>
                    <a:pt x="331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909069" y="5418616"/>
              <a:ext cx="1535" cy="0"/>
            </a:xfrm>
            <a:custGeom>
              <a:avLst/>
              <a:pathLst>
                <a:path w="1535" h="0">
                  <a:moveTo>
                    <a:pt x="0" y="0"/>
                  </a:moveTo>
                  <a:lnTo>
                    <a:pt x="153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894845" y="5557686"/>
              <a:ext cx="5149" cy="0"/>
            </a:xfrm>
            <a:custGeom>
              <a:avLst/>
              <a:pathLst>
                <a:path w="5149" h="0">
                  <a:moveTo>
                    <a:pt x="0" y="0"/>
                  </a:moveTo>
                  <a:lnTo>
                    <a:pt x="514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341948" y="5627221"/>
              <a:ext cx="510361" cy="0"/>
            </a:xfrm>
            <a:custGeom>
              <a:avLst/>
              <a:pathLst>
                <a:path w="510361" h="0">
                  <a:moveTo>
                    <a:pt x="0" y="0"/>
                  </a:moveTo>
                  <a:lnTo>
                    <a:pt x="51036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936230" y="6739783"/>
              <a:ext cx="1037087" cy="0"/>
            </a:xfrm>
            <a:custGeom>
              <a:avLst/>
              <a:pathLst>
                <a:path w="1037087" h="0">
                  <a:moveTo>
                    <a:pt x="0" y="0"/>
                  </a:moveTo>
                  <a:lnTo>
                    <a:pt x="103708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936230" y="6670248"/>
              <a:ext cx="1265223" cy="0"/>
            </a:xfrm>
            <a:custGeom>
              <a:avLst/>
              <a:pathLst>
                <a:path w="1265223" h="0">
                  <a:moveTo>
                    <a:pt x="0" y="0"/>
                  </a:moveTo>
                  <a:lnTo>
                    <a:pt x="126522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182054" y="6392107"/>
              <a:ext cx="1463" cy="0"/>
            </a:xfrm>
            <a:custGeom>
              <a:avLst/>
              <a:pathLst>
                <a:path w="1463" h="0">
                  <a:moveTo>
                    <a:pt x="0" y="0"/>
                  </a:moveTo>
                  <a:lnTo>
                    <a:pt x="1463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182054" y="6322572"/>
              <a:ext cx="6012" cy="0"/>
            </a:xfrm>
            <a:custGeom>
              <a:avLst/>
              <a:pathLst>
                <a:path w="6012" h="0">
                  <a:moveTo>
                    <a:pt x="0" y="0"/>
                  </a:moveTo>
                  <a:lnTo>
                    <a:pt x="6012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075029" y="6253037"/>
              <a:ext cx="247774" cy="0"/>
            </a:xfrm>
            <a:custGeom>
              <a:avLst/>
              <a:pathLst>
                <a:path w="247774" h="0">
                  <a:moveTo>
                    <a:pt x="0" y="0"/>
                  </a:moveTo>
                  <a:lnTo>
                    <a:pt x="24777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075029" y="6183502"/>
              <a:ext cx="203433" cy="0"/>
            </a:xfrm>
            <a:custGeom>
              <a:avLst/>
              <a:pathLst>
                <a:path w="203433" h="0">
                  <a:moveTo>
                    <a:pt x="0" y="0"/>
                  </a:moveTo>
                  <a:lnTo>
                    <a:pt x="203433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869409" y="6600713"/>
              <a:ext cx="430141" cy="0"/>
            </a:xfrm>
            <a:custGeom>
              <a:avLst/>
              <a:pathLst>
                <a:path w="430141" h="0">
                  <a:moveTo>
                    <a:pt x="0" y="0"/>
                  </a:moveTo>
                  <a:lnTo>
                    <a:pt x="43014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162587" y="6531178"/>
              <a:ext cx="12587" cy="0"/>
            </a:xfrm>
            <a:custGeom>
              <a:avLst/>
              <a:pathLst>
                <a:path w="12587" h="0">
                  <a:moveTo>
                    <a:pt x="0" y="0"/>
                  </a:moveTo>
                  <a:lnTo>
                    <a:pt x="1258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62587" y="6461643"/>
              <a:ext cx="3334" cy="0"/>
            </a:xfrm>
            <a:custGeom>
              <a:avLst/>
              <a:pathLst>
                <a:path w="3334" h="0">
                  <a:moveTo>
                    <a:pt x="0" y="0"/>
                  </a:moveTo>
                  <a:lnTo>
                    <a:pt x="333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879544" y="6113967"/>
              <a:ext cx="346697" cy="0"/>
            </a:xfrm>
            <a:custGeom>
              <a:avLst/>
              <a:pathLst>
                <a:path w="346697" h="0">
                  <a:moveTo>
                    <a:pt x="0" y="0"/>
                  </a:moveTo>
                  <a:lnTo>
                    <a:pt x="34669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879544" y="6044432"/>
              <a:ext cx="401784" cy="0"/>
            </a:xfrm>
            <a:custGeom>
              <a:avLst/>
              <a:pathLst>
                <a:path w="401784" h="0">
                  <a:moveTo>
                    <a:pt x="0" y="0"/>
                  </a:moveTo>
                  <a:lnTo>
                    <a:pt x="40178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221620" y="5766292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7221620" y="569675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157781" y="5835827"/>
              <a:ext cx="3744" cy="0"/>
            </a:xfrm>
            <a:custGeom>
              <a:avLst/>
              <a:pathLst>
                <a:path w="3744" h="0">
                  <a:moveTo>
                    <a:pt x="0" y="0"/>
                  </a:moveTo>
                  <a:lnTo>
                    <a:pt x="374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189269" y="5974897"/>
              <a:ext cx="106829" cy="0"/>
            </a:xfrm>
            <a:custGeom>
              <a:avLst/>
              <a:pathLst>
                <a:path w="106829" h="0">
                  <a:moveTo>
                    <a:pt x="0" y="0"/>
                  </a:moveTo>
                  <a:lnTo>
                    <a:pt x="106829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189269" y="5905362"/>
              <a:ext cx="46793" cy="0"/>
            </a:xfrm>
            <a:custGeom>
              <a:avLst/>
              <a:pathLst>
                <a:path w="46793" h="0">
                  <a:moveTo>
                    <a:pt x="0" y="0"/>
                  </a:moveTo>
                  <a:lnTo>
                    <a:pt x="46793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093731" y="7017923"/>
              <a:ext cx="212489" cy="0"/>
            </a:xfrm>
            <a:custGeom>
              <a:avLst/>
              <a:pathLst>
                <a:path w="212489" h="0">
                  <a:moveTo>
                    <a:pt x="0" y="0"/>
                  </a:moveTo>
                  <a:lnTo>
                    <a:pt x="212489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234930" y="6948388"/>
              <a:ext cx="49994" cy="0"/>
            </a:xfrm>
            <a:custGeom>
              <a:avLst/>
              <a:pathLst>
                <a:path w="49994" h="0">
                  <a:moveTo>
                    <a:pt x="0" y="0"/>
                  </a:moveTo>
                  <a:lnTo>
                    <a:pt x="4999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271134" y="6878853"/>
              <a:ext cx="4394" cy="0"/>
            </a:xfrm>
            <a:custGeom>
              <a:avLst/>
              <a:pathLst>
                <a:path w="4394" h="0">
                  <a:moveTo>
                    <a:pt x="0" y="0"/>
                  </a:moveTo>
                  <a:lnTo>
                    <a:pt x="439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271134" y="6809318"/>
              <a:ext cx="5881" cy="0"/>
            </a:xfrm>
            <a:custGeom>
              <a:avLst/>
              <a:pathLst>
                <a:path w="5881" h="0">
                  <a:moveTo>
                    <a:pt x="0" y="0"/>
                  </a:moveTo>
                  <a:lnTo>
                    <a:pt x="5881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101017" y="7087458"/>
              <a:ext cx="954441" cy="0"/>
            </a:xfrm>
            <a:custGeom>
              <a:avLst/>
              <a:pathLst>
                <a:path w="954441" h="0">
                  <a:moveTo>
                    <a:pt x="0" y="0"/>
                  </a:moveTo>
                  <a:lnTo>
                    <a:pt x="95444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942085" y="7156993"/>
              <a:ext cx="620110" cy="0"/>
            </a:xfrm>
            <a:custGeom>
              <a:avLst/>
              <a:pathLst>
                <a:path w="620110" h="0">
                  <a:moveTo>
                    <a:pt x="0" y="0"/>
                  </a:moveTo>
                  <a:lnTo>
                    <a:pt x="62011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524029" y="7226529"/>
              <a:ext cx="130973" cy="0"/>
            </a:xfrm>
            <a:custGeom>
              <a:avLst/>
              <a:pathLst>
                <a:path w="130973" h="0">
                  <a:moveTo>
                    <a:pt x="0" y="0"/>
                  </a:moveTo>
                  <a:lnTo>
                    <a:pt x="13097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3778" y="7296064"/>
              <a:ext cx="678" cy="0"/>
            </a:xfrm>
            <a:custGeom>
              <a:avLst/>
              <a:pathLst>
                <a:path w="678" h="0">
                  <a:moveTo>
                    <a:pt x="0" y="0"/>
                  </a:moveTo>
                  <a:lnTo>
                    <a:pt x="67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3415" y="868676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600" y="743513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7600" y="73655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7600" y="750466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7600" y="75742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7600" y="76437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7600" y="77132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377600" y="77828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377600" y="78523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377600" y="79218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377598" y="799141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377595" y="806095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377593" y="813048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378126" y="826955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378126" y="820002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378124" y="833909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378127" y="84781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78127" y="84086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78125" y="854769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378118" y="8617231"/>
              <a:ext cx="1159" cy="0"/>
            </a:xfrm>
            <a:custGeom>
              <a:avLst/>
              <a:pathLst>
                <a:path w="1159" h="0">
                  <a:moveTo>
                    <a:pt x="0" y="0"/>
                  </a:moveTo>
                  <a:lnTo>
                    <a:pt x="115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373410" y="84625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73410" y="7805558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373413" y="7085146"/>
              <a:ext cx="365" cy="0"/>
            </a:xfrm>
            <a:custGeom>
              <a:avLst/>
              <a:pathLst>
                <a:path w="365" h="0">
                  <a:moveTo>
                    <a:pt x="0" y="0"/>
                  </a:moveTo>
                  <a:lnTo>
                    <a:pt x="36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73778" y="6874229"/>
              <a:ext cx="150250" cy="0"/>
            </a:xfrm>
            <a:custGeom>
              <a:avLst/>
              <a:pathLst>
                <a:path w="150250" h="0">
                  <a:moveTo>
                    <a:pt x="0" y="0"/>
                  </a:moveTo>
                  <a:lnTo>
                    <a:pt x="15025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524029" y="6521930"/>
              <a:ext cx="418056" cy="0"/>
            </a:xfrm>
            <a:custGeom>
              <a:avLst/>
              <a:pathLst>
                <a:path w="418056" h="0">
                  <a:moveTo>
                    <a:pt x="0" y="0"/>
                  </a:moveTo>
                  <a:lnTo>
                    <a:pt x="418056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942085" y="5886866"/>
              <a:ext cx="597491" cy="0"/>
            </a:xfrm>
            <a:custGeom>
              <a:avLst/>
              <a:pathLst>
                <a:path w="597491" h="0">
                  <a:moveTo>
                    <a:pt x="0" y="0"/>
                  </a:moveTo>
                  <a:lnTo>
                    <a:pt x="59749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39577" y="5037752"/>
              <a:ext cx="222009" cy="0"/>
            </a:xfrm>
            <a:custGeom>
              <a:avLst/>
              <a:pathLst>
                <a:path w="222009" h="0">
                  <a:moveTo>
                    <a:pt x="0" y="0"/>
                  </a:moveTo>
                  <a:lnTo>
                    <a:pt x="22200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761586" y="4509126"/>
              <a:ext cx="861078" cy="0"/>
            </a:xfrm>
            <a:custGeom>
              <a:avLst/>
              <a:pathLst>
                <a:path w="861078" h="0">
                  <a:moveTo>
                    <a:pt x="0" y="0"/>
                  </a:moveTo>
                  <a:lnTo>
                    <a:pt x="86107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22665" y="3894888"/>
              <a:ext cx="53758" cy="0"/>
            </a:xfrm>
            <a:custGeom>
              <a:avLst/>
              <a:pathLst>
                <a:path w="53758" h="0">
                  <a:moveTo>
                    <a:pt x="0" y="0"/>
                  </a:moveTo>
                  <a:lnTo>
                    <a:pt x="5375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76424" y="3666250"/>
              <a:ext cx="41844" cy="0"/>
            </a:xfrm>
            <a:custGeom>
              <a:avLst/>
              <a:pathLst>
                <a:path w="41844" h="0">
                  <a:moveTo>
                    <a:pt x="0" y="0"/>
                  </a:moveTo>
                  <a:lnTo>
                    <a:pt x="4184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18268" y="3443656"/>
              <a:ext cx="23573" cy="0"/>
            </a:xfrm>
            <a:custGeom>
              <a:avLst/>
              <a:pathLst>
                <a:path w="23573" h="0">
                  <a:moveTo>
                    <a:pt x="0" y="0"/>
                  </a:moveTo>
                  <a:lnTo>
                    <a:pt x="2357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41841" y="3102771"/>
              <a:ext cx="504" cy="0"/>
            </a:xfrm>
            <a:custGeom>
              <a:avLst/>
              <a:pathLst>
                <a:path w="504" h="0">
                  <a:moveTo>
                    <a:pt x="0" y="0"/>
                  </a:moveTo>
                  <a:lnTo>
                    <a:pt x="50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42346" y="268936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742348" y="2915353"/>
              <a:ext cx="504" cy="0"/>
            </a:xfrm>
            <a:custGeom>
              <a:avLst/>
              <a:pathLst>
                <a:path w="504" h="0">
                  <a:moveTo>
                    <a:pt x="0" y="0"/>
                  </a:moveTo>
                  <a:lnTo>
                    <a:pt x="50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742853" y="301965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742853" y="2811050"/>
              <a:ext cx="504" cy="0"/>
            </a:xfrm>
            <a:custGeom>
              <a:avLst/>
              <a:pathLst>
                <a:path w="504" h="0">
                  <a:moveTo>
                    <a:pt x="0" y="0"/>
                  </a:moveTo>
                  <a:lnTo>
                    <a:pt x="50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743358" y="2880585"/>
              <a:ext cx="1070" cy="0"/>
            </a:xfrm>
            <a:custGeom>
              <a:avLst/>
              <a:pathLst>
                <a:path w="1070" h="0">
                  <a:moveTo>
                    <a:pt x="0" y="0"/>
                  </a:moveTo>
                  <a:lnTo>
                    <a:pt x="107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743358" y="2741515"/>
              <a:ext cx="505" cy="0"/>
            </a:xfrm>
            <a:custGeom>
              <a:avLst/>
              <a:pathLst>
                <a:path w="505" h="0">
                  <a:moveTo>
                    <a:pt x="0" y="0"/>
                  </a:moveTo>
                  <a:lnTo>
                    <a:pt x="50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742348" y="2463375"/>
              <a:ext cx="505" cy="0"/>
            </a:xfrm>
            <a:custGeom>
              <a:avLst/>
              <a:pathLst>
                <a:path w="505" h="0">
                  <a:moveTo>
                    <a:pt x="0" y="0"/>
                  </a:moveTo>
                  <a:lnTo>
                    <a:pt x="50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742854" y="2324304"/>
              <a:ext cx="503" cy="0"/>
            </a:xfrm>
            <a:custGeom>
              <a:avLst/>
              <a:pathLst>
                <a:path w="503" h="0">
                  <a:moveTo>
                    <a:pt x="0" y="0"/>
                  </a:moveTo>
                  <a:lnTo>
                    <a:pt x="50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743358" y="2185234"/>
              <a:ext cx="2020" cy="0"/>
            </a:xfrm>
            <a:custGeom>
              <a:avLst/>
              <a:pathLst>
                <a:path w="2020" h="0">
                  <a:moveTo>
                    <a:pt x="0" y="0"/>
                  </a:moveTo>
                  <a:lnTo>
                    <a:pt x="202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745379" y="2063548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745381" y="1976629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745384" y="204616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745384" y="1907094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745379" y="230692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745381" y="2254769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743358" y="2463375"/>
              <a:ext cx="1016" cy="0"/>
            </a:xfrm>
            <a:custGeom>
              <a:avLst/>
              <a:pathLst>
                <a:path w="1016" h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742854" y="2602445"/>
              <a:ext cx="1009" cy="0"/>
            </a:xfrm>
            <a:custGeom>
              <a:avLst/>
              <a:pathLst>
                <a:path w="1009" h="0">
                  <a:moveTo>
                    <a:pt x="0" y="0"/>
                  </a:moveTo>
                  <a:lnTo>
                    <a:pt x="100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742346" y="3516179"/>
              <a:ext cx="503" cy="0"/>
            </a:xfrm>
            <a:custGeom>
              <a:avLst/>
              <a:pathLst>
                <a:path w="503" h="0">
                  <a:moveTo>
                    <a:pt x="0" y="0"/>
                  </a:moveTo>
                  <a:lnTo>
                    <a:pt x="50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742850" y="3404271"/>
              <a:ext cx="505" cy="0"/>
            </a:xfrm>
            <a:custGeom>
              <a:avLst/>
              <a:pathLst>
                <a:path w="505" h="0">
                  <a:moveTo>
                    <a:pt x="0" y="0"/>
                  </a:moveTo>
                  <a:lnTo>
                    <a:pt x="50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743355" y="3336909"/>
              <a:ext cx="506" cy="0"/>
            </a:xfrm>
            <a:custGeom>
              <a:avLst/>
              <a:pathLst>
                <a:path w="506" h="0">
                  <a:moveTo>
                    <a:pt x="0" y="0"/>
                  </a:moveTo>
                  <a:lnTo>
                    <a:pt x="50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743862" y="3271720"/>
              <a:ext cx="1009" cy="0"/>
            </a:xfrm>
            <a:custGeom>
              <a:avLst/>
              <a:pathLst>
                <a:path w="1009" h="0">
                  <a:moveTo>
                    <a:pt x="0" y="0"/>
                  </a:moveTo>
                  <a:lnTo>
                    <a:pt x="100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744871" y="3210877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744874" y="3158725"/>
              <a:ext cx="5" cy="0"/>
            </a:xfrm>
            <a:custGeom>
              <a:avLst/>
              <a:pathLst>
                <a:path w="5" h="0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742850" y="3628087"/>
              <a:ext cx="507" cy="0"/>
            </a:xfrm>
            <a:custGeom>
              <a:avLst/>
              <a:pathLst>
                <a:path w="507" h="0">
                  <a:moveTo>
                    <a:pt x="0" y="0"/>
                  </a:moveTo>
                  <a:lnTo>
                    <a:pt x="50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743357" y="3575936"/>
              <a:ext cx="1012" cy="0"/>
            </a:xfrm>
            <a:custGeom>
              <a:avLst/>
              <a:pathLst>
                <a:path w="1012" h="0">
                  <a:moveTo>
                    <a:pt x="0" y="0"/>
                  </a:moveTo>
                  <a:lnTo>
                    <a:pt x="101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741841" y="3784541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676424" y="4123525"/>
              <a:ext cx="82948" cy="0"/>
            </a:xfrm>
            <a:custGeom>
              <a:avLst/>
              <a:pathLst>
                <a:path w="82948" h="0">
                  <a:moveTo>
                    <a:pt x="0" y="0"/>
                  </a:moveTo>
                  <a:lnTo>
                    <a:pt x="8294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759373" y="4045298"/>
              <a:ext cx="731" cy="0"/>
            </a:xfrm>
            <a:custGeom>
              <a:avLst/>
              <a:pathLst>
                <a:path w="731" h="0">
                  <a:moveTo>
                    <a:pt x="0" y="0"/>
                  </a:moveTo>
                  <a:lnTo>
                    <a:pt x="73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760105" y="3993147"/>
              <a:ext cx="5" cy="0"/>
            </a:xfrm>
            <a:custGeom>
              <a:avLst/>
              <a:pathLst>
                <a:path w="5" h="0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759373" y="4201752"/>
              <a:ext cx="286" cy="0"/>
            </a:xfrm>
            <a:custGeom>
              <a:avLst/>
              <a:pathLst>
                <a:path w="286" h="0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22665" y="5123364"/>
              <a:ext cx="32313" cy="0"/>
            </a:xfrm>
            <a:custGeom>
              <a:avLst/>
              <a:pathLst>
                <a:path w="32313" h="0">
                  <a:moveTo>
                    <a:pt x="0" y="0"/>
                  </a:moveTo>
                  <a:lnTo>
                    <a:pt x="3231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654978" y="4897646"/>
              <a:ext cx="92851" cy="0"/>
            </a:xfrm>
            <a:custGeom>
              <a:avLst/>
              <a:pathLst>
                <a:path w="92851" h="0">
                  <a:moveTo>
                    <a:pt x="0" y="0"/>
                  </a:moveTo>
                  <a:lnTo>
                    <a:pt x="92851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747830" y="5097016"/>
              <a:ext cx="67403" cy="0"/>
            </a:xfrm>
            <a:custGeom>
              <a:avLst/>
              <a:pathLst>
                <a:path w="67403" h="0">
                  <a:moveTo>
                    <a:pt x="0" y="0"/>
                  </a:moveTo>
                  <a:lnTo>
                    <a:pt x="67403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815234" y="5227395"/>
              <a:ext cx="5096" cy="0"/>
            </a:xfrm>
            <a:custGeom>
              <a:avLst/>
              <a:pathLst>
                <a:path w="5096" h="0">
                  <a:moveTo>
                    <a:pt x="0" y="0"/>
                  </a:moveTo>
                  <a:lnTo>
                    <a:pt x="5096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820330" y="5175243"/>
              <a:ext cx="4789" cy="0"/>
            </a:xfrm>
            <a:custGeom>
              <a:avLst/>
              <a:pathLst>
                <a:path w="4789" h="0">
                  <a:moveTo>
                    <a:pt x="0" y="0"/>
                  </a:moveTo>
                  <a:lnTo>
                    <a:pt x="4789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815234" y="4966638"/>
              <a:ext cx="8057" cy="0"/>
            </a:xfrm>
            <a:custGeom>
              <a:avLst/>
              <a:pathLst>
                <a:path w="8057" h="0">
                  <a:moveTo>
                    <a:pt x="0" y="0"/>
                  </a:moveTo>
                  <a:lnTo>
                    <a:pt x="8057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823291" y="5036173"/>
              <a:ext cx="1799" cy="0"/>
            </a:xfrm>
            <a:custGeom>
              <a:avLst/>
              <a:pathLst>
                <a:path w="1799" h="0">
                  <a:moveTo>
                    <a:pt x="0" y="0"/>
                  </a:moveTo>
                  <a:lnTo>
                    <a:pt x="1799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823291" y="4897103"/>
              <a:ext cx="498" cy="0"/>
            </a:xfrm>
            <a:custGeom>
              <a:avLst/>
              <a:pathLst>
                <a:path w="498" h="0">
                  <a:moveTo>
                    <a:pt x="0" y="0"/>
                  </a:moveTo>
                  <a:lnTo>
                    <a:pt x="498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747830" y="4698276"/>
              <a:ext cx="50700" cy="0"/>
            </a:xfrm>
            <a:custGeom>
              <a:avLst/>
              <a:pathLst>
                <a:path w="50700" h="0">
                  <a:moveTo>
                    <a:pt x="0" y="0"/>
                  </a:moveTo>
                  <a:lnTo>
                    <a:pt x="5070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798531" y="4603752"/>
              <a:ext cx="801" cy="0"/>
            </a:xfrm>
            <a:custGeom>
              <a:avLst/>
              <a:pathLst>
                <a:path w="801" h="0">
                  <a:moveTo>
                    <a:pt x="0" y="0"/>
                  </a:moveTo>
                  <a:lnTo>
                    <a:pt x="801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799332" y="4688498"/>
              <a:ext cx="17141" cy="0"/>
            </a:xfrm>
            <a:custGeom>
              <a:avLst/>
              <a:pathLst>
                <a:path w="17141" h="0">
                  <a:moveTo>
                    <a:pt x="0" y="0"/>
                  </a:moveTo>
                  <a:lnTo>
                    <a:pt x="17141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799332" y="4519006"/>
              <a:ext cx="59" cy="0"/>
            </a:xfrm>
            <a:custGeom>
              <a:avLst/>
              <a:pathLst>
                <a:path w="59" h="0">
                  <a:moveTo>
                    <a:pt x="0" y="0"/>
                  </a:moveTo>
                  <a:lnTo>
                    <a:pt x="59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799392" y="4453817"/>
              <a:ext cx="5" cy="0"/>
            </a:xfrm>
            <a:custGeom>
              <a:avLst/>
              <a:pathLst>
                <a:path w="5" h="0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799397" y="4392973"/>
              <a:ext cx="4" cy="0"/>
            </a:xfrm>
            <a:custGeom>
              <a:avLst/>
              <a:pathLst>
                <a:path w="4" h="0">
                  <a:moveTo>
                    <a:pt x="0" y="0"/>
                  </a:moveTo>
                  <a:lnTo>
                    <a:pt x="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799402" y="4340822"/>
              <a:ext cx="3" cy="0"/>
            </a:xfrm>
            <a:custGeom>
              <a:avLst/>
              <a:pathLst>
                <a:path w="3" h="0">
                  <a:moveTo>
                    <a:pt x="0" y="0"/>
                  </a:moveTo>
                  <a:lnTo>
                    <a:pt x="3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761586" y="5566378"/>
              <a:ext cx="580361" cy="0"/>
            </a:xfrm>
            <a:custGeom>
              <a:avLst/>
              <a:pathLst>
                <a:path w="580361" h="0">
                  <a:moveTo>
                    <a:pt x="0" y="0"/>
                  </a:moveTo>
                  <a:lnTo>
                    <a:pt x="58036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341948" y="5505535"/>
              <a:ext cx="552897" cy="0"/>
            </a:xfrm>
            <a:custGeom>
              <a:avLst/>
              <a:pathLst>
                <a:path w="552897" h="0">
                  <a:moveTo>
                    <a:pt x="0" y="0"/>
                  </a:moveTo>
                  <a:lnTo>
                    <a:pt x="55289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894845" y="5453384"/>
              <a:ext cx="14223" cy="0"/>
            </a:xfrm>
            <a:custGeom>
              <a:avLst/>
              <a:pathLst>
                <a:path w="14223" h="0">
                  <a:moveTo>
                    <a:pt x="0" y="0"/>
                  </a:moveTo>
                  <a:lnTo>
                    <a:pt x="1422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4539577" y="6735980"/>
              <a:ext cx="594079" cy="0"/>
            </a:xfrm>
            <a:custGeom>
              <a:avLst/>
              <a:pathLst>
                <a:path w="594079" h="0">
                  <a:moveTo>
                    <a:pt x="0" y="0"/>
                  </a:moveTo>
                  <a:lnTo>
                    <a:pt x="59407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133656" y="6449691"/>
              <a:ext cx="372324" cy="0"/>
            </a:xfrm>
            <a:custGeom>
              <a:avLst/>
              <a:pathLst>
                <a:path w="372324" h="0">
                  <a:moveTo>
                    <a:pt x="0" y="0"/>
                  </a:moveTo>
                  <a:lnTo>
                    <a:pt x="37232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505980" y="6705015"/>
              <a:ext cx="1430249" cy="0"/>
            </a:xfrm>
            <a:custGeom>
              <a:avLst/>
              <a:pathLst>
                <a:path w="1430249" h="0">
                  <a:moveTo>
                    <a:pt x="0" y="0"/>
                  </a:moveTo>
                  <a:lnTo>
                    <a:pt x="143024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505980" y="6194367"/>
              <a:ext cx="256759" cy="0"/>
            </a:xfrm>
            <a:custGeom>
              <a:avLst/>
              <a:pathLst>
                <a:path w="256759" h="0">
                  <a:moveTo>
                    <a:pt x="0" y="0"/>
                  </a:moveTo>
                  <a:lnTo>
                    <a:pt x="25675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762740" y="6418183"/>
              <a:ext cx="1987269" cy="0"/>
            </a:xfrm>
            <a:custGeom>
              <a:avLst/>
              <a:pathLst>
                <a:path w="1987269" h="0">
                  <a:moveTo>
                    <a:pt x="0" y="0"/>
                  </a:moveTo>
                  <a:lnTo>
                    <a:pt x="198726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750010" y="6287805"/>
              <a:ext cx="252714" cy="0"/>
            </a:xfrm>
            <a:custGeom>
              <a:avLst/>
              <a:pathLst>
                <a:path w="252714" h="0">
                  <a:moveTo>
                    <a:pt x="0" y="0"/>
                  </a:moveTo>
                  <a:lnTo>
                    <a:pt x="25271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02724" y="6357340"/>
              <a:ext cx="179329" cy="0"/>
            </a:xfrm>
            <a:custGeom>
              <a:avLst/>
              <a:pathLst>
                <a:path w="179329" h="0">
                  <a:moveTo>
                    <a:pt x="0" y="0"/>
                  </a:moveTo>
                  <a:lnTo>
                    <a:pt x="179329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02724" y="6218270"/>
              <a:ext cx="72305" cy="0"/>
            </a:xfrm>
            <a:custGeom>
              <a:avLst/>
              <a:pathLst>
                <a:path w="72305" h="0">
                  <a:moveTo>
                    <a:pt x="0" y="0"/>
                  </a:moveTo>
                  <a:lnTo>
                    <a:pt x="72305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750010" y="6548561"/>
              <a:ext cx="119398" cy="0"/>
            </a:xfrm>
            <a:custGeom>
              <a:avLst/>
              <a:pathLst>
                <a:path w="119398" h="0">
                  <a:moveTo>
                    <a:pt x="0" y="0"/>
                  </a:moveTo>
                  <a:lnTo>
                    <a:pt x="11939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869409" y="6496410"/>
              <a:ext cx="293178" cy="0"/>
            </a:xfrm>
            <a:custGeom>
              <a:avLst/>
              <a:pathLst>
                <a:path w="293178" h="0">
                  <a:moveTo>
                    <a:pt x="0" y="0"/>
                  </a:moveTo>
                  <a:lnTo>
                    <a:pt x="29317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762740" y="5970551"/>
              <a:ext cx="673179" cy="0"/>
            </a:xfrm>
            <a:custGeom>
              <a:avLst/>
              <a:pathLst>
                <a:path w="673179" h="0">
                  <a:moveTo>
                    <a:pt x="0" y="0"/>
                  </a:moveTo>
                  <a:lnTo>
                    <a:pt x="67317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6435920" y="6079200"/>
              <a:ext cx="443624" cy="0"/>
            </a:xfrm>
            <a:custGeom>
              <a:avLst/>
              <a:pathLst>
                <a:path w="443624" h="0">
                  <a:moveTo>
                    <a:pt x="0" y="0"/>
                  </a:moveTo>
                  <a:lnTo>
                    <a:pt x="44362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6435920" y="5861902"/>
              <a:ext cx="560043" cy="0"/>
            </a:xfrm>
            <a:custGeom>
              <a:avLst/>
              <a:pathLst>
                <a:path w="560043" h="0">
                  <a:moveTo>
                    <a:pt x="0" y="0"/>
                  </a:moveTo>
                  <a:lnTo>
                    <a:pt x="560043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6995963" y="5783675"/>
              <a:ext cx="161818" cy="0"/>
            </a:xfrm>
            <a:custGeom>
              <a:avLst/>
              <a:pathLst>
                <a:path w="161818" h="0">
                  <a:moveTo>
                    <a:pt x="0" y="0"/>
                  </a:moveTo>
                  <a:lnTo>
                    <a:pt x="161818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157781" y="5731524"/>
              <a:ext cx="63838" cy="0"/>
            </a:xfrm>
            <a:custGeom>
              <a:avLst/>
              <a:pathLst>
                <a:path w="63838" h="0">
                  <a:moveTo>
                    <a:pt x="0" y="0"/>
                  </a:moveTo>
                  <a:lnTo>
                    <a:pt x="63838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995963" y="5940129"/>
              <a:ext cx="193305" cy="0"/>
            </a:xfrm>
            <a:custGeom>
              <a:avLst/>
              <a:pathLst>
                <a:path w="193305" h="0">
                  <a:moveTo>
                    <a:pt x="0" y="0"/>
                  </a:moveTo>
                  <a:lnTo>
                    <a:pt x="193305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133656" y="7022269"/>
              <a:ext cx="967360" cy="0"/>
            </a:xfrm>
            <a:custGeom>
              <a:avLst/>
              <a:pathLst>
                <a:path w="967360" h="0">
                  <a:moveTo>
                    <a:pt x="0" y="0"/>
                  </a:moveTo>
                  <a:lnTo>
                    <a:pt x="96736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6101017" y="6957080"/>
              <a:ext cx="992714" cy="0"/>
            </a:xfrm>
            <a:custGeom>
              <a:avLst/>
              <a:pathLst>
                <a:path w="992714" h="0">
                  <a:moveTo>
                    <a:pt x="0" y="0"/>
                  </a:moveTo>
                  <a:lnTo>
                    <a:pt x="99271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7093731" y="6896237"/>
              <a:ext cx="141198" cy="0"/>
            </a:xfrm>
            <a:custGeom>
              <a:avLst/>
              <a:pathLst>
                <a:path w="141198" h="0">
                  <a:moveTo>
                    <a:pt x="0" y="0"/>
                  </a:moveTo>
                  <a:lnTo>
                    <a:pt x="141198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7234930" y="6844086"/>
              <a:ext cx="36203" cy="0"/>
            </a:xfrm>
            <a:custGeom>
              <a:avLst/>
              <a:pathLst>
                <a:path w="36203" h="0">
                  <a:moveTo>
                    <a:pt x="0" y="0"/>
                  </a:moveTo>
                  <a:lnTo>
                    <a:pt x="36203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3373413" y="8525970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3373415" y="8365174"/>
              <a:ext cx="2608" cy="0"/>
            </a:xfrm>
            <a:custGeom>
              <a:avLst/>
              <a:pathLst>
                <a:path w="2608" h="0">
                  <a:moveTo>
                    <a:pt x="0" y="0"/>
                  </a:moveTo>
                  <a:lnTo>
                    <a:pt x="260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3376024" y="8173961"/>
              <a:ext cx="1045" cy="0"/>
            </a:xfrm>
            <a:custGeom>
              <a:avLst/>
              <a:pathLst>
                <a:path w="1045" h="0">
                  <a:moveTo>
                    <a:pt x="0" y="0"/>
                  </a:moveTo>
                  <a:lnTo>
                    <a:pt x="104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3377070" y="8060984"/>
              <a:ext cx="522" cy="0"/>
            </a:xfrm>
            <a:custGeom>
              <a:avLst/>
              <a:pathLst>
                <a:path w="522" h="0">
                  <a:moveTo>
                    <a:pt x="0" y="0"/>
                  </a:moveTo>
                  <a:lnTo>
                    <a:pt x="52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3377593" y="7991483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3377595" y="7922015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3377598" y="7852616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3377600" y="77833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3377600" y="77143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377600" y="764591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377600" y="75785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377600" y="75133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377600" y="745251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377600" y="74003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377070" y="8286939"/>
              <a:ext cx="1053" cy="0"/>
            </a:xfrm>
            <a:custGeom>
              <a:avLst/>
              <a:pathLst>
                <a:path w="1053" h="0">
                  <a:moveTo>
                    <a:pt x="0" y="0"/>
                  </a:moveTo>
                  <a:lnTo>
                    <a:pt x="105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378124" y="8234787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376024" y="8556387"/>
              <a:ext cx="2094" cy="0"/>
            </a:xfrm>
            <a:custGeom>
              <a:avLst/>
              <a:pathLst>
                <a:path w="2094" h="0">
                  <a:moveTo>
                    <a:pt x="0" y="0"/>
                  </a:moveTo>
                  <a:lnTo>
                    <a:pt x="209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378118" y="8495544"/>
              <a:ext cx="6" cy="0"/>
            </a:xfrm>
            <a:custGeom>
              <a:avLst/>
              <a:pathLst>
                <a:path w="6" h="0">
                  <a:moveTo>
                    <a:pt x="0" y="0"/>
                  </a:moveTo>
                  <a:lnTo>
                    <a:pt x="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378125" y="8443393"/>
              <a:ext cx="2" cy="0"/>
            </a:xfrm>
            <a:custGeom>
              <a:avLst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373410" y="8462565"/>
              <a:ext cx="0" cy="363270"/>
            </a:xfrm>
            <a:custGeom>
              <a:avLst/>
              <a:pathLst>
                <a:path w="0" h="363270">
                  <a:moveTo>
                    <a:pt x="0" y="0"/>
                  </a:moveTo>
                  <a:lnTo>
                    <a:pt x="0" y="36327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373410" y="8462565"/>
              <a:ext cx="0" cy="293735"/>
            </a:xfrm>
            <a:custGeom>
              <a:avLst/>
              <a:pathLst>
                <a:path w="0" h="293735">
                  <a:moveTo>
                    <a:pt x="0" y="0"/>
                  </a:moveTo>
                  <a:lnTo>
                    <a:pt x="0" y="29373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5742856" y="301965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5742856" y="2984888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5744428" y="288058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744428" y="2845818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743864" y="274151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743864" y="2706747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745381" y="2063548"/>
              <a:ext cx="0" cy="86918"/>
            </a:xfrm>
            <a:custGeom>
              <a:avLst/>
              <a:pathLst>
                <a:path w="0" h="86918">
                  <a:moveTo>
                    <a:pt x="0" y="0"/>
                  </a:moveTo>
                  <a:lnTo>
                    <a:pt x="0" y="8691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5745386" y="2046164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5745386" y="201139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5745386" y="1907094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745386" y="187232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745381" y="2306921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745384" y="2254769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745384" y="2220002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744374" y="246337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744374" y="2428607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743864" y="260244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743864" y="2567677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744874" y="3210877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744879" y="315872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5744879" y="3123958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744871" y="3271720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743862" y="3336909"/>
              <a:ext cx="0" cy="65189"/>
            </a:xfrm>
            <a:custGeom>
              <a:avLst/>
              <a:pathLst>
                <a:path w="0" h="65189">
                  <a:moveTo>
                    <a:pt x="0" y="0"/>
                  </a:moveTo>
                  <a:lnTo>
                    <a:pt x="0" y="651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743355" y="3404271"/>
              <a:ext cx="0" cy="67362"/>
            </a:xfrm>
            <a:custGeom>
              <a:avLst/>
              <a:pathLst>
                <a:path w="0" h="67362">
                  <a:moveTo>
                    <a:pt x="0" y="0"/>
                  </a:moveTo>
                  <a:lnTo>
                    <a:pt x="0" y="6736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744369" y="3575936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744369" y="3541169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743357" y="3628087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5741844" y="3784541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5741844" y="3749774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5718268" y="3666250"/>
              <a:ext cx="0" cy="222593"/>
            </a:xfrm>
            <a:custGeom>
              <a:avLst/>
              <a:pathLst>
                <a:path w="0" h="222593">
                  <a:moveTo>
                    <a:pt x="0" y="0"/>
                  </a:moveTo>
                  <a:lnTo>
                    <a:pt x="0" y="22259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5760110" y="3993147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5760110" y="3958379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5760105" y="4045298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759660" y="4201752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759660" y="4166984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820330" y="5227395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825119" y="5175243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825119" y="514047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825090" y="5036173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825090" y="500140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823789" y="4897103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823789" y="4862335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816474" y="4688498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816474" y="4653730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799405" y="4340822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799405" y="4306055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799402" y="4392973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799397" y="4453817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799392" y="4519006"/>
              <a:ext cx="0" cy="65189"/>
            </a:xfrm>
            <a:custGeom>
              <a:avLst/>
              <a:pathLst>
                <a:path w="0" h="65189">
                  <a:moveTo>
                    <a:pt x="0" y="0"/>
                  </a:moveTo>
                  <a:lnTo>
                    <a:pt x="0" y="65189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798531" y="4698276"/>
              <a:ext cx="0" cy="94524"/>
            </a:xfrm>
            <a:custGeom>
              <a:avLst/>
              <a:pathLst>
                <a:path w="0" h="94524">
                  <a:moveTo>
                    <a:pt x="0" y="0"/>
                  </a:moveTo>
                  <a:lnTo>
                    <a:pt x="0" y="94524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654978" y="5123364"/>
              <a:ext cx="0" cy="225717"/>
            </a:xfrm>
            <a:custGeom>
              <a:avLst/>
              <a:pathLst>
                <a:path w="0" h="225717">
                  <a:moveTo>
                    <a:pt x="0" y="0"/>
                  </a:moveTo>
                  <a:lnTo>
                    <a:pt x="0" y="22571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909069" y="5453384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909069" y="541861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894845" y="5505535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341948" y="5566378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6936230" y="6705015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936230" y="6670248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8182054" y="6357340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8182054" y="6322572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8075029" y="6218270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8075029" y="6183502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9409" y="6548561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8162587" y="6496410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8162587" y="6461643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6879544" y="6079200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6879544" y="6044432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221620" y="5731524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221620" y="5696756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157781" y="5783675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189269" y="5940129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189269" y="5905362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093731" y="6957080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234930" y="6896237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271134" y="6844086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271134" y="6809318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6101017" y="7022269"/>
              <a:ext cx="0" cy="65189"/>
            </a:xfrm>
            <a:custGeom>
              <a:avLst/>
              <a:pathLst>
                <a:path w="0" h="65189">
                  <a:moveTo>
                    <a:pt x="0" y="0"/>
                  </a:moveTo>
                  <a:lnTo>
                    <a:pt x="0" y="6518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942085" y="6521930"/>
              <a:ext cx="0" cy="635063"/>
            </a:xfrm>
            <a:custGeom>
              <a:avLst/>
              <a:pathLst>
                <a:path w="0" h="635063">
                  <a:moveTo>
                    <a:pt x="0" y="0"/>
                  </a:moveTo>
                  <a:lnTo>
                    <a:pt x="0" y="63506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524029" y="6874229"/>
              <a:ext cx="0" cy="352299"/>
            </a:xfrm>
            <a:custGeom>
              <a:avLst/>
              <a:pathLst>
                <a:path w="0" h="352299">
                  <a:moveTo>
                    <a:pt x="0" y="0"/>
                  </a:moveTo>
                  <a:lnTo>
                    <a:pt x="0" y="35229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373778" y="7085146"/>
              <a:ext cx="0" cy="210917"/>
            </a:xfrm>
            <a:custGeom>
              <a:avLst/>
              <a:pathLst>
                <a:path w="0" h="210917">
                  <a:moveTo>
                    <a:pt x="0" y="0"/>
                  </a:moveTo>
                  <a:lnTo>
                    <a:pt x="0" y="21091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373415" y="8525970"/>
              <a:ext cx="0" cy="160795"/>
            </a:xfrm>
            <a:custGeom>
              <a:avLst/>
              <a:pathLst>
                <a:path w="0" h="160795">
                  <a:moveTo>
                    <a:pt x="0" y="0"/>
                  </a:moveTo>
                  <a:lnTo>
                    <a:pt x="0" y="16079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377600" y="7400366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377600" y="7365599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3377600" y="7452518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377600" y="7513361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377600" y="7578550"/>
              <a:ext cx="0" cy="65189"/>
            </a:xfrm>
            <a:custGeom>
              <a:avLst/>
              <a:pathLst>
                <a:path w="0" h="65189">
                  <a:moveTo>
                    <a:pt x="0" y="0"/>
                  </a:moveTo>
                  <a:lnTo>
                    <a:pt x="0" y="65189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377600" y="7645912"/>
              <a:ext cx="0" cy="67362"/>
            </a:xfrm>
            <a:custGeom>
              <a:avLst/>
              <a:pathLst>
                <a:path w="0" h="67362">
                  <a:moveTo>
                    <a:pt x="0" y="0"/>
                  </a:moveTo>
                  <a:lnTo>
                    <a:pt x="0" y="6736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3377600" y="7714361"/>
              <a:ext cx="0" cy="68448"/>
            </a:xfrm>
            <a:custGeom>
              <a:avLst/>
              <a:pathLst>
                <a:path w="0" h="68448">
                  <a:moveTo>
                    <a:pt x="0" y="0"/>
                  </a:moveTo>
                  <a:lnTo>
                    <a:pt x="0" y="68448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377600" y="7783353"/>
              <a:ext cx="0" cy="68991"/>
            </a:xfrm>
            <a:custGeom>
              <a:avLst/>
              <a:pathLst>
                <a:path w="0" h="68991">
                  <a:moveTo>
                    <a:pt x="0" y="0"/>
                  </a:moveTo>
                  <a:lnTo>
                    <a:pt x="0" y="6899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377600" y="7852616"/>
              <a:ext cx="0" cy="69263"/>
            </a:xfrm>
            <a:custGeom>
              <a:avLst/>
              <a:pathLst>
                <a:path w="0" h="69263">
                  <a:moveTo>
                    <a:pt x="0" y="0"/>
                  </a:moveTo>
                  <a:lnTo>
                    <a:pt x="0" y="6926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377598" y="7922015"/>
              <a:ext cx="0" cy="69399"/>
            </a:xfrm>
            <a:custGeom>
              <a:avLst/>
              <a:pathLst>
                <a:path w="0" h="69399">
                  <a:moveTo>
                    <a:pt x="0" y="0"/>
                  </a:moveTo>
                  <a:lnTo>
                    <a:pt x="0" y="69399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3377595" y="7991483"/>
              <a:ext cx="0" cy="69467"/>
            </a:xfrm>
            <a:custGeom>
              <a:avLst/>
              <a:pathLst>
                <a:path w="0" h="69467">
                  <a:moveTo>
                    <a:pt x="0" y="0"/>
                  </a:moveTo>
                  <a:lnTo>
                    <a:pt x="0" y="6946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377593" y="8060984"/>
              <a:ext cx="0" cy="69501"/>
            </a:xfrm>
            <a:custGeom>
              <a:avLst/>
              <a:pathLst>
                <a:path w="0" h="69501">
                  <a:moveTo>
                    <a:pt x="0" y="0"/>
                  </a:moveTo>
                  <a:lnTo>
                    <a:pt x="0" y="6950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3378126" y="8234787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3378126" y="8200020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378124" y="8286939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378127" y="8443393"/>
              <a:ext cx="0" cy="34767"/>
            </a:xfrm>
            <a:custGeom>
              <a:avLst/>
              <a:pathLst>
                <a:path w="0" h="34767">
                  <a:moveTo>
                    <a:pt x="0" y="0"/>
                  </a:moveTo>
                  <a:lnTo>
                    <a:pt x="0" y="3476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378127" y="8408625"/>
              <a:ext cx="0" cy="34767"/>
            </a:xfrm>
            <a:custGeom>
              <a:avLst/>
              <a:pathLst>
                <a:path w="0" h="34767">
                  <a:moveTo>
                    <a:pt x="0" y="347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378125" y="8495544"/>
              <a:ext cx="0" cy="52151"/>
            </a:xfrm>
            <a:custGeom>
              <a:avLst/>
              <a:pathLst>
                <a:path w="0" h="52151">
                  <a:moveTo>
                    <a:pt x="0" y="0"/>
                  </a:moveTo>
                  <a:lnTo>
                    <a:pt x="0" y="5215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378118" y="8556387"/>
              <a:ext cx="0" cy="60843"/>
            </a:xfrm>
            <a:custGeom>
              <a:avLst/>
              <a:pathLst>
                <a:path w="0" h="60843">
                  <a:moveTo>
                    <a:pt x="0" y="0"/>
                  </a:moveTo>
                  <a:lnTo>
                    <a:pt x="0" y="6084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373410" y="84625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373410" y="7805558"/>
              <a:ext cx="0" cy="657006"/>
            </a:xfrm>
            <a:custGeom>
              <a:avLst/>
              <a:pathLst>
                <a:path w="0" h="657006">
                  <a:moveTo>
                    <a:pt x="0" y="65700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373413" y="7085146"/>
              <a:ext cx="0" cy="720411"/>
            </a:xfrm>
            <a:custGeom>
              <a:avLst/>
              <a:pathLst>
                <a:path w="0" h="720411">
                  <a:moveTo>
                    <a:pt x="0" y="72041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373778" y="6874229"/>
              <a:ext cx="0" cy="210917"/>
            </a:xfrm>
            <a:custGeom>
              <a:avLst/>
              <a:pathLst>
                <a:path w="0" h="210917">
                  <a:moveTo>
                    <a:pt x="0" y="21091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524029" y="6521930"/>
              <a:ext cx="0" cy="352299"/>
            </a:xfrm>
            <a:custGeom>
              <a:avLst/>
              <a:pathLst>
                <a:path w="0" h="352299">
                  <a:moveTo>
                    <a:pt x="0" y="35229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942085" y="5886866"/>
              <a:ext cx="0" cy="635063"/>
            </a:xfrm>
            <a:custGeom>
              <a:avLst/>
              <a:pathLst>
                <a:path w="0" h="635063">
                  <a:moveTo>
                    <a:pt x="0" y="6350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539577" y="5037752"/>
              <a:ext cx="0" cy="849114"/>
            </a:xfrm>
            <a:custGeom>
              <a:avLst/>
              <a:pathLst>
                <a:path w="0" h="849114">
                  <a:moveTo>
                    <a:pt x="0" y="84911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761586" y="4509126"/>
              <a:ext cx="0" cy="528626"/>
            </a:xfrm>
            <a:custGeom>
              <a:avLst/>
              <a:pathLst>
                <a:path w="0" h="528626">
                  <a:moveTo>
                    <a:pt x="0" y="5286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5622665" y="3894888"/>
              <a:ext cx="0" cy="614237"/>
            </a:xfrm>
            <a:custGeom>
              <a:avLst/>
              <a:pathLst>
                <a:path w="0" h="614237">
                  <a:moveTo>
                    <a:pt x="0" y="61423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5676424" y="3666250"/>
              <a:ext cx="0" cy="228637"/>
            </a:xfrm>
            <a:custGeom>
              <a:avLst/>
              <a:pathLst>
                <a:path w="0" h="228637">
                  <a:moveTo>
                    <a:pt x="0" y="22863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5718268" y="3443656"/>
              <a:ext cx="0" cy="222593"/>
            </a:xfrm>
            <a:custGeom>
              <a:avLst/>
              <a:pathLst>
                <a:path w="0" h="222593">
                  <a:moveTo>
                    <a:pt x="0" y="2225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5741841" y="3102771"/>
              <a:ext cx="0" cy="340884"/>
            </a:xfrm>
            <a:custGeom>
              <a:avLst/>
              <a:pathLst>
                <a:path w="0" h="340884">
                  <a:moveTo>
                    <a:pt x="0" y="34088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5742346" y="2689364"/>
              <a:ext cx="0" cy="413407"/>
            </a:xfrm>
            <a:custGeom>
              <a:avLst/>
              <a:pathLst>
                <a:path w="0" h="413407">
                  <a:moveTo>
                    <a:pt x="0" y="41340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742348" y="2689364"/>
              <a:ext cx="0" cy="225989"/>
            </a:xfrm>
            <a:custGeom>
              <a:avLst/>
              <a:pathLst>
                <a:path w="0" h="225989">
                  <a:moveTo>
                    <a:pt x="0" y="0"/>
                  </a:moveTo>
                  <a:lnTo>
                    <a:pt x="0" y="2259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5742853" y="2915353"/>
              <a:ext cx="0" cy="104302"/>
            </a:xfrm>
            <a:custGeom>
              <a:avLst/>
              <a:pathLst>
                <a:path w="0" h="104302">
                  <a:moveTo>
                    <a:pt x="0" y="0"/>
                  </a:moveTo>
                  <a:lnTo>
                    <a:pt x="0" y="10430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742853" y="2811050"/>
              <a:ext cx="0" cy="104302"/>
            </a:xfrm>
            <a:custGeom>
              <a:avLst/>
              <a:pathLst>
                <a:path w="0" h="104302">
                  <a:moveTo>
                    <a:pt x="0" y="1043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743358" y="2811050"/>
              <a:ext cx="0" cy="69535"/>
            </a:xfrm>
            <a:custGeom>
              <a:avLst/>
              <a:pathLst>
                <a:path w="0" h="69535">
                  <a:moveTo>
                    <a:pt x="0" y="0"/>
                  </a:moveTo>
                  <a:lnTo>
                    <a:pt x="0" y="6953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5743358" y="2741515"/>
              <a:ext cx="0" cy="69535"/>
            </a:xfrm>
            <a:custGeom>
              <a:avLst/>
              <a:pathLst>
                <a:path w="0" h="69535">
                  <a:moveTo>
                    <a:pt x="0" y="695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5742348" y="2463375"/>
              <a:ext cx="0" cy="225989"/>
            </a:xfrm>
            <a:custGeom>
              <a:avLst/>
              <a:pathLst>
                <a:path w="0" h="225989">
                  <a:moveTo>
                    <a:pt x="0" y="2259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742854" y="2324304"/>
              <a:ext cx="0" cy="139070"/>
            </a:xfrm>
            <a:custGeom>
              <a:avLst/>
              <a:pathLst>
                <a:path w="0" h="139070">
                  <a:moveTo>
                    <a:pt x="0" y="1390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743358" y="2185234"/>
              <a:ext cx="0" cy="139070"/>
            </a:xfrm>
            <a:custGeom>
              <a:avLst/>
              <a:pathLst>
                <a:path w="0" h="139070">
                  <a:moveTo>
                    <a:pt x="0" y="1390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5745379" y="2063548"/>
              <a:ext cx="0" cy="121686"/>
            </a:xfrm>
            <a:custGeom>
              <a:avLst/>
              <a:pathLst>
                <a:path w="0" h="121686">
                  <a:moveTo>
                    <a:pt x="0" y="12168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745381" y="1976629"/>
              <a:ext cx="0" cy="86918"/>
            </a:xfrm>
            <a:custGeom>
              <a:avLst/>
              <a:pathLst>
                <a:path w="0" h="86918">
                  <a:moveTo>
                    <a:pt x="0" y="869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745384" y="1976629"/>
              <a:ext cx="0" cy="69535"/>
            </a:xfrm>
            <a:custGeom>
              <a:avLst/>
              <a:pathLst>
                <a:path w="0" h="69535">
                  <a:moveTo>
                    <a:pt x="0" y="0"/>
                  </a:moveTo>
                  <a:lnTo>
                    <a:pt x="0" y="6953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745384" y="1907094"/>
              <a:ext cx="0" cy="69535"/>
            </a:xfrm>
            <a:custGeom>
              <a:avLst/>
              <a:pathLst>
                <a:path w="0" h="69535">
                  <a:moveTo>
                    <a:pt x="0" y="695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5745379" y="2185234"/>
              <a:ext cx="0" cy="121686"/>
            </a:xfrm>
            <a:custGeom>
              <a:avLst/>
              <a:pathLst>
                <a:path w="0" h="121686">
                  <a:moveTo>
                    <a:pt x="0" y="0"/>
                  </a:moveTo>
                  <a:lnTo>
                    <a:pt x="0" y="12168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5745381" y="2254769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5743358" y="2324304"/>
              <a:ext cx="0" cy="139070"/>
            </a:xfrm>
            <a:custGeom>
              <a:avLst/>
              <a:pathLst>
                <a:path w="0" h="139070">
                  <a:moveTo>
                    <a:pt x="0" y="0"/>
                  </a:moveTo>
                  <a:lnTo>
                    <a:pt x="0" y="13907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5742854" y="2463375"/>
              <a:ext cx="0" cy="139070"/>
            </a:xfrm>
            <a:custGeom>
              <a:avLst/>
              <a:pathLst>
                <a:path w="0" h="139070">
                  <a:moveTo>
                    <a:pt x="0" y="0"/>
                  </a:moveTo>
                  <a:lnTo>
                    <a:pt x="0" y="13907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5742346" y="3102771"/>
              <a:ext cx="0" cy="413407"/>
            </a:xfrm>
            <a:custGeom>
              <a:avLst/>
              <a:pathLst>
                <a:path w="0" h="413407">
                  <a:moveTo>
                    <a:pt x="0" y="0"/>
                  </a:moveTo>
                  <a:lnTo>
                    <a:pt x="0" y="41340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5742850" y="3404271"/>
              <a:ext cx="0" cy="111908"/>
            </a:xfrm>
            <a:custGeom>
              <a:avLst/>
              <a:pathLst>
                <a:path w="0" h="111908">
                  <a:moveTo>
                    <a:pt x="0" y="11190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5743355" y="3336909"/>
              <a:ext cx="0" cy="67362"/>
            </a:xfrm>
            <a:custGeom>
              <a:avLst/>
              <a:pathLst>
                <a:path w="0" h="67362">
                  <a:moveTo>
                    <a:pt x="0" y="673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5743862" y="3271720"/>
              <a:ext cx="0" cy="65189"/>
            </a:xfrm>
            <a:custGeom>
              <a:avLst/>
              <a:pathLst>
                <a:path w="0" h="65189">
                  <a:moveTo>
                    <a:pt x="0" y="651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5744871" y="3210877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5744874" y="3158725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5742850" y="3516179"/>
              <a:ext cx="0" cy="111908"/>
            </a:xfrm>
            <a:custGeom>
              <a:avLst/>
              <a:pathLst>
                <a:path w="0" h="111908">
                  <a:moveTo>
                    <a:pt x="0" y="0"/>
                  </a:moveTo>
                  <a:lnTo>
                    <a:pt x="0" y="11190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5743357" y="3575936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5741841" y="3443656"/>
              <a:ext cx="0" cy="340884"/>
            </a:xfrm>
            <a:custGeom>
              <a:avLst/>
              <a:pathLst>
                <a:path w="0" h="340884">
                  <a:moveTo>
                    <a:pt x="0" y="0"/>
                  </a:moveTo>
                  <a:lnTo>
                    <a:pt x="0" y="34088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5676424" y="3894888"/>
              <a:ext cx="0" cy="228637"/>
            </a:xfrm>
            <a:custGeom>
              <a:avLst/>
              <a:pathLst>
                <a:path w="0" h="228637">
                  <a:moveTo>
                    <a:pt x="0" y="0"/>
                  </a:moveTo>
                  <a:lnTo>
                    <a:pt x="0" y="2286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5759373" y="4045298"/>
              <a:ext cx="0" cy="78226"/>
            </a:xfrm>
            <a:custGeom>
              <a:avLst/>
              <a:pathLst>
                <a:path w="0" h="78226">
                  <a:moveTo>
                    <a:pt x="0" y="782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5760105" y="3993147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5759373" y="4123525"/>
              <a:ext cx="0" cy="78226"/>
            </a:xfrm>
            <a:custGeom>
              <a:avLst/>
              <a:pathLst>
                <a:path w="0" h="78226">
                  <a:moveTo>
                    <a:pt x="0" y="0"/>
                  </a:moveTo>
                  <a:lnTo>
                    <a:pt x="0" y="782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5622665" y="4509126"/>
              <a:ext cx="0" cy="614237"/>
            </a:xfrm>
            <a:custGeom>
              <a:avLst/>
              <a:pathLst>
                <a:path w="0" h="614237">
                  <a:moveTo>
                    <a:pt x="0" y="0"/>
                  </a:moveTo>
                  <a:lnTo>
                    <a:pt x="0" y="6142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5654978" y="4897646"/>
              <a:ext cx="0" cy="225717"/>
            </a:xfrm>
            <a:custGeom>
              <a:avLst/>
              <a:pathLst>
                <a:path w="0" h="225717">
                  <a:moveTo>
                    <a:pt x="0" y="22571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5747830" y="4897646"/>
              <a:ext cx="0" cy="199370"/>
            </a:xfrm>
            <a:custGeom>
              <a:avLst/>
              <a:pathLst>
                <a:path w="0" h="199370">
                  <a:moveTo>
                    <a:pt x="0" y="0"/>
                  </a:moveTo>
                  <a:lnTo>
                    <a:pt x="0" y="19937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815234" y="5097016"/>
              <a:ext cx="0" cy="130378"/>
            </a:xfrm>
            <a:custGeom>
              <a:avLst/>
              <a:pathLst>
                <a:path w="0" h="130378">
                  <a:moveTo>
                    <a:pt x="0" y="0"/>
                  </a:moveTo>
                  <a:lnTo>
                    <a:pt x="0" y="130378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5820330" y="5175243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5815234" y="4966638"/>
              <a:ext cx="0" cy="130378"/>
            </a:xfrm>
            <a:custGeom>
              <a:avLst/>
              <a:pathLst>
                <a:path w="0" h="130378">
                  <a:moveTo>
                    <a:pt x="0" y="13037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5823291" y="4966638"/>
              <a:ext cx="0" cy="69535"/>
            </a:xfrm>
            <a:custGeom>
              <a:avLst/>
              <a:pathLst>
                <a:path w="0" h="69535">
                  <a:moveTo>
                    <a:pt x="0" y="0"/>
                  </a:moveTo>
                  <a:lnTo>
                    <a:pt x="0" y="69535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5823291" y="4897103"/>
              <a:ext cx="0" cy="69535"/>
            </a:xfrm>
            <a:custGeom>
              <a:avLst/>
              <a:pathLst>
                <a:path w="0" h="69535">
                  <a:moveTo>
                    <a:pt x="0" y="695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5747830" y="4698276"/>
              <a:ext cx="0" cy="199370"/>
            </a:xfrm>
            <a:custGeom>
              <a:avLst/>
              <a:pathLst>
                <a:path w="0" h="199370">
                  <a:moveTo>
                    <a:pt x="0" y="1993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5798531" y="4603752"/>
              <a:ext cx="0" cy="94524"/>
            </a:xfrm>
            <a:custGeom>
              <a:avLst/>
              <a:pathLst>
                <a:path w="0" h="94524">
                  <a:moveTo>
                    <a:pt x="0" y="9452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799332" y="4603752"/>
              <a:ext cx="0" cy="84745"/>
            </a:xfrm>
            <a:custGeom>
              <a:avLst/>
              <a:pathLst>
                <a:path w="0" h="84745">
                  <a:moveTo>
                    <a:pt x="0" y="0"/>
                  </a:moveTo>
                  <a:lnTo>
                    <a:pt x="0" y="8474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5799332" y="4519006"/>
              <a:ext cx="0" cy="84745"/>
            </a:xfrm>
            <a:custGeom>
              <a:avLst/>
              <a:pathLst>
                <a:path w="0" h="84745">
                  <a:moveTo>
                    <a:pt x="0" y="8474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5799392" y="4453817"/>
              <a:ext cx="0" cy="65189"/>
            </a:xfrm>
            <a:custGeom>
              <a:avLst/>
              <a:pathLst>
                <a:path w="0" h="65189">
                  <a:moveTo>
                    <a:pt x="0" y="651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5799397" y="4392973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5799402" y="4340822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4761586" y="5037752"/>
              <a:ext cx="0" cy="528626"/>
            </a:xfrm>
            <a:custGeom>
              <a:avLst/>
              <a:pathLst>
                <a:path w="0" h="528626">
                  <a:moveTo>
                    <a:pt x="0" y="0"/>
                  </a:moveTo>
                  <a:lnTo>
                    <a:pt x="0" y="528626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5341948" y="5505535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5894845" y="5453384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539577" y="5886866"/>
              <a:ext cx="0" cy="849114"/>
            </a:xfrm>
            <a:custGeom>
              <a:avLst/>
              <a:pathLst>
                <a:path w="0" h="849114">
                  <a:moveTo>
                    <a:pt x="0" y="0"/>
                  </a:moveTo>
                  <a:lnTo>
                    <a:pt x="0" y="849114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133656" y="6449691"/>
              <a:ext cx="0" cy="286289"/>
            </a:xfrm>
            <a:custGeom>
              <a:avLst/>
              <a:pathLst>
                <a:path w="0" h="286289">
                  <a:moveTo>
                    <a:pt x="0" y="2862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505980" y="6449691"/>
              <a:ext cx="0" cy="255324"/>
            </a:xfrm>
            <a:custGeom>
              <a:avLst/>
              <a:pathLst>
                <a:path w="0" h="255324">
                  <a:moveTo>
                    <a:pt x="0" y="0"/>
                  </a:moveTo>
                  <a:lnTo>
                    <a:pt x="0" y="255324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5505980" y="6194367"/>
              <a:ext cx="0" cy="255324"/>
            </a:xfrm>
            <a:custGeom>
              <a:avLst/>
              <a:pathLst>
                <a:path w="0" h="255324">
                  <a:moveTo>
                    <a:pt x="0" y="25532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762740" y="6194367"/>
              <a:ext cx="0" cy="223816"/>
            </a:xfrm>
            <a:custGeom>
              <a:avLst/>
              <a:pathLst>
                <a:path w="0" h="223816">
                  <a:moveTo>
                    <a:pt x="0" y="0"/>
                  </a:moveTo>
                  <a:lnTo>
                    <a:pt x="0" y="223816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0010" y="6287805"/>
              <a:ext cx="0" cy="130378"/>
            </a:xfrm>
            <a:custGeom>
              <a:avLst/>
              <a:pathLst>
                <a:path w="0" h="130378">
                  <a:moveTo>
                    <a:pt x="0" y="13037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8002724" y="6287805"/>
              <a:ext cx="0" cy="69535"/>
            </a:xfrm>
            <a:custGeom>
              <a:avLst/>
              <a:pathLst>
                <a:path w="0" h="69535">
                  <a:moveTo>
                    <a:pt x="0" y="0"/>
                  </a:moveTo>
                  <a:lnTo>
                    <a:pt x="0" y="69535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8002724" y="6218270"/>
              <a:ext cx="0" cy="69535"/>
            </a:xfrm>
            <a:custGeom>
              <a:avLst/>
              <a:pathLst>
                <a:path w="0" h="69535">
                  <a:moveTo>
                    <a:pt x="0" y="695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750010" y="6418183"/>
              <a:ext cx="0" cy="130378"/>
            </a:xfrm>
            <a:custGeom>
              <a:avLst/>
              <a:pathLst>
                <a:path w="0" h="130378">
                  <a:moveTo>
                    <a:pt x="0" y="0"/>
                  </a:moveTo>
                  <a:lnTo>
                    <a:pt x="0" y="130378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869409" y="6496410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762740" y="5970551"/>
              <a:ext cx="0" cy="223816"/>
            </a:xfrm>
            <a:custGeom>
              <a:avLst/>
              <a:pathLst>
                <a:path w="0" h="223816">
                  <a:moveTo>
                    <a:pt x="0" y="22381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6435920" y="5970551"/>
              <a:ext cx="0" cy="108648"/>
            </a:xfrm>
            <a:custGeom>
              <a:avLst/>
              <a:pathLst>
                <a:path w="0" h="108648">
                  <a:moveTo>
                    <a:pt x="0" y="0"/>
                  </a:moveTo>
                  <a:lnTo>
                    <a:pt x="0" y="108648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6435920" y="5861902"/>
              <a:ext cx="0" cy="108648"/>
            </a:xfrm>
            <a:custGeom>
              <a:avLst/>
              <a:pathLst>
                <a:path w="0" h="108648">
                  <a:moveTo>
                    <a:pt x="0" y="1086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6995963" y="5783675"/>
              <a:ext cx="0" cy="78226"/>
            </a:xfrm>
            <a:custGeom>
              <a:avLst/>
              <a:pathLst>
                <a:path w="0" h="78226">
                  <a:moveTo>
                    <a:pt x="0" y="782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157781" y="5731524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6995963" y="5861902"/>
              <a:ext cx="0" cy="78226"/>
            </a:xfrm>
            <a:custGeom>
              <a:avLst/>
              <a:pathLst>
                <a:path w="0" h="78226">
                  <a:moveTo>
                    <a:pt x="0" y="0"/>
                  </a:moveTo>
                  <a:lnTo>
                    <a:pt x="0" y="78226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5133656" y="6735980"/>
              <a:ext cx="0" cy="286289"/>
            </a:xfrm>
            <a:custGeom>
              <a:avLst/>
              <a:pathLst>
                <a:path w="0" h="286289">
                  <a:moveTo>
                    <a:pt x="0" y="0"/>
                  </a:moveTo>
                  <a:lnTo>
                    <a:pt x="0" y="28628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6101017" y="6957080"/>
              <a:ext cx="0" cy="65189"/>
            </a:xfrm>
            <a:custGeom>
              <a:avLst/>
              <a:pathLst>
                <a:path w="0" h="65189">
                  <a:moveTo>
                    <a:pt x="0" y="651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093731" y="6896237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234930" y="6844086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3373413" y="7805558"/>
              <a:ext cx="0" cy="720411"/>
            </a:xfrm>
            <a:custGeom>
              <a:avLst/>
              <a:pathLst>
                <a:path w="0" h="720411">
                  <a:moveTo>
                    <a:pt x="0" y="0"/>
                  </a:moveTo>
                  <a:lnTo>
                    <a:pt x="0" y="72041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373415" y="8365174"/>
              <a:ext cx="0" cy="160795"/>
            </a:xfrm>
            <a:custGeom>
              <a:avLst/>
              <a:pathLst>
                <a:path w="0" h="160795">
                  <a:moveTo>
                    <a:pt x="0" y="16079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3376024" y="8173961"/>
              <a:ext cx="0" cy="191213"/>
            </a:xfrm>
            <a:custGeom>
              <a:avLst/>
              <a:pathLst>
                <a:path w="0" h="191213">
                  <a:moveTo>
                    <a:pt x="0" y="19121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3377070" y="8060984"/>
              <a:ext cx="0" cy="112977"/>
            </a:xfrm>
            <a:custGeom>
              <a:avLst/>
              <a:pathLst>
                <a:path w="0" h="112977">
                  <a:moveTo>
                    <a:pt x="0" y="1129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377593" y="7991483"/>
              <a:ext cx="0" cy="69501"/>
            </a:xfrm>
            <a:custGeom>
              <a:avLst/>
              <a:pathLst>
                <a:path w="0" h="69501">
                  <a:moveTo>
                    <a:pt x="0" y="6950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377595" y="7922015"/>
              <a:ext cx="0" cy="69467"/>
            </a:xfrm>
            <a:custGeom>
              <a:avLst/>
              <a:pathLst>
                <a:path w="0" h="69467">
                  <a:moveTo>
                    <a:pt x="0" y="694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377598" y="7852616"/>
              <a:ext cx="0" cy="69399"/>
            </a:xfrm>
            <a:custGeom>
              <a:avLst/>
              <a:pathLst>
                <a:path w="0" h="69399">
                  <a:moveTo>
                    <a:pt x="0" y="6939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377600" y="7783353"/>
              <a:ext cx="0" cy="69263"/>
            </a:xfrm>
            <a:custGeom>
              <a:avLst/>
              <a:pathLst>
                <a:path w="0" h="69263">
                  <a:moveTo>
                    <a:pt x="0" y="692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377600" y="7714361"/>
              <a:ext cx="0" cy="68991"/>
            </a:xfrm>
            <a:custGeom>
              <a:avLst/>
              <a:pathLst>
                <a:path w="0" h="68991">
                  <a:moveTo>
                    <a:pt x="0" y="6899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3377600" y="7645912"/>
              <a:ext cx="0" cy="68448"/>
            </a:xfrm>
            <a:custGeom>
              <a:avLst/>
              <a:pathLst>
                <a:path w="0" h="68448">
                  <a:moveTo>
                    <a:pt x="0" y="684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3377600" y="7578550"/>
              <a:ext cx="0" cy="67362"/>
            </a:xfrm>
            <a:custGeom>
              <a:avLst/>
              <a:pathLst>
                <a:path w="0" h="67362">
                  <a:moveTo>
                    <a:pt x="0" y="673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377600" y="7513361"/>
              <a:ext cx="0" cy="65189"/>
            </a:xfrm>
            <a:custGeom>
              <a:avLst/>
              <a:pathLst>
                <a:path w="0" h="65189">
                  <a:moveTo>
                    <a:pt x="0" y="651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377600" y="7452518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377600" y="7400366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3377070" y="8173961"/>
              <a:ext cx="0" cy="112977"/>
            </a:xfrm>
            <a:custGeom>
              <a:avLst/>
              <a:pathLst>
                <a:path w="0" h="112977">
                  <a:moveTo>
                    <a:pt x="0" y="0"/>
                  </a:moveTo>
                  <a:lnTo>
                    <a:pt x="0" y="11297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3378124" y="8234787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3376024" y="8365174"/>
              <a:ext cx="0" cy="191213"/>
            </a:xfrm>
            <a:custGeom>
              <a:avLst/>
              <a:pathLst>
                <a:path w="0" h="191213">
                  <a:moveTo>
                    <a:pt x="0" y="0"/>
                  </a:moveTo>
                  <a:lnTo>
                    <a:pt x="0" y="19121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3378118" y="8495544"/>
              <a:ext cx="0" cy="60843"/>
            </a:xfrm>
            <a:custGeom>
              <a:avLst/>
              <a:pathLst>
                <a:path w="0" h="60843">
                  <a:moveTo>
                    <a:pt x="0" y="608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3378125" y="8443393"/>
              <a:ext cx="0" cy="52151"/>
            </a:xfrm>
            <a:custGeom>
              <a:avLst/>
              <a:pathLst>
                <a:path w="0" h="52151">
                  <a:moveTo>
                    <a:pt x="0" y="5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tx406"/>
            <p:cNvSpPr/>
            <p:nvPr/>
          </p:nvSpPr>
          <p:spPr>
            <a:xfrm>
              <a:off x="3398160" y="8806085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A1_11_bin1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3398160" y="873655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A1_13_bin1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3399204" y="727631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A1_6_bin1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3398165" y="866701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A1_2_bin4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3402347" y="741538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A1_5_bin2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3402347" y="734584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A2_4_bin3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3402347" y="748491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A2_12_bin2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3402347" y="755445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A2_8_bin3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3402347" y="762398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A2_13_bin1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3402347" y="76935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A2_9_bin1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3402347" y="776305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A2_3_bin1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3402347" y="783259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A2_7_bin2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3402347" y="790212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A2_6_bin2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402347" y="797166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A2_10_bin2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402344" y="804119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A5_4_bin1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402342" y="811073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A2_15_bin1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402876" y="824980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A5_15_bin2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402876" y="818026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A5_2_bin4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402873" y="831933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A5_6_bin2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402874" y="845840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A4_12_bin1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402874" y="83888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A4_5_bin1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3402874" y="852794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A4_1_bin2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3404025" y="859747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A5_12_bin2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5849186" y="525979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A1_3_bin3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5849868" y="519026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A2_5_bin1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5849868" y="512072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A2_7_bin3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5849843" y="505119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A2_4_bin1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5856081" y="498165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A5_11_bin3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5848538" y="491211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A3_7_bin1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5848538" y="484258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A3_9_bin1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901222" y="470351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A2_15_bin3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5841227" y="463397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A5_4_bin3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824720" y="435583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A2_6_bin3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5825193" y="42863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A5_2_bin2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5824152" y="44253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A3_1_bin1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5824147" y="449490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A4_5_bin3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5824141" y="456444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A3_2_bin2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5824386" y="477304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A5_11_bin4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8208265" y="637235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A1_4_bin1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8212813" y="630282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A1_7_bin3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8347551" y="6233286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A3_15_bin3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8303209" y="616375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A3_9_bin7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246369" y="574654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A3_15_bin2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7246369" y="567700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A3_6_bin1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186273" y="581607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A3_4_bin1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7320845" y="595514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A3_4_bin2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260809" y="588561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A3_9_bin6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5768109" y="303467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A1_1_bin1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5768812" y="296513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A1_2_bin1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5773574" y="289560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A2_4_bin2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5769178" y="282606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A2_6_bin1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5770127" y="275653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A3_8_bin2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5770766" y="2686996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A4_12_bin3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5770131" y="213071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A1_5_bin1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5770136" y="206118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A2_10_bin1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5770136" y="199164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A2_3_bin2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5770136" y="192211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A2_15_bin2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5770136" y="185257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A2_7_bin1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5770131" y="233932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A2_12_bin1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5771788" y="226978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A2_5_bin2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5770133" y="220025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A2_9_bin4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5771164" y="247839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A4_1_bin1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5771153" y="240885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A5_9_bin1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5768614" y="261746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A3_4_bin3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5768614" y="254792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A5_6_bin1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5769623" y="324327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A1_3_bin2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5770186" y="317374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A2_8_bin1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5770236" y="310420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A3_9_bin2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5769621" y="331281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A3_7_bin3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5770156" y="338234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A3_2_bin1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5768631" y="345188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A4_5_bin2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5769119" y="359095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A1_7_bin1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5769119" y="352141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A3_6_bin3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5770460" y="366048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A5_4_bin2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5766593" y="379955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A5_10_bin1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5766593" y="37300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A5_2_bin3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5768904" y="386909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A5_11_bin2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5785911" y="400816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A1_1_bin2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5786054" y="393862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A5_11_bin1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5784856" y="407769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A4_12_bin2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5784409" y="421676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A2_8_bin2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5784409" y="414723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A2_9_bin2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5713442" y="532933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A5_12_bin1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7330968" y="699817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A1_4_bin2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7309672" y="692863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A3_12_bin2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7300276" y="685910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A3_12_bin3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7301762" y="678956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A5_2_bin1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5937135" y="546840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A2_6_bin5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5935351" y="539886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A3_7_bin2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5924741" y="553793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A3_8_bin1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5877056" y="560747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A5_4_bin4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7998064" y="672003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A1_2_bin2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8226200" y="665049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A2_9_bin3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8324298" y="658096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A1_7_bin2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8199921" y="65114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A3_9_bin3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8190668" y="644189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A3_9_bin4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7250989" y="6094216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A3_11_bin3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7306075" y="602468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A3_12_bin4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7080205" y="706770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A3_9_bin5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4586943" y="713724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A2_6_bin4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3679749" y="720677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A1_3_bin1</a:t>
              </a:r>
            </a:p>
          </p:txBody>
        </p:sp>
        <p:sp>
          <p:nvSpPr>
            <p:cNvPr id="507" name="pl507"/>
            <p:cNvSpPr/>
            <p:nvPr/>
          </p:nvSpPr>
          <p:spPr>
            <a:xfrm>
              <a:off x="8421792" y="1802791"/>
              <a:ext cx="0" cy="7085626"/>
            </a:xfrm>
            <a:custGeom>
              <a:avLst/>
              <a:pathLst>
                <a:path w="0" h="7085626">
                  <a:moveTo>
                    <a:pt x="0" y="7085626"/>
                  </a:moveTo>
                  <a:lnTo>
                    <a:pt x="0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8817743" y="1802791"/>
              <a:ext cx="0" cy="7085626"/>
            </a:xfrm>
            <a:custGeom>
              <a:avLst/>
              <a:pathLst>
                <a:path w="0" h="7085626">
                  <a:moveTo>
                    <a:pt x="0" y="7085626"/>
                  </a:moveTo>
                  <a:lnTo>
                    <a:pt x="0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9213695" y="1802791"/>
              <a:ext cx="0" cy="7085626"/>
            </a:xfrm>
            <a:custGeom>
              <a:avLst/>
              <a:pathLst>
                <a:path w="0" h="7085626">
                  <a:moveTo>
                    <a:pt x="0" y="7085626"/>
                  </a:moveTo>
                  <a:lnTo>
                    <a:pt x="0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9609646" y="1802791"/>
              <a:ext cx="0" cy="7085626"/>
            </a:xfrm>
            <a:custGeom>
              <a:avLst/>
              <a:pathLst>
                <a:path w="0" h="7085626">
                  <a:moveTo>
                    <a:pt x="0" y="7085626"/>
                  </a:moveTo>
                  <a:lnTo>
                    <a:pt x="0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10005598" y="1802791"/>
              <a:ext cx="0" cy="7085626"/>
            </a:xfrm>
            <a:custGeom>
              <a:avLst/>
              <a:pathLst>
                <a:path w="0" h="7085626">
                  <a:moveTo>
                    <a:pt x="0" y="7085626"/>
                  </a:moveTo>
                  <a:lnTo>
                    <a:pt x="0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8421792" y="8888417"/>
              <a:ext cx="1583805" cy="0"/>
            </a:xfrm>
            <a:custGeom>
              <a:avLst/>
              <a:pathLst>
                <a:path w="1583805" h="0">
                  <a:moveTo>
                    <a:pt x="0" y="0"/>
                  </a:moveTo>
                  <a:lnTo>
                    <a:pt x="1583805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8421792" y="1802791"/>
              <a:ext cx="1583805" cy="0"/>
            </a:xfrm>
            <a:custGeom>
              <a:avLst/>
              <a:pathLst>
                <a:path w="1583805" h="0">
                  <a:moveTo>
                    <a:pt x="0" y="0"/>
                  </a:moveTo>
                  <a:lnTo>
                    <a:pt x="1583805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8421792" y="3023132"/>
              <a:ext cx="391632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8421792" y="3996623"/>
              <a:ext cx="367930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8421792" y="8794545"/>
              <a:ext cx="688476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8421792" y="8725010"/>
              <a:ext cx="657937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8421792" y="2953597"/>
              <a:ext cx="292101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8421792" y="6708492"/>
              <a:ext cx="431585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8421792" y="8655475"/>
              <a:ext cx="1592054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8421792" y="7195238"/>
              <a:ext cx="489843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8421792" y="3231737"/>
              <a:ext cx="372030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8421792" y="5248255"/>
              <a:ext cx="353371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8421792" y="6360817"/>
              <a:ext cx="266459" cy="62581"/>
            </a:xfrm>
            <a:prstGeom prst="rect">
              <a:avLst/>
            </a:prstGeom>
            <a:solidFill>
              <a:srgbClr val="FFD9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8421792" y="6986633"/>
              <a:ext cx="358766" cy="62581"/>
            </a:xfrm>
            <a:prstGeom prst="rect">
              <a:avLst/>
            </a:prstGeom>
            <a:solidFill>
              <a:srgbClr val="E5C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8421792" y="2119176"/>
              <a:ext cx="382541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8421792" y="7403843"/>
              <a:ext cx="577531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8421792" y="7264773"/>
              <a:ext cx="666949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8421792" y="3579413"/>
              <a:ext cx="377834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8421792" y="6569422"/>
              <a:ext cx="269100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8421792" y="6291282"/>
              <a:ext cx="237053" cy="62581"/>
            </a:xfrm>
            <a:prstGeom prst="rect">
              <a:avLst/>
            </a:prstGeom>
            <a:solidFill>
              <a:srgbClr val="FFD9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8421792" y="2049641"/>
              <a:ext cx="380597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8421792" y="7960124"/>
              <a:ext cx="640513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8421792" y="2327781"/>
              <a:ext cx="38350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8421792" y="7473378"/>
              <a:ext cx="639345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8421792" y="7612448"/>
              <a:ext cx="642276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8421792" y="8099194"/>
              <a:ext cx="617686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8421792" y="1910570"/>
              <a:ext cx="384595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8421792" y="4691974"/>
              <a:ext cx="102786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8421792" y="7751519"/>
              <a:ext cx="630331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8421792" y="1980106"/>
              <a:ext cx="357194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8421792" y="5039650"/>
              <a:ext cx="320217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8421792" y="2884062"/>
              <a:ext cx="41715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8421792" y="7334308"/>
              <a:ext cx="640246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8421792" y="5178720"/>
              <a:ext cx="376084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8421792" y="2258246"/>
              <a:ext cx="38145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8421792" y="2814527"/>
              <a:ext cx="306399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8421792" y="7890589"/>
              <a:ext cx="639587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8421792" y="4344299"/>
              <a:ext cx="419651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8421792" y="7125703"/>
              <a:ext cx="436334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8421792" y="5456860"/>
              <a:ext cx="353153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8421792" y="1841035"/>
              <a:ext cx="38424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8421792" y="7821054"/>
              <a:ext cx="638463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8421792" y="5109185"/>
              <a:ext cx="379011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8421792" y="3162202"/>
              <a:ext cx="371632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8421792" y="4205229"/>
              <a:ext cx="35422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8421792" y="7542913"/>
              <a:ext cx="626339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8421792" y="7681983"/>
              <a:ext cx="643755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8421792" y="4135694"/>
              <a:ext cx="35729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8421792" y="6638957"/>
              <a:ext cx="377961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8421792" y="2188711"/>
              <a:ext cx="38368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8421792" y="4413834"/>
              <a:ext cx="429823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8421792" y="6082676"/>
              <a:ext cx="554722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8421792" y="6917097"/>
              <a:ext cx="271992" cy="62581"/>
            </a:xfrm>
            <a:prstGeom prst="rect">
              <a:avLst/>
            </a:prstGeom>
            <a:solidFill>
              <a:srgbClr val="E5C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8421792" y="6847562"/>
              <a:ext cx="266592" cy="62581"/>
            </a:xfrm>
            <a:prstGeom prst="rect">
              <a:avLst/>
            </a:prstGeom>
            <a:solidFill>
              <a:srgbClr val="E5C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8421792" y="6013141"/>
              <a:ext cx="296645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8421792" y="5735001"/>
              <a:ext cx="519578" cy="62581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8421792" y="6221746"/>
              <a:ext cx="191309" cy="62581"/>
            </a:xfrm>
            <a:prstGeom prst="rect">
              <a:avLst/>
            </a:prstGeom>
            <a:solidFill>
              <a:srgbClr val="FFD9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8421792" y="3370808"/>
              <a:ext cx="412599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8421792" y="4552904"/>
              <a:ext cx="399188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8421792" y="5804536"/>
              <a:ext cx="188281" cy="62581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8421792" y="5943606"/>
              <a:ext cx="331936" cy="62581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8421792" y="2605921"/>
              <a:ext cx="377819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8421792" y="5665466"/>
              <a:ext cx="520726" cy="62581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8421792" y="3509878"/>
              <a:ext cx="378190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8421792" y="4900580"/>
              <a:ext cx="369119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8421792" y="5387325"/>
              <a:ext cx="351307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8421792" y="3301272"/>
              <a:ext cx="372879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8421792" y="5526395"/>
              <a:ext cx="343025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8421792" y="2744992"/>
              <a:ext cx="37033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8421792" y="4831045"/>
              <a:ext cx="425537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8421792" y="3092667"/>
              <a:ext cx="336208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8421792" y="6499887"/>
              <a:ext cx="241164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8421792" y="6430352"/>
              <a:ext cx="126272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8421792" y="7056168"/>
              <a:ext cx="385551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8421792" y="5874071"/>
              <a:ext cx="556681" cy="62581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8421792" y="6152211"/>
              <a:ext cx="262989" cy="62581"/>
            </a:xfrm>
            <a:prstGeom prst="rect">
              <a:avLst/>
            </a:prstGeom>
            <a:solidFill>
              <a:srgbClr val="FFD9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8421792" y="2466851"/>
              <a:ext cx="37692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8421792" y="8516405"/>
              <a:ext cx="655048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8421792" y="8446870"/>
              <a:ext cx="660760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8421792" y="4066158"/>
              <a:ext cx="33806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8421792" y="2675457"/>
              <a:ext cx="380305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8421792" y="8377334"/>
              <a:ext cx="659784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8421792" y="3440343"/>
              <a:ext cx="354715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8421792" y="4483369"/>
              <a:ext cx="382341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8421792" y="3788018"/>
              <a:ext cx="376254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8421792" y="3927088"/>
              <a:ext cx="35486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8421792" y="3857553"/>
              <a:ext cx="344573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8421792" y="4970115"/>
              <a:ext cx="143611" cy="62581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8421792" y="4761509"/>
              <a:ext cx="420131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8421792" y="5317790"/>
              <a:ext cx="165335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8421792" y="8585940"/>
              <a:ext cx="443012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8421792" y="8238264"/>
              <a:ext cx="676433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8421792" y="6778027"/>
              <a:ext cx="295641" cy="62581"/>
            </a:xfrm>
            <a:prstGeom prst="rect">
              <a:avLst/>
            </a:prstGeom>
            <a:solidFill>
              <a:srgbClr val="E5C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8421792" y="4274764"/>
              <a:ext cx="426504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8421792" y="3718483"/>
              <a:ext cx="381006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8421792" y="8168729"/>
              <a:ext cx="641544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8421792" y="8029659"/>
              <a:ext cx="587214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8421792" y="3648948"/>
              <a:ext cx="334202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8421792" y="4622439"/>
              <a:ext cx="420304" cy="6258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8421792" y="5595931"/>
              <a:ext cx="317530" cy="62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8421792" y="2536386"/>
              <a:ext cx="388301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8421792" y="8307799"/>
              <a:ext cx="685696" cy="62581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8421792" y="2397316"/>
              <a:ext cx="374450" cy="62581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8421792" y="8888417"/>
              <a:ext cx="1583805" cy="0"/>
            </a:xfrm>
            <a:custGeom>
              <a:avLst/>
              <a:pathLst>
                <a:path w="1583805" h="0">
                  <a:moveTo>
                    <a:pt x="0" y="0"/>
                  </a:moveTo>
                  <a:lnTo>
                    <a:pt x="1583805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8421792" y="8888417"/>
              <a:ext cx="0" cy="4172"/>
            </a:xfrm>
            <a:custGeom>
              <a:avLst/>
              <a:pathLst>
                <a:path w="0" h="4172">
                  <a:moveTo>
                    <a:pt x="0" y="0"/>
                  </a:moveTo>
                  <a:lnTo>
                    <a:pt x="0" y="417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8817743" y="8888417"/>
              <a:ext cx="0" cy="4172"/>
            </a:xfrm>
            <a:custGeom>
              <a:avLst/>
              <a:pathLst>
                <a:path w="0" h="4172">
                  <a:moveTo>
                    <a:pt x="0" y="0"/>
                  </a:moveTo>
                  <a:lnTo>
                    <a:pt x="0" y="417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9213695" y="8888417"/>
              <a:ext cx="0" cy="4172"/>
            </a:xfrm>
            <a:custGeom>
              <a:avLst/>
              <a:pathLst>
                <a:path w="0" h="4172">
                  <a:moveTo>
                    <a:pt x="0" y="0"/>
                  </a:moveTo>
                  <a:lnTo>
                    <a:pt x="0" y="417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9609646" y="8888417"/>
              <a:ext cx="0" cy="4172"/>
            </a:xfrm>
            <a:custGeom>
              <a:avLst/>
              <a:pathLst>
                <a:path w="0" h="4172">
                  <a:moveTo>
                    <a:pt x="0" y="0"/>
                  </a:moveTo>
                  <a:lnTo>
                    <a:pt x="0" y="417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10005598" y="8888417"/>
              <a:ext cx="0" cy="4172"/>
            </a:xfrm>
            <a:custGeom>
              <a:avLst/>
              <a:pathLst>
                <a:path w="0" h="4172">
                  <a:moveTo>
                    <a:pt x="0" y="0"/>
                  </a:moveTo>
                  <a:lnTo>
                    <a:pt x="0" y="417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tx621"/>
            <p:cNvSpPr/>
            <p:nvPr/>
          </p:nvSpPr>
          <p:spPr>
            <a:xfrm>
              <a:off x="8410316" y="8895371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8806268" y="8895371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9190743" y="8895371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9586695" y="8895371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9982646" y="8895371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626" name="rc626"/>
            <p:cNvSpPr/>
            <p:nvPr/>
          </p:nvSpPr>
          <p:spPr>
            <a:xfrm>
              <a:off x="10485046" y="2964679"/>
              <a:ext cx="1561164" cy="23148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tx627"/>
            <p:cNvSpPr/>
            <p:nvPr/>
          </p:nvSpPr>
          <p:spPr>
            <a:xfrm>
              <a:off x="10554635" y="3048807"/>
              <a:ext cx="919612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Genus_group</a:t>
              </a:r>
            </a:p>
          </p:txBody>
        </p:sp>
        <p:sp>
          <p:nvSpPr>
            <p:cNvPr id="628" name="rc628"/>
            <p:cNvSpPr/>
            <p:nvPr/>
          </p:nvSpPr>
          <p:spPr>
            <a:xfrm>
              <a:off x="10554635" y="323479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10563635" y="3243799"/>
              <a:ext cx="201455" cy="201456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10554635" y="345425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10563635" y="3463255"/>
              <a:ext cx="201455" cy="201456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10554635" y="367371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10563635" y="3682711"/>
              <a:ext cx="201455" cy="201455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10554635" y="389316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10563635" y="3902167"/>
              <a:ext cx="201455" cy="201456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10554635" y="411262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10563635" y="4121623"/>
              <a:ext cx="201455" cy="201456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10554635" y="433207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10563635" y="4341079"/>
              <a:ext cx="201455" cy="201456"/>
            </a:xfrm>
            <a:prstGeom prst="rect">
              <a:avLst/>
            </a:prstGeom>
            <a:solidFill>
              <a:srgbClr val="FFD9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10554635" y="455153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10563635" y="4560535"/>
              <a:ext cx="201455" cy="201455"/>
            </a:xfrm>
            <a:prstGeom prst="rect">
              <a:avLst/>
            </a:prstGeom>
            <a:solidFill>
              <a:srgbClr val="E5C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10554635" y="477099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10563635" y="4779991"/>
              <a:ext cx="201455" cy="2014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10554635" y="49904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10563635" y="4999447"/>
              <a:ext cx="201455" cy="2014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tx646"/>
            <p:cNvSpPr/>
            <p:nvPr/>
          </p:nvSpPr>
          <p:spPr>
            <a:xfrm>
              <a:off x="10843680" y="3307494"/>
              <a:ext cx="5763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g__Pantoea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10843680" y="3526950"/>
              <a:ext cx="8149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g__Burkholderia</a:t>
              </a:r>
            </a:p>
          </p:txBody>
        </p:sp>
        <p:sp>
          <p:nvSpPr>
            <p:cNvPr id="648" name="tx648"/>
            <p:cNvSpPr/>
            <p:nvPr/>
          </p:nvSpPr>
          <p:spPr>
            <a:xfrm>
              <a:off x="10843680" y="3746406"/>
              <a:ext cx="6505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g__Klebsiella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10843680" y="3965862"/>
              <a:ext cx="82570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g__Enterobacter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10843680" y="4185318"/>
              <a:ext cx="82497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g__Paenibacillus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10843680" y="4404774"/>
              <a:ext cx="9581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g__Microbacterium</a:t>
              </a:r>
            </a:p>
          </p:txBody>
        </p:sp>
        <p:sp>
          <p:nvSpPr>
            <p:cNvPr id="652" name="tx652"/>
            <p:cNvSpPr/>
            <p:nvPr/>
          </p:nvSpPr>
          <p:spPr>
            <a:xfrm>
              <a:off x="10843680" y="4624230"/>
              <a:ext cx="9194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g__Sphingomonas</a:t>
              </a:r>
            </a:p>
          </p:txBody>
        </p:sp>
        <p:sp>
          <p:nvSpPr>
            <p:cNvPr id="653" name="tx653"/>
            <p:cNvSpPr/>
            <p:nvPr/>
          </p:nvSpPr>
          <p:spPr>
            <a:xfrm>
              <a:off x="10843680" y="4843686"/>
              <a:ext cx="11329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g__Stenotrophomonas</a:t>
              </a:r>
            </a:p>
          </p:txBody>
        </p:sp>
        <p:sp>
          <p:nvSpPr>
            <p:cNvPr id="654" name="tx654"/>
            <p:cNvSpPr/>
            <p:nvPr/>
          </p:nvSpPr>
          <p:spPr>
            <a:xfrm>
              <a:off x="10843680" y="5063142"/>
              <a:ext cx="27075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655" name="rc655"/>
            <p:cNvSpPr/>
            <p:nvPr/>
          </p:nvSpPr>
          <p:spPr>
            <a:xfrm>
              <a:off x="10485046" y="5418670"/>
              <a:ext cx="1561164" cy="23148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tx656"/>
            <p:cNvSpPr/>
            <p:nvPr/>
          </p:nvSpPr>
          <p:spPr>
            <a:xfrm>
              <a:off x="10554635" y="5502798"/>
              <a:ext cx="40571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group</a:t>
              </a:r>
            </a:p>
          </p:txBody>
        </p:sp>
        <p:sp>
          <p:nvSpPr>
            <p:cNvPr id="657" name="rc657"/>
            <p:cNvSpPr/>
            <p:nvPr/>
          </p:nvSpPr>
          <p:spPr>
            <a:xfrm>
              <a:off x="10554635" y="568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10576580" y="57985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10576580" y="57985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tx660"/>
            <p:cNvSpPr/>
            <p:nvPr/>
          </p:nvSpPr>
          <p:spPr>
            <a:xfrm>
              <a:off x="10561139" y="5778767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61" name="rc661"/>
            <p:cNvSpPr/>
            <p:nvPr/>
          </p:nvSpPr>
          <p:spPr>
            <a:xfrm>
              <a:off x="10554635" y="590824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10576580" y="60179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10576580" y="60179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tx664"/>
            <p:cNvSpPr/>
            <p:nvPr/>
          </p:nvSpPr>
          <p:spPr>
            <a:xfrm>
              <a:off x="10561139" y="5998223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10554635" y="612770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10576580" y="62374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10576580" y="62374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561139" y="6217679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554635" y="634715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0576580" y="64568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0576580" y="64568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tx672"/>
            <p:cNvSpPr/>
            <p:nvPr/>
          </p:nvSpPr>
          <p:spPr>
            <a:xfrm>
              <a:off x="10561139" y="6437135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73" name="rc673"/>
            <p:cNvSpPr/>
            <p:nvPr/>
          </p:nvSpPr>
          <p:spPr>
            <a:xfrm>
              <a:off x="10554635" y="656661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0576580" y="66763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576580" y="66763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tx676"/>
            <p:cNvSpPr/>
            <p:nvPr/>
          </p:nvSpPr>
          <p:spPr>
            <a:xfrm>
              <a:off x="10561139" y="6656591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77" name="rc677"/>
            <p:cNvSpPr/>
            <p:nvPr/>
          </p:nvSpPr>
          <p:spPr>
            <a:xfrm>
              <a:off x="10554635" y="67860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0576580" y="6895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76580" y="6895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tx680"/>
            <p:cNvSpPr/>
            <p:nvPr/>
          </p:nvSpPr>
          <p:spPr>
            <a:xfrm>
              <a:off x="10561139" y="6876047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81" name="rc681"/>
            <p:cNvSpPr/>
            <p:nvPr/>
          </p:nvSpPr>
          <p:spPr>
            <a:xfrm>
              <a:off x="10554635" y="700552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0576580" y="71152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10576580" y="71152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tx684"/>
            <p:cNvSpPr/>
            <p:nvPr/>
          </p:nvSpPr>
          <p:spPr>
            <a:xfrm>
              <a:off x="10561139" y="7095503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85" name="rc685"/>
            <p:cNvSpPr/>
            <p:nvPr/>
          </p:nvSpPr>
          <p:spPr>
            <a:xfrm>
              <a:off x="10554635" y="722498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10576580" y="733471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10576580" y="733471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tx688"/>
            <p:cNvSpPr/>
            <p:nvPr/>
          </p:nvSpPr>
          <p:spPr>
            <a:xfrm>
              <a:off x="10561139" y="7314959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89" name="rc689"/>
            <p:cNvSpPr/>
            <p:nvPr/>
          </p:nvSpPr>
          <p:spPr>
            <a:xfrm>
              <a:off x="10554635" y="744443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10576580" y="755416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0576580" y="755416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tx692"/>
            <p:cNvSpPr/>
            <p:nvPr/>
          </p:nvSpPr>
          <p:spPr>
            <a:xfrm>
              <a:off x="10561139" y="7534415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10843680" y="5761485"/>
              <a:ext cx="8149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g__Burkholderia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10843680" y="5980941"/>
              <a:ext cx="82570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g__Enterobacter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10843680" y="6200397"/>
              <a:ext cx="6505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g__Klebsiella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10843680" y="6419853"/>
              <a:ext cx="9581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g__Microbacterium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10843680" y="6639309"/>
              <a:ext cx="82497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g__Paenibacillus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10843680" y="6858765"/>
              <a:ext cx="5763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g__Pantoea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10843680" y="7078221"/>
              <a:ext cx="9194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g__Sphingomonas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0843680" y="7297677"/>
              <a:ext cx="11329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g__Stenotrophomonas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0843680" y="7517133"/>
              <a:ext cx="27075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2026-10-14T10:37:26Z</dcterms:modified>
</cp:coreProperties>
</file>