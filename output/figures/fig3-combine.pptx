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43000" y="1691481"/>
            <a:ext cx="12801600" cy="7315200"/>
            <a:chOff x="1143000" y="1691481"/>
            <a:chExt cx="12801600" cy="7315200"/>
          </a:xfrm>
        </p:grpSpPr>
        <p:sp>
          <p:nvSpPr>
            <p:cNvPr id="3" name="rc3"/>
            <p:cNvSpPr/>
            <p:nvPr/>
          </p:nvSpPr>
          <p:spPr>
            <a:xfrm>
              <a:off x="1143000" y="1691481"/>
              <a:ext cx="12801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3000" y="1691481"/>
              <a:ext cx="12801600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12589" y="1761070"/>
              <a:ext cx="6720264" cy="717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932853" y="1761070"/>
              <a:ext cx="5942157" cy="717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396752" y="3044498"/>
              <a:ext cx="4766169" cy="476616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79837" y="5305727"/>
              <a:ext cx="1246941" cy="121854"/>
            </a:xfrm>
            <a:custGeom>
              <a:avLst/>
              <a:pathLst>
                <a:path w="1246941" h="121854">
                  <a:moveTo>
                    <a:pt x="0" y="121854"/>
                  </a:moveTo>
                  <a:lnTo>
                    <a:pt x="59378" y="116052"/>
                  </a:lnTo>
                  <a:lnTo>
                    <a:pt x="118756" y="110249"/>
                  </a:lnTo>
                  <a:lnTo>
                    <a:pt x="178134" y="104447"/>
                  </a:lnTo>
                  <a:lnTo>
                    <a:pt x="237512" y="98644"/>
                  </a:lnTo>
                  <a:lnTo>
                    <a:pt x="296890" y="92841"/>
                  </a:lnTo>
                  <a:lnTo>
                    <a:pt x="356269" y="87039"/>
                  </a:lnTo>
                  <a:lnTo>
                    <a:pt x="415647" y="81236"/>
                  </a:lnTo>
                  <a:lnTo>
                    <a:pt x="475025" y="75433"/>
                  </a:lnTo>
                  <a:lnTo>
                    <a:pt x="534403" y="69631"/>
                  </a:lnTo>
                  <a:lnTo>
                    <a:pt x="593781" y="63828"/>
                  </a:lnTo>
                  <a:lnTo>
                    <a:pt x="653159" y="58026"/>
                  </a:lnTo>
                  <a:lnTo>
                    <a:pt x="712538" y="52223"/>
                  </a:lnTo>
                  <a:lnTo>
                    <a:pt x="771916" y="46420"/>
                  </a:lnTo>
                  <a:lnTo>
                    <a:pt x="831294" y="40618"/>
                  </a:lnTo>
                  <a:lnTo>
                    <a:pt x="890672" y="34815"/>
                  </a:lnTo>
                  <a:lnTo>
                    <a:pt x="950050" y="29013"/>
                  </a:lnTo>
                  <a:lnTo>
                    <a:pt x="1009428" y="23210"/>
                  </a:lnTo>
                  <a:lnTo>
                    <a:pt x="1068807" y="17407"/>
                  </a:lnTo>
                  <a:lnTo>
                    <a:pt x="1128185" y="11605"/>
                  </a:lnTo>
                  <a:lnTo>
                    <a:pt x="1187563" y="5802"/>
                  </a:lnTo>
                  <a:lnTo>
                    <a:pt x="124694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79837" y="5230082"/>
              <a:ext cx="1237216" cy="197500"/>
            </a:xfrm>
            <a:custGeom>
              <a:avLst/>
              <a:pathLst>
                <a:path w="1237216" h="197500">
                  <a:moveTo>
                    <a:pt x="0" y="197500"/>
                  </a:moveTo>
                  <a:lnTo>
                    <a:pt x="58915" y="188095"/>
                  </a:lnTo>
                  <a:lnTo>
                    <a:pt x="117830" y="178690"/>
                  </a:lnTo>
                  <a:lnTo>
                    <a:pt x="176745" y="169286"/>
                  </a:lnTo>
                  <a:lnTo>
                    <a:pt x="235660" y="159881"/>
                  </a:lnTo>
                  <a:lnTo>
                    <a:pt x="294575" y="150476"/>
                  </a:lnTo>
                  <a:lnTo>
                    <a:pt x="353490" y="141071"/>
                  </a:lnTo>
                  <a:lnTo>
                    <a:pt x="412405" y="131667"/>
                  </a:lnTo>
                  <a:lnTo>
                    <a:pt x="471320" y="122262"/>
                  </a:lnTo>
                  <a:lnTo>
                    <a:pt x="530235" y="112857"/>
                  </a:lnTo>
                  <a:lnTo>
                    <a:pt x="589150" y="103452"/>
                  </a:lnTo>
                  <a:lnTo>
                    <a:pt x="648065" y="94047"/>
                  </a:lnTo>
                  <a:lnTo>
                    <a:pt x="706981" y="84643"/>
                  </a:lnTo>
                  <a:lnTo>
                    <a:pt x="765896" y="75238"/>
                  </a:lnTo>
                  <a:lnTo>
                    <a:pt x="824811" y="65833"/>
                  </a:lnTo>
                  <a:lnTo>
                    <a:pt x="883726" y="56428"/>
                  </a:lnTo>
                  <a:lnTo>
                    <a:pt x="942641" y="47023"/>
                  </a:lnTo>
                  <a:lnTo>
                    <a:pt x="1001556" y="37619"/>
                  </a:lnTo>
                  <a:lnTo>
                    <a:pt x="1060471" y="28214"/>
                  </a:lnTo>
                  <a:lnTo>
                    <a:pt x="1119386" y="18809"/>
                  </a:lnTo>
                  <a:lnTo>
                    <a:pt x="1178301" y="9404"/>
                  </a:lnTo>
                  <a:lnTo>
                    <a:pt x="123721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83641" y="6502295"/>
              <a:ext cx="27989" cy="59706"/>
            </a:xfrm>
            <a:custGeom>
              <a:avLst/>
              <a:pathLst>
                <a:path w="27989" h="59706">
                  <a:moveTo>
                    <a:pt x="0" y="0"/>
                  </a:moveTo>
                  <a:lnTo>
                    <a:pt x="27989" y="5970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348100" y="6469650"/>
              <a:ext cx="31570" cy="57892"/>
            </a:xfrm>
            <a:custGeom>
              <a:avLst/>
              <a:pathLst>
                <a:path w="31570" h="57892">
                  <a:moveTo>
                    <a:pt x="0" y="0"/>
                  </a:moveTo>
                  <a:lnTo>
                    <a:pt x="31570" y="5789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10453" y="6433142"/>
              <a:ext cx="35034" cy="55864"/>
            </a:xfrm>
            <a:custGeom>
              <a:avLst/>
              <a:pathLst>
                <a:path w="35034" h="55864">
                  <a:moveTo>
                    <a:pt x="0" y="0"/>
                  </a:moveTo>
                  <a:lnTo>
                    <a:pt x="35034" y="5586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470468" y="6392909"/>
              <a:ext cx="38368" cy="53629"/>
            </a:xfrm>
            <a:custGeom>
              <a:avLst/>
              <a:pathLst>
                <a:path w="38368" h="53629">
                  <a:moveTo>
                    <a:pt x="0" y="0"/>
                  </a:moveTo>
                  <a:lnTo>
                    <a:pt x="38368" y="5362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527925" y="6349098"/>
              <a:ext cx="41560" cy="51195"/>
            </a:xfrm>
            <a:custGeom>
              <a:avLst/>
              <a:pathLst>
                <a:path w="41560" h="51195">
                  <a:moveTo>
                    <a:pt x="0" y="0"/>
                  </a:moveTo>
                  <a:lnTo>
                    <a:pt x="41560" y="5119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582609" y="6301872"/>
              <a:ext cx="44598" cy="48571"/>
            </a:xfrm>
            <a:custGeom>
              <a:avLst/>
              <a:pathLst>
                <a:path w="44598" h="48571">
                  <a:moveTo>
                    <a:pt x="0" y="0"/>
                  </a:moveTo>
                  <a:lnTo>
                    <a:pt x="44598" y="4857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774163" y="5780373"/>
              <a:ext cx="186436" cy="66148"/>
            </a:xfrm>
            <a:custGeom>
              <a:avLst/>
              <a:pathLst>
                <a:path w="186436" h="66148">
                  <a:moveTo>
                    <a:pt x="0" y="0"/>
                  </a:moveTo>
                  <a:lnTo>
                    <a:pt x="93218" y="33074"/>
                  </a:lnTo>
                  <a:lnTo>
                    <a:pt x="186436" y="6614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920531" y="5755673"/>
              <a:ext cx="63371" cy="18227"/>
            </a:xfrm>
            <a:custGeom>
              <a:avLst/>
              <a:pathLst>
                <a:path w="63371" h="18227">
                  <a:moveTo>
                    <a:pt x="0" y="0"/>
                  </a:moveTo>
                  <a:lnTo>
                    <a:pt x="63371" y="1822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938380" y="5685659"/>
              <a:ext cx="64363" cy="14337"/>
            </a:xfrm>
            <a:custGeom>
              <a:avLst/>
              <a:pathLst>
                <a:path w="64363" h="14337">
                  <a:moveTo>
                    <a:pt x="0" y="0"/>
                  </a:moveTo>
                  <a:lnTo>
                    <a:pt x="64363" y="143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51937" y="5614688"/>
              <a:ext cx="65116" cy="10394"/>
            </a:xfrm>
            <a:custGeom>
              <a:avLst/>
              <a:pathLst>
                <a:path w="65116" h="10394">
                  <a:moveTo>
                    <a:pt x="0" y="0"/>
                  </a:moveTo>
                  <a:lnTo>
                    <a:pt x="65116" y="1039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961150" y="5543024"/>
              <a:ext cx="65628" cy="6413"/>
            </a:xfrm>
            <a:custGeom>
              <a:avLst/>
              <a:pathLst>
                <a:path w="65628" h="6413">
                  <a:moveTo>
                    <a:pt x="0" y="0"/>
                  </a:moveTo>
                  <a:lnTo>
                    <a:pt x="65628" y="641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50650" y="5988082"/>
              <a:ext cx="114213" cy="65941"/>
            </a:xfrm>
            <a:custGeom>
              <a:avLst/>
              <a:pathLst>
                <a:path w="114213" h="65941">
                  <a:moveTo>
                    <a:pt x="0" y="0"/>
                  </a:moveTo>
                  <a:lnTo>
                    <a:pt x="114213" y="6594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841963" y="5957408"/>
              <a:ext cx="59007" cy="29434"/>
            </a:xfrm>
            <a:custGeom>
              <a:avLst/>
              <a:pathLst>
                <a:path w="59007" h="29434">
                  <a:moveTo>
                    <a:pt x="0" y="0"/>
                  </a:moveTo>
                  <a:lnTo>
                    <a:pt x="59007" y="2943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72233" y="5891800"/>
              <a:ext cx="60688" cy="25789"/>
            </a:xfrm>
            <a:custGeom>
              <a:avLst/>
              <a:pathLst>
                <a:path w="60688" h="25789">
                  <a:moveTo>
                    <a:pt x="0" y="0"/>
                  </a:moveTo>
                  <a:lnTo>
                    <a:pt x="60688" y="257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8059" y="6141516"/>
              <a:ext cx="52679" cy="39662"/>
            </a:xfrm>
            <a:custGeom>
              <a:avLst/>
              <a:pathLst>
                <a:path w="52679" h="39662">
                  <a:moveTo>
                    <a:pt x="0" y="0"/>
                  </a:moveTo>
                  <a:lnTo>
                    <a:pt x="52679" y="3966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69742" y="6082498"/>
              <a:ext cx="54994" cy="36384"/>
            </a:xfrm>
            <a:custGeom>
              <a:avLst/>
              <a:pathLst>
                <a:path w="54994" h="36384">
                  <a:moveTo>
                    <a:pt x="0" y="0"/>
                  </a:moveTo>
                  <a:lnTo>
                    <a:pt x="54994" y="3638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634319" y="6251407"/>
              <a:ext cx="47471" cy="45768"/>
            </a:xfrm>
            <a:custGeom>
              <a:avLst/>
              <a:pathLst>
                <a:path w="47471" h="45768">
                  <a:moveTo>
                    <a:pt x="0" y="0"/>
                  </a:moveTo>
                  <a:lnTo>
                    <a:pt x="47471" y="4576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82862" y="6197889"/>
              <a:ext cx="50168" cy="42794"/>
            </a:xfrm>
            <a:custGeom>
              <a:avLst/>
              <a:pathLst>
                <a:path w="50168" h="42794">
                  <a:moveTo>
                    <a:pt x="0" y="0"/>
                  </a:moveTo>
                  <a:lnTo>
                    <a:pt x="50168" y="4279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063375" y="6512131"/>
              <a:ext cx="33357" cy="127593"/>
            </a:xfrm>
            <a:custGeom>
              <a:avLst/>
              <a:pathLst>
                <a:path w="33357" h="127593">
                  <a:moveTo>
                    <a:pt x="0" y="0"/>
                  </a:moveTo>
                  <a:lnTo>
                    <a:pt x="33357" y="12759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49369" y="6555533"/>
              <a:ext cx="20529" cy="62663"/>
            </a:xfrm>
            <a:custGeom>
              <a:avLst/>
              <a:pathLst>
                <a:path w="20529" h="62663">
                  <a:moveTo>
                    <a:pt x="0" y="0"/>
                  </a:moveTo>
                  <a:lnTo>
                    <a:pt x="20529" y="6266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17316" y="6530958"/>
              <a:ext cx="24304" cy="61298"/>
            </a:xfrm>
            <a:custGeom>
              <a:avLst/>
              <a:pathLst>
                <a:path w="24304" h="61298">
                  <a:moveTo>
                    <a:pt x="0" y="0"/>
                  </a:moveTo>
                  <a:lnTo>
                    <a:pt x="24304" y="6129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84093" y="6462680"/>
              <a:ext cx="38298" cy="194080"/>
            </a:xfrm>
            <a:custGeom>
              <a:avLst/>
              <a:pathLst>
                <a:path w="38298" h="194080">
                  <a:moveTo>
                    <a:pt x="0" y="0"/>
                  </a:moveTo>
                  <a:lnTo>
                    <a:pt x="19149" y="97040"/>
                  </a:lnTo>
                  <a:lnTo>
                    <a:pt x="38298" y="19408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911927" y="6407840"/>
              <a:ext cx="35224" cy="261401"/>
            </a:xfrm>
            <a:custGeom>
              <a:avLst/>
              <a:pathLst>
                <a:path w="35224" h="261401">
                  <a:moveTo>
                    <a:pt x="0" y="0"/>
                  </a:moveTo>
                  <a:lnTo>
                    <a:pt x="11741" y="87133"/>
                  </a:lnTo>
                  <a:lnTo>
                    <a:pt x="23482" y="174267"/>
                  </a:lnTo>
                  <a:lnTo>
                    <a:pt x="35224" y="26140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847224" y="6348295"/>
              <a:ext cx="24066" cy="328826"/>
            </a:xfrm>
            <a:custGeom>
              <a:avLst/>
              <a:pathLst>
                <a:path w="24066" h="328826">
                  <a:moveTo>
                    <a:pt x="0" y="0"/>
                  </a:moveTo>
                  <a:lnTo>
                    <a:pt x="6016" y="82206"/>
                  </a:lnTo>
                  <a:lnTo>
                    <a:pt x="12033" y="164413"/>
                  </a:lnTo>
                  <a:lnTo>
                    <a:pt x="18050" y="246619"/>
                  </a:lnTo>
                  <a:lnTo>
                    <a:pt x="24066" y="3288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18837" y="6613115"/>
              <a:ext cx="3210" cy="65862"/>
            </a:xfrm>
            <a:custGeom>
              <a:avLst/>
              <a:pathLst>
                <a:path w="3210" h="65862">
                  <a:moveTo>
                    <a:pt x="3210" y="0"/>
                  </a:moveTo>
                  <a:lnTo>
                    <a:pt x="0" y="6586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794289" y="6614435"/>
              <a:ext cx="802" cy="65936"/>
            </a:xfrm>
            <a:custGeom>
              <a:avLst/>
              <a:pathLst>
                <a:path w="802" h="65936">
                  <a:moveTo>
                    <a:pt x="0" y="0"/>
                  </a:moveTo>
                  <a:lnTo>
                    <a:pt x="802" y="6593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42807" y="6541857"/>
              <a:ext cx="14424" cy="131091"/>
            </a:xfrm>
            <a:custGeom>
              <a:avLst/>
              <a:pathLst>
                <a:path w="14424" h="131091">
                  <a:moveTo>
                    <a:pt x="14424" y="0"/>
                  </a:moveTo>
                  <a:lnTo>
                    <a:pt x="0" y="13109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492552" y="6582898"/>
              <a:ext cx="15120" cy="64184"/>
            </a:xfrm>
            <a:custGeom>
              <a:avLst/>
              <a:pathLst>
                <a:path w="15120" h="64184">
                  <a:moveTo>
                    <a:pt x="15120" y="0"/>
                  </a:moveTo>
                  <a:lnTo>
                    <a:pt x="0" y="6418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567286" y="6597317"/>
              <a:ext cx="11186" cy="64985"/>
            </a:xfrm>
            <a:custGeom>
              <a:avLst/>
              <a:pathLst>
                <a:path w="11186" h="64985">
                  <a:moveTo>
                    <a:pt x="11186" y="0"/>
                  </a:moveTo>
                  <a:lnTo>
                    <a:pt x="0" y="6498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418883" y="5995890"/>
              <a:ext cx="189975" cy="631452"/>
            </a:xfrm>
            <a:custGeom>
              <a:avLst/>
              <a:pathLst>
                <a:path w="189975" h="631452">
                  <a:moveTo>
                    <a:pt x="189975" y="0"/>
                  </a:moveTo>
                  <a:lnTo>
                    <a:pt x="168867" y="70161"/>
                  </a:lnTo>
                  <a:lnTo>
                    <a:pt x="147758" y="140322"/>
                  </a:lnTo>
                  <a:lnTo>
                    <a:pt x="126650" y="210484"/>
                  </a:lnTo>
                  <a:lnTo>
                    <a:pt x="105542" y="280645"/>
                  </a:lnTo>
                  <a:lnTo>
                    <a:pt x="84433" y="350807"/>
                  </a:lnTo>
                  <a:lnTo>
                    <a:pt x="63325" y="420968"/>
                  </a:lnTo>
                  <a:lnTo>
                    <a:pt x="42216" y="491129"/>
                  </a:lnTo>
                  <a:lnTo>
                    <a:pt x="21108" y="561291"/>
                  </a:lnTo>
                  <a:lnTo>
                    <a:pt x="0" y="63145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275825" y="6514245"/>
              <a:ext cx="26526" cy="60370"/>
            </a:xfrm>
            <a:custGeom>
              <a:avLst/>
              <a:pathLst>
                <a:path w="26526" h="60370">
                  <a:moveTo>
                    <a:pt x="26526" y="0"/>
                  </a:moveTo>
                  <a:lnTo>
                    <a:pt x="0" y="6037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346551" y="6541284"/>
              <a:ext cx="22804" cy="61872"/>
            </a:xfrm>
            <a:custGeom>
              <a:avLst/>
              <a:pathLst>
                <a:path w="22804" h="61872">
                  <a:moveTo>
                    <a:pt x="22804" y="0"/>
                  </a:moveTo>
                  <a:lnTo>
                    <a:pt x="0" y="6187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206966" y="6424534"/>
              <a:ext cx="60302" cy="117288"/>
            </a:xfrm>
            <a:custGeom>
              <a:avLst/>
              <a:pathLst>
                <a:path w="60302" h="117288">
                  <a:moveTo>
                    <a:pt x="60302" y="0"/>
                  </a:moveTo>
                  <a:lnTo>
                    <a:pt x="0" y="11728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75865" y="6409440"/>
              <a:ext cx="37051" cy="54547"/>
            </a:xfrm>
            <a:custGeom>
              <a:avLst/>
              <a:pathLst>
                <a:path w="37051" h="54547">
                  <a:moveTo>
                    <a:pt x="37051" y="0"/>
                  </a:moveTo>
                  <a:lnTo>
                    <a:pt x="0" y="5454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140231" y="6448200"/>
              <a:ext cx="33663" cy="56700"/>
            </a:xfrm>
            <a:custGeom>
              <a:avLst/>
              <a:pathLst>
                <a:path w="33663" h="56700">
                  <a:moveTo>
                    <a:pt x="33663" y="0"/>
                  </a:moveTo>
                  <a:lnTo>
                    <a:pt x="0" y="5670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29276" y="5495791"/>
              <a:ext cx="131637" cy="8024"/>
            </a:xfrm>
            <a:custGeom>
              <a:avLst/>
              <a:pathLst>
                <a:path w="131637" h="8024">
                  <a:moveTo>
                    <a:pt x="131637" y="0"/>
                  </a:moveTo>
                  <a:lnTo>
                    <a:pt x="0" y="8024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36232" y="5571756"/>
              <a:ext cx="65452" cy="8009"/>
            </a:xfrm>
            <a:custGeom>
              <a:avLst/>
              <a:pathLst>
                <a:path w="65452" h="8009">
                  <a:moveTo>
                    <a:pt x="65452" y="0"/>
                  </a:moveTo>
                  <a:lnTo>
                    <a:pt x="0" y="8009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7796" y="5643174"/>
              <a:ext cx="64844" cy="11977"/>
            </a:xfrm>
            <a:custGeom>
              <a:avLst/>
              <a:pathLst>
                <a:path w="64844" h="11977">
                  <a:moveTo>
                    <a:pt x="64844" y="0"/>
                  </a:moveTo>
                  <a:lnTo>
                    <a:pt x="0" y="1197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3925" y="5713794"/>
              <a:ext cx="63995" cy="15900"/>
            </a:xfrm>
            <a:custGeom>
              <a:avLst/>
              <a:pathLst>
                <a:path w="63995" h="15900">
                  <a:moveTo>
                    <a:pt x="63995" y="0"/>
                  </a:moveTo>
                  <a:lnTo>
                    <a:pt x="0" y="1590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561" y="5783353"/>
              <a:ext cx="62909" cy="19765"/>
            </a:xfrm>
            <a:custGeom>
              <a:avLst/>
              <a:pathLst>
                <a:path w="62909" h="19765">
                  <a:moveTo>
                    <a:pt x="62909" y="0"/>
                  </a:moveTo>
                  <a:lnTo>
                    <a:pt x="0" y="19765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9625" y="5851594"/>
              <a:ext cx="61590" cy="23556"/>
            </a:xfrm>
            <a:custGeom>
              <a:avLst/>
              <a:pathLst>
                <a:path w="61590" h="23556">
                  <a:moveTo>
                    <a:pt x="61590" y="0"/>
                  </a:moveTo>
                  <a:lnTo>
                    <a:pt x="0" y="23556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39026" y="5918264"/>
              <a:ext cx="60042" cy="27260"/>
            </a:xfrm>
            <a:custGeom>
              <a:avLst/>
              <a:pathLst>
                <a:path w="60042" h="27260">
                  <a:moveTo>
                    <a:pt x="60042" y="0"/>
                  </a:moveTo>
                  <a:lnTo>
                    <a:pt x="0" y="2726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10386" y="6045907"/>
              <a:ext cx="56286" cy="34351"/>
            </a:xfrm>
            <a:custGeom>
              <a:avLst/>
              <a:pathLst>
                <a:path w="56286" h="34351">
                  <a:moveTo>
                    <a:pt x="56286" y="0"/>
                  </a:moveTo>
                  <a:lnTo>
                    <a:pt x="0" y="34351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080" y="6106409"/>
              <a:ext cx="54092" cy="37712"/>
            </a:xfrm>
            <a:custGeom>
              <a:avLst/>
              <a:pathLst>
                <a:path w="54092" h="37712">
                  <a:moveTo>
                    <a:pt x="54092" y="0"/>
                  </a:moveTo>
                  <a:lnTo>
                    <a:pt x="0" y="37712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55189" y="6321161"/>
              <a:ext cx="43402" cy="49643"/>
            </a:xfrm>
            <a:custGeom>
              <a:avLst/>
              <a:pathLst>
                <a:path w="43402" h="49643">
                  <a:moveTo>
                    <a:pt x="43402" y="0"/>
                  </a:moveTo>
                  <a:lnTo>
                    <a:pt x="0" y="4964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14108" y="6367041"/>
              <a:ext cx="40301" cy="52192"/>
            </a:xfrm>
            <a:custGeom>
              <a:avLst/>
              <a:pathLst>
                <a:path w="40301" h="52192">
                  <a:moveTo>
                    <a:pt x="40301" y="0"/>
                  </a:moveTo>
                  <a:lnTo>
                    <a:pt x="0" y="52192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99326" y="6225060"/>
              <a:ext cx="92685" cy="93820"/>
            </a:xfrm>
            <a:custGeom>
              <a:avLst/>
              <a:pathLst>
                <a:path w="92685" h="93820">
                  <a:moveTo>
                    <a:pt x="92685" y="0"/>
                  </a:moveTo>
                  <a:lnTo>
                    <a:pt x="0" y="9382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46725" y="6131642"/>
              <a:ext cx="147333" cy="132011"/>
            </a:xfrm>
            <a:custGeom>
              <a:avLst/>
              <a:pathLst>
                <a:path w="147333" h="132011">
                  <a:moveTo>
                    <a:pt x="147333" y="0"/>
                  </a:moveTo>
                  <a:lnTo>
                    <a:pt x="73666" y="66005"/>
                  </a:lnTo>
                  <a:lnTo>
                    <a:pt x="0" y="132011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97583" y="6041592"/>
              <a:ext cx="206790" cy="163736"/>
            </a:xfrm>
            <a:custGeom>
              <a:avLst/>
              <a:pathLst>
                <a:path w="206790" h="163736">
                  <a:moveTo>
                    <a:pt x="206790" y="0"/>
                  </a:moveTo>
                  <a:lnTo>
                    <a:pt x="137860" y="54578"/>
                  </a:lnTo>
                  <a:lnTo>
                    <a:pt x="68930" y="109157"/>
                  </a:lnTo>
                  <a:lnTo>
                    <a:pt x="0" y="16373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72654" y="5828800"/>
              <a:ext cx="349636" cy="185177"/>
            </a:xfrm>
            <a:custGeom>
              <a:avLst/>
              <a:pathLst>
                <a:path w="349636" h="185177">
                  <a:moveTo>
                    <a:pt x="349636" y="0"/>
                  </a:moveTo>
                  <a:lnTo>
                    <a:pt x="279709" y="37035"/>
                  </a:lnTo>
                  <a:lnTo>
                    <a:pt x="209781" y="74070"/>
                  </a:lnTo>
                  <a:lnTo>
                    <a:pt x="139854" y="111106"/>
                  </a:lnTo>
                  <a:lnTo>
                    <a:pt x="69927" y="148141"/>
                  </a:lnTo>
                  <a:lnTo>
                    <a:pt x="0" y="18517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26955" y="5427582"/>
              <a:ext cx="527529" cy="0"/>
            </a:xfrm>
            <a:custGeom>
              <a:avLst/>
              <a:pathLst>
                <a:path w="527529" h="0">
                  <a:moveTo>
                    <a:pt x="527529" y="0"/>
                  </a:moveTo>
                  <a:lnTo>
                    <a:pt x="452167" y="0"/>
                  </a:lnTo>
                  <a:lnTo>
                    <a:pt x="376806" y="0"/>
                  </a:lnTo>
                  <a:lnTo>
                    <a:pt x="301445" y="0"/>
                  </a:lnTo>
                  <a:lnTo>
                    <a:pt x="226083" y="0"/>
                  </a:lnTo>
                  <a:lnTo>
                    <a:pt x="150722" y="0"/>
                  </a:lnTo>
                  <a:lnTo>
                    <a:pt x="75361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536232" y="5275399"/>
              <a:ext cx="65452" cy="8009"/>
            </a:xfrm>
            <a:custGeom>
              <a:avLst/>
              <a:pathLst>
                <a:path w="65452" h="8009">
                  <a:moveTo>
                    <a:pt x="65452" y="800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529276" y="5351349"/>
              <a:ext cx="65818" cy="4012"/>
            </a:xfrm>
            <a:custGeom>
              <a:avLst/>
              <a:pathLst>
                <a:path w="65818" h="4012">
                  <a:moveTo>
                    <a:pt x="65818" y="40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547796" y="5200013"/>
              <a:ext cx="129688" cy="23954"/>
            </a:xfrm>
            <a:custGeom>
              <a:avLst/>
              <a:pathLst>
                <a:path w="129688" h="23954">
                  <a:moveTo>
                    <a:pt x="129688" y="2395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563925" y="5125470"/>
              <a:ext cx="191985" cy="47701"/>
            </a:xfrm>
            <a:custGeom>
              <a:avLst/>
              <a:pathLst>
                <a:path w="191985" h="47701">
                  <a:moveTo>
                    <a:pt x="191985" y="47701"/>
                  </a:moveTo>
                  <a:lnTo>
                    <a:pt x="95992" y="2385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46551" y="4252008"/>
              <a:ext cx="22804" cy="61872"/>
            </a:xfrm>
            <a:custGeom>
              <a:avLst/>
              <a:pathLst>
                <a:path w="22804" h="61872">
                  <a:moveTo>
                    <a:pt x="22804" y="6187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75825" y="4280550"/>
              <a:ext cx="26526" cy="60370"/>
            </a:xfrm>
            <a:custGeom>
              <a:avLst/>
              <a:pathLst>
                <a:path w="26526" h="60370">
                  <a:moveTo>
                    <a:pt x="26526" y="603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14108" y="4435931"/>
              <a:ext cx="40301" cy="52192"/>
            </a:xfrm>
            <a:custGeom>
              <a:avLst/>
              <a:pathLst>
                <a:path w="40301" h="52192">
                  <a:moveTo>
                    <a:pt x="40301" y="5219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55189" y="4484360"/>
              <a:ext cx="43402" cy="49643"/>
            </a:xfrm>
            <a:custGeom>
              <a:avLst/>
              <a:pathLst>
                <a:path w="43402" h="49643">
                  <a:moveTo>
                    <a:pt x="43402" y="496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99326" y="4536284"/>
              <a:ext cx="46342" cy="46910"/>
            </a:xfrm>
            <a:custGeom>
              <a:avLst/>
              <a:pathLst>
                <a:path w="46342" h="46910">
                  <a:moveTo>
                    <a:pt x="46342" y="4691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46725" y="4591511"/>
              <a:ext cx="49111" cy="44003"/>
            </a:xfrm>
            <a:custGeom>
              <a:avLst/>
              <a:pathLst>
                <a:path w="49111" h="44003">
                  <a:moveTo>
                    <a:pt x="49111" y="4400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06966" y="4313342"/>
              <a:ext cx="60302" cy="117288"/>
            </a:xfrm>
            <a:custGeom>
              <a:avLst/>
              <a:pathLst>
                <a:path w="60302" h="117288">
                  <a:moveTo>
                    <a:pt x="60302" y="11728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40231" y="4350263"/>
              <a:ext cx="33663" cy="56700"/>
            </a:xfrm>
            <a:custGeom>
              <a:avLst/>
              <a:pathLst>
                <a:path w="33663" h="56700">
                  <a:moveTo>
                    <a:pt x="33663" y="5670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75865" y="4391177"/>
              <a:ext cx="37051" cy="54547"/>
            </a:xfrm>
            <a:custGeom>
              <a:avLst/>
              <a:pathLst>
                <a:path w="37051" h="54547">
                  <a:moveTo>
                    <a:pt x="37051" y="5454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97583" y="4649836"/>
              <a:ext cx="51697" cy="40934"/>
            </a:xfrm>
            <a:custGeom>
              <a:avLst/>
              <a:pathLst>
                <a:path w="51697" h="40934">
                  <a:moveTo>
                    <a:pt x="51697" y="409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52080" y="4711043"/>
              <a:ext cx="54092" cy="37712"/>
            </a:xfrm>
            <a:custGeom>
              <a:avLst/>
              <a:pathLst>
                <a:path w="54092" h="37712">
                  <a:moveTo>
                    <a:pt x="54092" y="377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09625" y="4980014"/>
              <a:ext cx="61590" cy="23556"/>
            </a:xfrm>
            <a:custGeom>
              <a:avLst/>
              <a:pathLst>
                <a:path w="61590" h="23556">
                  <a:moveTo>
                    <a:pt x="61590" y="2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84561" y="5052046"/>
              <a:ext cx="62909" cy="19765"/>
            </a:xfrm>
            <a:custGeom>
              <a:avLst/>
              <a:pathLst>
                <a:path w="62909" h="19765">
                  <a:moveTo>
                    <a:pt x="62909" y="1976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9026" y="4909641"/>
              <a:ext cx="120085" cy="54520"/>
            </a:xfrm>
            <a:custGeom>
              <a:avLst/>
              <a:pathLst>
                <a:path w="120085" h="54520">
                  <a:moveTo>
                    <a:pt x="120085" y="5452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0386" y="4774906"/>
              <a:ext cx="56286" cy="34351"/>
            </a:xfrm>
            <a:custGeom>
              <a:avLst/>
              <a:pathLst>
                <a:path w="56286" h="34351">
                  <a:moveTo>
                    <a:pt x="56286" y="343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672654" y="4841187"/>
              <a:ext cx="58272" cy="30862"/>
            </a:xfrm>
            <a:custGeom>
              <a:avLst/>
              <a:pathLst>
                <a:path w="58272" h="30862">
                  <a:moveTo>
                    <a:pt x="58272" y="30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642807" y="4182217"/>
              <a:ext cx="21636" cy="196636"/>
            </a:xfrm>
            <a:custGeom>
              <a:avLst/>
              <a:pathLst>
                <a:path w="21636" h="196636">
                  <a:moveTo>
                    <a:pt x="21636" y="196636"/>
                  </a:moveTo>
                  <a:lnTo>
                    <a:pt x="10818" y="98318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567286" y="4192862"/>
              <a:ext cx="22373" cy="129970"/>
            </a:xfrm>
            <a:custGeom>
              <a:avLst/>
              <a:pathLst>
                <a:path w="22373" h="129970">
                  <a:moveTo>
                    <a:pt x="22373" y="129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492552" y="4208083"/>
              <a:ext cx="15120" cy="64184"/>
            </a:xfrm>
            <a:custGeom>
              <a:avLst/>
              <a:pathLst>
                <a:path w="15120" h="64184">
                  <a:moveTo>
                    <a:pt x="15120" y="6418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18883" y="4227822"/>
              <a:ext cx="18997" cy="63145"/>
            </a:xfrm>
            <a:custGeom>
              <a:avLst/>
              <a:pathLst>
                <a:path w="18997" h="63145">
                  <a:moveTo>
                    <a:pt x="18997" y="6314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718837" y="4176187"/>
              <a:ext cx="12842" cy="263451"/>
            </a:xfrm>
            <a:custGeom>
              <a:avLst/>
              <a:pathLst>
                <a:path w="12842" h="263451">
                  <a:moveTo>
                    <a:pt x="12842" y="263451"/>
                  </a:moveTo>
                  <a:lnTo>
                    <a:pt x="8561" y="175634"/>
                  </a:lnTo>
                  <a:lnTo>
                    <a:pt x="4280" y="87817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783048" y="4174794"/>
              <a:ext cx="12043" cy="989043"/>
            </a:xfrm>
            <a:custGeom>
              <a:avLst/>
              <a:pathLst>
                <a:path w="12043" h="989043">
                  <a:moveTo>
                    <a:pt x="0" y="989043"/>
                  </a:moveTo>
                  <a:lnTo>
                    <a:pt x="860" y="918397"/>
                  </a:lnTo>
                  <a:lnTo>
                    <a:pt x="1720" y="847751"/>
                  </a:lnTo>
                  <a:lnTo>
                    <a:pt x="2580" y="777105"/>
                  </a:lnTo>
                  <a:lnTo>
                    <a:pt x="3441" y="706459"/>
                  </a:lnTo>
                  <a:lnTo>
                    <a:pt x="4301" y="635813"/>
                  </a:lnTo>
                  <a:lnTo>
                    <a:pt x="5161" y="565167"/>
                  </a:lnTo>
                  <a:lnTo>
                    <a:pt x="6021" y="494521"/>
                  </a:lnTo>
                  <a:lnTo>
                    <a:pt x="6882" y="423875"/>
                  </a:lnTo>
                  <a:lnTo>
                    <a:pt x="7742" y="353229"/>
                  </a:lnTo>
                  <a:lnTo>
                    <a:pt x="8602" y="282583"/>
                  </a:lnTo>
                  <a:lnTo>
                    <a:pt x="9463" y="211937"/>
                  </a:lnTo>
                  <a:lnTo>
                    <a:pt x="10323" y="141291"/>
                  </a:lnTo>
                  <a:lnTo>
                    <a:pt x="11183" y="70645"/>
                  </a:lnTo>
                  <a:lnTo>
                    <a:pt x="1204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794277" y="4178043"/>
              <a:ext cx="77014" cy="1052243"/>
            </a:xfrm>
            <a:custGeom>
              <a:avLst/>
              <a:pathLst>
                <a:path w="77014" h="1052243">
                  <a:moveTo>
                    <a:pt x="0" y="1052243"/>
                  </a:moveTo>
                  <a:lnTo>
                    <a:pt x="4813" y="986478"/>
                  </a:lnTo>
                  <a:lnTo>
                    <a:pt x="9626" y="920713"/>
                  </a:lnTo>
                  <a:lnTo>
                    <a:pt x="14440" y="854947"/>
                  </a:lnTo>
                  <a:lnTo>
                    <a:pt x="19253" y="789182"/>
                  </a:lnTo>
                  <a:lnTo>
                    <a:pt x="24066" y="723417"/>
                  </a:lnTo>
                  <a:lnTo>
                    <a:pt x="28880" y="657652"/>
                  </a:lnTo>
                  <a:lnTo>
                    <a:pt x="33693" y="591886"/>
                  </a:lnTo>
                  <a:lnTo>
                    <a:pt x="38507" y="526121"/>
                  </a:lnTo>
                  <a:lnTo>
                    <a:pt x="43320" y="460356"/>
                  </a:lnTo>
                  <a:lnTo>
                    <a:pt x="48133" y="394591"/>
                  </a:lnTo>
                  <a:lnTo>
                    <a:pt x="52947" y="328826"/>
                  </a:lnTo>
                  <a:lnTo>
                    <a:pt x="57760" y="263060"/>
                  </a:lnTo>
                  <a:lnTo>
                    <a:pt x="62574" y="197295"/>
                  </a:lnTo>
                  <a:lnTo>
                    <a:pt x="67387" y="131530"/>
                  </a:lnTo>
                  <a:lnTo>
                    <a:pt x="72200" y="65765"/>
                  </a:lnTo>
                  <a:lnTo>
                    <a:pt x="7701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797449" y="4185923"/>
              <a:ext cx="149702" cy="1110958"/>
            </a:xfrm>
            <a:custGeom>
              <a:avLst/>
              <a:pathLst>
                <a:path w="149702" h="1110958">
                  <a:moveTo>
                    <a:pt x="0" y="1110958"/>
                  </a:moveTo>
                  <a:lnTo>
                    <a:pt x="8806" y="1045607"/>
                  </a:lnTo>
                  <a:lnTo>
                    <a:pt x="17612" y="980257"/>
                  </a:lnTo>
                  <a:lnTo>
                    <a:pt x="26418" y="914906"/>
                  </a:lnTo>
                  <a:lnTo>
                    <a:pt x="35224" y="849556"/>
                  </a:lnTo>
                  <a:lnTo>
                    <a:pt x="44030" y="784205"/>
                  </a:lnTo>
                  <a:lnTo>
                    <a:pt x="52836" y="718855"/>
                  </a:lnTo>
                  <a:lnTo>
                    <a:pt x="61642" y="653504"/>
                  </a:lnTo>
                  <a:lnTo>
                    <a:pt x="70448" y="588154"/>
                  </a:lnTo>
                  <a:lnTo>
                    <a:pt x="79254" y="522803"/>
                  </a:lnTo>
                  <a:lnTo>
                    <a:pt x="88060" y="457453"/>
                  </a:lnTo>
                  <a:lnTo>
                    <a:pt x="96866" y="392102"/>
                  </a:lnTo>
                  <a:lnTo>
                    <a:pt x="105672" y="326752"/>
                  </a:lnTo>
                  <a:lnTo>
                    <a:pt x="114478" y="261401"/>
                  </a:lnTo>
                  <a:lnTo>
                    <a:pt x="123284" y="196051"/>
                  </a:lnTo>
                  <a:lnTo>
                    <a:pt x="132090" y="130700"/>
                  </a:lnTo>
                  <a:lnTo>
                    <a:pt x="140896" y="65350"/>
                  </a:lnTo>
                  <a:lnTo>
                    <a:pt x="14970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101654" y="5155168"/>
              <a:ext cx="901089" cy="200726"/>
            </a:xfrm>
            <a:custGeom>
              <a:avLst/>
              <a:pathLst>
                <a:path w="901089" h="200726">
                  <a:moveTo>
                    <a:pt x="0" y="200726"/>
                  </a:moveTo>
                  <a:lnTo>
                    <a:pt x="69314" y="185285"/>
                  </a:lnTo>
                  <a:lnTo>
                    <a:pt x="138629" y="169845"/>
                  </a:lnTo>
                  <a:lnTo>
                    <a:pt x="207943" y="154404"/>
                  </a:lnTo>
                  <a:lnTo>
                    <a:pt x="277258" y="138964"/>
                  </a:lnTo>
                  <a:lnTo>
                    <a:pt x="346572" y="123523"/>
                  </a:lnTo>
                  <a:lnTo>
                    <a:pt x="415887" y="108083"/>
                  </a:lnTo>
                  <a:lnTo>
                    <a:pt x="485202" y="92642"/>
                  </a:lnTo>
                  <a:lnTo>
                    <a:pt x="554516" y="77202"/>
                  </a:lnTo>
                  <a:lnTo>
                    <a:pt x="623831" y="61761"/>
                  </a:lnTo>
                  <a:lnTo>
                    <a:pt x="693145" y="46321"/>
                  </a:lnTo>
                  <a:lnTo>
                    <a:pt x="762460" y="30880"/>
                  </a:lnTo>
                  <a:lnTo>
                    <a:pt x="831775" y="15440"/>
                  </a:lnTo>
                  <a:lnTo>
                    <a:pt x="90108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080053" y="4215440"/>
              <a:ext cx="16678" cy="63796"/>
            </a:xfrm>
            <a:custGeom>
              <a:avLst/>
              <a:pathLst>
                <a:path w="16678" h="63796">
                  <a:moveTo>
                    <a:pt x="0" y="63796"/>
                  </a:moveTo>
                  <a:lnTo>
                    <a:pt x="1667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009625" y="4198404"/>
              <a:ext cx="12766" cy="64693"/>
            </a:xfrm>
            <a:custGeom>
              <a:avLst/>
              <a:pathLst>
                <a:path w="12766" h="64693">
                  <a:moveTo>
                    <a:pt x="0" y="64693"/>
                  </a:moveTo>
                  <a:lnTo>
                    <a:pt x="1276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128840" y="4236968"/>
              <a:ext cx="41059" cy="125327"/>
            </a:xfrm>
            <a:custGeom>
              <a:avLst/>
              <a:pathLst>
                <a:path w="41059" h="125327">
                  <a:moveTo>
                    <a:pt x="0" y="125327"/>
                  </a:moveTo>
                  <a:lnTo>
                    <a:pt x="4105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168707" y="4262907"/>
              <a:ext cx="72913" cy="183896"/>
            </a:xfrm>
            <a:custGeom>
              <a:avLst/>
              <a:pathLst>
                <a:path w="72913" h="183896">
                  <a:moveTo>
                    <a:pt x="0" y="183896"/>
                  </a:moveTo>
                  <a:lnTo>
                    <a:pt x="36456" y="91948"/>
                  </a:lnTo>
                  <a:lnTo>
                    <a:pt x="7291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199674" y="4293163"/>
              <a:ext cx="111956" cy="238825"/>
            </a:xfrm>
            <a:custGeom>
              <a:avLst/>
              <a:pathLst>
                <a:path w="111956" h="238825">
                  <a:moveTo>
                    <a:pt x="0" y="238825"/>
                  </a:moveTo>
                  <a:lnTo>
                    <a:pt x="37318" y="159216"/>
                  </a:lnTo>
                  <a:lnTo>
                    <a:pt x="74637" y="79608"/>
                  </a:lnTo>
                  <a:lnTo>
                    <a:pt x="11195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221819" y="4327622"/>
              <a:ext cx="157850" cy="289463"/>
            </a:xfrm>
            <a:custGeom>
              <a:avLst/>
              <a:pathLst>
                <a:path w="157850" h="289463">
                  <a:moveTo>
                    <a:pt x="0" y="289463"/>
                  </a:moveTo>
                  <a:lnTo>
                    <a:pt x="39462" y="217097"/>
                  </a:lnTo>
                  <a:lnTo>
                    <a:pt x="78925" y="144731"/>
                  </a:lnTo>
                  <a:lnTo>
                    <a:pt x="118388" y="72365"/>
                  </a:lnTo>
                  <a:lnTo>
                    <a:pt x="15785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235281" y="4366158"/>
              <a:ext cx="210205" cy="335186"/>
            </a:xfrm>
            <a:custGeom>
              <a:avLst/>
              <a:pathLst>
                <a:path w="210205" h="335186">
                  <a:moveTo>
                    <a:pt x="0" y="335186"/>
                  </a:moveTo>
                  <a:lnTo>
                    <a:pt x="42041" y="268149"/>
                  </a:lnTo>
                  <a:lnTo>
                    <a:pt x="84082" y="201111"/>
                  </a:lnTo>
                  <a:lnTo>
                    <a:pt x="126123" y="134074"/>
                  </a:lnTo>
                  <a:lnTo>
                    <a:pt x="168164" y="67037"/>
                  </a:lnTo>
                  <a:lnTo>
                    <a:pt x="21020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240258" y="4408627"/>
              <a:ext cx="268579" cy="375404"/>
            </a:xfrm>
            <a:custGeom>
              <a:avLst/>
              <a:pathLst>
                <a:path w="268579" h="375404">
                  <a:moveTo>
                    <a:pt x="0" y="375404"/>
                  </a:moveTo>
                  <a:lnTo>
                    <a:pt x="44763" y="312837"/>
                  </a:lnTo>
                  <a:lnTo>
                    <a:pt x="89526" y="250269"/>
                  </a:lnTo>
                  <a:lnTo>
                    <a:pt x="134289" y="187702"/>
                  </a:lnTo>
                  <a:lnTo>
                    <a:pt x="179052" y="125134"/>
                  </a:lnTo>
                  <a:lnTo>
                    <a:pt x="223815" y="62567"/>
                  </a:lnTo>
                  <a:lnTo>
                    <a:pt x="26857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237002" y="4454871"/>
              <a:ext cx="332483" cy="409562"/>
            </a:xfrm>
            <a:custGeom>
              <a:avLst/>
              <a:pathLst>
                <a:path w="332483" h="409562">
                  <a:moveTo>
                    <a:pt x="0" y="409562"/>
                  </a:moveTo>
                  <a:lnTo>
                    <a:pt x="47497" y="351053"/>
                  </a:lnTo>
                  <a:lnTo>
                    <a:pt x="94995" y="292544"/>
                  </a:lnTo>
                  <a:lnTo>
                    <a:pt x="142493" y="234035"/>
                  </a:lnTo>
                  <a:lnTo>
                    <a:pt x="189990" y="175526"/>
                  </a:lnTo>
                  <a:lnTo>
                    <a:pt x="237488" y="117017"/>
                  </a:lnTo>
                  <a:lnTo>
                    <a:pt x="284986" y="58508"/>
                  </a:lnTo>
                  <a:lnTo>
                    <a:pt x="33248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225821" y="4504721"/>
              <a:ext cx="401386" cy="437145"/>
            </a:xfrm>
            <a:custGeom>
              <a:avLst/>
              <a:pathLst>
                <a:path w="401386" h="437145">
                  <a:moveTo>
                    <a:pt x="0" y="437145"/>
                  </a:moveTo>
                  <a:lnTo>
                    <a:pt x="50173" y="382501"/>
                  </a:lnTo>
                  <a:lnTo>
                    <a:pt x="100346" y="327858"/>
                  </a:lnTo>
                  <a:lnTo>
                    <a:pt x="150519" y="273215"/>
                  </a:lnTo>
                  <a:lnTo>
                    <a:pt x="200693" y="218572"/>
                  </a:lnTo>
                  <a:lnTo>
                    <a:pt x="250866" y="163929"/>
                  </a:lnTo>
                  <a:lnTo>
                    <a:pt x="301039" y="109286"/>
                  </a:lnTo>
                  <a:lnTo>
                    <a:pt x="351213" y="54643"/>
                  </a:lnTo>
                  <a:lnTo>
                    <a:pt x="40138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207078" y="4557990"/>
              <a:ext cx="474712" cy="457680"/>
            </a:xfrm>
            <a:custGeom>
              <a:avLst/>
              <a:pathLst>
                <a:path w="474712" h="457680">
                  <a:moveTo>
                    <a:pt x="0" y="457680"/>
                  </a:moveTo>
                  <a:lnTo>
                    <a:pt x="52745" y="406826"/>
                  </a:lnTo>
                  <a:lnTo>
                    <a:pt x="105491" y="355973"/>
                  </a:lnTo>
                  <a:lnTo>
                    <a:pt x="158237" y="305120"/>
                  </a:lnTo>
                  <a:lnTo>
                    <a:pt x="210983" y="254266"/>
                  </a:lnTo>
                  <a:lnTo>
                    <a:pt x="263729" y="203413"/>
                  </a:lnTo>
                  <a:lnTo>
                    <a:pt x="316474" y="152560"/>
                  </a:lnTo>
                  <a:lnTo>
                    <a:pt x="369220" y="101706"/>
                  </a:lnTo>
                  <a:lnTo>
                    <a:pt x="421966" y="50853"/>
                  </a:lnTo>
                  <a:lnTo>
                    <a:pt x="47471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181181" y="4614481"/>
              <a:ext cx="551849" cy="470742"/>
            </a:xfrm>
            <a:custGeom>
              <a:avLst/>
              <a:pathLst>
                <a:path w="551849" h="470742">
                  <a:moveTo>
                    <a:pt x="0" y="470742"/>
                  </a:moveTo>
                  <a:lnTo>
                    <a:pt x="55184" y="423668"/>
                  </a:lnTo>
                  <a:lnTo>
                    <a:pt x="110369" y="376594"/>
                  </a:lnTo>
                  <a:lnTo>
                    <a:pt x="165554" y="329519"/>
                  </a:lnTo>
                  <a:lnTo>
                    <a:pt x="220739" y="282445"/>
                  </a:lnTo>
                  <a:lnTo>
                    <a:pt x="275924" y="235371"/>
                  </a:lnTo>
                  <a:lnTo>
                    <a:pt x="331109" y="188297"/>
                  </a:lnTo>
                  <a:lnTo>
                    <a:pt x="386294" y="141222"/>
                  </a:lnTo>
                  <a:lnTo>
                    <a:pt x="441479" y="94148"/>
                  </a:lnTo>
                  <a:lnTo>
                    <a:pt x="496664" y="47074"/>
                  </a:lnTo>
                  <a:lnTo>
                    <a:pt x="55184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769742" y="4736283"/>
              <a:ext cx="54994" cy="36384"/>
            </a:xfrm>
            <a:custGeom>
              <a:avLst/>
              <a:pathLst>
                <a:path w="54994" h="36384">
                  <a:moveTo>
                    <a:pt x="0" y="36384"/>
                  </a:moveTo>
                  <a:lnTo>
                    <a:pt x="5499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728059" y="4673986"/>
              <a:ext cx="52679" cy="39662"/>
            </a:xfrm>
            <a:custGeom>
              <a:avLst/>
              <a:pathLst>
                <a:path w="52679" h="39662">
                  <a:moveTo>
                    <a:pt x="0" y="39662"/>
                  </a:moveTo>
                  <a:lnTo>
                    <a:pt x="5267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750650" y="4801142"/>
              <a:ext cx="114213" cy="65941"/>
            </a:xfrm>
            <a:custGeom>
              <a:avLst/>
              <a:pathLst>
                <a:path w="114213" h="65941">
                  <a:moveTo>
                    <a:pt x="0" y="65941"/>
                  </a:moveTo>
                  <a:lnTo>
                    <a:pt x="114213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872233" y="4937574"/>
              <a:ext cx="60688" cy="25789"/>
            </a:xfrm>
            <a:custGeom>
              <a:avLst/>
              <a:pathLst>
                <a:path w="60688" h="25789">
                  <a:moveTo>
                    <a:pt x="0" y="25789"/>
                  </a:moveTo>
                  <a:lnTo>
                    <a:pt x="60688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841963" y="4868322"/>
              <a:ext cx="59007" cy="29434"/>
            </a:xfrm>
            <a:custGeom>
              <a:avLst/>
              <a:pathLst>
                <a:path w="59007" h="29434">
                  <a:moveTo>
                    <a:pt x="0" y="29434"/>
                  </a:moveTo>
                  <a:lnTo>
                    <a:pt x="5900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836309" y="5008643"/>
              <a:ext cx="124290" cy="44098"/>
            </a:xfrm>
            <a:custGeom>
              <a:avLst/>
              <a:pathLst>
                <a:path w="124290" h="44098">
                  <a:moveTo>
                    <a:pt x="0" y="44098"/>
                  </a:moveTo>
                  <a:lnTo>
                    <a:pt x="12429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793787" y="5081264"/>
              <a:ext cx="190115" cy="54681"/>
            </a:xfrm>
            <a:custGeom>
              <a:avLst/>
              <a:pathLst>
                <a:path w="190115" h="54681">
                  <a:moveTo>
                    <a:pt x="0" y="54681"/>
                  </a:moveTo>
                  <a:lnTo>
                    <a:pt x="95057" y="27340"/>
                  </a:lnTo>
                  <a:lnTo>
                    <a:pt x="19011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779837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779837" y="5372427"/>
              <a:ext cx="36139" cy="55155"/>
            </a:xfrm>
            <a:custGeom>
              <a:avLst/>
              <a:pathLst>
                <a:path w="36139" h="55155">
                  <a:moveTo>
                    <a:pt x="0" y="55155"/>
                  </a:moveTo>
                  <a:lnTo>
                    <a:pt x="18069" y="27577"/>
                  </a:lnTo>
                  <a:lnTo>
                    <a:pt x="3613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73149" y="5295870"/>
              <a:ext cx="3343" cy="65856"/>
            </a:xfrm>
            <a:custGeom>
              <a:avLst/>
              <a:pathLst>
                <a:path w="3343" h="65856">
                  <a:moveTo>
                    <a:pt x="3343" y="658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733697" y="5235215"/>
              <a:ext cx="15379" cy="64122"/>
            </a:xfrm>
            <a:custGeom>
              <a:avLst/>
              <a:pathLst>
                <a:path w="15379" h="64122">
                  <a:moveTo>
                    <a:pt x="15379" y="6412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643351" y="5201876"/>
              <a:ext cx="34121" cy="56426"/>
            </a:xfrm>
            <a:custGeom>
              <a:avLst/>
              <a:pathLst>
                <a:path w="34121" h="56426">
                  <a:moveTo>
                    <a:pt x="34121" y="5642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486012" y="5278006"/>
              <a:ext cx="58764" cy="29915"/>
            </a:xfrm>
            <a:custGeom>
              <a:avLst/>
              <a:pathLst>
                <a:path w="58764" h="29915">
                  <a:moveTo>
                    <a:pt x="58764" y="2991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398799" y="5516349"/>
              <a:ext cx="63506" cy="17753"/>
            </a:xfrm>
            <a:custGeom>
              <a:avLst/>
              <a:pathLst>
                <a:path w="63506" h="17753">
                  <a:moveTo>
                    <a:pt x="63506" y="0"/>
                  </a:moveTo>
                  <a:lnTo>
                    <a:pt x="0" y="1775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437555" y="5693030"/>
              <a:ext cx="48897" cy="44241"/>
            </a:xfrm>
            <a:custGeom>
              <a:avLst/>
              <a:pathLst>
                <a:path w="48897" h="44241">
                  <a:moveTo>
                    <a:pt x="48897" y="0"/>
                  </a:moveTo>
                  <a:lnTo>
                    <a:pt x="0" y="4424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625185" y="5868889"/>
              <a:ext cx="19331" cy="63043"/>
            </a:xfrm>
            <a:custGeom>
              <a:avLst/>
              <a:pathLst>
                <a:path w="19331" h="63043">
                  <a:moveTo>
                    <a:pt x="19331" y="0"/>
                  </a:moveTo>
                  <a:lnTo>
                    <a:pt x="0" y="6304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722158" y="5952614"/>
              <a:ext cx="6408" cy="65628"/>
            </a:xfrm>
            <a:custGeom>
              <a:avLst/>
              <a:pathLst>
                <a:path w="6408" h="65628">
                  <a:moveTo>
                    <a:pt x="6408" y="0"/>
                  </a:moveTo>
                  <a:lnTo>
                    <a:pt x="0" y="6562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837642" y="6018231"/>
              <a:ext cx="6422" cy="65627"/>
            </a:xfrm>
            <a:custGeom>
              <a:avLst/>
              <a:pathLst>
                <a:path w="6422" h="65627">
                  <a:moveTo>
                    <a:pt x="0" y="0"/>
                  </a:moveTo>
                  <a:lnTo>
                    <a:pt x="6422" y="6562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034209" y="6035955"/>
              <a:ext cx="25437" cy="60837"/>
            </a:xfrm>
            <a:custGeom>
              <a:avLst/>
              <a:pathLst>
                <a:path w="25437" h="60837">
                  <a:moveTo>
                    <a:pt x="0" y="0"/>
                  </a:moveTo>
                  <a:lnTo>
                    <a:pt x="25437" y="608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278495" y="5954342"/>
              <a:ext cx="45332" cy="47887"/>
            </a:xfrm>
            <a:custGeom>
              <a:avLst/>
              <a:pathLst>
                <a:path w="45332" h="47887">
                  <a:moveTo>
                    <a:pt x="0" y="0"/>
                  </a:moveTo>
                  <a:lnTo>
                    <a:pt x="45332" y="4788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200247" y="6097956"/>
              <a:ext cx="140136" cy="223457"/>
            </a:xfrm>
            <a:custGeom>
              <a:avLst/>
              <a:pathLst>
                <a:path w="140136" h="223457">
                  <a:moveTo>
                    <a:pt x="0" y="0"/>
                  </a:moveTo>
                  <a:lnTo>
                    <a:pt x="46712" y="74485"/>
                  </a:lnTo>
                  <a:lnTo>
                    <a:pt x="93424" y="148971"/>
                  </a:lnTo>
                  <a:lnTo>
                    <a:pt x="140136" y="22345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256532" y="6368810"/>
              <a:ext cx="59586" cy="117653"/>
            </a:xfrm>
            <a:custGeom>
              <a:avLst/>
              <a:pathLst>
                <a:path w="59586" h="117653">
                  <a:moveTo>
                    <a:pt x="0" y="0"/>
                  </a:moveTo>
                  <a:lnTo>
                    <a:pt x="59586" y="11765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419564" y="6266567"/>
              <a:ext cx="39982" cy="52436"/>
            </a:xfrm>
            <a:custGeom>
              <a:avLst/>
              <a:pathLst>
                <a:path w="39982" h="52436">
                  <a:moveTo>
                    <a:pt x="0" y="0"/>
                  </a:moveTo>
                  <a:lnTo>
                    <a:pt x="39982" y="5243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404048" y="6358710"/>
              <a:ext cx="36718" cy="54772"/>
            </a:xfrm>
            <a:custGeom>
              <a:avLst/>
              <a:pathLst>
                <a:path w="36718" h="54772">
                  <a:moveTo>
                    <a:pt x="0" y="0"/>
                  </a:moveTo>
                  <a:lnTo>
                    <a:pt x="36718" y="5477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512527" y="6275995"/>
              <a:ext cx="43099" cy="49906"/>
            </a:xfrm>
            <a:custGeom>
              <a:avLst/>
              <a:pathLst>
                <a:path w="43099" h="49906">
                  <a:moveTo>
                    <a:pt x="0" y="0"/>
                  </a:moveTo>
                  <a:lnTo>
                    <a:pt x="43099" y="4990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426179" y="5884077"/>
              <a:ext cx="53861" cy="38041"/>
            </a:xfrm>
            <a:custGeom>
              <a:avLst/>
              <a:pathLst>
                <a:path w="53861" h="38041">
                  <a:moveTo>
                    <a:pt x="0" y="0"/>
                  </a:moveTo>
                  <a:lnTo>
                    <a:pt x="53861" y="3804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34925" y="5833405"/>
              <a:ext cx="58083" cy="31217"/>
            </a:xfrm>
            <a:custGeom>
              <a:avLst/>
              <a:pathLst>
                <a:path w="58083" h="31217">
                  <a:moveTo>
                    <a:pt x="0" y="0"/>
                  </a:moveTo>
                  <a:lnTo>
                    <a:pt x="58083" y="3121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640074" y="5762613"/>
              <a:ext cx="61445" cy="23930"/>
            </a:xfrm>
            <a:custGeom>
              <a:avLst/>
              <a:pathLst>
                <a:path w="61445" h="23930">
                  <a:moveTo>
                    <a:pt x="0" y="0"/>
                  </a:moveTo>
                  <a:lnTo>
                    <a:pt x="61445" y="2393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734466" y="5686492"/>
              <a:ext cx="63641" cy="17260"/>
            </a:xfrm>
            <a:custGeom>
              <a:avLst/>
              <a:pathLst>
                <a:path w="63641" h="17260">
                  <a:moveTo>
                    <a:pt x="0" y="0"/>
                  </a:moveTo>
                  <a:lnTo>
                    <a:pt x="63641" y="1726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816158" y="5625533"/>
              <a:ext cx="64770" cy="12371"/>
            </a:xfrm>
            <a:custGeom>
              <a:avLst/>
              <a:pathLst>
                <a:path w="64770" h="12371">
                  <a:moveTo>
                    <a:pt x="0" y="0"/>
                  </a:moveTo>
                  <a:lnTo>
                    <a:pt x="64770" y="1237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866091" y="5704512"/>
              <a:ext cx="63897" cy="16289"/>
            </a:xfrm>
            <a:custGeom>
              <a:avLst/>
              <a:pathLst>
                <a:path w="63897" h="16289">
                  <a:moveTo>
                    <a:pt x="0" y="0"/>
                  </a:moveTo>
                  <a:lnTo>
                    <a:pt x="63897" y="162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891686" y="5570518"/>
              <a:ext cx="65402" cy="8407"/>
            </a:xfrm>
            <a:custGeom>
              <a:avLst/>
              <a:pathLst>
                <a:path w="65402" h="8407">
                  <a:moveTo>
                    <a:pt x="0" y="0"/>
                  </a:moveTo>
                  <a:lnTo>
                    <a:pt x="65402" y="840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658119" y="5882524"/>
              <a:ext cx="117104" cy="60658"/>
            </a:xfrm>
            <a:custGeom>
              <a:avLst/>
              <a:pathLst>
                <a:path w="117104" h="60658">
                  <a:moveTo>
                    <a:pt x="0" y="0"/>
                  </a:moveTo>
                  <a:lnTo>
                    <a:pt x="117104" y="6065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797721" y="5897209"/>
              <a:ext cx="59875" cy="27625"/>
            </a:xfrm>
            <a:custGeom>
              <a:avLst/>
              <a:pathLst>
                <a:path w="59875" h="27625">
                  <a:moveTo>
                    <a:pt x="0" y="0"/>
                  </a:moveTo>
                  <a:lnTo>
                    <a:pt x="59875" y="2762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33902" y="5960159"/>
              <a:ext cx="215447" cy="152164"/>
            </a:xfrm>
            <a:custGeom>
              <a:avLst/>
              <a:pathLst>
                <a:path w="215447" h="152164">
                  <a:moveTo>
                    <a:pt x="0" y="0"/>
                  </a:moveTo>
                  <a:lnTo>
                    <a:pt x="71815" y="50721"/>
                  </a:lnTo>
                  <a:lnTo>
                    <a:pt x="143631" y="101443"/>
                  </a:lnTo>
                  <a:lnTo>
                    <a:pt x="215447" y="15216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414786" y="6003508"/>
              <a:ext cx="244211" cy="221509"/>
            </a:xfrm>
            <a:custGeom>
              <a:avLst/>
              <a:pathLst>
                <a:path w="244211" h="221509">
                  <a:moveTo>
                    <a:pt x="0" y="0"/>
                  </a:moveTo>
                  <a:lnTo>
                    <a:pt x="61052" y="55377"/>
                  </a:lnTo>
                  <a:lnTo>
                    <a:pt x="122105" y="110754"/>
                  </a:lnTo>
                  <a:lnTo>
                    <a:pt x="183158" y="166132"/>
                  </a:lnTo>
                  <a:lnTo>
                    <a:pt x="244211" y="22150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804535" y="6152514"/>
              <a:ext cx="4490" cy="131805"/>
            </a:xfrm>
            <a:custGeom>
              <a:avLst/>
              <a:pathLst>
                <a:path w="4490" h="131805">
                  <a:moveTo>
                    <a:pt x="0" y="0"/>
                  </a:moveTo>
                  <a:lnTo>
                    <a:pt x="4490" y="13180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892698" y="6277355"/>
              <a:ext cx="8681" cy="65367"/>
            </a:xfrm>
            <a:custGeom>
              <a:avLst/>
              <a:pathLst>
                <a:path w="8681" h="65367">
                  <a:moveTo>
                    <a:pt x="0" y="0"/>
                  </a:moveTo>
                  <a:lnTo>
                    <a:pt x="8681" y="6536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955113" y="6333966"/>
              <a:ext cx="12519" cy="64741"/>
            </a:xfrm>
            <a:custGeom>
              <a:avLst/>
              <a:pathLst>
                <a:path w="12519" h="64741">
                  <a:moveTo>
                    <a:pt x="0" y="0"/>
                  </a:moveTo>
                  <a:lnTo>
                    <a:pt x="12519" y="6474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022727" y="6386413"/>
              <a:ext cx="16192" cy="63922"/>
            </a:xfrm>
            <a:custGeom>
              <a:avLst/>
              <a:pathLst>
                <a:path w="16192" h="63922">
                  <a:moveTo>
                    <a:pt x="0" y="0"/>
                  </a:moveTo>
                  <a:lnTo>
                    <a:pt x="16192" y="6392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093012" y="6435088"/>
              <a:ext cx="19573" cy="62969"/>
            </a:xfrm>
            <a:custGeom>
              <a:avLst/>
              <a:pathLst>
                <a:path w="19573" h="62969">
                  <a:moveTo>
                    <a:pt x="0" y="0"/>
                  </a:moveTo>
                  <a:lnTo>
                    <a:pt x="19573" y="6296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161102" y="6481753"/>
              <a:ext cx="22427" cy="62010"/>
            </a:xfrm>
            <a:custGeom>
              <a:avLst/>
              <a:pathLst>
                <a:path w="22427" h="62010">
                  <a:moveTo>
                    <a:pt x="0" y="0"/>
                  </a:moveTo>
                  <a:lnTo>
                    <a:pt x="22427" y="6201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708222" y="6283066"/>
              <a:ext cx="16850" cy="263225"/>
            </a:xfrm>
            <a:custGeom>
              <a:avLst/>
              <a:pathLst>
                <a:path w="16850" h="263225">
                  <a:moveTo>
                    <a:pt x="16850" y="0"/>
                  </a:moveTo>
                  <a:lnTo>
                    <a:pt x="11233" y="87741"/>
                  </a:lnTo>
                  <a:lnTo>
                    <a:pt x="5616" y="175483"/>
                  </a:lnTo>
                  <a:lnTo>
                    <a:pt x="0" y="26322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758158" y="6548394"/>
              <a:ext cx="1204" cy="65930"/>
            </a:xfrm>
            <a:custGeom>
              <a:avLst/>
              <a:pathLst>
                <a:path w="1204" h="65930">
                  <a:moveTo>
                    <a:pt x="1204" y="0"/>
                  </a:moveTo>
                  <a:lnTo>
                    <a:pt x="0" y="6593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542963" y="6073729"/>
              <a:ext cx="105277" cy="516917"/>
            </a:xfrm>
            <a:custGeom>
              <a:avLst/>
              <a:pathLst>
                <a:path w="105277" h="516917">
                  <a:moveTo>
                    <a:pt x="105277" y="0"/>
                  </a:moveTo>
                  <a:lnTo>
                    <a:pt x="90237" y="73845"/>
                  </a:lnTo>
                  <a:lnTo>
                    <a:pt x="75198" y="147690"/>
                  </a:lnTo>
                  <a:lnTo>
                    <a:pt x="60158" y="221536"/>
                  </a:lnTo>
                  <a:lnTo>
                    <a:pt x="45118" y="295381"/>
                  </a:lnTo>
                  <a:lnTo>
                    <a:pt x="30079" y="369226"/>
                  </a:lnTo>
                  <a:lnTo>
                    <a:pt x="15039" y="443072"/>
                  </a:lnTo>
                  <a:lnTo>
                    <a:pt x="0" y="51691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276124" y="5891107"/>
              <a:ext cx="251856" cy="463524"/>
            </a:xfrm>
            <a:custGeom>
              <a:avLst/>
              <a:pathLst>
                <a:path w="251856" h="463524">
                  <a:moveTo>
                    <a:pt x="251856" y="0"/>
                  </a:moveTo>
                  <a:lnTo>
                    <a:pt x="215876" y="66217"/>
                  </a:lnTo>
                  <a:lnTo>
                    <a:pt x="179897" y="132435"/>
                  </a:lnTo>
                  <a:lnTo>
                    <a:pt x="143917" y="198653"/>
                  </a:lnTo>
                  <a:lnTo>
                    <a:pt x="107938" y="264871"/>
                  </a:lnTo>
                  <a:lnTo>
                    <a:pt x="71958" y="331089"/>
                  </a:lnTo>
                  <a:lnTo>
                    <a:pt x="35979" y="397307"/>
                  </a:lnTo>
                  <a:lnTo>
                    <a:pt x="0" y="46352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313310" y="6386933"/>
              <a:ext cx="27442" cy="59959"/>
            </a:xfrm>
            <a:custGeom>
              <a:avLst/>
              <a:pathLst>
                <a:path w="27442" h="59959">
                  <a:moveTo>
                    <a:pt x="27442" y="0"/>
                  </a:moveTo>
                  <a:lnTo>
                    <a:pt x="0" y="5995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335648" y="6467125"/>
              <a:ext cx="24677" cy="61149"/>
            </a:xfrm>
            <a:custGeom>
              <a:avLst/>
              <a:pathLst>
                <a:path w="24677" h="61149">
                  <a:moveTo>
                    <a:pt x="24677" y="0"/>
                  </a:moveTo>
                  <a:lnTo>
                    <a:pt x="0" y="6114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143110" y="6317984"/>
              <a:ext cx="70747" cy="111300"/>
            </a:xfrm>
            <a:custGeom>
              <a:avLst/>
              <a:pathLst>
                <a:path w="70747" h="111300">
                  <a:moveTo>
                    <a:pt x="70747" y="0"/>
                  </a:moveTo>
                  <a:lnTo>
                    <a:pt x="0" y="11130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068604" y="5518215"/>
              <a:ext cx="258630" cy="51790"/>
            </a:xfrm>
            <a:custGeom>
              <a:avLst/>
              <a:pathLst>
                <a:path w="258630" h="51790">
                  <a:moveTo>
                    <a:pt x="258630" y="0"/>
                  </a:moveTo>
                  <a:lnTo>
                    <a:pt x="193972" y="12947"/>
                  </a:lnTo>
                  <a:lnTo>
                    <a:pt x="129315" y="25895"/>
                  </a:lnTo>
                  <a:lnTo>
                    <a:pt x="64657" y="38842"/>
                  </a:lnTo>
                  <a:lnTo>
                    <a:pt x="0" y="5179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049557" y="5706883"/>
              <a:ext cx="60856" cy="25390"/>
            </a:xfrm>
            <a:custGeom>
              <a:avLst/>
              <a:pathLst>
                <a:path w="60856" h="25390">
                  <a:moveTo>
                    <a:pt x="60856" y="0"/>
                  </a:moveTo>
                  <a:lnTo>
                    <a:pt x="0" y="25390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750370" y="5600809"/>
              <a:ext cx="257366" cy="57742"/>
            </a:xfrm>
            <a:custGeom>
              <a:avLst/>
              <a:pathLst>
                <a:path w="257366" h="57742">
                  <a:moveTo>
                    <a:pt x="257366" y="0"/>
                  </a:moveTo>
                  <a:lnTo>
                    <a:pt x="171577" y="19247"/>
                  </a:lnTo>
                  <a:lnTo>
                    <a:pt x="85788" y="38494"/>
                  </a:lnTo>
                  <a:lnTo>
                    <a:pt x="0" y="57742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665194" y="5539782"/>
              <a:ext cx="65567" cy="7012"/>
            </a:xfrm>
            <a:custGeom>
              <a:avLst/>
              <a:pathLst>
                <a:path w="65567" h="7012">
                  <a:moveTo>
                    <a:pt x="65567" y="0"/>
                  </a:moveTo>
                  <a:lnTo>
                    <a:pt x="0" y="7012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06619" y="5597550"/>
              <a:ext cx="65178" cy="9998"/>
            </a:xfrm>
            <a:custGeom>
              <a:avLst/>
              <a:pathLst>
                <a:path w="65178" h="9998">
                  <a:moveTo>
                    <a:pt x="65178" y="0"/>
                  </a:moveTo>
                  <a:lnTo>
                    <a:pt x="0" y="9998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721102" y="5774313"/>
              <a:ext cx="62278" cy="21670"/>
            </a:xfrm>
            <a:custGeom>
              <a:avLst/>
              <a:pathLst>
                <a:path w="62278" h="21670">
                  <a:moveTo>
                    <a:pt x="62278" y="0"/>
                  </a:moveTo>
                  <a:lnTo>
                    <a:pt x="0" y="2167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637166" y="5730881"/>
              <a:ext cx="63481" cy="17841"/>
            </a:xfrm>
            <a:custGeom>
              <a:avLst/>
              <a:pathLst>
                <a:path w="63481" h="17841">
                  <a:moveTo>
                    <a:pt x="63481" y="0"/>
                  </a:moveTo>
                  <a:lnTo>
                    <a:pt x="0" y="17841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4635" y="5859721"/>
              <a:ext cx="60844" cy="25419"/>
            </a:xfrm>
            <a:custGeom>
              <a:avLst/>
              <a:pathLst>
                <a:path w="60844" h="25419">
                  <a:moveTo>
                    <a:pt x="60844" y="0"/>
                  </a:moveTo>
                  <a:lnTo>
                    <a:pt x="0" y="25419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58052" y="5854478"/>
              <a:ext cx="55521" cy="35574"/>
            </a:xfrm>
            <a:custGeom>
              <a:avLst/>
              <a:pathLst>
                <a:path w="55521" h="35574">
                  <a:moveTo>
                    <a:pt x="55521" y="0"/>
                  </a:moveTo>
                  <a:lnTo>
                    <a:pt x="0" y="35574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046364" y="5948139"/>
              <a:ext cx="52390" cy="40042"/>
            </a:xfrm>
            <a:custGeom>
              <a:avLst/>
              <a:pathLst>
                <a:path w="52390" h="40042">
                  <a:moveTo>
                    <a:pt x="52390" y="0"/>
                  </a:moveTo>
                  <a:lnTo>
                    <a:pt x="0" y="40042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785962" y="5932264"/>
              <a:ext cx="220861" cy="144194"/>
            </a:xfrm>
            <a:custGeom>
              <a:avLst/>
              <a:pathLst>
                <a:path w="220861" h="144194">
                  <a:moveTo>
                    <a:pt x="220861" y="0"/>
                  </a:moveTo>
                  <a:lnTo>
                    <a:pt x="147240" y="48064"/>
                  </a:lnTo>
                  <a:lnTo>
                    <a:pt x="73620" y="96129"/>
                  </a:lnTo>
                  <a:lnTo>
                    <a:pt x="0" y="144194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040663" y="6041014"/>
              <a:ext cx="49278" cy="43816"/>
            </a:xfrm>
            <a:custGeom>
              <a:avLst/>
              <a:pathLst>
                <a:path w="49278" h="43816">
                  <a:moveTo>
                    <a:pt x="49278" y="0"/>
                  </a:moveTo>
                  <a:lnTo>
                    <a:pt x="0" y="4381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032663" y="6125928"/>
              <a:ext cx="46698" cy="46556"/>
            </a:xfrm>
            <a:custGeom>
              <a:avLst/>
              <a:pathLst>
                <a:path w="46698" h="46556">
                  <a:moveTo>
                    <a:pt x="46698" y="0"/>
                  </a:moveTo>
                  <a:lnTo>
                    <a:pt x="0" y="4655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029235" y="6211213"/>
              <a:ext cx="44153" cy="48976"/>
            </a:xfrm>
            <a:custGeom>
              <a:avLst/>
              <a:pathLst>
                <a:path w="44153" h="48976">
                  <a:moveTo>
                    <a:pt x="44153" y="0"/>
                  </a:moveTo>
                  <a:lnTo>
                    <a:pt x="0" y="4897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026152" y="6293585"/>
              <a:ext cx="41871" cy="50941"/>
            </a:xfrm>
            <a:custGeom>
              <a:avLst/>
              <a:pathLst>
                <a:path w="41871" h="50941">
                  <a:moveTo>
                    <a:pt x="41871" y="0"/>
                  </a:moveTo>
                  <a:lnTo>
                    <a:pt x="0" y="50941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743817" y="5228055"/>
              <a:ext cx="647512" cy="124704"/>
            </a:xfrm>
            <a:custGeom>
              <a:avLst/>
              <a:pathLst>
                <a:path w="647512" h="124704">
                  <a:moveTo>
                    <a:pt x="647512" y="124704"/>
                  </a:moveTo>
                  <a:lnTo>
                    <a:pt x="575566" y="110848"/>
                  </a:lnTo>
                  <a:lnTo>
                    <a:pt x="503620" y="96992"/>
                  </a:lnTo>
                  <a:lnTo>
                    <a:pt x="431674" y="83136"/>
                  </a:lnTo>
                  <a:lnTo>
                    <a:pt x="359728" y="69280"/>
                  </a:lnTo>
                  <a:lnTo>
                    <a:pt x="287783" y="55424"/>
                  </a:lnTo>
                  <a:lnTo>
                    <a:pt x="215837" y="41568"/>
                  </a:lnTo>
                  <a:lnTo>
                    <a:pt x="143891" y="27712"/>
                  </a:lnTo>
                  <a:lnTo>
                    <a:pt x="71945" y="13856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69339" y="5274499"/>
              <a:ext cx="65323" cy="9004"/>
            </a:xfrm>
            <a:custGeom>
              <a:avLst/>
              <a:pathLst>
                <a:path w="65323" h="9004">
                  <a:moveTo>
                    <a:pt x="65323" y="900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597843" y="5319335"/>
              <a:ext cx="65666" cy="6013"/>
            </a:xfrm>
            <a:custGeom>
              <a:avLst/>
              <a:pathLst>
                <a:path w="65666" h="6013">
                  <a:moveTo>
                    <a:pt x="65666" y="601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503712" y="4686029"/>
              <a:ext cx="161072" cy="432572"/>
            </a:xfrm>
            <a:custGeom>
              <a:avLst/>
              <a:pathLst>
                <a:path w="161072" h="432572">
                  <a:moveTo>
                    <a:pt x="161072" y="432572"/>
                  </a:moveTo>
                  <a:lnTo>
                    <a:pt x="138062" y="370776"/>
                  </a:lnTo>
                  <a:lnTo>
                    <a:pt x="115051" y="308980"/>
                  </a:lnTo>
                  <a:lnTo>
                    <a:pt x="92041" y="247184"/>
                  </a:lnTo>
                  <a:lnTo>
                    <a:pt x="69031" y="185388"/>
                  </a:lnTo>
                  <a:lnTo>
                    <a:pt x="46020" y="123592"/>
                  </a:lnTo>
                  <a:lnTo>
                    <a:pt x="23010" y="61796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290778" y="4723542"/>
              <a:ext cx="37619" cy="54156"/>
            </a:xfrm>
            <a:custGeom>
              <a:avLst/>
              <a:pathLst>
                <a:path w="37619" h="54156">
                  <a:moveTo>
                    <a:pt x="37619" y="541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35648" y="4326890"/>
              <a:ext cx="123385" cy="305747"/>
            </a:xfrm>
            <a:custGeom>
              <a:avLst/>
              <a:pathLst>
                <a:path w="123385" h="305747">
                  <a:moveTo>
                    <a:pt x="123385" y="305747"/>
                  </a:moveTo>
                  <a:lnTo>
                    <a:pt x="92539" y="229310"/>
                  </a:lnTo>
                  <a:lnTo>
                    <a:pt x="61692" y="152873"/>
                  </a:lnTo>
                  <a:lnTo>
                    <a:pt x="30846" y="76436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098172" y="4805017"/>
              <a:ext cx="48690" cy="44468"/>
            </a:xfrm>
            <a:custGeom>
              <a:avLst/>
              <a:pathLst>
                <a:path w="48690" h="44468">
                  <a:moveTo>
                    <a:pt x="48690" y="4446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154245" y="4578004"/>
              <a:ext cx="78198" cy="106197"/>
            </a:xfrm>
            <a:custGeom>
              <a:avLst/>
              <a:pathLst>
                <a:path w="78198" h="106197">
                  <a:moveTo>
                    <a:pt x="78198" y="10619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016649" y="4606495"/>
              <a:ext cx="44893" cy="48299"/>
            </a:xfrm>
            <a:custGeom>
              <a:avLst/>
              <a:pathLst>
                <a:path w="44893" h="48299">
                  <a:moveTo>
                    <a:pt x="44893" y="4829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026152" y="4510638"/>
              <a:ext cx="41871" cy="50941"/>
            </a:xfrm>
            <a:custGeom>
              <a:avLst/>
              <a:pathLst>
                <a:path w="41871" h="50941">
                  <a:moveTo>
                    <a:pt x="41871" y="5094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920354" y="4608975"/>
              <a:ext cx="47749" cy="45478"/>
            </a:xfrm>
            <a:custGeom>
              <a:avLst/>
              <a:pathLst>
                <a:path w="47749" h="45478">
                  <a:moveTo>
                    <a:pt x="47749" y="4547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222295" y="4455067"/>
              <a:ext cx="32796" cy="57206"/>
            </a:xfrm>
            <a:custGeom>
              <a:avLst/>
              <a:pathLst>
                <a:path w="32796" h="57206">
                  <a:moveTo>
                    <a:pt x="32796" y="5720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3143110" y="4425880"/>
              <a:ext cx="35373" cy="55650"/>
            </a:xfrm>
            <a:custGeom>
              <a:avLst/>
              <a:pathLst>
                <a:path w="35373" h="55650">
                  <a:moveTo>
                    <a:pt x="35373" y="5565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2933579" y="4915528"/>
              <a:ext cx="56417" cy="34136"/>
            </a:xfrm>
            <a:custGeom>
              <a:avLst/>
              <a:pathLst>
                <a:path w="56417" h="34136">
                  <a:moveTo>
                    <a:pt x="56417" y="3413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827285" y="4719435"/>
              <a:ext cx="158758" cy="118024"/>
            </a:xfrm>
            <a:custGeom>
              <a:avLst/>
              <a:pathLst>
                <a:path w="158758" h="118024">
                  <a:moveTo>
                    <a:pt x="158758" y="118024"/>
                  </a:moveTo>
                  <a:lnTo>
                    <a:pt x="79379" y="59012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829362" y="4969603"/>
              <a:ext cx="59404" cy="28623"/>
            </a:xfrm>
            <a:custGeom>
              <a:avLst/>
              <a:pathLst>
                <a:path w="59404" h="28623">
                  <a:moveTo>
                    <a:pt x="59404" y="2862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2739022" y="5011237"/>
              <a:ext cx="61224" cy="24490"/>
            </a:xfrm>
            <a:custGeom>
              <a:avLst/>
              <a:pathLst>
                <a:path w="61224" h="24490">
                  <a:moveTo>
                    <a:pt x="61224" y="2449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658823" y="5037510"/>
              <a:ext cx="62278" cy="21670"/>
            </a:xfrm>
            <a:custGeom>
              <a:avLst/>
              <a:pathLst>
                <a:path w="62278" h="21670">
                  <a:moveTo>
                    <a:pt x="62278" y="216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2748322" y="4840381"/>
              <a:ext cx="114612" cy="65244"/>
            </a:xfrm>
            <a:custGeom>
              <a:avLst/>
              <a:pathLst>
                <a:path w="114612" h="65244">
                  <a:moveTo>
                    <a:pt x="114612" y="6524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3675398" y="4443995"/>
              <a:ext cx="20887" cy="196717"/>
            </a:xfrm>
            <a:custGeom>
              <a:avLst/>
              <a:pathLst>
                <a:path w="20887" h="196717">
                  <a:moveTo>
                    <a:pt x="20887" y="196717"/>
                  </a:moveTo>
                  <a:lnTo>
                    <a:pt x="10443" y="98358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3608765" y="4386486"/>
              <a:ext cx="10691" cy="65068"/>
            </a:xfrm>
            <a:custGeom>
              <a:avLst/>
              <a:pathLst>
                <a:path w="10691" h="65068">
                  <a:moveTo>
                    <a:pt x="10691" y="6506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3539430" y="4332665"/>
              <a:ext cx="14141" cy="64406"/>
            </a:xfrm>
            <a:custGeom>
              <a:avLst/>
              <a:pathLst>
                <a:path w="14141" h="64406">
                  <a:moveTo>
                    <a:pt x="14141" y="6440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3472634" y="4281086"/>
              <a:ext cx="17066" cy="63694"/>
            </a:xfrm>
            <a:custGeom>
              <a:avLst/>
              <a:pathLst>
                <a:path w="17066" h="63694">
                  <a:moveTo>
                    <a:pt x="17066" y="6369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3841551" y="5311445"/>
              <a:ext cx="246859" cy="92910"/>
            </a:xfrm>
            <a:custGeom>
              <a:avLst/>
              <a:pathLst>
                <a:path w="246859" h="92910">
                  <a:moveTo>
                    <a:pt x="0" y="92910"/>
                  </a:moveTo>
                  <a:lnTo>
                    <a:pt x="49371" y="74328"/>
                  </a:lnTo>
                  <a:lnTo>
                    <a:pt x="98743" y="55746"/>
                  </a:lnTo>
                  <a:lnTo>
                    <a:pt x="148115" y="37164"/>
                  </a:lnTo>
                  <a:lnTo>
                    <a:pt x="197487" y="18582"/>
                  </a:lnTo>
                  <a:lnTo>
                    <a:pt x="24685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069060" y="5237635"/>
              <a:ext cx="57844" cy="31657"/>
            </a:xfrm>
            <a:custGeom>
              <a:avLst/>
              <a:pathLst>
                <a:path w="57844" h="31657">
                  <a:moveTo>
                    <a:pt x="0" y="31657"/>
                  </a:moveTo>
                  <a:lnTo>
                    <a:pt x="5784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4090399" y="5141601"/>
              <a:ext cx="51760" cy="40854"/>
            </a:xfrm>
            <a:custGeom>
              <a:avLst/>
              <a:pathLst>
                <a:path w="51760" h="40854">
                  <a:moveTo>
                    <a:pt x="0" y="40854"/>
                  </a:moveTo>
                  <a:lnTo>
                    <a:pt x="5176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112145" y="5061449"/>
              <a:ext cx="47472" cy="45766"/>
            </a:xfrm>
            <a:custGeom>
              <a:avLst/>
              <a:pathLst>
                <a:path w="47472" h="45766">
                  <a:moveTo>
                    <a:pt x="0" y="45766"/>
                  </a:moveTo>
                  <a:lnTo>
                    <a:pt x="4747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136648" y="4990461"/>
              <a:ext cx="44601" cy="48569"/>
            </a:xfrm>
            <a:custGeom>
              <a:avLst/>
              <a:pathLst>
                <a:path w="44601" h="48569">
                  <a:moveTo>
                    <a:pt x="0" y="48569"/>
                  </a:moveTo>
                  <a:lnTo>
                    <a:pt x="4460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4153936" y="4915679"/>
              <a:ext cx="41566" cy="51190"/>
            </a:xfrm>
            <a:custGeom>
              <a:avLst/>
              <a:pathLst>
                <a:path w="41566" h="51190">
                  <a:moveTo>
                    <a:pt x="0" y="51190"/>
                  </a:moveTo>
                  <a:lnTo>
                    <a:pt x="41566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163648" y="4837761"/>
              <a:ext cx="38381" cy="53620"/>
            </a:xfrm>
            <a:custGeom>
              <a:avLst/>
              <a:pathLst>
                <a:path w="38381" h="53620">
                  <a:moveTo>
                    <a:pt x="0" y="53620"/>
                  </a:moveTo>
                  <a:lnTo>
                    <a:pt x="3838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4165505" y="4757409"/>
              <a:ext cx="35060" cy="55847"/>
            </a:xfrm>
            <a:custGeom>
              <a:avLst/>
              <a:pathLst>
                <a:path w="35060" h="55847">
                  <a:moveTo>
                    <a:pt x="0" y="55847"/>
                  </a:moveTo>
                  <a:lnTo>
                    <a:pt x="3506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4159339" y="4675369"/>
              <a:ext cx="31625" cy="57862"/>
            </a:xfrm>
            <a:custGeom>
              <a:avLst/>
              <a:pathLst>
                <a:path w="31625" h="57862">
                  <a:moveTo>
                    <a:pt x="0" y="57862"/>
                  </a:moveTo>
                  <a:lnTo>
                    <a:pt x="3162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4145172" y="4592441"/>
              <a:ext cx="28102" cy="59652"/>
            </a:xfrm>
            <a:custGeom>
              <a:avLst/>
              <a:pathLst>
                <a:path w="28102" h="59652">
                  <a:moveTo>
                    <a:pt x="0" y="59652"/>
                  </a:moveTo>
                  <a:lnTo>
                    <a:pt x="28102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4123361" y="4509496"/>
              <a:ext cx="24537" cy="61205"/>
            </a:xfrm>
            <a:custGeom>
              <a:avLst/>
              <a:pathLst>
                <a:path w="24537" h="61205">
                  <a:moveTo>
                    <a:pt x="0" y="61205"/>
                  </a:moveTo>
                  <a:lnTo>
                    <a:pt x="2453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4094925" y="4427488"/>
              <a:ext cx="21005" cy="62505"/>
            </a:xfrm>
            <a:custGeom>
              <a:avLst/>
              <a:pathLst>
                <a:path w="21005" h="62505">
                  <a:moveTo>
                    <a:pt x="0" y="62505"/>
                  </a:moveTo>
                  <a:lnTo>
                    <a:pt x="2100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4062201" y="4347475"/>
              <a:ext cx="17647" cy="63535"/>
            </a:xfrm>
            <a:custGeom>
              <a:avLst/>
              <a:pathLst>
                <a:path w="17647" h="63535">
                  <a:moveTo>
                    <a:pt x="0" y="63535"/>
                  </a:moveTo>
                  <a:lnTo>
                    <a:pt x="17647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4030233" y="4270631"/>
              <a:ext cx="14729" cy="64275"/>
            </a:xfrm>
            <a:custGeom>
              <a:avLst/>
              <a:pathLst>
                <a:path w="14729" h="64275">
                  <a:moveTo>
                    <a:pt x="0" y="64275"/>
                  </a:moveTo>
                  <a:lnTo>
                    <a:pt x="14729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4168632" y="4823352"/>
              <a:ext cx="555421" cy="355429"/>
            </a:xfrm>
            <a:custGeom>
              <a:avLst/>
              <a:pathLst>
                <a:path w="555421" h="355429">
                  <a:moveTo>
                    <a:pt x="0" y="355429"/>
                  </a:moveTo>
                  <a:lnTo>
                    <a:pt x="61713" y="315937"/>
                  </a:lnTo>
                  <a:lnTo>
                    <a:pt x="123427" y="276445"/>
                  </a:lnTo>
                  <a:lnTo>
                    <a:pt x="185140" y="236952"/>
                  </a:lnTo>
                  <a:lnTo>
                    <a:pt x="246854" y="197460"/>
                  </a:lnTo>
                  <a:lnTo>
                    <a:pt x="308567" y="157968"/>
                  </a:lnTo>
                  <a:lnTo>
                    <a:pt x="370281" y="118476"/>
                  </a:lnTo>
                  <a:lnTo>
                    <a:pt x="431994" y="78984"/>
                  </a:lnTo>
                  <a:lnTo>
                    <a:pt x="493708" y="39492"/>
                  </a:lnTo>
                  <a:lnTo>
                    <a:pt x="55542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4695488" y="4742840"/>
              <a:ext cx="53861" cy="38041"/>
            </a:xfrm>
            <a:custGeom>
              <a:avLst/>
              <a:pathLst>
                <a:path w="53861" h="38041">
                  <a:moveTo>
                    <a:pt x="0" y="38041"/>
                  </a:moveTo>
                  <a:lnTo>
                    <a:pt x="53861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4153705" y="5082369"/>
              <a:ext cx="623114" cy="215758"/>
            </a:xfrm>
            <a:custGeom>
              <a:avLst/>
              <a:pathLst>
                <a:path w="623114" h="215758">
                  <a:moveTo>
                    <a:pt x="0" y="215758"/>
                  </a:moveTo>
                  <a:lnTo>
                    <a:pt x="69234" y="191785"/>
                  </a:lnTo>
                  <a:lnTo>
                    <a:pt x="138469" y="167812"/>
                  </a:lnTo>
                  <a:lnTo>
                    <a:pt x="207704" y="143839"/>
                  </a:lnTo>
                  <a:lnTo>
                    <a:pt x="276939" y="119865"/>
                  </a:lnTo>
                  <a:lnTo>
                    <a:pt x="346174" y="95892"/>
                  </a:lnTo>
                  <a:lnTo>
                    <a:pt x="415409" y="71919"/>
                  </a:lnTo>
                  <a:lnTo>
                    <a:pt x="484644" y="47946"/>
                  </a:lnTo>
                  <a:lnTo>
                    <a:pt x="553879" y="23973"/>
                  </a:lnTo>
                  <a:lnTo>
                    <a:pt x="62311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4757023" y="5004908"/>
              <a:ext cx="61074" cy="24863"/>
            </a:xfrm>
            <a:custGeom>
              <a:avLst/>
              <a:pathLst>
                <a:path w="61074" h="24863">
                  <a:moveTo>
                    <a:pt x="0" y="24863"/>
                  </a:moveTo>
                  <a:lnTo>
                    <a:pt x="6107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4797721" y="4930330"/>
              <a:ext cx="59875" cy="27625"/>
            </a:xfrm>
            <a:custGeom>
              <a:avLst/>
              <a:pathLst>
                <a:path w="59875" h="27625">
                  <a:moveTo>
                    <a:pt x="0" y="27625"/>
                  </a:moveTo>
                  <a:lnTo>
                    <a:pt x="59875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779837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779837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4283641" y="6486463"/>
              <a:ext cx="32477" cy="15832"/>
            </a:xfrm>
            <a:custGeom>
              <a:avLst/>
              <a:pathLst>
                <a:path w="32477" h="15832">
                  <a:moveTo>
                    <a:pt x="32477" y="0"/>
                  </a:moveTo>
                  <a:lnTo>
                    <a:pt x="0" y="1583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4316119" y="6469650"/>
              <a:ext cx="31980" cy="16813"/>
            </a:xfrm>
            <a:custGeom>
              <a:avLst/>
              <a:pathLst>
                <a:path w="31980" h="16813">
                  <a:moveTo>
                    <a:pt x="0" y="16813"/>
                  </a:moveTo>
                  <a:lnTo>
                    <a:pt x="3198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4410453" y="6413482"/>
              <a:ext cx="30314" cy="19660"/>
            </a:xfrm>
            <a:custGeom>
              <a:avLst/>
              <a:pathLst>
                <a:path w="30314" h="19660">
                  <a:moveTo>
                    <a:pt x="30314" y="0"/>
                  </a:moveTo>
                  <a:lnTo>
                    <a:pt x="0" y="1966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4440767" y="6392909"/>
              <a:ext cx="29701" cy="20573"/>
            </a:xfrm>
            <a:custGeom>
              <a:avLst/>
              <a:pathLst>
                <a:path w="29701" h="20573">
                  <a:moveTo>
                    <a:pt x="0" y="20573"/>
                  </a:moveTo>
                  <a:lnTo>
                    <a:pt x="2970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4527925" y="6325901"/>
              <a:ext cx="27701" cy="23196"/>
            </a:xfrm>
            <a:custGeom>
              <a:avLst/>
              <a:pathLst>
                <a:path w="27701" h="23196">
                  <a:moveTo>
                    <a:pt x="27701" y="0"/>
                  </a:moveTo>
                  <a:lnTo>
                    <a:pt x="0" y="2319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4555627" y="6301872"/>
              <a:ext cx="26982" cy="24028"/>
            </a:xfrm>
            <a:custGeom>
              <a:avLst/>
              <a:pathLst>
                <a:path w="26982" h="24028">
                  <a:moveTo>
                    <a:pt x="0" y="24028"/>
                  </a:moveTo>
                  <a:lnTo>
                    <a:pt x="2698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4774163" y="5703752"/>
              <a:ext cx="23944" cy="76620"/>
            </a:xfrm>
            <a:custGeom>
              <a:avLst/>
              <a:pathLst>
                <a:path w="23944" h="76620">
                  <a:moveTo>
                    <a:pt x="23944" y="0"/>
                  </a:moveTo>
                  <a:lnTo>
                    <a:pt x="0" y="7662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920531" y="5720802"/>
              <a:ext cx="9457" cy="34871"/>
            </a:xfrm>
            <a:custGeom>
              <a:avLst/>
              <a:pathLst>
                <a:path w="9457" h="34871">
                  <a:moveTo>
                    <a:pt x="9457" y="0"/>
                  </a:moveTo>
                  <a:lnTo>
                    <a:pt x="0" y="3487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929988" y="5685659"/>
              <a:ext cx="8391" cy="35143"/>
            </a:xfrm>
            <a:custGeom>
              <a:avLst/>
              <a:pathLst>
                <a:path w="8391" h="35143">
                  <a:moveTo>
                    <a:pt x="0" y="35143"/>
                  </a:moveTo>
                  <a:lnTo>
                    <a:pt x="839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951937" y="5578926"/>
              <a:ext cx="5151" cy="35762"/>
            </a:xfrm>
            <a:custGeom>
              <a:avLst/>
              <a:pathLst>
                <a:path w="5151" h="35762">
                  <a:moveTo>
                    <a:pt x="5151" y="0"/>
                  </a:moveTo>
                  <a:lnTo>
                    <a:pt x="0" y="3576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957089" y="5543024"/>
              <a:ext cx="4061" cy="35902"/>
            </a:xfrm>
            <a:custGeom>
              <a:avLst/>
              <a:pathLst>
                <a:path w="4061" h="35902">
                  <a:moveTo>
                    <a:pt x="0" y="35902"/>
                  </a:moveTo>
                  <a:lnTo>
                    <a:pt x="406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750650" y="5943183"/>
              <a:ext cx="24573" cy="44898"/>
            </a:xfrm>
            <a:custGeom>
              <a:avLst/>
              <a:pathLst>
                <a:path w="24573" h="44898">
                  <a:moveTo>
                    <a:pt x="24573" y="0"/>
                  </a:moveTo>
                  <a:lnTo>
                    <a:pt x="0" y="4489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841963" y="5924834"/>
              <a:ext cx="15634" cy="32573"/>
            </a:xfrm>
            <a:custGeom>
              <a:avLst/>
              <a:pathLst>
                <a:path w="15634" h="32573">
                  <a:moveTo>
                    <a:pt x="15634" y="0"/>
                  </a:moveTo>
                  <a:lnTo>
                    <a:pt x="0" y="3257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7597" y="5891800"/>
              <a:ext cx="14635" cy="33034"/>
            </a:xfrm>
            <a:custGeom>
              <a:avLst/>
              <a:pathLst>
                <a:path w="14635" h="33034">
                  <a:moveTo>
                    <a:pt x="0" y="33034"/>
                  </a:moveTo>
                  <a:lnTo>
                    <a:pt x="14635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728059" y="6112324"/>
              <a:ext cx="21290" cy="29191"/>
            </a:xfrm>
            <a:custGeom>
              <a:avLst/>
              <a:pathLst>
                <a:path w="21290" h="29191">
                  <a:moveTo>
                    <a:pt x="21290" y="0"/>
                  </a:moveTo>
                  <a:lnTo>
                    <a:pt x="0" y="2919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749350" y="6082498"/>
              <a:ext cx="20392" cy="29826"/>
            </a:xfrm>
            <a:custGeom>
              <a:avLst/>
              <a:pathLst>
                <a:path w="20392" h="29826">
                  <a:moveTo>
                    <a:pt x="0" y="29826"/>
                  </a:moveTo>
                  <a:lnTo>
                    <a:pt x="2039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634319" y="6225017"/>
              <a:ext cx="24678" cy="26389"/>
            </a:xfrm>
            <a:custGeom>
              <a:avLst/>
              <a:pathLst>
                <a:path w="24678" h="26389">
                  <a:moveTo>
                    <a:pt x="24678" y="0"/>
                  </a:moveTo>
                  <a:lnTo>
                    <a:pt x="0" y="263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658998" y="6197889"/>
              <a:ext cx="23864" cy="27128"/>
            </a:xfrm>
            <a:custGeom>
              <a:avLst/>
              <a:pathLst>
                <a:path w="23864" h="27128">
                  <a:moveTo>
                    <a:pt x="0" y="27128"/>
                  </a:moveTo>
                  <a:lnTo>
                    <a:pt x="238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063375" y="6498058"/>
              <a:ext cx="49210" cy="14073"/>
            </a:xfrm>
            <a:custGeom>
              <a:avLst/>
              <a:pathLst>
                <a:path w="49210" h="14073">
                  <a:moveTo>
                    <a:pt x="49210" y="0"/>
                  </a:moveTo>
                  <a:lnTo>
                    <a:pt x="0" y="1407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4149369" y="6543763"/>
              <a:ext cx="34160" cy="11770"/>
            </a:xfrm>
            <a:custGeom>
              <a:avLst/>
              <a:pathLst>
                <a:path w="34160" h="11770">
                  <a:moveTo>
                    <a:pt x="34160" y="0"/>
                  </a:moveTo>
                  <a:lnTo>
                    <a:pt x="0" y="1177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4183530" y="6530958"/>
              <a:ext cx="33786" cy="12804"/>
            </a:xfrm>
            <a:custGeom>
              <a:avLst/>
              <a:pathLst>
                <a:path w="33786" h="12804">
                  <a:moveTo>
                    <a:pt x="0" y="12804"/>
                  </a:moveTo>
                  <a:lnTo>
                    <a:pt x="3378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984093" y="6450335"/>
              <a:ext cx="54827" cy="12344"/>
            </a:xfrm>
            <a:custGeom>
              <a:avLst/>
              <a:pathLst>
                <a:path w="54827" h="12344">
                  <a:moveTo>
                    <a:pt x="54827" y="0"/>
                  </a:moveTo>
                  <a:lnTo>
                    <a:pt x="0" y="12344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911927" y="6398708"/>
              <a:ext cx="55705" cy="9131"/>
            </a:xfrm>
            <a:custGeom>
              <a:avLst/>
              <a:pathLst>
                <a:path w="55705" h="9131">
                  <a:moveTo>
                    <a:pt x="55705" y="0"/>
                  </a:moveTo>
                  <a:lnTo>
                    <a:pt x="0" y="913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3847224" y="6342722"/>
              <a:ext cx="54155" cy="5573"/>
            </a:xfrm>
            <a:custGeom>
              <a:avLst/>
              <a:pathLst>
                <a:path w="54155" h="5573">
                  <a:moveTo>
                    <a:pt x="54155" y="0"/>
                  </a:moveTo>
                  <a:lnTo>
                    <a:pt x="0" y="5573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722047" y="6613115"/>
              <a:ext cx="36110" cy="1209"/>
            </a:xfrm>
            <a:custGeom>
              <a:avLst/>
              <a:pathLst>
                <a:path w="36110" h="1209">
                  <a:moveTo>
                    <a:pt x="36110" y="120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758158" y="6614325"/>
              <a:ext cx="36131" cy="109"/>
            </a:xfrm>
            <a:custGeom>
              <a:avLst/>
              <a:pathLst>
                <a:path w="36131" h="109">
                  <a:moveTo>
                    <a:pt x="0" y="0"/>
                  </a:moveTo>
                  <a:lnTo>
                    <a:pt x="36131" y="10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657232" y="6541857"/>
              <a:ext cx="50990" cy="4435"/>
            </a:xfrm>
            <a:custGeom>
              <a:avLst/>
              <a:pathLst>
                <a:path w="50990" h="4435">
                  <a:moveTo>
                    <a:pt x="50990" y="44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507672" y="6582898"/>
              <a:ext cx="35290" cy="7748"/>
            </a:xfrm>
            <a:custGeom>
              <a:avLst/>
              <a:pathLst>
                <a:path w="35290" h="7748">
                  <a:moveTo>
                    <a:pt x="35290" y="77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542963" y="6590646"/>
              <a:ext cx="35510" cy="6670"/>
            </a:xfrm>
            <a:custGeom>
              <a:avLst/>
              <a:pathLst>
                <a:path w="35510" h="6670">
                  <a:moveTo>
                    <a:pt x="0" y="0"/>
                  </a:moveTo>
                  <a:lnTo>
                    <a:pt x="35510" y="667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608858" y="5995890"/>
              <a:ext cx="113299" cy="22353"/>
            </a:xfrm>
            <a:custGeom>
              <a:avLst/>
              <a:pathLst>
                <a:path w="113299" h="22353">
                  <a:moveTo>
                    <a:pt x="113299" y="22353"/>
                  </a:moveTo>
                  <a:lnTo>
                    <a:pt x="56104" y="13939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302352" y="6514245"/>
              <a:ext cx="33296" cy="14029"/>
            </a:xfrm>
            <a:custGeom>
              <a:avLst/>
              <a:pathLst>
                <a:path w="33296" h="14029">
                  <a:moveTo>
                    <a:pt x="33296" y="1402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3335648" y="6528275"/>
              <a:ext cx="33707" cy="13009"/>
            </a:xfrm>
            <a:custGeom>
              <a:avLst/>
              <a:pathLst>
                <a:path w="33707" h="13009">
                  <a:moveTo>
                    <a:pt x="0" y="0"/>
                  </a:moveTo>
                  <a:lnTo>
                    <a:pt x="33707" y="1300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267268" y="6424534"/>
              <a:ext cx="46041" cy="22357"/>
            </a:xfrm>
            <a:custGeom>
              <a:avLst/>
              <a:pathLst>
                <a:path w="46041" h="22357">
                  <a:moveTo>
                    <a:pt x="46041" y="2235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3112916" y="6409440"/>
              <a:ext cx="30193" cy="19844"/>
            </a:xfrm>
            <a:custGeom>
              <a:avLst/>
              <a:pathLst>
                <a:path w="30193" h="19844">
                  <a:moveTo>
                    <a:pt x="30193" y="1984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3143110" y="6429284"/>
              <a:ext cx="30783" cy="18915"/>
            </a:xfrm>
            <a:custGeom>
              <a:avLst/>
              <a:pathLst>
                <a:path w="30783" h="18915">
                  <a:moveTo>
                    <a:pt x="0" y="0"/>
                  </a:moveTo>
                  <a:lnTo>
                    <a:pt x="30783" y="1891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2660914" y="5495791"/>
              <a:ext cx="4279" cy="51004"/>
            </a:xfrm>
            <a:custGeom>
              <a:avLst/>
              <a:pathLst>
                <a:path w="4279" h="51004">
                  <a:moveTo>
                    <a:pt x="4279" y="5100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2601685" y="5571756"/>
              <a:ext cx="4934" cy="35792"/>
            </a:xfrm>
            <a:custGeom>
              <a:avLst/>
              <a:pathLst>
                <a:path w="4934" h="35792">
                  <a:moveTo>
                    <a:pt x="4934" y="3579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2606619" y="5607548"/>
              <a:ext cx="6021" cy="35625"/>
            </a:xfrm>
            <a:custGeom>
              <a:avLst/>
              <a:pathLst>
                <a:path w="6021" h="35625">
                  <a:moveTo>
                    <a:pt x="0" y="0"/>
                  </a:moveTo>
                  <a:lnTo>
                    <a:pt x="6021" y="35625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2627921" y="5713794"/>
              <a:ext cx="9245" cy="34928"/>
            </a:xfrm>
            <a:custGeom>
              <a:avLst/>
              <a:pathLst>
                <a:path w="9245" h="34928">
                  <a:moveTo>
                    <a:pt x="9245" y="349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2637166" y="5748722"/>
              <a:ext cx="10303" cy="34630"/>
            </a:xfrm>
            <a:custGeom>
              <a:avLst/>
              <a:pathLst>
                <a:path w="10303" h="34630">
                  <a:moveTo>
                    <a:pt x="0" y="0"/>
                  </a:moveTo>
                  <a:lnTo>
                    <a:pt x="10303" y="3463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2671215" y="5851594"/>
              <a:ext cx="13419" cy="33546"/>
            </a:xfrm>
            <a:custGeom>
              <a:avLst/>
              <a:pathLst>
                <a:path w="13419" h="33546">
                  <a:moveTo>
                    <a:pt x="13419" y="3354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2684635" y="5885141"/>
              <a:ext cx="14434" cy="33122"/>
            </a:xfrm>
            <a:custGeom>
              <a:avLst/>
              <a:pathLst>
                <a:path w="14434" h="33122">
                  <a:moveTo>
                    <a:pt x="0" y="0"/>
                  </a:moveTo>
                  <a:lnTo>
                    <a:pt x="14434" y="33122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2766673" y="6045907"/>
              <a:ext cx="19289" cy="30551"/>
            </a:xfrm>
            <a:custGeom>
              <a:avLst/>
              <a:pathLst>
                <a:path w="19289" h="30551">
                  <a:moveTo>
                    <a:pt x="19289" y="305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2785962" y="6076459"/>
              <a:ext cx="20210" cy="29950"/>
            </a:xfrm>
            <a:custGeom>
              <a:avLst/>
              <a:pathLst>
                <a:path w="20210" h="29950">
                  <a:moveTo>
                    <a:pt x="0" y="0"/>
                  </a:moveTo>
                  <a:lnTo>
                    <a:pt x="20210" y="2995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2998592" y="6321161"/>
              <a:ext cx="27559" cy="23364"/>
            </a:xfrm>
            <a:custGeom>
              <a:avLst/>
              <a:pathLst>
                <a:path w="27559" h="23364">
                  <a:moveTo>
                    <a:pt x="27559" y="2336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3026152" y="6344526"/>
              <a:ext cx="28258" cy="22515"/>
            </a:xfrm>
            <a:custGeom>
              <a:avLst/>
              <a:pathLst>
                <a:path w="28258" h="22515">
                  <a:moveTo>
                    <a:pt x="0" y="0"/>
                  </a:moveTo>
                  <a:lnTo>
                    <a:pt x="28258" y="22515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2992011" y="6225060"/>
              <a:ext cx="37223" cy="35130"/>
            </a:xfrm>
            <a:custGeom>
              <a:avLst/>
              <a:pathLst>
                <a:path w="37223" h="35130">
                  <a:moveTo>
                    <a:pt x="37223" y="3513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2994059" y="6131642"/>
              <a:ext cx="38604" cy="40842"/>
            </a:xfrm>
            <a:custGeom>
              <a:avLst/>
              <a:pathLst>
                <a:path w="38604" h="40842">
                  <a:moveTo>
                    <a:pt x="38604" y="4084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004373" y="6041592"/>
              <a:ext cx="36290" cy="43238"/>
            </a:xfrm>
            <a:custGeom>
              <a:avLst/>
              <a:pathLst>
                <a:path w="36290" h="43238">
                  <a:moveTo>
                    <a:pt x="36290" y="4323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3022291" y="5828800"/>
              <a:ext cx="35761" cy="61252"/>
            </a:xfrm>
            <a:custGeom>
              <a:avLst/>
              <a:pathLst>
                <a:path w="35761" h="61252">
                  <a:moveTo>
                    <a:pt x="35761" y="6125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3054484" y="5427582"/>
              <a:ext cx="14119" cy="142422"/>
            </a:xfrm>
            <a:custGeom>
              <a:avLst/>
              <a:pathLst>
                <a:path w="14119" h="142422">
                  <a:moveTo>
                    <a:pt x="14119" y="142422"/>
                  </a:moveTo>
                  <a:lnTo>
                    <a:pt x="3538" y="7156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2597843" y="5283409"/>
              <a:ext cx="3842" cy="35926"/>
            </a:xfrm>
            <a:custGeom>
              <a:avLst/>
              <a:pathLst>
                <a:path w="3842" h="35926">
                  <a:moveTo>
                    <a:pt x="0" y="35926"/>
                  </a:moveTo>
                  <a:lnTo>
                    <a:pt x="3842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2595095" y="5319335"/>
              <a:ext cx="2747" cy="36026"/>
            </a:xfrm>
            <a:custGeom>
              <a:avLst/>
              <a:pathLst>
                <a:path w="2747" h="36026">
                  <a:moveTo>
                    <a:pt x="2747" y="0"/>
                  </a:moveTo>
                  <a:lnTo>
                    <a:pt x="0" y="36026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2669339" y="5223967"/>
              <a:ext cx="8145" cy="50531"/>
            </a:xfrm>
            <a:custGeom>
              <a:avLst/>
              <a:pathLst>
                <a:path w="8145" h="50531">
                  <a:moveTo>
                    <a:pt x="0" y="50531"/>
                  </a:moveTo>
                  <a:lnTo>
                    <a:pt x="814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2743817" y="5173172"/>
              <a:ext cx="12094" cy="54882"/>
            </a:xfrm>
            <a:custGeom>
              <a:avLst/>
              <a:pathLst>
                <a:path w="12094" h="54882">
                  <a:moveTo>
                    <a:pt x="0" y="54882"/>
                  </a:moveTo>
                  <a:lnTo>
                    <a:pt x="1209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335648" y="4313880"/>
              <a:ext cx="33707" cy="13009"/>
            </a:xfrm>
            <a:custGeom>
              <a:avLst/>
              <a:pathLst>
                <a:path w="33707" h="13009">
                  <a:moveTo>
                    <a:pt x="0" y="13009"/>
                  </a:moveTo>
                  <a:lnTo>
                    <a:pt x="3370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3302352" y="4326890"/>
              <a:ext cx="33296" cy="14029"/>
            </a:xfrm>
            <a:custGeom>
              <a:avLst/>
              <a:pathLst>
                <a:path w="33296" h="14029">
                  <a:moveTo>
                    <a:pt x="33296" y="0"/>
                  </a:moveTo>
                  <a:lnTo>
                    <a:pt x="0" y="1402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3026152" y="4488123"/>
              <a:ext cx="28258" cy="22515"/>
            </a:xfrm>
            <a:custGeom>
              <a:avLst/>
              <a:pathLst>
                <a:path w="28258" h="22515">
                  <a:moveTo>
                    <a:pt x="0" y="22515"/>
                  </a:moveTo>
                  <a:lnTo>
                    <a:pt x="28258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2998592" y="4510638"/>
              <a:ext cx="27559" cy="23364"/>
            </a:xfrm>
            <a:custGeom>
              <a:avLst/>
              <a:pathLst>
                <a:path w="27559" h="23364">
                  <a:moveTo>
                    <a:pt x="27559" y="0"/>
                  </a:moveTo>
                  <a:lnTo>
                    <a:pt x="0" y="23364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2920354" y="4583194"/>
              <a:ext cx="25314" cy="25780"/>
            </a:xfrm>
            <a:custGeom>
              <a:avLst/>
              <a:pathLst>
                <a:path w="25314" h="25780">
                  <a:moveTo>
                    <a:pt x="0" y="25780"/>
                  </a:moveTo>
                  <a:lnTo>
                    <a:pt x="2531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2895836" y="4608975"/>
              <a:ext cx="24517" cy="26539"/>
            </a:xfrm>
            <a:custGeom>
              <a:avLst/>
              <a:pathLst>
                <a:path w="24517" h="26539">
                  <a:moveTo>
                    <a:pt x="24517" y="0"/>
                  </a:moveTo>
                  <a:lnTo>
                    <a:pt x="0" y="26539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3222295" y="4430630"/>
              <a:ext cx="44973" cy="24436"/>
            </a:xfrm>
            <a:custGeom>
              <a:avLst/>
              <a:pathLst>
                <a:path w="44973" h="24436">
                  <a:moveTo>
                    <a:pt x="0" y="24436"/>
                  </a:moveTo>
                  <a:lnTo>
                    <a:pt x="4497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3143110" y="4406964"/>
              <a:ext cx="30783" cy="18915"/>
            </a:xfrm>
            <a:custGeom>
              <a:avLst/>
              <a:pathLst>
                <a:path w="30783" h="18915">
                  <a:moveTo>
                    <a:pt x="0" y="18915"/>
                  </a:moveTo>
                  <a:lnTo>
                    <a:pt x="3078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3112916" y="4425880"/>
              <a:ext cx="30193" cy="19844"/>
            </a:xfrm>
            <a:custGeom>
              <a:avLst/>
              <a:pathLst>
                <a:path w="30193" h="19844">
                  <a:moveTo>
                    <a:pt x="30193" y="0"/>
                  </a:moveTo>
                  <a:lnTo>
                    <a:pt x="0" y="19844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2827285" y="4690770"/>
              <a:ext cx="21995" cy="28664"/>
            </a:xfrm>
            <a:custGeom>
              <a:avLst/>
              <a:pathLst>
                <a:path w="21995" h="28664">
                  <a:moveTo>
                    <a:pt x="0" y="28664"/>
                  </a:moveTo>
                  <a:lnTo>
                    <a:pt x="2199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2806172" y="4719435"/>
              <a:ext cx="21112" cy="29320"/>
            </a:xfrm>
            <a:custGeom>
              <a:avLst/>
              <a:pathLst>
                <a:path w="21112" h="29320">
                  <a:moveTo>
                    <a:pt x="21112" y="0"/>
                  </a:moveTo>
                  <a:lnTo>
                    <a:pt x="0" y="2932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2658823" y="5003570"/>
              <a:ext cx="12392" cy="33939"/>
            </a:xfrm>
            <a:custGeom>
              <a:avLst/>
              <a:pathLst>
                <a:path w="12392" h="33939">
                  <a:moveTo>
                    <a:pt x="0" y="33939"/>
                  </a:moveTo>
                  <a:lnTo>
                    <a:pt x="12392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2647470" y="5037510"/>
              <a:ext cx="11353" cy="34301"/>
            </a:xfrm>
            <a:custGeom>
              <a:avLst/>
              <a:pathLst>
                <a:path w="11353" h="34301">
                  <a:moveTo>
                    <a:pt x="11353" y="0"/>
                  </a:moveTo>
                  <a:lnTo>
                    <a:pt x="0" y="34301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2739022" y="4964161"/>
              <a:ext cx="20089" cy="47075"/>
            </a:xfrm>
            <a:custGeom>
              <a:avLst/>
              <a:pathLst>
                <a:path w="20089" h="47075">
                  <a:moveTo>
                    <a:pt x="0" y="47075"/>
                  </a:moveTo>
                  <a:lnTo>
                    <a:pt x="20089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2748322" y="4809257"/>
              <a:ext cx="18350" cy="31124"/>
            </a:xfrm>
            <a:custGeom>
              <a:avLst/>
              <a:pathLst>
                <a:path w="18350" h="31124">
                  <a:moveTo>
                    <a:pt x="0" y="31124"/>
                  </a:moveTo>
                  <a:lnTo>
                    <a:pt x="18350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2730927" y="4840381"/>
              <a:ext cx="17394" cy="31668"/>
            </a:xfrm>
            <a:custGeom>
              <a:avLst/>
              <a:pathLst>
                <a:path w="17394" h="31668">
                  <a:moveTo>
                    <a:pt x="17394" y="0"/>
                  </a:moveTo>
                  <a:lnTo>
                    <a:pt x="0" y="31668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3608765" y="4378853"/>
              <a:ext cx="55678" cy="7632"/>
            </a:xfrm>
            <a:custGeom>
              <a:avLst/>
              <a:pathLst>
                <a:path w="55678" h="7632">
                  <a:moveTo>
                    <a:pt x="0" y="7632"/>
                  </a:moveTo>
                  <a:lnTo>
                    <a:pt x="55678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539430" y="4322833"/>
              <a:ext cx="50230" cy="9832"/>
            </a:xfrm>
            <a:custGeom>
              <a:avLst/>
              <a:pathLst>
                <a:path w="50230" h="9832">
                  <a:moveTo>
                    <a:pt x="0" y="9832"/>
                  </a:moveTo>
                  <a:lnTo>
                    <a:pt x="50230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472634" y="4272267"/>
              <a:ext cx="35038" cy="8819"/>
            </a:xfrm>
            <a:custGeom>
              <a:avLst/>
              <a:pathLst>
                <a:path w="35038" h="8819">
                  <a:moveTo>
                    <a:pt x="0" y="8819"/>
                  </a:moveTo>
                  <a:lnTo>
                    <a:pt x="35038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437880" y="4281086"/>
              <a:ext cx="34753" cy="9881"/>
            </a:xfrm>
            <a:custGeom>
              <a:avLst/>
              <a:pathLst>
                <a:path w="34753" h="9881">
                  <a:moveTo>
                    <a:pt x="34753" y="0"/>
                  </a:moveTo>
                  <a:lnTo>
                    <a:pt x="0" y="9881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675398" y="4439638"/>
              <a:ext cx="56281" cy="4356"/>
            </a:xfrm>
            <a:custGeom>
              <a:avLst/>
              <a:pathLst>
                <a:path w="56281" h="4356">
                  <a:moveTo>
                    <a:pt x="0" y="4356"/>
                  </a:moveTo>
                  <a:lnTo>
                    <a:pt x="5628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643351" y="5163837"/>
              <a:ext cx="139697" cy="38038"/>
            </a:xfrm>
            <a:custGeom>
              <a:avLst/>
              <a:pathLst>
                <a:path w="139697" h="38038">
                  <a:moveTo>
                    <a:pt x="0" y="38038"/>
                  </a:moveTo>
                  <a:lnTo>
                    <a:pt x="43933" y="16751"/>
                  </a:lnTo>
                  <a:lnTo>
                    <a:pt x="91036" y="3925"/>
                  </a:lnTo>
                  <a:lnTo>
                    <a:pt x="139697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733697" y="5230287"/>
              <a:ext cx="60580" cy="4928"/>
            </a:xfrm>
            <a:custGeom>
              <a:avLst/>
              <a:pathLst>
                <a:path w="60580" h="4928">
                  <a:moveTo>
                    <a:pt x="0" y="4928"/>
                  </a:moveTo>
                  <a:lnTo>
                    <a:pt x="60580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773149" y="5295870"/>
              <a:ext cx="24299" cy="1011"/>
            </a:xfrm>
            <a:custGeom>
              <a:avLst/>
              <a:pathLst>
                <a:path w="24299" h="1011">
                  <a:moveTo>
                    <a:pt x="0" y="0"/>
                  </a:moveTo>
                  <a:lnTo>
                    <a:pt x="24299" y="101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088410" y="5311445"/>
              <a:ext cx="13243" cy="44449"/>
            </a:xfrm>
            <a:custGeom>
              <a:avLst/>
              <a:pathLst>
                <a:path w="13243" h="44449">
                  <a:moveTo>
                    <a:pt x="0" y="0"/>
                  </a:moveTo>
                  <a:lnTo>
                    <a:pt x="13243" y="44449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044962" y="4270631"/>
              <a:ext cx="35091" cy="8605"/>
            </a:xfrm>
            <a:custGeom>
              <a:avLst/>
              <a:pathLst>
                <a:path w="35091" h="8605">
                  <a:moveTo>
                    <a:pt x="0" y="0"/>
                  </a:moveTo>
                  <a:lnTo>
                    <a:pt x="35091" y="860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4009625" y="4263098"/>
              <a:ext cx="35337" cy="7533"/>
            </a:xfrm>
            <a:custGeom>
              <a:avLst/>
              <a:pathLst>
                <a:path w="35337" h="7533">
                  <a:moveTo>
                    <a:pt x="35337" y="75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4079849" y="4347475"/>
              <a:ext cx="48990" cy="14820"/>
            </a:xfrm>
            <a:custGeom>
              <a:avLst/>
              <a:pathLst>
                <a:path w="48990" h="14820">
                  <a:moveTo>
                    <a:pt x="0" y="0"/>
                  </a:moveTo>
                  <a:lnTo>
                    <a:pt x="48990" y="1482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115931" y="4427488"/>
              <a:ext cx="52776" cy="19315"/>
            </a:xfrm>
            <a:custGeom>
              <a:avLst/>
              <a:pathLst>
                <a:path w="52776" h="19315">
                  <a:moveTo>
                    <a:pt x="0" y="0"/>
                  </a:moveTo>
                  <a:lnTo>
                    <a:pt x="52776" y="1931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147899" y="4509496"/>
              <a:ext cx="51775" cy="22492"/>
            </a:xfrm>
            <a:custGeom>
              <a:avLst/>
              <a:pathLst>
                <a:path w="51775" h="22492">
                  <a:moveTo>
                    <a:pt x="0" y="0"/>
                  </a:moveTo>
                  <a:lnTo>
                    <a:pt x="51775" y="2249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173274" y="4592441"/>
              <a:ext cx="48544" cy="24644"/>
            </a:xfrm>
            <a:custGeom>
              <a:avLst/>
              <a:pathLst>
                <a:path w="48544" h="24644">
                  <a:moveTo>
                    <a:pt x="0" y="0"/>
                  </a:moveTo>
                  <a:lnTo>
                    <a:pt x="48544" y="24644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4190965" y="4675369"/>
              <a:ext cx="44316" cy="25975"/>
            </a:xfrm>
            <a:custGeom>
              <a:avLst/>
              <a:pathLst>
                <a:path w="44316" h="25975">
                  <a:moveTo>
                    <a:pt x="0" y="0"/>
                  </a:moveTo>
                  <a:lnTo>
                    <a:pt x="44316" y="25975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4200566" y="4757409"/>
              <a:ext cx="39691" cy="26622"/>
            </a:xfrm>
            <a:custGeom>
              <a:avLst/>
              <a:pathLst>
                <a:path w="39691" h="26622">
                  <a:moveTo>
                    <a:pt x="0" y="0"/>
                  </a:moveTo>
                  <a:lnTo>
                    <a:pt x="39691" y="2662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4202030" y="4837761"/>
              <a:ext cx="34972" cy="26672"/>
            </a:xfrm>
            <a:custGeom>
              <a:avLst/>
              <a:pathLst>
                <a:path w="34972" h="26672">
                  <a:moveTo>
                    <a:pt x="0" y="0"/>
                  </a:moveTo>
                  <a:lnTo>
                    <a:pt x="34972" y="26672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4195502" y="4915679"/>
              <a:ext cx="30319" cy="26187"/>
            </a:xfrm>
            <a:custGeom>
              <a:avLst/>
              <a:pathLst>
                <a:path w="30319" h="26187">
                  <a:moveTo>
                    <a:pt x="0" y="0"/>
                  </a:moveTo>
                  <a:lnTo>
                    <a:pt x="30319" y="2618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4181249" y="4990461"/>
              <a:ext cx="25828" cy="25208"/>
            </a:xfrm>
            <a:custGeom>
              <a:avLst/>
              <a:pathLst>
                <a:path w="25828" h="25208">
                  <a:moveTo>
                    <a:pt x="0" y="0"/>
                  </a:moveTo>
                  <a:lnTo>
                    <a:pt x="25828" y="25208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4159617" y="5061449"/>
              <a:ext cx="21563" cy="23774"/>
            </a:xfrm>
            <a:custGeom>
              <a:avLst/>
              <a:pathLst>
                <a:path w="21563" h="23774">
                  <a:moveTo>
                    <a:pt x="0" y="0"/>
                  </a:moveTo>
                  <a:lnTo>
                    <a:pt x="21563" y="23774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4749350" y="4742840"/>
              <a:ext cx="20392" cy="29826"/>
            </a:xfrm>
            <a:custGeom>
              <a:avLst/>
              <a:pathLst>
                <a:path w="20392" h="29826">
                  <a:moveTo>
                    <a:pt x="0" y="0"/>
                  </a:moveTo>
                  <a:lnTo>
                    <a:pt x="20392" y="29826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4728059" y="4713649"/>
              <a:ext cx="21290" cy="29191"/>
            </a:xfrm>
            <a:custGeom>
              <a:avLst/>
              <a:pathLst>
                <a:path w="21290" h="29191">
                  <a:moveTo>
                    <a:pt x="21290" y="2919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4724053" y="4823352"/>
              <a:ext cx="26596" cy="43730"/>
            </a:xfrm>
            <a:custGeom>
              <a:avLst/>
              <a:pathLst>
                <a:path w="26596" h="43730">
                  <a:moveTo>
                    <a:pt x="0" y="0"/>
                  </a:moveTo>
                  <a:lnTo>
                    <a:pt x="26596" y="4373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4857597" y="4930330"/>
              <a:ext cx="14635" cy="33034"/>
            </a:xfrm>
            <a:custGeom>
              <a:avLst/>
              <a:pathLst>
                <a:path w="14635" h="33034">
                  <a:moveTo>
                    <a:pt x="0" y="0"/>
                  </a:moveTo>
                  <a:lnTo>
                    <a:pt x="14635" y="33034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4841963" y="4897757"/>
              <a:ext cx="15634" cy="32573"/>
            </a:xfrm>
            <a:custGeom>
              <a:avLst/>
              <a:pathLst>
                <a:path w="15634" h="32573">
                  <a:moveTo>
                    <a:pt x="15634" y="3257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4818097" y="5004908"/>
              <a:ext cx="18211" cy="47833"/>
            </a:xfrm>
            <a:custGeom>
              <a:avLst/>
              <a:pathLst>
                <a:path w="18211" h="47833">
                  <a:moveTo>
                    <a:pt x="0" y="0"/>
                  </a:moveTo>
                  <a:lnTo>
                    <a:pt x="18211" y="47833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4776820" y="5082369"/>
              <a:ext cx="16967" cy="53577"/>
            </a:xfrm>
            <a:custGeom>
              <a:avLst/>
              <a:pathLst>
                <a:path w="16967" h="53577">
                  <a:moveTo>
                    <a:pt x="0" y="0"/>
                  </a:moveTo>
                  <a:lnTo>
                    <a:pt x="16967" y="53577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779837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779837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776493" y="5361726"/>
              <a:ext cx="39483" cy="10700"/>
            </a:xfrm>
            <a:custGeom>
              <a:avLst/>
              <a:pathLst>
                <a:path w="39483" h="10700">
                  <a:moveTo>
                    <a:pt x="39483" y="1070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3749077" y="5295870"/>
              <a:ext cx="24072" cy="3467"/>
            </a:xfrm>
            <a:custGeom>
              <a:avLst/>
              <a:pathLst>
                <a:path w="24072" h="3467">
                  <a:moveTo>
                    <a:pt x="24072" y="0"/>
                  </a:moveTo>
                  <a:lnTo>
                    <a:pt x="0" y="346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677472" y="5235215"/>
              <a:ext cx="56224" cy="23087"/>
            </a:xfrm>
            <a:custGeom>
              <a:avLst/>
              <a:pathLst>
                <a:path w="56224" h="23087">
                  <a:moveTo>
                    <a:pt x="56224" y="0"/>
                  </a:moveTo>
                  <a:lnTo>
                    <a:pt x="0" y="2308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3544777" y="5201876"/>
              <a:ext cx="98573" cy="106045"/>
            </a:xfrm>
            <a:custGeom>
              <a:avLst/>
              <a:pathLst>
                <a:path w="98573" h="106045">
                  <a:moveTo>
                    <a:pt x="98573" y="0"/>
                  </a:moveTo>
                  <a:lnTo>
                    <a:pt x="59315" y="29018"/>
                  </a:lnTo>
                  <a:lnTo>
                    <a:pt x="26078" y="64775"/>
                  </a:lnTo>
                  <a:lnTo>
                    <a:pt x="0" y="106045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3450232" y="5278006"/>
              <a:ext cx="35779" cy="238342"/>
            </a:xfrm>
            <a:custGeom>
              <a:avLst/>
              <a:pathLst>
                <a:path w="35779" h="238342">
                  <a:moveTo>
                    <a:pt x="35779" y="0"/>
                  </a:moveTo>
                  <a:lnTo>
                    <a:pt x="16862" y="45179"/>
                  </a:lnTo>
                  <a:lnTo>
                    <a:pt x="4847" y="92662"/>
                  </a:lnTo>
                  <a:lnTo>
                    <a:pt x="0" y="141402"/>
                  </a:lnTo>
                  <a:lnTo>
                    <a:pt x="2426" y="190322"/>
                  </a:lnTo>
                  <a:lnTo>
                    <a:pt x="12072" y="238342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3398799" y="5534102"/>
              <a:ext cx="87653" cy="158927"/>
            </a:xfrm>
            <a:custGeom>
              <a:avLst/>
              <a:pathLst>
                <a:path w="87653" h="158927">
                  <a:moveTo>
                    <a:pt x="0" y="0"/>
                  </a:moveTo>
                  <a:lnTo>
                    <a:pt x="14846" y="43280"/>
                  </a:lnTo>
                  <a:lnTo>
                    <a:pt x="34590" y="84557"/>
                  </a:lnTo>
                  <a:lnTo>
                    <a:pt x="58968" y="123279"/>
                  </a:lnTo>
                  <a:lnTo>
                    <a:pt x="87653" y="15892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437555" y="5737271"/>
              <a:ext cx="206961" cy="131618"/>
            </a:xfrm>
            <a:custGeom>
              <a:avLst/>
              <a:pathLst>
                <a:path w="206961" h="131618">
                  <a:moveTo>
                    <a:pt x="0" y="0"/>
                  </a:moveTo>
                  <a:lnTo>
                    <a:pt x="35224" y="34956"/>
                  </a:lnTo>
                  <a:lnTo>
                    <a:pt x="73999" y="65928"/>
                  </a:lnTo>
                  <a:lnTo>
                    <a:pt x="115874" y="92559"/>
                  </a:lnTo>
                  <a:lnTo>
                    <a:pt x="160366" y="114540"/>
                  </a:lnTo>
                  <a:lnTo>
                    <a:pt x="206961" y="131618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3625185" y="5931933"/>
              <a:ext cx="103381" cy="20680"/>
            </a:xfrm>
            <a:custGeom>
              <a:avLst/>
              <a:pathLst>
                <a:path w="103381" h="20680">
                  <a:moveTo>
                    <a:pt x="0" y="0"/>
                  </a:moveTo>
                  <a:lnTo>
                    <a:pt x="51172" y="12929"/>
                  </a:lnTo>
                  <a:lnTo>
                    <a:pt x="103381" y="2068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3722158" y="6018231"/>
              <a:ext cx="115483" cy="2821"/>
            </a:xfrm>
            <a:custGeom>
              <a:avLst/>
              <a:pathLst>
                <a:path w="115483" h="2821">
                  <a:moveTo>
                    <a:pt x="0" y="12"/>
                  </a:moveTo>
                  <a:lnTo>
                    <a:pt x="57742" y="2821"/>
                  </a:lnTo>
                  <a:lnTo>
                    <a:pt x="11548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3844064" y="6035955"/>
              <a:ext cx="190144" cy="47902"/>
            </a:xfrm>
            <a:custGeom>
              <a:avLst/>
              <a:pathLst>
                <a:path w="190144" h="47902">
                  <a:moveTo>
                    <a:pt x="0" y="47902"/>
                  </a:moveTo>
                  <a:lnTo>
                    <a:pt x="64868" y="38277"/>
                  </a:lnTo>
                  <a:lnTo>
                    <a:pt x="128459" y="22257"/>
                  </a:lnTo>
                  <a:lnTo>
                    <a:pt x="19014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4059647" y="5954342"/>
              <a:ext cx="218848" cy="142450"/>
            </a:xfrm>
            <a:custGeom>
              <a:avLst/>
              <a:pathLst>
                <a:path w="218848" h="142450">
                  <a:moveTo>
                    <a:pt x="0" y="142450"/>
                  </a:moveTo>
                  <a:lnTo>
                    <a:pt x="47671" y="120458"/>
                  </a:lnTo>
                  <a:lnTo>
                    <a:pt x="93628" y="95076"/>
                  </a:lnTo>
                  <a:lnTo>
                    <a:pt x="137628" y="66436"/>
                  </a:lnTo>
                  <a:lnTo>
                    <a:pt x="179441" y="34688"/>
                  </a:lnTo>
                  <a:lnTo>
                    <a:pt x="218848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4200247" y="6002229"/>
              <a:ext cx="123580" cy="95726"/>
            </a:xfrm>
            <a:custGeom>
              <a:avLst/>
              <a:pathLst>
                <a:path w="123580" h="95726">
                  <a:moveTo>
                    <a:pt x="123580" y="0"/>
                  </a:moveTo>
                  <a:lnTo>
                    <a:pt x="84523" y="34604"/>
                  </a:lnTo>
                  <a:lnTo>
                    <a:pt x="43269" y="66559"/>
                  </a:lnTo>
                  <a:lnTo>
                    <a:pt x="0" y="9572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4256532" y="6321413"/>
              <a:ext cx="83851" cy="47396"/>
            </a:xfrm>
            <a:custGeom>
              <a:avLst/>
              <a:pathLst>
                <a:path w="83851" h="47396">
                  <a:moveTo>
                    <a:pt x="83851" y="0"/>
                  </a:moveTo>
                  <a:lnTo>
                    <a:pt x="0" y="47396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4340384" y="6266567"/>
              <a:ext cx="79180" cy="54845"/>
            </a:xfrm>
            <a:custGeom>
              <a:avLst/>
              <a:pathLst>
                <a:path w="79180" h="54845">
                  <a:moveTo>
                    <a:pt x="0" y="54845"/>
                  </a:moveTo>
                  <a:lnTo>
                    <a:pt x="7918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4404048" y="6319004"/>
              <a:ext cx="55498" cy="39705"/>
            </a:xfrm>
            <a:custGeom>
              <a:avLst/>
              <a:pathLst>
                <a:path w="55498" h="39705">
                  <a:moveTo>
                    <a:pt x="55498" y="0"/>
                  </a:moveTo>
                  <a:lnTo>
                    <a:pt x="0" y="39705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4459547" y="6275995"/>
              <a:ext cx="52980" cy="43009"/>
            </a:xfrm>
            <a:custGeom>
              <a:avLst/>
              <a:pathLst>
                <a:path w="52980" h="43009">
                  <a:moveTo>
                    <a:pt x="0" y="43009"/>
                  </a:moveTo>
                  <a:lnTo>
                    <a:pt x="5298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4323828" y="5884077"/>
              <a:ext cx="102350" cy="118152"/>
            </a:xfrm>
            <a:custGeom>
              <a:avLst/>
              <a:pathLst>
                <a:path w="102350" h="118152">
                  <a:moveTo>
                    <a:pt x="0" y="118152"/>
                  </a:moveTo>
                  <a:lnTo>
                    <a:pt x="36691" y="81048"/>
                  </a:lnTo>
                  <a:lnTo>
                    <a:pt x="70858" y="41607"/>
                  </a:lnTo>
                  <a:lnTo>
                    <a:pt x="10235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4480041" y="5833405"/>
              <a:ext cx="54884" cy="88713"/>
            </a:xfrm>
            <a:custGeom>
              <a:avLst/>
              <a:pathLst>
                <a:path w="54884" h="88713">
                  <a:moveTo>
                    <a:pt x="0" y="88713"/>
                  </a:moveTo>
                  <a:lnTo>
                    <a:pt x="5488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4593009" y="5762613"/>
              <a:ext cx="47064" cy="102009"/>
            </a:xfrm>
            <a:custGeom>
              <a:avLst/>
              <a:pathLst>
                <a:path w="47064" h="102009">
                  <a:moveTo>
                    <a:pt x="0" y="102009"/>
                  </a:moveTo>
                  <a:lnTo>
                    <a:pt x="25085" y="51721"/>
                  </a:lnTo>
                  <a:lnTo>
                    <a:pt x="470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4701519" y="5686492"/>
              <a:ext cx="32947" cy="100051"/>
            </a:xfrm>
            <a:custGeom>
              <a:avLst/>
              <a:pathLst>
                <a:path w="32947" h="100051">
                  <a:moveTo>
                    <a:pt x="0" y="100051"/>
                  </a:moveTo>
                  <a:lnTo>
                    <a:pt x="3294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4798108" y="5625533"/>
              <a:ext cx="18050" cy="78219"/>
            </a:xfrm>
            <a:custGeom>
              <a:avLst/>
              <a:pathLst>
                <a:path w="18050" h="78219">
                  <a:moveTo>
                    <a:pt x="0" y="78219"/>
                  </a:moveTo>
                  <a:lnTo>
                    <a:pt x="1805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4866091" y="5637905"/>
              <a:ext cx="14837" cy="66607"/>
            </a:xfrm>
            <a:custGeom>
              <a:avLst/>
              <a:pathLst>
                <a:path w="14837" h="66607">
                  <a:moveTo>
                    <a:pt x="14837" y="0"/>
                  </a:moveTo>
                  <a:lnTo>
                    <a:pt x="0" y="6660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4880929" y="5570518"/>
              <a:ext cx="10757" cy="67386"/>
            </a:xfrm>
            <a:custGeom>
              <a:avLst/>
              <a:pathLst>
                <a:path w="10757" h="67386">
                  <a:moveTo>
                    <a:pt x="0" y="67386"/>
                  </a:moveTo>
                  <a:lnTo>
                    <a:pt x="1075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4658119" y="5786544"/>
              <a:ext cx="43400" cy="95980"/>
            </a:xfrm>
            <a:custGeom>
              <a:avLst/>
              <a:pathLst>
                <a:path w="43400" h="95980">
                  <a:moveTo>
                    <a:pt x="43400" y="0"/>
                  </a:moveTo>
                  <a:lnTo>
                    <a:pt x="0" y="9598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4775223" y="5897209"/>
              <a:ext cx="22497" cy="45973"/>
            </a:xfrm>
            <a:custGeom>
              <a:avLst/>
              <a:pathLst>
                <a:path w="22497" h="45973">
                  <a:moveTo>
                    <a:pt x="0" y="45973"/>
                  </a:moveTo>
                  <a:lnTo>
                    <a:pt x="22497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4533902" y="5864622"/>
              <a:ext cx="59106" cy="95537"/>
            </a:xfrm>
            <a:custGeom>
              <a:avLst/>
              <a:pathLst>
                <a:path w="59106" h="95537">
                  <a:moveTo>
                    <a:pt x="59106" y="0"/>
                  </a:moveTo>
                  <a:lnTo>
                    <a:pt x="31008" y="48668"/>
                  </a:lnTo>
                  <a:lnTo>
                    <a:pt x="0" y="95537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4414786" y="5922118"/>
              <a:ext cx="65254" cy="81389"/>
            </a:xfrm>
            <a:custGeom>
              <a:avLst/>
              <a:pathLst>
                <a:path w="65254" h="81389">
                  <a:moveTo>
                    <a:pt x="65254" y="0"/>
                  </a:moveTo>
                  <a:lnTo>
                    <a:pt x="0" y="81389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804535" y="6096793"/>
              <a:ext cx="255111" cy="55721"/>
            </a:xfrm>
            <a:custGeom>
              <a:avLst/>
              <a:pathLst>
                <a:path w="255111" h="55721">
                  <a:moveTo>
                    <a:pt x="255111" y="0"/>
                  </a:moveTo>
                  <a:lnTo>
                    <a:pt x="205974" y="18486"/>
                  </a:lnTo>
                  <a:lnTo>
                    <a:pt x="155627" y="33369"/>
                  </a:lnTo>
                  <a:lnTo>
                    <a:pt x="104337" y="44572"/>
                  </a:lnTo>
                  <a:lnTo>
                    <a:pt x="52370" y="52036"/>
                  </a:lnTo>
                  <a:lnTo>
                    <a:pt x="0" y="55721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809026" y="6277355"/>
              <a:ext cx="83672" cy="6964"/>
            </a:xfrm>
            <a:custGeom>
              <a:avLst/>
              <a:pathLst>
                <a:path w="83672" h="6964">
                  <a:moveTo>
                    <a:pt x="0" y="6964"/>
                  </a:moveTo>
                  <a:lnTo>
                    <a:pt x="83672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901380" y="6333966"/>
              <a:ext cx="53733" cy="8755"/>
            </a:xfrm>
            <a:custGeom>
              <a:avLst/>
              <a:pathLst>
                <a:path w="53733" h="8755">
                  <a:moveTo>
                    <a:pt x="0" y="8755"/>
                  </a:moveTo>
                  <a:lnTo>
                    <a:pt x="53733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3967633" y="6386413"/>
              <a:ext cx="55094" cy="12294"/>
            </a:xfrm>
            <a:custGeom>
              <a:avLst/>
              <a:pathLst>
                <a:path w="55094" h="12294">
                  <a:moveTo>
                    <a:pt x="0" y="12294"/>
                  </a:moveTo>
                  <a:lnTo>
                    <a:pt x="5509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4038920" y="6435088"/>
              <a:ext cx="54091" cy="15246"/>
            </a:xfrm>
            <a:custGeom>
              <a:avLst/>
              <a:pathLst>
                <a:path w="54091" h="15246">
                  <a:moveTo>
                    <a:pt x="0" y="15246"/>
                  </a:moveTo>
                  <a:lnTo>
                    <a:pt x="54091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4112585" y="6481753"/>
              <a:ext cx="48516" cy="16304"/>
            </a:xfrm>
            <a:custGeom>
              <a:avLst/>
              <a:pathLst>
                <a:path w="48516" h="16304">
                  <a:moveTo>
                    <a:pt x="0" y="16304"/>
                  </a:moveTo>
                  <a:lnTo>
                    <a:pt x="48516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725073" y="6283066"/>
              <a:ext cx="83952" cy="1253"/>
            </a:xfrm>
            <a:custGeom>
              <a:avLst/>
              <a:pathLst>
                <a:path w="83952" h="1253">
                  <a:moveTo>
                    <a:pt x="83952" y="125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708222" y="6546292"/>
              <a:ext cx="51140" cy="2102"/>
            </a:xfrm>
            <a:custGeom>
              <a:avLst/>
              <a:pathLst>
                <a:path w="51140" h="2102">
                  <a:moveTo>
                    <a:pt x="0" y="0"/>
                  </a:moveTo>
                  <a:lnTo>
                    <a:pt x="51140" y="210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648240" y="6073729"/>
              <a:ext cx="195824" cy="13263"/>
            </a:xfrm>
            <a:custGeom>
              <a:avLst/>
              <a:pathLst>
                <a:path w="195824" h="13263">
                  <a:moveTo>
                    <a:pt x="195824" y="10129"/>
                  </a:moveTo>
                  <a:lnTo>
                    <a:pt x="130321" y="13263"/>
                  </a:lnTo>
                  <a:lnTo>
                    <a:pt x="64830" y="9875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527980" y="5891107"/>
              <a:ext cx="97204" cy="40825"/>
            </a:xfrm>
            <a:custGeom>
              <a:avLst/>
              <a:pathLst>
                <a:path w="97204" h="40825">
                  <a:moveTo>
                    <a:pt x="97204" y="40825"/>
                  </a:moveTo>
                  <a:lnTo>
                    <a:pt x="47579" y="22847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276124" y="6354632"/>
              <a:ext cx="64628" cy="32300"/>
            </a:xfrm>
            <a:custGeom>
              <a:avLst/>
              <a:pathLst>
                <a:path w="64628" h="32300">
                  <a:moveTo>
                    <a:pt x="0" y="0"/>
                  </a:moveTo>
                  <a:lnTo>
                    <a:pt x="64628" y="3230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313310" y="6446892"/>
              <a:ext cx="47014" cy="20232"/>
            </a:xfrm>
            <a:custGeom>
              <a:avLst/>
              <a:pathLst>
                <a:path w="47014" h="20232">
                  <a:moveTo>
                    <a:pt x="0" y="0"/>
                  </a:moveTo>
                  <a:lnTo>
                    <a:pt x="47014" y="20232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213857" y="6317984"/>
              <a:ext cx="62266" cy="36648"/>
            </a:xfrm>
            <a:custGeom>
              <a:avLst/>
              <a:pathLst>
                <a:path w="62266" h="36648">
                  <a:moveTo>
                    <a:pt x="62266" y="366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327234" y="5518215"/>
              <a:ext cx="110321" cy="219055"/>
            </a:xfrm>
            <a:custGeom>
              <a:avLst/>
              <a:pathLst>
                <a:path w="110321" h="219055">
                  <a:moveTo>
                    <a:pt x="110321" y="219055"/>
                  </a:moveTo>
                  <a:lnTo>
                    <a:pt x="79052" y="180520"/>
                  </a:lnTo>
                  <a:lnTo>
                    <a:pt x="52101" y="138850"/>
                  </a:lnTo>
                  <a:lnTo>
                    <a:pt x="29780" y="94528"/>
                  </a:lnTo>
                  <a:lnTo>
                    <a:pt x="12345" y="48065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068604" y="5570005"/>
              <a:ext cx="41809" cy="136877"/>
            </a:xfrm>
            <a:custGeom>
              <a:avLst/>
              <a:pathLst>
                <a:path w="41809" h="136877">
                  <a:moveTo>
                    <a:pt x="0" y="0"/>
                  </a:moveTo>
                  <a:lnTo>
                    <a:pt x="17520" y="69472"/>
                  </a:lnTo>
                  <a:lnTo>
                    <a:pt x="41809" y="136877"/>
                  </a:lnTo>
                </a:path>
              </a:pathLst>
            </a:custGeom>
            <a:ln w="1355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007737" y="5600809"/>
              <a:ext cx="41820" cy="131465"/>
            </a:xfrm>
            <a:custGeom>
              <a:avLst/>
              <a:pathLst>
                <a:path w="41820" h="131465">
                  <a:moveTo>
                    <a:pt x="41820" y="131465"/>
                  </a:moveTo>
                  <a:lnTo>
                    <a:pt x="18039" y="66645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2730761" y="5539782"/>
              <a:ext cx="19608" cy="118768"/>
            </a:xfrm>
            <a:custGeom>
              <a:avLst/>
              <a:pathLst>
                <a:path w="19608" h="118768">
                  <a:moveTo>
                    <a:pt x="19608" y="118768"/>
                  </a:moveTo>
                  <a:lnTo>
                    <a:pt x="8109" y="59664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2665194" y="5546795"/>
              <a:ext cx="6603" cy="50755"/>
            </a:xfrm>
            <a:custGeom>
              <a:avLst/>
              <a:pathLst>
                <a:path w="6603" h="50755">
                  <a:moveTo>
                    <a:pt x="0" y="0"/>
                  </a:moveTo>
                  <a:lnTo>
                    <a:pt x="6603" y="50755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2750370" y="5658551"/>
              <a:ext cx="33009" cy="115762"/>
            </a:xfrm>
            <a:custGeom>
              <a:avLst/>
              <a:pathLst>
                <a:path w="33009" h="115762">
                  <a:moveTo>
                    <a:pt x="0" y="0"/>
                  </a:moveTo>
                  <a:lnTo>
                    <a:pt x="14852" y="58352"/>
                  </a:lnTo>
                  <a:lnTo>
                    <a:pt x="33009" y="115762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2700648" y="5730881"/>
              <a:ext cx="20454" cy="65102"/>
            </a:xfrm>
            <a:custGeom>
              <a:avLst/>
              <a:pathLst>
                <a:path w="20454" h="65102">
                  <a:moveTo>
                    <a:pt x="20454" y="651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2721102" y="5795984"/>
              <a:ext cx="24377" cy="63737"/>
            </a:xfrm>
            <a:custGeom>
              <a:avLst/>
              <a:pathLst>
                <a:path w="24377" h="63737">
                  <a:moveTo>
                    <a:pt x="0" y="0"/>
                  </a:moveTo>
                  <a:lnTo>
                    <a:pt x="24377" y="63737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3049557" y="5732274"/>
              <a:ext cx="64017" cy="122203"/>
            </a:xfrm>
            <a:custGeom>
              <a:avLst/>
              <a:pathLst>
                <a:path w="64017" h="122203">
                  <a:moveTo>
                    <a:pt x="0" y="0"/>
                  </a:moveTo>
                  <a:lnTo>
                    <a:pt x="29340" y="62499"/>
                  </a:lnTo>
                  <a:lnTo>
                    <a:pt x="64017" y="122203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058052" y="5890052"/>
              <a:ext cx="40702" cy="58086"/>
            </a:xfrm>
            <a:custGeom>
              <a:avLst/>
              <a:pathLst>
                <a:path w="40702" h="58086">
                  <a:moveTo>
                    <a:pt x="0" y="0"/>
                  </a:moveTo>
                  <a:lnTo>
                    <a:pt x="40702" y="58086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006823" y="5932264"/>
              <a:ext cx="39541" cy="55917"/>
            </a:xfrm>
            <a:custGeom>
              <a:avLst/>
              <a:pathLst>
                <a:path w="39541" h="55917">
                  <a:moveTo>
                    <a:pt x="39541" y="5591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046364" y="5988182"/>
              <a:ext cx="43577" cy="52832"/>
            </a:xfrm>
            <a:custGeom>
              <a:avLst/>
              <a:pathLst>
                <a:path w="43577" h="52832">
                  <a:moveTo>
                    <a:pt x="0" y="0"/>
                  </a:moveTo>
                  <a:lnTo>
                    <a:pt x="43577" y="52832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040663" y="6084831"/>
              <a:ext cx="38698" cy="41097"/>
            </a:xfrm>
            <a:custGeom>
              <a:avLst/>
              <a:pathLst>
                <a:path w="38698" h="41097">
                  <a:moveTo>
                    <a:pt x="0" y="0"/>
                  </a:moveTo>
                  <a:lnTo>
                    <a:pt x="38698" y="41097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032663" y="6172485"/>
              <a:ext cx="40724" cy="38728"/>
            </a:xfrm>
            <a:custGeom>
              <a:avLst/>
              <a:pathLst>
                <a:path w="40724" h="38728">
                  <a:moveTo>
                    <a:pt x="0" y="0"/>
                  </a:moveTo>
                  <a:lnTo>
                    <a:pt x="40724" y="38728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3029235" y="6260190"/>
              <a:ext cx="38788" cy="33394"/>
            </a:xfrm>
            <a:custGeom>
              <a:avLst/>
              <a:pathLst>
                <a:path w="38788" h="33394">
                  <a:moveTo>
                    <a:pt x="0" y="0"/>
                  </a:moveTo>
                  <a:lnTo>
                    <a:pt x="38788" y="33394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3384525" y="5352759"/>
              <a:ext cx="14273" cy="181342"/>
            </a:xfrm>
            <a:custGeom>
              <a:avLst/>
              <a:pathLst>
                <a:path w="14273" h="181342">
                  <a:moveTo>
                    <a:pt x="14273" y="181342"/>
                  </a:moveTo>
                  <a:lnTo>
                    <a:pt x="4523" y="136637"/>
                  </a:lnTo>
                  <a:lnTo>
                    <a:pt x="0" y="91105"/>
                  </a:lnTo>
                  <a:lnTo>
                    <a:pt x="763" y="45355"/>
                  </a:lnTo>
                  <a:lnTo>
                    <a:pt x="680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2734662" y="5228055"/>
              <a:ext cx="9154" cy="55448"/>
            </a:xfrm>
            <a:custGeom>
              <a:avLst/>
              <a:pathLst>
                <a:path w="9154" h="55448">
                  <a:moveTo>
                    <a:pt x="9154" y="0"/>
                  </a:moveTo>
                  <a:lnTo>
                    <a:pt x="0" y="55448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2663509" y="5274499"/>
              <a:ext cx="5830" cy="50850"/>
            </a:xfrm>
            <a:custGeom>
              <a:avLst/>
              <a:pathLst>
                <a:path w="5830" h="50850">
                  <a:moveTo>
                    <a:pt x="5830" y="0"/>
                  </a:moveTo>
                  <a:lnTo>
                    <a:pt x="0" y="5085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3486012" y="5118602"/>
              <a:ext cx="178772" cy="159404"/>
            </a:xfrm>
            <a:custGeom>
              <a:avLst/>
              <a:pathLst>
                <a:path w="178772" h="159404">
                  <a:moveTo>
                    <a:pt x="0" y="159404"/>
                  </a:moveTo>
                  <a:lnTo>
                    <a:pt x="25401" y="117525"/>
                  </a:lnTo>
                  <a:lnTo>
                    <a:pt x="56726" y="79872"/>
                  </a:lnTo>
                  <a:lnTo>
                    <a:pt x="93284" y="47275"/>
                  </a:lnTo>
                  <a:lnTo>
                    <a:pt x="134267" y="20453"/>
                  </a:lnTo>
                  <a:lnTo>
                    <a:pt x="178772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3328398" y="4686029"/>
              <a:ext cx="175313" cy="91669"/>
            </a:xfrm>
            <a:custGeom>
              <a:avLst/>
              <a:pathLst>
                <a:path w="175313" h="91669">
                  <a:moveTo>
                    <a:pt x="175313" y="0"/>
                  </a:moveTo>
                  <a:lnTo>
                    <a:pt x="114387" y="25632"/>
                  </a:lnTo>
                  <a:lnTo>
                    <a:pt x="55813" y="56259"/>
                  </a:lnTo>
                  <a:lnTo>
                    <a:pt x="0" y="91669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3290778" y="4632638"/>
              <a:ext cx="168255" cy="90904"/>
            </a:xfrm>
            <a:custGeom>
              <a:avLst/>
              <a:pathLst>
                <a:path w="168255" h="90904">
                  <a:moveTo>
                    <a:pt x="0" y="90904"/>
                  </a:moveTo>
                  <a:lnTo>
                    <a:pt x="53773" y="56447"/>
                  </a:lnTo>
                  <a:lnTo>
                    <a:pt x="109962" y="26089"/>
                  </a:lnTo>
                  <a:lnTo>
                    <a:pt x="168255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3146863" y="4723542"/>
              <a:ext cx="143915" cy="125944"/>
            </a:xfrm>
            <a:custGeom>
              <a:avLst/>
              <a:pathLst>
                <a:path w="143915" h="125944">
                  <a:moveTo>
                    <a:pt x="143915" y="0"/>
                  </a:moveTo>
                  <a:lnTo>
                    <a:pt x="92856" y="38364"/>
                  </a:lnTo>
                  <a:lnTo>
                    <a:pt x="44795" y="80423"/>
                  </a:lnTo>
                  <a:lnTo>
                    <a:pt x="0" y="125944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098172" y="4684201"/>
              <a:ext cx="134271" cy="120815"/>
            </a:xfrm>
            <a:custGeom>
              <a:avLst/>
              <a:pathLst>
                <a:path w="134271" h="120815">
                  <a:moveTo>
                    <a:pt x="0" y="120815"/>
                  </a:moveTo>
                  <a:lnTo>
                    <a:pt x="42092" y="77646"/>
                  </a:lnTo>
                  <a:lnTo>
                    <a:pt x="86913" y="37317"/>
                  </a:lnTo>
                  <a:lnTo>
                    <a:pt x="134271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061542" y="4578004"/>
              <a:ext cx="92702" cy="76790"/>
            </a:xfrm>
            <a:custGeom>
              <a:avLst/>
              <a:pathLst>
                <a:path w="92702" h="76790">
                  <a:moveTo>
                    <a:pt x="92702" y="0"/>
                  </a:moveTo>
                  <a:lnTo>
                    <a:pt x="45255" y="37071"/>
                  </a:lnTo>
                  <a:lnTo>
                    <a:pt x="0" y="7679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016649" y="4561580"/>
              <a:ext cx="51373" cy="44915"/>
            </a:xfrm>
            <a:custGeom>
              <a:avLst/>
              <a:pathLst>
                <a:path w="51373" h="44915">
                  <a:moveTo>
                    <a:pt x="0" y="44915"/>
                  </a:moveTo>
                  <a:lnTo>
                    <a:pt x="51373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2968103" y="4606495"/>
              <a:ext cx="48545" cy="47958"/>
            </a:xfrm>
            <a:custGeom>
              <a:avLst/>
              <a:pathLst>
                <a:path w="48545" h="47958">
                  <a:moveTo>
                    <a:pt x="48545" y="0"/>
                  </a:moveTo>
                  <a:lnTo>
                    <a:pt x="0" y="47958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154245" y="4512274"/>
              <a:ext cx="100846" cy="65730"/>
            </a:xfrm>
            <a:custGeom>
              <a:avLst/>
              <a:pathLst>
                <a:path w="100846" h="65730">
                  <a:moveTo>
                    <a:pt x="0" y="65730"/>
                  </a:moveTo>
                  <a:lnTo>
                    <a:pt x="49484" y="31425"/>
                  </a:lnTo>
                  <a:lnTo>
                    <a:pt x="100846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178484" y="4455067"/>
              <a:ext cx="43811" cy="26463"/>
            </a:xfrm>
            <a:custGeom>
              <a:avLst/>
              <a:pathLst>
                <a:path w="43811" h="26463">
                  <a:moveTo>
                    <a:pt x="43811" y="0"/>
                  </a:moveTo>
                  <a:lnTo>
                    <a:pt x="0" y="26463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2989996" y="4805017"/>
              <a:ext cx="108176" cy="144647"/>
            </a:xfrm>
            <a:custGeom>
              <a:avLst/>
              <a:pathLst>
                <a:path w="108176" h="144647">
                  <a:moveTo>
                    <a:pt x="108176" y="0"/>
                  </a:moveTo>
                  <a:lnTo>
                    <a:pt x="68991" y="45824"/>
                  </a:lnTo>
                  <a:lnTo>
                    <a:pt x="32881" y="94109"/>
                  </a:lnTo>
                  <a:lnTo>
                    <a:pt x="0" y="144647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2933579" y="4837459"/>
              <a:ext cx="52464" cy="78068"/>
            </a:xfrm>
            <a:custGeom>
              <a:avLst/>
              <a:pathLst>
                <a:path w="52464" h="78068">
                  <a:moveTo>
                    <a:pt x="0" y="78068"/>
                  </a:moveTo>
                  <a:lnTo>
                    <a:pt x="524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2888766" y="4915528"/>
              <a:ext cx="44812" cy="82698"/>
            </a:xfrm>
            <a:custGeom>
              <a:avLst/>
              <a:pathLst>
                <a:path w="44812" h="82698">
                  <a:moveTo>
                    <a:pt x="44812" y="0"/>
                  </a:moveTo>
                  <a:lnTo>
                    <a:pt x="0" y="82698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2800246" y="4969603"/>
              <a:ext cx="29115" cy="66124"/>
            </a:xfrm>
            <a:custGeom>
              <a:avLst/>
              <a:pathLst>
                <a:path w="29115" h="66124">
                  <a:moveTo>
                    <a:pt x="29115" y="0"/>
                  </a:moveTo>
                  <a:lnTo>
                    <a:pt x="0" y="66124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2721102" y="5011237"/>
              <a:ext cx="17919" cy="47943"/>
            </a:xfrm>
            <a:custGeom>
              <a:avLst/>
              <a:pathLst>
                <a:path w="17919" h="47943">
                  <a:moveTo>
                    <a:pt x="17919" y="0"/>
                  </a:moveTo>
                  <a:lnTo>
                    <a:pt x="0" y="47943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2829362" y="4905626"/>
              <a:ext cx="33572" cy="63977"/>
            </a:xfrm>
            <a:custGeom>
              <a:avLst/>
              <a:pathLst>
                <a:path w="33572" h="63977">
                  <a:moveTo>
                    <a:pt x="0" y="63977"/>
                  </a:moveTo>
                  <a:lnTo>
                    <a:pt x="33572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503712" y="4640712"/>
              <a:ext cx="192573" cy="45317"/>
            </a:xfrm>
            <a:custGeom>
              <a:avLst/>
              <a:pathLst>
                <a:path w="192573" h="45317">
                  <a:moveTo>
                    <a:pt x="0" y="45317"/>
                  </a:moveTo>
                  <a:lnTo>
                    <a:pt x="62852" y="24859"/>
                  </a:lnTo>
                  <a:lnTo>
                    <a:pt x="127193" y="9718"/>
                  </a:lnTo>
                  <a:lnTo>
                    <a:pt x="192573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3619457" y="4443995"/>
              <a:ext cx="55941" cy="7559"/>
            </a:xfrm>
            <a:custGeom>
              <a:avLst/>
              <a:pathLst>
                <a:path w="55941" h="7559">
                  <a:moveTo>
                    <a:pt x="55941" y="0"/>
                  </a:moveTo>
                  <a:lnTo>
                    <a:pt x="0" y="7559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3553571" y="4386486"/>
              <a:ext cx="55193" cy="10586"/>
            </a:xfrm>
            <a:custGeom>
              <a:avLst/>
              <a:pathLst>
                <a:path w="55193" h="10586">
                  <a:moveTo>
                    <a:pt x="55193" y="0"/>
                  </a:moveTo>
                  <a:lnTo>
                    <a:pt x="0" y="10586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3489701" y="4332665"/>
              <a:ext cx="49728" cy="12115"/>
            </a:xfrm>
            <a:custGeom>
              <a:avLst/>
              <a:pathLst>
                <a:path w="49728" h="12115">
                  <a:moveTo>
                    <a:pt x="49728" y="0"/>
                  </a:moveTo>
                  <a:lnTo>
                    <a:pt x="0" y="12115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3815976" y="5372427"/>
              <a:ext cx="25574" cy="31928"/>
            </a:xfrm>
            <a:custGeom>
              <a:avLst/>
              <a:pathLst>
                <a:path w="25574" h="31928">
                  <a:moveTo>
                    <a:pt x="0" y="0"/>
                  </a:moveTo>
                  <a:lnTo>
                    <a:pt x="25574" y="31928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4069060" y="5269293"/>
              <a:ext cx="19350" cy="42151"/>
            </a:xfrm>
            <a:custGeom>
              <a:avLst/>
              <a:pathLst>
                <a:path w="19350" h="42151">
                  <a:moveTo>
                    <a:pt x="19350" y="4215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4090399" y="5182455"/>
              <a:ext cx="36505" cy="55180"/>
            </a:xfrm>
            <a:custGeom>
              <a:avLst/>
              <a:pathLst>
                <a:path w="36505" h="55180">
                  <a:moveTo>
                    <a:pt x="36505" y="5518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4112145" y="5107216"/>
              <a:ext cx="30014" cy="34384"/>
            </a:xfrm>
            <a:custGeom>
              <a:avLst/>
              <a:pathLst>
                <a:path w="30014" h="34384">
                  <a:moveTo>
                    <a:pt x="30014" y="3438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136648" y="5039030"/>
              <a:ext cx="22969" cy="22419"/>
            </a:xfrm>
            <a:custGeom>
              <a:avLst/>
              <a:pathLst>
                <a:path w="22969" h="22419">
                  <a:moveTo>
                    <a:pt x="22969" y="2241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153936" y="4966869"/>
              <a:ext cx="27313" cy="23592"/>
            </a:xfrm>
            <a:custGeom>
              <a:avLst/>
              <a:pathLst>
                <a:path w="27313" h="23592">
                  <a:moveTo>
                    <a:pt x="27313" y="2359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163648" y="4891381"/>
              <a:ext cx="31853" cy="24297"/>
            </a:xfrm>
            <a:custGeom>
              <a:avLst/>
              <a:pathLst>
                <a:path w="31853" h="24297">
                  <a:moveTo>
                    <a:pt x="31853" y="2429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165505" y="4813257"/>
              <a:ext cx="36524" cy="24504"/>
            </a:xfrm>
            <a:custGeom>
              <a:avLst/>
              <a:pathLst>
                <a:path w="36524" h="24504">
                  <a:moveTo>
                    <a:pt x="36524" y="2450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159339" y="4733231"/>
              <a:ext cx="41226" cy="24177"/>
            </a:xfrm>
            <a:custGeom>
              <a:avLst/>
              <a:pathLst>
                <a:path w="41226" h="24177">
                  <a:moveTo>
                    <a:pt x="41226" y="24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4145172" y="4652094"/>
              <a:ext cx="45793" cy="23274"/>
            </a:xfrm>
            <a:custGeom>
              <a:avLst/>
              <a:pathLst>
                <a:path w="45793" h="23274">
                  <a:moveTo>
                    <a:pt x="45793" y="2327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4123361" y="4570702"/>
              <a:ext cx="49912" cy="21739"/>
            </a:xfrm>
            <a:custGeom>
              <a:avLst/>
              <a:pathLst>
                <a:path w="49912" h="21739">
                  <a:moveTo>
                    <a:pt x="49912" y="2173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4094925" y="4489994"/>
              <a:ext cx="52973" cy="19501"/>
            </a:xfrm>
            <a:custGeom>
              <a:avLst/>
              <a:pathLst>
                <a:path w="52973" h="19501">
                  <a:moveTo>
                    <a:pt x="52973" y="19501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4062201" y="4411011"/>
              <a:ext cx="53729" cy="16477"/>
            </a:xfrm>
            <a:custGeom>
              <a:avLst/>
              <a:pathLst>
                <a:path w="53729" h="16477">
                  <a:moveTo>
                    <a:pt x="53729" y="164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030233" y="4334906"/>
              <a:ext cx="49616" cy="12568"/>
            </a:xfrm>
            <a:custGeom>
              <a:avLst/>
              <a:pathLst>
                <a:path w="49616" h="12568">
                  <a:moveTo>
                    <a:pt x="49616" y="1256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142160" y="5141601"/>
              <a:ext cx="26472" cy="37180"/>
            </a:xfrm>
            <a:custGeom>
              <a:avLst/>
              <a:pathLst>
                <a:path w="26472" h="37180">
                  <a:moveTo>
                    <a:pt x="0" y="0"/>
                  </a:moveTo>
                  <a:lnTo>
                    <a:pt x="26472" y="3718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695488" y="4780882"/>
              <a:ext cx="28565" cy="42470"/>
            </a:xfrm>
            <a:custGeom>
              <a:avLst/>
              <a:pathLst>
                <a:path w="28565" h="42470">
                  <a:moveTo>
                    <a:pt x="28565" y="424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126905" y="5237635"/>
              <a:ext cx="26800" cy="60491"/>
            </a:xfrm>
            <a:custGeom>
              <a:avLst/>
              <a:pathLst>
                <a:path w="26800" h="60491">
                  <a:moveTo>
                    <a:pt x="0" y="0"/>
                  </a:moveTo>
                  <a:lnTo>
                    <a:pt x="26800" y="60491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4757023" y="5029771"/>
              <a:ext cx="19796" cy="52597"/>
            </a:xfrm>
            <a:custGeom>
              <a:avLst/>
              <a:pathLst>
                <a:path w="19796" h="52597">
                  <a:moveTo>
                    <a:pt x="19796" y="5259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797721" y="4957955"/>
              <a:ext cx="20375" cy="46952"/>
            </a:xfrm>
            <a:custGeom>
              <a:avLst/>
              <a:pathLst>
                <a:path w="20375" h="46952">
                  <a:moveTo>
                    <a:pt x="20375" y="4695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tx408"/>
            <p:cNvSpPr/>
            <p:nvPr/>
          </p:nvSpPr>
          <p:spPr>
            <a:xfrm rot="-213861">
              <a:off x="5032710" y="5275646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A1_11_bin1</a:t>
              </a:r>
            </a:p>
          </p:txBody>
        </p:sp>
        <p:sp>
          <p:nvSpPr>
            <p:cNvPr id="409" name="tx409"/>
            <p:cNvSpPr/>
            <p:nvPr/>
          </p:nvSpPr>
          <p:spPr>
            <a:xfrm rot="-427722">
              <a:off x="5022031" y="518993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A1_13_bin1</a:t>
              </a:r>
            </a:p>
          </p:txBody>
        </p:sp>
        <p:sp>
          <p:nvSpPr>
            <p:cNvPr id="410" name="tx410"/>
            <p:cNvSpPr/>
            <p:nvPr/>
          </p:nvSpPr>
          <p:spPr>
            <a:xfrm rot="-4918811">
              <a:off x="3828272" y="402219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A1_6_bin1</a:t>
              </a:r>
            </a:p>
          </p:txBody>
        </p:sp>
        <p:sp>
          <p:nvSpPr>
            <p:cNvPr id="411" name="tx411"/>
            <p:cNvSpPr/>
            <p:nvPr/>
          </p:nvSpPr>
          <p:spPr>
            <a:xfrm rot="-641584">
              <a:off x="5006443" y="510824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A1_2_bin4</a:t>
              </a:r>
            </a:p>
          </p:txBody>
        </p:sp>
        <p:sp>
          <p:nvSpPr>
            <p:cNvPr id="412" name="tx412"/>
            <p:cNvSpPr/>
            <p:nvPr/>
          </p:nvSpPr>
          <p:spPr>
            <a:xfrm rot="-4491089">
              <a:off x="3995547" y="405533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A1_5_bin2</a:t>
              </a:r>
            </a:p>
          </p:txBody>
        </p:sp>
        <p:sp>
          <p:nvSpPr>
            <p:cNvPr id="413" name="tx413"/>
            <p:cNvSpPr/>
            <p:nvPr/>
          </p:nvSpPr>
          <p:spPr>
            <a:xfrm rot="-4704950">
              <a:off x="3912415" y="403621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A2_4_bin3</a:t>
              </a:r>
            </a:p>
          </p:txBody>
        </p:sp>
        <p:sp>
          <p:nvSpPr>
            <p:cNvPr id="414" name="tx414"/>
            <p:cNvSpPr/>
            <p:nvPr/>
          </p:nvSpPr>
          <p:spPr>
            <a:xfrm rot="-4277227">
              <a:off x="4065652" y="406316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A2_12_bin2</a:t>
              </a:r>
            </a:p>
          </p:txBody>
        </p:sp>
        <p:sp>
          <p:nvSpPr>
            <p:cNvPr id="415" name="tx415"/>
            <p:cNvSpPr/>
            <p:nvPr/>
          </p:nvSpPr>
          <p:spPr>
            <a:xfrm rot="-4063366">
              <a:off x="4157544" y="410859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A2_8_bin3</a:t>
              </a:r>
            </a:p>
          </p:txBody>
        </p:sp>
        <p:sp>
          <p:nvSpPr>
            <p:cNvPr id="416" name="tx416"/>
            <p:cNvSpPr/>
            <p:nvPr/>
          </p:nvSpPr>
          <p:spPr>
            <a:xfrm rot="-3849504">
              <a:off x="4226083" y="412701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A2_13_bin1</a:t>
              </a:r>
            </a:p>
          </p:txBody>
        </p:sp>
        <p:sp>
          <p:nvSpPr>
            <p:cNvPr id="417" name="tx417"/>
            <p:cNvSpPr/>
            <p:nvPr/>
          </p:nvSpPr>
          <p:spPr>
            <a:xfrm rot="-3635643">
              <a:off x="4311853" y="418117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A2_9_bin1</a:t>
              </a:r>
            </a:p>
          </p:txBody>
        </p:sp>
        <p:sp>
          <p:nvSpPr>
            <p:cNvPr id="418" name="tx418"/>
            <p:cNvSpPr/>
            <p:nvPr/>
          </p:nvSpPr>
          <p:spPr>
            <a:xfrm rot="-3421782">
              <a:off x="4385402" y="422438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A2_3_bin1</a:t>
              </a:r>
            </a:p>
          </p:txBody>
        </p:sp>
        <p:sp>
          <p:nvSpPr>
            <p:cNvPr id="419" name="tx419"/>
            <p:cNvSpPr/>
            <p:nvPr/>
          </p:nvSpPr>
          <p:spPr>
            <a:xfrm rot="-3207920">
              <a:off x="4456179" y="427199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A2_7_bin2</a:t>
              </a:r>
            </a:p>
          </p:txBody>
        </p:sp>
        <p:sp>
          <p:nvSpPr>
            <p:cNvPr id="420" name="tx420"/>
            <p:cNvSpPr/>
            <p:nvPr/>
          </p:nvSpPr>
          <p:spPr>
            <a:xfrm rot="-2994059">
              <a:off x="4523920" y="432383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A2_6_bin2</a:t>
              </a:r>
            </a:p>
          </p:txBody>
        </p:sp>
        <p:sp>
          <p:nvSpPr>
            <p:cNvPr id="421" name="tx421"/>
            <p:cNvSpPr/>
            <p:nvPr/>
          </p:nvSpPr>
          <p:spPr>
            <a:xfrm rot="-2780198">
              <a:off x="4583038" y="436724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A2_10_bin2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2566336">
              <a:off x="4649301" y="443941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A5_4_bin1</a:t>
              </a:r>
            </a:p>
          </p:txBody>
        </p:sp>
        <p:sp>
          <p:nvSpPr>
            <p:cNvPr id="423" name="tx423"/>
            <p:cNvSpPr/>
            <p:nvPr/>
          </p:nvSpPr>
          <p:spPr>
            <a:xfrm rot="-2352475">
              <a:off x="4702592" y="449182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A2_15_bin1</a:t>
              </a:r>
            </a:p>
          </p:txBody>
        </p:sp>
        <p:sp>
          <p:nvSpPr>
            <p:cNvPr id="424" name="tx424"/>
            <p:cNvSpPr/>
            <p:nvPr/>
          </p:nvSpPr>
          <p:spPr>
            <a:xfrm rot="-1924752">
              <a:off x="4806087" y="463003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A5_15_bin2</a:t>
              </a:r>
            </a:p>
          </p:txBody>
        </p:sp>
        <p:sp>
          <p:nvSpPr>
            <p:cNvPr id="425" name="tx425"/>
            <p:cNvSpPr/>
            <p:nvPr/>
          </p:nvSpPr>
          <p:spPr>
            <a:xfrm rot="-2138613">
              <a:off x="4759678" y="456939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A5_2_bin4</a:t>
              </a:r>
            </a:p>
          </p:txBody>
        </p:sp>
        <p:sp>
          <p:nvSpPr>
            <p:cNvPr id="426" name="tx426"/>
            <p:cNvSpPr/>
            <p:nvPr/>
          </p:nvSpPr>
          <p:spPr>
            <a:xfrm rot="-1710891">
              <a:off x="4853412" y="471184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A5_6_bin2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1283168">
              <a:off x="4927920" y="4858356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A4_12_bin1</a:t>
              </a:r>
            </a:p>
          </p:txBody>
        </p:sp>
        <p:sp>
          <p:nvSpPr>
            <p:cNvPr id="428" name="tx428"/>
            <p:cNvSpPr/>
            <p:nvPr/>
          </p:nvSpPr>
          <p:spPr>
            <a:xfrm rot="-1497029">
              <a:off x="4893591" y="478708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A4_5_bin1</a:t>
              </a:r>
            </a:p>
          </p:txBody>
        </p:sp>
        <p:sp>
          <p:nvSpPr>
            <p:cNvPr id="429" name="tx429"/>
            <p:cNvSpPr/>
            <p:nvPr/>
          </p:nvSpPr>
          <p:spPr>
            <a:xfrm rot="-1069306">
              <a:off x="4959827" y="494421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A4_1_bin2</a:t>
              </a:r>
            </a:p>
          </p:txBody>
        </p:sp>
        <p:sp>
          <p:nvSpPr>
            <p:cNvPr id="430" name="tx430"/>
            <p:cNvSpPr/>
            <p:nvPr/>
          </p:nvSpPr>
          <p:spPr>
            <a:xfrm rot="-855445">
              <a:off x="4985107" y="5021272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A5_12_bin2</a:t>
              </a:r>
            </a:p>
          </p:txBody>
        </p:sp>
        <p:sp>
          <p:nvSpPr>
            <p:cNvPr id="431" name="tx431"/>
            <p:cNvSpPr/>
            <p:nvPr/>
          </p:nvSpPr>
          <p:spPr>
            <a:xfrm rot="-17964356">
              <a:off x="4243474" y="666912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A1_1_bin1</a:t>
              </a:r>
            </a:p>
          </p:txBody>
        </p:sp>
        <p:sp>
          <p:nvSpPr>
            <p:cNvPr id="432" name="tx432"/>
            <p:cNvSpPr/>
            <p:nvPr/>
          </p:nvSpPr>
          <p:spPr>
            <a:xfrm rot="-18178217">
              <a:off x="4319256" y="663001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A1_2_bin1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18392079">
              <a:off x="4392512" y="658635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A2_4_bin2</a:t>
              </a:r>
            </a:p>
          </p:txBody>
        </p:sp>
        <p:sp>
          <p:nvSpPr>
            <p:cNvPr id="434" name="tx434"/>
            <p:cNvSpPr/>
            <p:nvPr/>
          </p:nvSpPr>
          <p:spPr>
            <a:xfrm rot="-18605940">
              <a:off x="4462968" y="65383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A2_6_bin1</a:t>
              </a:r>
            </a:p>
          </p:txBody>
        </p:sp>
        <p:sp>
          <p:nvSpPr>
            <p:cNvPr id="435" name="tx435"/>
            <p:cNvSpPr/>
            <p:nvPr/>
          </p:nvSpPr>
          <p:spPr>
            <a:xfrm rot="-18819801">
              <a:off x="4530363" y="648605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A3_8_bin2</a:t>
              </a:r>
            </a:p>
          </p:txBody>
        </p:sp>
        <p:sp>
          <p:nvSpPr>
            <p:cNvPr id="436" name="tx436"/>
            <p:cNvSpPr/>
            <p:nvPr/>
          </p:nvSpPr>
          <p:spPr>
            <a:xfrm rot="-19033663">
              <a:off x="4589861" y="644149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A4_12_bin3</a:t>
              </a:r>
            </a:p>
          </p:txBody>
        </p:sp>
        <p:sp>
          <p:nvSpPr>
            <p:cNvPr id="437" name="tx437"/>
            <p:cNvSpPr/>
            <p:nvPr/>
          </p:nvSpPr>
          <p:spPr>
            <a:xfrm rot="-20744554">
              <a:off x="4962218" y="586312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A1_5_bin1</a:t>
              </a:r>
            </a:p>
          </p:txBody>
        </p:sp>
        <p:sp>
          <p:nvSpPr>
            <p:cNvPr id="438" name="tx438"/>
            <p:cNvSpPr/>
            <p:nvPr/>
          </p:nvSpPr>
          <p:spPr>
            <a:xfrm rot="-20958415">
              <a:off x="4987208" y="578489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A2_10_bin1</a:t>
              </a:r>
            </a:p>
          </p:txBody>
        </p:sp>
        <p:sp>
          <p:nvSpPr>
            <p:cNvPr id="439" name="tx439"/>
            <p:cNvSpPr/>
            <p:nvPr/>
          </p:nvSpPr>
          <p:spPr>
            <a:xfrm rot="-21172277">
              <a:off x="5007783" y="569887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A2_3_bin2</a:t>
              </a:r>
            </a:p>
          </p:txBody>
        </p:sp>
        <p:sp>
          <p:nvSpPr>
            <p:cNvPr id="440" name="tx440"/>
            <p:cNvSpPr/>
            <p:nvPr/>
          </p:nvSpPr>
          <p:spPr>
            <a:xfrm rot="-21386138">
              <a:off x="5022937" y="561604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A2_15_bin2</a:t>
              </a:r>
            </a:p>
          </p:txBody>
        </p:sp>
        <p:sp>
          <p:nvSpPr>
            <p:cNvPr id="441" name="tx441"/>
            <p:cNvSpPr/>
            <p:nvPr/>
          </p:nvSpPr>
          <p:spPr>
            <a:xfrm rot="-21600000">
              <a:off x="5033013" y="553029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A2_7_bin1</a:t>
              </a:r>
            </a:p>
          </p:txBody>
        </p:sp>
        <p:sp>
          <p:nvSpPr>
            <p:cNvPr id="442" name="tx442"/>
            <p:cNvSpPr/>
            <p:nvPr/>
          </p:nvSpPr>
          <p:spPr>
            <a:xfrm rot="-20102970">
              <a:off x="4855696" y="610336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A2_12_bin1</a:t>
              </a:r>
            </a:p>
          </p:txBody>
        </p:sp>
        <p:sp>
          <p:nvSpPr>
            <p:cNvPr id="443" name="tx443"/>
            <p:cNvSpPr/>
            <p:nvPr/>
          </p:nvSpPr>
          <p:spPr>
            <a:xfrm rot="-20316831">
              <a:off x="4896996" y="602062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A2_5_bin2</a:t>
              </a:r>
            </a:p>
          </p:txBody>
        </p:sp>
        <p:sp>
          <p:nvSpPr>
            <p:cNvPr id="444" name="tx444"/>
            <p:cNvSpPr/>
            <p:nvPr/>
          </p:nvSpPr>
          <p:spPr>
            <a:xfrm rot="-20530693">
              <a:off x="4932010" y="594287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A2_9_bin4</a:t>
              </a:r>
            </a:p>
          </p:txBody>
        </p:sp>
        <p:sp>
          <p:nvSpPr>
            <p:cNvPr id="445" name="tx445"/>
            <p:cNvSpPr/>
            <p:nvPr/>
          </p:nvSpPr>
          <p:spPr>
            <a:xfrm rot="-19675247">
              <a:off x="4764500" y="623908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A4_1_bin1</a:t>
              </a:r>
            </a:p>
          </p:txBody>
        </p:sp>
        <p:sp>
          <p:nvSpPr>
            <p:cNvPr id="446" name="tx446"/>
            <p:cNvSpPr/>
            <p:nvPr/>
          </p:nvSpPr>
          <p:spPr>
            <a:xfrm rot="-19889108">
              <a:off x="4813085" y="61690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A5_9_bin1</a:t>
              </a:r>
            </a:p>
          </p:txBody>
        </p:sp>
        <p:sp>
          <p:nvSpPr>
            <p:cNvPr id="447" name="tx447"/>
            <p:cNvSpPr/>
            <p:nvPr/>
          </p:nvSpPr>
          <p:spPr>
            <a:xfrm rot="-19247524">
              <a:off x="4654977" y="636971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A3_4_bin3</a:t>
              </a:r>
            </a:p>
          </p:txBody>
        </p:sp>
        <p:sp>
          <p:nvSpPr>
            <p:cNvPr id="448" name="tx448"/>
            <p:cNvSpPr/>
            <p:nvPr/>
          </p:nvSpPr>
          <p:spPr>
            <a:xfrm rot="-19461386">
              <a:off x="4711732" y="630607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A5_6_bin1</a:t>
              </a:r>
            </a:p>
          </p:txBody>
        </p:sp>
        <p:sp>
          <p:nvSpPr>
            <p:cNvPr id="449" name="tx449"/>
            <p:cNvSpPr/>
            <p:nvPr/>
          </p:nvSpPr>
          <p:spPr>
            <a:xfrm rot="-17322772">
              <a:off x="4003826" y="675780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A1_3_bin2</a:t>
              </a:r>
            </a:p>
          </p:txBody>
        </p:sp>
        <p:sp>
          <p:nvSpPr>
            <p:cNvPr id="450" name="tx450"/>
            <p:cNvSpPr/>
            <p:nvPr/>
          </p:nvSpPr>
          <p:spPr>
            <a:xfrm rot="-17536633">
              <a:off x="4085464" y="673314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A2_8_bin1</a:t>
              </a:r>
            </a:p>
          </p:txBody>
        </p:sp>
        <p:sp>
          <p:nvSpPr>
            <p:cNvPr id="451" name="tx451"/>
            <p:cNvSpPr/>
            <p:nvPr/>
          </p:nvSpPr>
          <p:spPr>
            <a:xfrm rot="-17750495">
              <a:off x="4165446" y="670354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A3_9_bin2</a:t>
              </a:r>
            </a:p>
          </p:txBody>
        </p:sp>
        <p:sp>
          <p:nvSpPr>
            <p:cNvPr id="452" name="tx452"/>
            <p:cNvSpPr/>
            <p:nvPr/>
          </p:nvSpPr>
          <p:spPr>
            <a:xfrm rot="-17108910">
              <a:off x="3920834" y="677744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A3_7_bin3</a:t>
              </a:r>
            </a:p>
          </p:txBody>
        </p:sp>
        <p:sp>
          <p:nvSpPr>
            <p:cNvPr id="453" name="tx453"/>
            <p:cNvSpPr/>
            <p:nvPr/>
          </p:nvSpPr>
          <p:spPr>
            <a:xfrm rot="-16895049">
              <a:off x="3836799" y="679199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A3_2_bin1</a:t>
              </a:r>
            </a:p>
          </p:txBody>
        </p:sp>
        <p:sp>
          <p:nvSpPr>
            <p:cNvPr id="454" name="tx454"/>
            <p:cNvSpPr/>
            <p:nvPr/>
          </p:nvSpPr>
          <p:spPr>
            <a:xfrm rot="-16681188">
              <a:off x="3752033" y="680138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A4_5_bin2</a:t>
              </a:r>
            </a:p>
          </p:txBody>
        </p:sp>
        <p:sp>
          <p:nvSpPr>
            <p:cNvPr id="455" name="tx455"/>
            <p:cNvSpPr/>
            <p:nvPr/>
          </p:nvSpPr>
          <p:spPr>
            <a:xfrm rot="-16253465">
              <a:off x="3581569" y="680459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A1_7_bin1</a:t>
              </a:r>
            </a:p>
          </p:txBody>
        </p:sp>
        <p:sp>
          <p:nvSpPr>
            <p:cNvPr id="456" name="tx456"/>
            <p:cNvSpPr/>
            <p:nvPr/>
          </p:nvSpPr>
          <p:spPr>
            <a:xfrm rot="-16467326">
              <a:off x="3666850" y="680558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A3_6_bin3</a:t>
              </a:r>
            </a:p>
          </p:txBody>
        </p:sp>
        <p:sp>
          <p:nvSpPr>
            <p:cNvPr id="457" name="tx457"/>
            <p:cNvSpPr/>
            <p:nvPr/>
          </p:nvSpPr>
          <p:spPr>
            <a:xfrm rot="-5346534">
              <a:off x="3658206" y="400967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A2_6_bin4</a:t>
              </a:r>
            </a:p>
          </p:txBody>
        </p:sp>
        <p:sp>
          <p:nvSpPr>
            <p:cNvPr id="458" name="tx458"/>
            <p:cNvSpPr/>
            <p:nvPr/>
          </p:nvSpPr>
          <p:spPr>
            <a:xfrm rot="-5132673">
              <a:off x="3743430" y="401333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A1_3_bin1</a:t>
              </a:r>
            </a:p>
          </p:txBody>
        </p:sp>
        <p:sp>
          <p:nvSpPr>
            <p:cNvPr id="459" name="tx459"/>
            <p:cNvSpPr/>
            <p:nvPr/>
          </p:nvSpPr>
          <p:spPr>
            <a:xfrm rot="-21920792">
              <a:off x="2245377" y="549740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A1_3_bin3</a:t>
              </a:r>
            </a:p>
          </p:txBody>
        </p:sp>
        <p:sp>
          <p:nvSpPr>
            <p:cNvPr id="460" name="tx460"/>
            <p:cNvSpPr/>
            <p:nvPr/>
          </p:nvSpPr>
          <p:spPr>
            <a:xfrm rot="-22134653">
              <a:off x="2253441" y="558232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A2_5_bin1</a:t>
              </a:r>
            </a:p>
          </p:txBody>
        </p:sp>
        <p:sp>
          <p:nvSpPr>
            <p:cNvPr id="461" name="tx461"/>
            <p:cNvSpPr/>
            <p:nvPr/>
          </p:nvSpPr>
          <p:spPr>
            <a:xfrm rot="-22348514">
              <a:off x="2266669" y="566659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A2_7_bin3</a:t>
              </a:r>
            </a:p>
          </p:txBody>
        </p:sp>
        <p:sp>
          <p:nvSpPr>
            <p:cNvPr id="462" name="tx462"/>
            <p:cNvSpPr/>
            <p:nvPr/>
          </p:nvSpPr>
          <p:spPr>
            <a:xfrm rot="-22562376">
              <a:off x="2285010" y="574989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A2_4_bin1</a:t>
              </a:r>
            </a:p>
          </p:txBody>
        </p:sp>
        <p:sp>
          <p:nvSpPr>
            <p:cNvPr id="463" name="tx463"/>
            <p:cNvSpPr/>
            <p:nvPr/>
          </p:nvSpPr>
          <p:spPr>
            <a:xfrm rot="-22776237">
              <a:off x="2274923" y="583770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A5_11_bin3</a:t>
              </a:r>
            </a:p>
          </p:txBody>
        </p:sp>
        <p:sp>
          <p:nvSpPr>
            <p:cNvPr id="464" name="tx464"/>
            <p:cNvSpPr/>
            <p:nvPr/>
          </p:nvSpPr>
          <p:spPr>
            <a:xfrm rot="-22990099">
              <a:off x="2336742" y="591237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A3_7_bin1</a:t>
              </a:r>
            </a:p>
          </p:txBody>
        </p:sp>
        <p:sp>
          <p:nvSpPr>
            <p:cNvPr id="465" name="tx465"/>
            <p:cNvSpPr/>
            <p:nvPr/>
          </p:nvSpPr>
          <p:spPr>
            <a:xfrm rot="-23203960">
              <a:off x="2369941" y="599094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A3_9_bin1</a:t>
              </a:r>
            </a:p>
          </p:txBody>
        </p:sp>
        <p:sp>
          <p:nvSpPr>
            <p:cNvPr id="466" name="tx466"/>
            <p:cNvSpPr/>
            <p:nvPr/>
          </p:nvSpPr>
          <p:spPr>
            <a:xfrm rot="-23631683">
              <a:off x="2418834" y="615089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A2_15_bin3</a:t>
              </a:r>
            </a:p>
          </p:txBody>
        </p:sp>
        <p:sp>
          <p:nvSpPr>
            <p:cNvPr id="467" name="tx467"/>
            <p:cNvSpPr/>
            <p:nvPr/>
          </p:nvSpPr>
          <p:spPr>
            <a:xfrm rot="-23845544">
              <a:off x="2497329" y="62125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A5_4_bin3</a:t>
              </a:r>
            </a:p>
          </p:txBody>
        </p:sp>
        <p:sp>
          <p:nvSpPr>
            <p:cNvPr id="468" name="tx468"/>
            <p:cNvSpPr/>
            <p:nvPr/>
          </p:nvSpPr>
          <p:spPr>
            <a:xfrm rot="-24700990">
              <a:off x="2725681" y="646492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A2_6_bin3</a:t>
              </a:r>
            </a:p>
          </p:txBody>
        </p:sp>
        <p:sp>
          <p:nvSpPr>
            <p:cNvPr id="469" name="tx469"/>
            <p:cNvSpPr/>
            <p:nvPr/>
          </p:nvSpPr>
          <p:spPr>
            <a:xfrm rot="-24914851">
              <a:off x="2791847" y="651875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A5_2_bin2</a:t>
              </a:r>
            </a:p>
          </p:txBody>
        </p:sp>
        <p:sp>
          <p:nvSpPr>
            <p:cNvPr id="470" name="tx470"/>
            <p:cNvSpPr/>
            <p:nvPr/>
          </p:nvSpPr>
          <p:spPr>
            <a:xfrm rot="-24487128">
              <a:off x="2662918" y="640717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A3_1_bin1</a:t>
              </a:r>
            </a:p>
          </p:txBody>
        </p:sp>
        <p:sp>
          <p:nvSpPr>
            <p:cNvPr id="471" name="tx471"/>
            <p:cNvSpPr/>
            <p:nvPr/>
          </p:nvSpPr>
          <p:spPr>
            <a:xfrm rot="-24273267">
              <a:off x="2603795" y="6345692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A4_5_bin3</a:t>
              </a:r>
            </a:p>
          </p:txBody>
        </p:sp>
        <p:sp>
          <p:nvSpPr>
            <p:cNvPr id="472" name="tx472"/>
            <p:cNvSpPr/>
            <p:nvPr/>
          </p:nvSpPr>
          <p:spPr>
            <a:xfrm rot="-24059405">
              <a:off x="2548530" y="628072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A3_2_bin2</a:t>
              </a:r>
            </a:p>
          </p:txBody>
        </p:sp>
        <p:sp>
          <p:nvSpPr>
            <p:cNvPr id="473" name="tx473"/>
            <p:cNvSpPr/>
            <p:nvPr/>
          </p:nvSpPr>
          <p:spPr>
            <a:xfrm rot="-23417821">
              <a:off x="2375749" y="607604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A5_11_bin4</a:t>
              </a:r>
            </a:p>
          </p:txBody>
        </p:sp>
        <p:sp>
          <p:nvSpPr>
            <p:cNvPr id="474" name="tx474"/>
            <p:cNvSpPr/>
            <p:nvPr/>
          </p:nvSpPr>
          <p:spPr>
            <a:xfrm rot="-18499009">
              <a:off x="2784894" y="430206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A1_4_bin1</a:t>
              </a:r>
            </a:p>
          </p:txBody>
        </p:sp>
        <p:sp>
          <p:nvSpPr>
            <p:cNvPr id="475" name="tx475"/>
            <p:cNvSpPr/>
            <p:nvPr/>
          </p:nvSpPr>
          <p:spPr>
            <a:xfrm rot="-18712871">
              <a:off x="2719061" y="435630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A1_7_bin3</a:t>
              </a:r>
            </a:p>
          </p:txBody>
        </p:sp>
        <p:sp>
          <p:nvSpPr>
            <p:cNvPr id="476" name="tx476"/>
            <p:cNvSpPr/>
            <p:nvPr/>
          </p:nvSpPr>
          <p:spPr>
            <a:xfrm rot="-18926732">
              <a:off x="2627139" y="4402375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A3_15_bin3</a:t>
              </a:r>
            </a:p>
          </p:txBody>
        </p:sp>
        <p:sp>
          <p:nvSpPr>
            <p:cNvPr id="477" name="tx477"/>
            <p:cNvSpPr/>
            <p:nvPr/>
          </p:nvSpPr>
          <p:spPr>
            <a:xfrm rot="-19140594">
              <a:off x="2597918" y="447632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A3_9_bin7</a:t>
              </a:r>
            </a:p>
          </p:txBody>
        </p:sp>
        <p:sp>
          <p:nvSpPr>
            <p:cNvPr id="478" name="tx478"/>
            <p:cNvSpPr/>
            <p:nvPr/>
          </p:nvSpPr>
          <p:spPr>
            <a:xfrm rot="-20423762">
              <a:off x="2300113" y="4905563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A3_15_bin2</a:t>
              </a:r>
            </a:p>
          </p:txBody>
        </p:sp>
        <p:sp>
          <p:nvSpPr>
            <p:cNvPr id="479" name="tx479"/>
            <p:cNvSpPr/>
            <p:nvPr/>
          </p:nvSpPr>
          <p:spPr>
            <a:xfrm rot="-20637623">
              <a:off x="2305748" y="499197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A3_6_bin1</a:t>
              </a:r>
            </a:p>
          </p:txBody>
        </p:sp>
        <p:sp>
          <p:nvSpPr>
            <p:cNvPr id="480" name="tx480"/>
            <p:cNvSpPr/>
            <p:nvPr/>
          </p:nvSpPr>
          <p:spPr>
            <a:xfrm rot="-20209900">
              <a:off x="2366290" y="483256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A3_4_bin1</a:t>
              </a:r>
            </a:p>
          </p:txBody>
        </p:sp>
        <p:sp>
          <p:nvSpPr>
            <p:cNvPr id="481" name="tx481"/>
            <p:cNvSpPr/>
            <p:nvPr/>
          </p:nvSpPr>
          <p:spPr>
            <a:xfrm rot="-19782178">
              <a:off x="2445788" y="468170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A3_4_bin2</a:t>
              </a:r>
            </a:p>
          </p:txBody>
        </p:sp>
        <p:sp>
          <p:nvSpPr>
            <p:cNvPr id="482" name="tx482"/>
            <p:cNvSpPr/>
            <p:nvPr/>
          </p:nvSpPr>
          <p:spPr>
            <a:xfrm rot="-19996039">
              <a:off x="2403737" y="4755921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A3_9_bin6</a:t>
              </a:r>
            </a:p>
          </p:txBody>
        </p:sp>
        <p:sp>
          <p:nvSpPr>
            <p:cNvPr id="483" name="tx483"/>
            <p:cNvSpPr/>
            <p:nvPr/>
          </p:nvSpPr>
          <p:spPr>
            <a:xfrm rot="-26839603">
              <a:off x="3496507" y="6798398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A5_4_bin2</a:t>
              </a:r>
            </a:p>
          </p:txBody>
        </p:sp>
        <p:sp>
          <p:nvSpPr>
            <p:cNvPr id="484" name="tx484"/>
            <p:cNvSpPr/>
            <p:nvPr/>
          </p:nvSpPr>
          <p:spPr>
            <a:xfrm rot="-26411881">
              <a:off x="3308133" y="678750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A5_10_bin1</a:t>
              </a:r>
            </a:p>
          </p:txBody>
        </p:sp>
        <p:sp>
          <p:nvSpPr>
            <p:cNvPr id="485" name="tx485"/>
            <p:cNvSpPr/>
            <p:nvPr/>
          </p:nvSpPr>
          <p:spPr>
            <a:xfrm rot="-26625742">
              <a:off x="3411981" y="678702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A5_2_bin3</a:t>
              </a:r>
            </a:p>
          </p:txBody>
        </p:sp>
        <p:sp>
          <p:nvSpPr>
            <p:cNvPr id="486" name="tx486"/>
            <p:cNvSpPr/>
            <p:nvPr/>
          </p:nvSpPr>
          <p:spPr>
            <a:xfrm rot="-26198019">
              <a:off x="3224568" y="676571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A5_11_bin2</a:t>
              </a:r>
            </a:p>
          </p:txBody>
        </p:sp>
        <p:sp>
          <p:nvSpPr>
            <p:cNvPr id="487" name="tx487"/>
            <p:cNvSpPr/>
            <p:nvPr/>
          </p:nvSpPr>
          <p:spPr>
            <a:xfrm rot="-25770297">
              <a:off x="3085467" y="669091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A1_1_bin2</a:t>
              </a:r>
            </a:p>
          </p:txBody>
        </p:sp>
        <p:sp>
          <p:nvSpPr>
            <p:cNvPr id="488" name="tx488"/>
            <p:cNvSpPr/>
            <p:nvPr/>
          </p:nvSpPr>
          <p:spPr>
            <a:xfrm rot="-25984158">
              <a:off x="3142487" y="6738869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A5_11_bin1</a:t>
              </a:r>
            </a:p>
          </p:txBody>
        </p:sp>
        <p:sp>
          <p:nvSpPr>
            <p:cNvPr id="489" name="tx489"/>
            <p:cNvSpPr/>
            <p:nvPr/>
          </p:nvSpPr>
          <p:spPr>
            <a:xfrm rot="-25556435">
              <a:off x="2983993" y="6670421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A4_12_bin2</a:t>
              </a:r>
            </a:p>
          </p:txBody>
        </p:sp>
        <p:sp>
          <p:nvSpPr>
            <p:cNvPr id="490" name="tx490"/>
            <p:cNvSpPr/>
            <p:nvPr/>
          </p:nvSpPr>
          <p:spPr>
            <a:xfrm rot="-25128712">
              <a:off x="2861173" y="656843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A2_8_bin2</a:t>
              </a:r>
            </a:p>
          </p:txBody>
        </p:sp>
        <p:sp>
          <p:nvSpPr>
            <p:cNvPr id="491" name="tx491"/>
            <p:cNvSpPr/>
            <p:nvPr/>
          </p:nvSpPr>
          <p:spPr>
            <a:xfrm rot="-25342574">
              <a:off x="2933399" y="66138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A2_9_bin2</a:t>
              </a:r>
            </a:p>
          </p:txBody>
        </p:sp>
        <p:sp>
          <p:nvSpPr>
            <p:cNvPr id="492" name="tx492"/>
            <p:cNvSpPr/>
            <p:nvPr/>
          </p:nvSpPr>
          <p:spPr>
            <a:xfrm rot="-21706930">
              <a:off x="2208042" y="5412694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A5_12_bin1</a:t>
              </a:r>
            </a:p>
          </p:txBody>
        </p:sp>
        <p:sp>
          <p:nvSpPr>
            <p:cNvPr id="493" name="tx493"/>
            <p:cNvSpPr/>
            <p:nvPr/>
          </p:nvSpPr>
          <p:spPr>
            <a:xfrm rot="-16574257">
              <a:off x="3487880" y="401793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A1_4_bin2</a:t>
              </a:r>
            </a:p>
          </p:txBody>
        </p:sp>
        <p:sp>
          <p:nvSpPr>
            <p:cNvPr id="494" name="tx494"/>
            <p:cNvSpPr/>
            <p:nvPr/>
          </p:nvSpPr>
          <p:spPr>
            <a:xfrm rot="-16788118">
              <a:off x="3383241" y="4012858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A3_12_bin2</a:t>
              </a:r>
            </a:p>
          </p:txBody>
        </p:sp>
        <p:sp>
          <p:nvSpPr>
            <p:cNvPr id="495" name="tx495"/>
            <p:cNvSpPr/>
            <p:nvPr/>
          </p:nvSpPr>
          <p:spPr>
            <a:xfrm rot="-17001980">
              <a:off x="3298606" y="403010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A3_12_bin3</a:t>
              </a:r>
            </a:p>
          </p:txBody>
        </p:sp>
        <p:sp>
          <p:nvSpPr>
            <p:cNvPr id="496" name="tx496"/>
            <p:cNvSpPr/>
            <p:nvPr/>
          </p:nvSpPr>
          <p:spPr>
            <a:xfrm rot="-17215841">
              <a:off x="3237436" y="4068976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A5_2_bin1</a:t>
              </a:r>
            </a:p>
          </p:txBody>
        </p:sp>
        <p:sp>
          <p:nvSpPr>
            <p:cNvPr id="497" name="tx497"/>
            <p:cNvSpPr/>
            <p:nvPr/>
          </p:nvSpPr>
          <p:spPr>
            <a:xfrm rot="-21279207">
              <a:off x="2252367" y="524192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A2_6_bin5</a:t>
              </a:r>
            </a:p>
          </p:txBody>
        </p:sp>
        <p:sp>
          <p:nvSpPr>
            <p:cNvPr id="498" name="tx498"/>
            <p:cNvSpPr/>
            <p:nvPr/>
          </p:nvSpPr>
          <p:spPr>
            <a:xfrm rot="-21493069">
              <a:off x="2244839" y="5326890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A3_7_bin2</a:t>
              </a:r>
            </a:p>
          </p:txBody>
        </p:sp>
        <p:sp>
          <p:nvSpPr>
            <p:cNvPr id="499" name="tx499"/>
            <p:cNvSpPr/>
            <p:nvPr/>
          </p:nvSpPr>
          <p:spPr>
            <a:xfrm rot="-21065346">
              <a:off x="2265063" y="515757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A3_8_bin1</a:t>
              </a:r>
            </a:p>
          </p:txBody>
        </p:sp>
        <p:sp>
          <p:nvSpPr>
            <p:cNvPr id="500" name="tx500"/>
            <p:cNvSpPr/>
            <p:nvPr/>
          </p:nvSpPr>
          <p:spPr>
            <a:xfrm rot="-20851485">
              <a:off x="2282879" y="507415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A5_4_bin4</a:t>
              </a:r>
            </a:p>
          </p:txBody>
        </p:sp>
        <p:sp>
          <p:nvSpPr>
            <p:cNvPr id="501" name="tx501"/>
            <p:cNvSpPr/>
            <p:nvPr/>
          </p:nvSpPr>
          <p:spPr>
            <a:xfrm rot="-17429702">
              <a:off x="3156547" y="4096059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A1_2_bin2</a:t>
              </a:r>
            </a:p>
          </p:txBody>
        </p:sp>
        <p:sp>
          <p:nvSpPr>
            <p:cNvPr id="502" name="tx502"/>
            <p:cNvSpPr/>
            <p:nvPr/>
          </p:nvSpPr>
          <p:spPr>
            <a:xfrm rot="-17643564">
              <a:off x="3077459" y="412802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A2_9_bin3</a:t>
              </a:r>
            </a:p>
          </p:txBody>
        </p:sp>
        <p:sp>
          <p:nvSpPr>
            <p:cNvPr id="503" name="tx503"/>
            <p:cNvSpPr/>
            <p:nvPr/>
          </p:nvSpPr>
          <p:spPr>
            <a:xfrm rot="-17857425">
              <a:off x="3000468" y="4164753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A1_7_bin2</a:t>
              </a:r>
            </a:p>
          </p:txBody>
        </p:sp>
        <p:sp>
          <p:nvSpPr>
            <p:cNvPr id="504" name="tx504"/>
            <p:cNvSpPr/>
            <p:nvPr/>
          </p:nvSpPr>
          <p:spPr>
            <a:xfrm rot="-18071287">
              <a:off x="2925860" y="4206107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A3_9_bin3</a:t>
              </a:r>
            </a:p>
          </p:txBody>
        </p:sp>
        <p:sp>
          <p:nvSpPr>
            <p:cNvPr id="505" name="tx505"/>
            <p:cNvSpPr/>
            <p:nvPr/>
          </p:nvSpPr>
          <p:spPr>
            <a:xfrm rot="-18285148">
              <a:off x="2853913" y="4251935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A3_9_bin4</a:t>
              </a:r>
            </a:p>
          </p:txBody>
        </p:sp>
        <p:sp>
          <p:nvSpPr>
            <p:cNvPr id="506" name="tx506"/>
            <p:cNvSpPr/>
            <p:nvPr/>
          </p:nvSpPr>
          <p:spPr>
            <a:xfrm rot="-19354455">
              <a:off x="2512135" y="4531170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A3_11_bin3</a:t>
              </a:r>
            </a:p>
          </p:txBody>
        </p:sp>
        <p:sp>
          <p:nvSpPr>
            <p:cNvPr id="507" name="tx507"/>
            <p:cNvSpPr/>
            <p:nvPr/>
          </p:nvSpPr>
          <p:spPr>
            <a:xfrm rot="-19568316">
              <a:off x="2460737" y="4600587"/>
              <a:ext cx="312724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A3_12_bin4</a:t>
              </a:r>
            </a:p>
          </p:txBody>
        </p:sp>
        <p:sp>
          <p:nvSpPr>
            <p:cNvPr id="508" name="tx508"/>
            <p:cNvSpPr/>
            <p:nvPr/>
          </p:nvSpPr>
          <p:spPr>
            <a:xfrm rot="-16360396">
              <a:off x="3572917" y="4011204"/>
              <a:ext cx="278251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A3_9_bin5</a:t>
              </a:r>
            </a:p>
          </p:txBody>
        </p:sp>
        <p:sp>
          <p:nvSpPr>
            <p:cNvPr id="509" name="pg509"/>
            <p:cNvSpPr/>
            <p:nvPr/>
          </p:nvSpPr>
          <p:spPr>
            <a:xfrm>
              <a:off x="4248081" y="6480580"/>
              <a:ext cx="243819" cy="393681"/>
            </a:xfrm>
            <a:custGeom>
              <a:avLst/>
              <a:pathLst>
                <a:path w="243819" h="393681">
                  <a:moveTo>
                    <a:pt x="65058" y="0"/>
                  </a:moveTo>
                  <a:lnTo>
                    <a:pt x="109749" y="88240"/>
                  </a:lnTo>
                  <a:lnTo>
                    <a:pt x="154439" y="176480"/>
                  </a:lnTo>
                  <a:lnTo>
                    <a:pt x="199129" y="264720"/>
                  </a:lnTo>
                  <a:lnTo>
                    <a:pt x="243819" y="352960"/>
                  </a:lnTo>
                  <a:lnTo>
                    <a:pt x="156953" y="393681"/>
                  </a:lnTo>
                  <a:lnTo>
                    <a:pt x="117715" y="302885"/>
                  </a:lnTo>
                  <a:lnTo>
                    <a:pt x="78476" y="212089"/>
                  </a:lnTo>
                  <a:lnTo>
                    <a:pt x="39238" y="121294"/>
                  </a:lnTo>
                  <a:lnTo>
                    <a:pt x="0" y="30498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102220" y="6493255"/>
              <a:ext cx="235895" cy="395802"/>
            </a:xfrm>
            <a:custGeom>
              <a:avLst/>
              <a:pathLst>
                <a:path w="235895" h="395802">
                  <a:moveTo>
                    <a:pt x="235895" y="28905"/>
                  </a:moveTo>
                  <a:lnTo>
                    <a:pt x="198879" y="120629"/>
                  </a:lnTo>
                  <a:lnTo>
                    <a:pt x="161863" y="212353"/>
                  </a:lnTo>
                  <a:lnTo>
                    <a:pt x="124847" y="304078"/>
                  </a:lnTo>
                  <a:lnTo>
                    <a:pt x="87832" y="395802"/>
                  </a:lnTo>
                  <a:lnTo>
                    <a:pt x="0" y="357208"/>
                  </a:lnTo>
                  <a:lnTo>
                    <a:pt x="42528" y="267906"/>
                  </a:lnTo>
                  <a:lnTo>
                    <a:pt x="85056" y="178604"/>
                  </a:lnTo>
                  <a:lnTo>
                    <a:pt x="127584" y="89302"/>
                  </a:lnTo>
                  <a:lnTo>
                    <a:pt x="170112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4950548" y="5226631"/>
              <a:ext cx="401748" cy="121959"/>
            </a:xfrm>
            <a:custGeom>
              <a:avLst/>
              <a:pathLst>
                <a:path w="401748" h="121959">
                  <a:moveTo>
                    <a:pt x="0" y="50447"/>
                  </a:moveTo>
                  <a:lnTo>
                    <a:pt x="98104" y="37835"/>
                  </a:lnTo>
                  <a:lnTo>
                    <a:pt x="196208" y="25223"/>
                  </a:lnTo>
                  <a:lnTo>
                    <a:pt x="294313" y="12611"/>
                  </a:lnTo>
                  <a:lnTo>
                    <a:pt x="392417" y="0"/>
                  </a:lnTo>
                  <a:lnTo>
                    <a:pt x="401748" y="95482"/>
                  </a:lnTo>
                  <a:lnTo>
                    <a:pt x="303058" y="102101"/>
                  </a:lnTo>
                  <a:lnTo>
                    <a:pt x="204368" y="108721"/>
                  </a:lnTo>
                  <a:lnTo>
                    <a:pt x="105678" y="115340"/>
                  </a:lnTo>
                  <a:lnTo>
                    <a:pt x="6988" y="121959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4939222" y="5131894"/>
              <a:ext cx="403743" cy="145185"/>
            </a:xfrm>
            <a:custGeom>
              <a:avLst/>
              <a:pathLst>
                <a:path w="403743" h="145185">
                  <a:moveTo>
                    <a:pt x="0" y="74231"/>
                  </a:moveTo>
                  <a:lnTo>
                    <a:pt x="97155" y="55673"/>
                  </a:lnTo>
                  <a:lnTo>
                    <a:pt x="194310" y="37115"/>
                  </a:lnTo>
                  <a:lnTo>
                    <a:pt x="291465" y="18557"/>
                  </a:lnTo>
                  <a:lnTo>
                    <a:pt x="388620" y="0"/>
                  </a:lnTo>
                  <a:lnTo>
                    <a:pt x="403743" y="94737"/>
                  </a:lnTo>
                  <a:lnTo>
                    <a:pt x="305639" y="107349"/>
                  </a:lnTo>
                  <a:lnTo>
                    <a:pt x="207535" y="119961"/>
                  </a:lnTo>
                  <a:lnTo>
                    <a:pt x="109430" y="132573"/>
                  </a:lnTo>
                  <a:lnTo>
                    <a:pt x="11326" y="145185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4313140" y="6446180"/>
              <a:ext cx="262988" cy="387360"/>
            </a:xfrm>
            <a:custGeom>
              <a:avLst/>
              <a:pathLst>
                <a:path w="262988" h="387360">
                  <a:moveTo>
                    <a:pt x="63082" y="0"/>
                  </a:moveTo>
                  <a:lnTo>
                    <a:pt x="113059" y="85357"/>
                  </a:lnTo>
                  <a:lnTo>
                    <a:pt x="163035" y="170714"/>
                  </a:lnTo>
                  <a:lnTo>
                    <a:pt x="213011" y="256072"/>
                  </a:lnTo>
                  <a:lnTo>
                    <a:pt x="262988" y="341429"/>
                  </a:lnTo>
                  <a:lnTo>
                    <a:pt x="178760" y="387360"/>
                  </a:lnTo>
                  <a:lnTo>
                    <a:pt x="134070" y="299120"/>
                  </a:lnTo>
                  <a:lnTo>
                    <a:pt x="89380" y="210880"/>
                  </a:lnTo>
                  <a:lnTo>
                    <a:pt x="44690" y="122640"/>
                  </a:lnTo>
                  <a:lnTo>
                    <a:pt x="0" y="3440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190052" y="3932929"/>
              <a:ext cx="215482" cy="400075"/>
            </a:xfrm>
            <a:custGeom>
              <a:avLst/>
              <a:pathLst>
                <a:path w="215482" h="400075">
                  <a:moveTo>
                    <a:pt x="148062" y="400075"/>
                  </a:moveTo>
                  <a:lnTo>
                    <a:pt x="111047" y="308351"/>
                  </a:lnTo>
                  <a:lnTo>
                    <a:pt x="74031" y="216626"/>
                  </a:lnTo>
                  <a:lnTo>
                    <a:pt x="37015" y="124902"/>
                  </a:lnTo>
                  <a:lnTo>
                    <a:pt x="0" y="33178"/>
                  </a:lnTo>
                  <a:lnTo>
                    <a:pt x="90017" y="0"/>
                  </a:lnTo>
                  <a:lnTo>
                    <a:pt x="121383" y="93806"/>
                  </a:lnTo>
                  <a:lnTo>
                    <a:pt x="152749" y="187613"/>
                  </a:lnTo>
                  <a:lnTo>
                    <a:pt x="184115" y="281419"/>
                  </a:lnTo>
                  <a:lnTo>
                    <a:pt x="215482" y="375226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4923599" y="5038252"/>
              <a:ext cx="404243" cy="167873"/>
            </a:xfrm>
            <a:custGeom>
              <a:avLst/>
              <a:pathLst>
                <a:path w="404243" h="167873">
                  <a:moveTo>
                    <a:pt x="0" y="97739"/>
                  </a:moveTo>
                  <a:lnTo>
                    <a:pt x="95845" y="73304"/>
                  </a:lnTo>
                  <a:lnTo>
                    <a:pt x="191691" y="48869"/>
                  </a:lnTo>
                  <a:lnTo>
                    <a:pt x="287537" y="24434"/>
                  </a:lnTo>
                  <a:lnTo>
                    <a:pt x="383383" y="0"/>
                  </a:lnTo>
                  <a:lnTo>
                    <a:pt x="404243" y="93642"/>
                  </a:lnTo>
                  <a:lnTo>
                    <a:pt x="307088" y="112199"/>
                  </a:lnTo>
                  <a:lnTo>
                    <a:pt x="209933" y="130757"/>
                  </a:lnTo>
                  <a:lnTo>
                    <a:pt x="112778" y="149315"/>
                  </a:lnTo>
                  <a:lnTo>
                    <a:pt x="15622" y="167873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830126" y="3853020"/>
              <a:ext cx="112538" cy="400532"/>
            </a:xfrm>
            <a:custGeom>
              <a:avLst/>
              <a:pathLst>
                <a:path w="112538" h="400532">
                  <a:moveTo>
                    <a:pt x="0" y="395287"/>
                  </a:moveTo>
                  <a:lnTo>
                    <a:pt x="4214" y="296465"/>
                  </a:lnTo>
                  <a:lnTo>
                    <a:pt x="8428" y="197643"/>
                  </a:lnTo>
                  <a:lnTo>
                    <a:pt x="12642" y="98821"/>
                  </a:lnTo>
                  <a:lnTo>
                    <a:pt x="16856" y="0"/>
                  </a:lnTo>
                  <a:lnTo>
                    <a:pt x="112538" y="7002"/>
                  </a:lnTo>
                  <a:lnTo>
                    <a:pt x="102318" y="105385"/>
                  </a:lnTo>
                  <a:lnTo>
                    <a:pt x="92099" y="203767"/>
                  </a:lnTo>
                  <a:lnTo>
                    <a:pt x="81880" y="302150"/>
                  </a:lnTo>
                  <a:lnTo>
                    <a:pt x="71660" y="400532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4043489" y="6559932"/>
              <a:ext cx="181192" cy="403824"/>
            </a:xfrm>
            <a:custGeom>
              <a:avLst/>
              <a:pathLst>
                <a:path w="181192" h="403824">
                  <a:moveTo>
                    <a:pt x="69516" y="0"/>
                  </a:moveTo>
                  <a:lnTo>
                    <a:pt x="97435" y="94889"/>
                  </a:lnTo>
                  <a:lnTo>
                    <a:pt x="125354" y="189779"/>
                  </a:lnTo>
                  <a:lnTo>
                    <a:pt x="153273" y="284668"/>
                  </a:lnTo>
                  <a:lnTo>
                    <a:pt x="181192" y="379558"/>
                  </a:lnTo>
                  <a:lnTo>
                    <a:pt x="88375" y="403824"/>
                  </a:lnTo>
                  <a:lnTo>
                    <a:pt x="66281" y="307411"/>
                  </a:lnTo>
                  <a:lnTo>
                    <a:pt x="44187" y="210999"/>
                  </a:lnTo>
                  <a:lnTo>
                    <a:pt x="22093" y="114586"/>
                  </a:lnTo>
                  <a:lnTo>
                    <a:pt x="0" y="1817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204574" y="5463509"/>
              <a:ext cx="399835" cy="107801"/>
            </a:xfrm>
            <a:custGeom>
              <a:avLst/>
              <a:pathLst>
                <a:path w="399835" h="107801">
                  <a:moveTo>
                    <a:pt x="399835" y="71719"/>
                  </a:moveTo>
                  <a:lnTo>
                    <a:pt x="301335" y="80740"/>
                  </a:lnTo>
                  <a:lnTo>
                    <a:pt x="202836" y="89760"/>
                  </a:lnTo>
                  <a:lnTo>
                    <a:pt x="104336" y="98781"/>
                  </a:lnTo>
                  <a:lnTo>
                    <a:pt x="5837" y="107801"/>
                  </a:lnTo>
                  <a:lnTo>
                    <a:pt x="0" y="12042"/>
                  </a:lnTo>
                  <a:lnTo>
                    <a:pt x="98865" y="9031"/>
                  </a:lnTo>
                  <a:lnTo>
                    <a:pt x="197731" y="6021"/>
                  </a:lnTo>
                  <a:lnTo>
                    <a:pt x="296597" y="3010"/>
                  </a:lnTo>
                  <a:lnTo>
                    <a:pt x="395463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79110" y="4151450"/>
              <a:ext cx="308099" cy="364282"/>
            </a:xfrm>
            <a:custGeom>
              <a:avLst/>
              <a:pathLst>
                <a:path w="308099" h="364282">
                  <a:moveTo>
                    <a:pt x="251228" y="364282"/>
                  </a:moveTo>
                  <a:lnTo>
                    <a:pt x="188421" y="287870"/>
                  </a:lnTo>
                  <a:lnTo>
                    <a:pt x="125614" y="211458"/>
                  </a:lnTo>
                  <a:lnTo>
                    <a:pt x="62807" y="135046"/>
                  </a:lnTo>
                  <a:lnTo>
                    <a:pt x="0" y="58634"/>
                  </a:lnTo>
                  <a:lnTo>
                    <a:pt x="75934" y="0"/>
                  </a:lnTo>
                  <a:lnTo>
                    <a:pt x="133975" y="80091"/>
                  </a:lnTo>
                  <a:lnTo>
                    <a:pt x="192016" y="160183"/>
                  </a:lnTo>
                  <a:lnTo>
                    <a:pt x="250058" y="240275"/>
                  </a:lnTo>
                  <a:lnTo>
                    <a:pt x="308099" y="320367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559867" y="3856523"/>
              <a:ext cx="126643" cy="402266"/>
            </a:xfrm>
            <a:custGeom>
              <a:avLst/>
              <a:pathLst>
                <a:path w="126643" h="402266">
                  <a:moveTo>
                    <a:pt x="55222" y="402266"/>
                  </a:moveTo>
                  <a:lnTo>
                    <a:pt x="41416" y="304323"/>
                  </a:lnTo>
                  <a:lnTo>
                    <a:pt x="27611" y="206379"/>
                  </a:lnTo>
                  <a:lnTo>
                    <a:pt x="13805" y="108436"/>
                  </a:lnTo>
                  <a:lnTo>
                    <a:pt x="0" y="10492"/>
                  </a:lnTo>
                  <a:lnTo>
                    <a:pt x="95361" y="0"/>
                  </a:lnTo>
                  <a:lnTo>
                    <a:pt x="103182" y="98602"/>
                  </a:lnTo>
                  <a:lnTo>
                    <a:pt x="111002" y="197204"/>
                  </a:lnTo>
                  <a:lnTo>
                    <a:pt x="118823" y="295806"/>
                  </a:lnTo>
                  <a:lnTo>
                    <a:pt x="126643" y="394408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4879711" y="5788226"/>
              <a:ext cx="400752" cy="211301"/>
            </a:xfrm>
            <a:custGeom>
              <a:avLst/>
              <a:pathLst>
                <a:path w="400752" h="211301">
                  <a:moveTo>
                    <a:pt x="24026" y="0"/>
                  </a:moveTo>
                  <a:lnTo>
                    <a:pt x="118207" y="30221"/>
                  </a:lnTo>
                  <a:lnTo>
                    <a:pt x="212389" y="60443"/>
                  </a:lnTo>
                  <a:lnTo>
                    <a:pt x="306571" y="90664"/>
                  </a:lnTo>
                  <a:lnTo>
                    <a:pt x="400752" y="120886"/>
                  </a:lnTo>
                  <a:lnTo>
                    <a:pt x="368673" y="211301"/>
                  </a:lnTo>
                  <a:lnTo>
                    <a:pt x="276504" y="175405"/>
                  </a:lnTo>
                  <a:lnTo>
                    <a:pt x="184336" y="139508"/>
                  </a:lnTo>
                  <a:lnTo>
                    <a:pt x="92168" y="103612"/>
                  </a:lnTo>
                  <a:lnTo>
                    <a:pt x="0" y="6771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4043489" y="3891408"/>
              <a:ext cx="181192" cy="403824"/>
            </a:xfrm>
            <a:custGeom>
              <a:avLst/>
              <a:pathLst>
                <a:path w="181192" h="403824">
                  <a:moveTo>
                    <a:pt x="0" y="385650"/>
                  </a:moveTo>
                  <a:lnTo>
                    <a:pt x="22093" y="289237"/>
                  </a:lnTo>
                  <a:lnTo>
                    <a:pt x="44187" y="192825"/>
                  </a:lnTo>
                  <a:lnTo>
                    <a:pt x="66281" y="96412"/>
                  </a:lnTo>
                  <a:lnTo>
                    <a:pt x="88375" y="0"/>
                  </a:lnTo>
                  <a:lnTo>
                    <a:pt x="181192" y="24265"/>
                  </a:lnTo>
                  <a:lnTo>
                    <a:pt x="153273" y="119155"/>
                  </a:lnTo>
                  <a:lnTo>
                    <a:pt x="125354" y="214045"/>
                  </a:lnTo>
                  <a:lnTo>
                    <a:pt x="97435" y="308934"/>
                  </a:lnTo>
                  <a:lnTo>
                    <a:pt x="69516" y="403824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901787" y="3860023"/>
              <a:ext cx="135955" cy="403124"/>
            </a:xfrm>
            <a:custGeom>
              <a:avLst/>
              <a:pathLst>
                <a:path w="135955" h="403124">
                  <a:moveTo>
                    <a:pt x="0" y="393529"/>
                  </a:moveTo>
                  <a:lnTo>
                    <a:pt x="10219" y="295147"/>
                  </a:lnTo>
                  <a:lnTo>
                    <a:pt x="20438" y="196764"/>
                  </a:lnTo>
                  <a:lnTo>
                    <a:pt x="30657" y="98382"/>
                  </a:lnTo>
                  <a:lnTo>
                    <a:pt x="40877" y="0"/>
                  </a:lnTo>
                  <a:lnTo>
                    <a:pt x="135955" y="12811"/>
                  </a:lnTo>
                  <a:lnTo>
                    <a:pt x="119768" y="110390"/>
                  </a:lnTo>
                  <a:lnTo>
                    <a:pt x="103582" y="207968"/>
                  </a:lnTo>
                  <a:lnTo>
                    <a:pt x="87395" y="305546"/>
                  </a:lnTo>
                  <a:lnTo>
                    <a:pt x="71209" y="403124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655229" y="6604233"/>
              <a:ext cx="103049" cy="399079"/>
            </a:xfrm>
            <a:custGeom>
              <a:avLst/>
              <a:pathLst>
                <a:path w="103049" h="399079">
                  <a:moveTo>
                    <a:pt x="103049" y="3498"/>
                  </a:moveTo>
                  <a:lnTo>
                    <a:pt x="101243" y="102393"/>
                  </a:lnTo>
                  <a:lnTo>
                    <a:pt x="99436" y="201288"/>
                  </a:lnTo>
                  <a:lnTo>
                    <a:pt x="97630" y="300183"/>
                  </a:lnTo>
                  <a:lnTo>
                    <a:pt x="95823" y="399079"/>
                  </a:lnTo>
                  <a:lnTo>
                    <a:pt x="0" y="394408"/>
                  </a:lnTo>
                  <a:lnTo>
                    <a:pt x="7820" y="295806"/>
                  </a:lnTo>
                  <a:lnTo>
                    <a:pt x="15641" y="197204"/>
                  </a:lnTo>
                  <a:lnTo>
                    <a:pt x="23461" y="98602"/>
                  </a:lnTo>
                  <a:lnTo>
                    <a:pt x="31282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16899" y="4004701"/>
              <a:ext cx="255433" cy="390062"/>
            </a:xfrm>
            <a:custGeom>
              <a:avLst/>
              <a:pathLst>
                <a:path w="255433" h="390062">
                  <a:moveTo>
                    <a:pt x="191532" y="390062"/>
                  </a:moveTo>
                  <a:lnTo>
                    <a:pt x="143649" y="303513"/>
                  </a:lnTo>
                  <a:lnTo>
                    <a:pt x="95766" y="216964"/>
                  </a:lnTo>
                  <a:lnTo>
                    <a:pt x="47883" y="130415"/>
                  </a:lnTo>
                  <a:lnTo>
                    <a:pt x="0" y="43866"/>
                  </a:lnTo>
                  <a:lnTo>
                    <a:pt x="85321" y="0"/>
                  </a:lnTo>
                  <a:lnTo>
                    <a:pt x="127849" y="89302"/>
                  </a:lnTo>
                  <a:lnTo>
                    <a:pt x="170377" y="178604"/>
                  </a:lnTo>
                  <a:lnTo>
                    <a:pt x="212905" y="267906"/>
                  </a:lnTo>
                  <a:lnTo>
                    <a:pt x="255433" y="357208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06885" y="4210084"/>
              <a:ext cx="323453" cy="352941"/>
            </a:xfrm>
            <a:custGeom>
              <a:avLst/>
              <a:pathLst>
                <a:path w="323453" h="352941">
                  <a:moveTo>
                    <a:pt x="269360" y="352941"/>
                  </a:moveTo>
                  <a:lnTo>
                    <a:pt x="202020" y="280492"/>
                  </a:lnTo>
                  <a:lnTo>
                    <a:pt x="134680" y="208043"/>
                  </a:lnTo>
                  <a:lnTo>
                    <a:pt x="67340" y="135594"/>
                  </a:lnTo>
                  <a:lnTo>
                    <a:pt x="0" y="63145"/>
                  </a:lnTo>
                  <a:lnTo>
                    <a:pt x="72225" y="0"/>
                  </a:lnTo>
                  <a:lnTo>
                    <a:pt x="135032" y="76411"/>
                  </a:lnTo>
                  <a:lnTo>
                    <a:pt x="197839" y="152823"/>
                  </a:lnTo>
                  <a:lnTo>
                    <a:pt x="260646" y="229235"/>
                  </a:lnTo>
                  <a:lnTo>
                    <a:pt x="323453" y="305647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4903737" y="5719173"/>
              <a:ext cx="403245" cy="189939"/>
            </a:xfrm>
            <a:custGeom>
              <a:avLst/>
              <a:pathLst>
                <a:path w="403245" h="189939">
                  <a:moveTo>
                    <a:pt x="19861" y="0"/>
                  </a:moveTo>
                  <a:lnTo>
                    <a:pt x="115707" y="24434"/>
                  </a:lnTo>
                  <a:lnTo>
                    <a:pt x="211553" y="48869"/>
                  </a:lnTo>
                  <a:lnTo>
                    <a:pt x="307399" y="73304"/>
                  </a:lnTo>
                  <a:lnTo>
                    <a:pt x="403245" y="97739"/>
                  </a:lnTo>
                  <a:lnTo>
                    <a:pt x="376726" y="189939"/>
                  </a:lnTo>
                  <a:lnTo>
                    <a:pt x="282544" y="159717"/>
                  </a:lnTo>
                  <a:lnTo>
                    <a:pt x="188363" y="129496"/>
                  </a:lnTo>
                  <a:lnTo>
                    <a:pt x="94181" y="99274"/>
                  </a:lnTo>
                  <a:lnTo>
                    <a:pt x="0" y="6905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4551317" y="4234814"/>
              <a:ext cx="329263" cy="348036"/>
            </a:xfrm>
            <a:custGeom>
              <a:avLst/>
              <a:pathLst>
                <a:path w="329263" h="348036">
                  <a:moveTo>
                    <a:pt x="0" y="299439"/>
                  </a:moveTo>
                  <a:lnTo>
                    <a:pt x="64649" y="224579"/>
                  </a:lnTo>
                  <a:lnTo>
                    <a:pt x="129298" y="149719"/>
                  </a:lnTo>
                  <a:lnTo>
                    <a:pt x="193947" y="74859"/>
                  </a:lnTo>
                  <a:lnTo>
                    <a:pt x="258596" y="0"/>
                  </a:lnTo>
                  <a:lnTo>
                    <a:pt x="329263" y="64886"/>
                  </a:lnTo>
                  <a:lnTo>
                    <a:pt x="260178" y="135673"/>
                  </a:lnTo>
                  <a:lnTo>
                    <a:pt x="191094" y="206461"/>
                  </a:lnTo>
                  <a:lnTo>
                    <a:pt x="122010" y="277248"/>
                  </a:lnTo>
                  <a:lnTo>
                    <a:pt x="52926" y="34803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4783610" y="5986369"/>
              <a:ext cx="384428" cy="270386"/>
            </a:xfrm>
            <a:custGeom>
              <a:avLst/>
              <a:pathLst>
                <a:path w="384428" h="270386">
                  <a:moveTo>
                    <a:pt x="35926" y="0"/>
                  </a:moveTo>
                  <a:lnTo>
                    <a:pt x="123051" y="46825"/>
                  </a:lnTo>
                  <a:lnTo>
                    <a:pt x="210177" y="93651"/>
                  </a:lnTo>
                  <a:lnTo>
                    <a:pt x="297303" y="140477"/>
                  </a:lnTo>
                  <a:lnTo>
                    <a:pt x="384428" y="187302"/>
                  </a:lnTo>
                  <a:lnTo>
                    <a:pt x="336460" y="270386"/>
                  </a:lnTo>
                  <a:lnTo>
                    <a:pt x="252345" y="218346"/>
                  </a:lnTo>
                  <a:lnTo>
                    <a:pt x="168230" y="166306"/>
                  </a:lnTo>
                  <a:lnTo>
                    <a:pt x="84115" y="114266"/>
                  </a:lnTo>
                  <a:lnTo>
                    <a:pt x="0" y="6222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4113005" y="3915674"/>
              <a:ext cx="202845" cy="401928"/>
            </a:xfrm>
            <a:custGeom>
              <a:avLst/>
              <a:pathLst>
                <a:path w="202845" h="401928">
                  <a:moveTo>
                    <a:pt x="0" y="379558"/>
                  </a:moveTo>
                  <a:lnTo>
                    <a:pt x="27919" y="284668"/>
                  </a:lnTo>
                  <a:lnTo>
                    <a:pt x="55838" y="189779"/>
                  </a:lnTo>
                  <a:lnTo>
                    <a:pt x="83757" y="94889"/>
                  </a:lnTo>
                  <a:lnTo>
                    <a:pt x="111676" y="0"/>
                  </a:lnTo>
                  <a:lnTo>
                    <a:pt x="202845" y="29868"/>
                  </a:lnTo>
                  <a:lnTo>
                    <a:pt x="169204" y="122883"/>
                  </a:lnTo>
                  <a:lnTo>
                    <a:pt x="135563" y="215898"/>
                  </a:lnTo>
                  <a:lnTo>
                    <a:pt x="101922" y="308913"/>
                  </a:lnTo>
                  <a:lnTo>
                    <a:pt x="68281" y="401928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4248081" y="3980903"/>
              <a:ext cx="243819" cy="393681"/>
            </a:xfrm>
            <a:custGeom>
              <a:avLst/>
              <a:pathLst>
                <a:path w="243819" h="393681">
                  <a:moveTo>
                    <a:pt x="0" y="363183"/>
                  </a:moveTo>
                  <a:lnTo>
                    <a:pt x="39238" y="272387"/>
                  </a:lnTo>
                  <a:lnTo>
                    <a:pt x="78476" y="181591"/>
                  </a:lnTo>
                  <a:lnTo>
                    <a:pt x="117715" y="90795"/>
                  </a:lnTo>
                  <a:lnTo>
                    <a:pt x="156953" y="0"/>
                  </a:lnTo>
                  <a:lnTo>
                    <a:pt x="243819" y="40721"/>
                  </a:lnTo>
                  <a:lnTo>
                    <a:pt x="199129" y="128961"/>
                  </a:lnTo>
                  <a:lnTo>
                    <a:pt x="154439" y="217201"/>
                  </a:lnTo>
                  <a:lnTo>
                    <a:pt x="109749" y="305441"/>
                  </a:lnTo>
                  <a:lnTo>
                    <a:pt x="65058" y="393681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4654114" y="4368766"/>
              <a:ext cx="355315" cy="320477"/>
            </a:xfrm>
            <a:custGeom>
              <a:avLst/>
              <a:pathLst>
                <a:path w="355315" h="320477">
                  <a:moveTo>
                    <a:pt x="0" y="265811"/>
                  </a:moveTo>
                  <a:lnTo>
                    <a:pt x="73263" y="199358"/>
                  </a:lnTo>
                  <a:lnTo>
                    <a:pt x="146526" y="132905"/>
                  </a:lnTo>
                  <a:lnTo>
                    <a:pt x="219790" y="66452"/>
                  </a:lnTo>
                  <a:lnTo>
                    <a:pt x="293053" y="0"/>
                  </a:lnTo>
                  <a:lnTo>
                    <a:pt x="355315" y="72989"/>
                  </a:lnTo>
                  <a:lnTo>
                    <a:pt x="278144" y="134861"/>
                  </a:lnTo>
                  <a:lnTo>
                    <a:pt x="200973" y="196733"/>
                  </a:lnTo>
                  <a:lnTo>
                    <a:pt x="123802" y="258605"/>
                  </a:lnTo>
                  <a:lnTo>
                    <a:pt x="46631" y="320477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4939222" y="5578085"/>
              <a:ext cx="403743" cy="145185"/>
            </a:xfrm>
            <a:custGeom>
              <a:avLst/>
              <a:pathLst>
                <a:path w="403743" h="145185">
                  <a:moveTo>
                    <a:pt x="11326" y="0"/>
                  </a:moveTo>
                  <a:lnTo>
                    <a:pt x="109430" y="12611"/>
                  </a:lnTo>
                  <a:lnTo>
                    <a:pt x="207535" y="25223"/>
                  </a:lnTo>
                  <a:lnTo>
                    <a:pt x="305639" y="37835"/>
                  </a:lnTo>
                  <a:lnTo>
                    <a:pt x="403743" y="50447"/>
                  </a:lnTo>
                  <a:lnTo>
                    <a:pt x="388620" y="145185"/>
                  </a:lnTo>
                  <a:lnTo>
                    <a:pt x="291465" y="126627"/>
                  </a:lnTo>
                  <a:lnTo>
                    <a:pt x="194310" y="108069"/>
                  </a:lnTo>
                  <a:lnTo>
                    <a:pt x="97155" y="89512"/>
                  </a:lnTo>
                  <a:lnTo>
                    <a:pt x="0" y="70954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410214" y="6011521"/>
              <a:ext cx="381269" cy="277625"/>
            </a:xfrm>
            <a:custGeom>
              <a:avLst/>
              <a:pathLst>
                <a:path w="381269" h="277625">
                  <a:moveTo>
                    <a:pt x="381269" y="61332"/>
                  </a:moveTo>
                  <a:lnTo>
                    <a:pt x="298446" y="115405"/>
                  </a:lnTo>
                  <a:lnTo>
                    <a:pt x="215623" y="169478"/>
                  </a:lnTo>
                  <a:lnTo>
                    <a:pt x="132800" y="223551"/>
                  </a:lnTo>
                  <a:lnTo>
                    <a:pt x="49977" y="277625"/>
                  </a:lnTo>
                  <a:lnTo>
                    <a:pt x="0" y="195733"/>
                  </a:lnTo>
                  <a:lnTo>
                    <a:pt x="85959" y="146800"/>
                  </a:lnTo>
                  <a:lnTo>
                    <a:pt x="171919" y="97866"/>
                  </a:lnTo>
                  <a:lnTo>
                    <a:pt x="257878" y="48933"/>
                  </a:lnTo>
                  <a:lnTo>
                    <a:pt x="343838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4376222" y="4067555"/>
              <a:ext cx="281182" cy="379604"/>
            </a:xfrm>
            <a:custGeom>
              <a:avLst/>
              <a:pathLst>
                <a:path w="281182" h="379604">
                  <a:moveTo>
                    <a:pt x="0" y="341429"/>
                  </a:moveTo>
                  <a:lnTo>
                    <a:pt x="49976" y="256072"/>
                  </a:lnTo>
                  <a:lnTo>
                    <a:pt x="99952" y="170714"/>
                  </a:lnTo>
                  <a:lnTo>
                    <a:pt x="149929" y="85357"/>
                  </a:lnTo>
                  <a:lnTo>
                    <a:pt x="199905" y="0"/>
                  </a:lnTo>
                  <a:lnTo>
                    <a:pt x="281182" y="50971"/>
                  </a:lnTo>
                  <a:lnTo>
                    <a:pt x="226105" y="133129"/>
                  </a:lnTo>
                  <a:lnTo>
                    <a:pt x="171027" y="215287"/>
                  </a:lnTo>
                  <a:lnTo>
                    <a:pt x="115950" y="297446"/>
                  </a:lnTo>
                  <a:lnTo>
                    <a:pt x="60872" y="379604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4923599" y="5649039"/>
              <a:ext cx="404243" cy="167873"/>
            </a:xfrm>
            <a:custGeom>
              <a:avLst/>
              <a:pathLst>
                <a:path w="404243" h="167873">
                  <a:moveTo>
                    <a:pt x="15622" y="0"/>
                  </a:moveTo>
                  <a:lnTo>
                    <a:pt x="112778" y="18557"/>
                  </a:lnTo>
                  <a:lnTo>
                    <a:pt x="209933" y="37115"/>
                  </a:lnTo>
                  <a:lnTo>
                    <a:pt x="307088" y="55673"/>
                  </a:lnTo>
                  <a:lnTo>
                    <a:pt x="404243" y="74231"/>
                  </a:lnTo>
                  <a:lnTo>
                    <a:pt x="383383" y="167873"/>
                  </a:lnTo>
                  <a:lnTo>
                    <a:pt x="287537" y="143438"/>
                  </a:lnTo>
                  <a:lnTo>
                    <a:pt x="191691" y="119003"/>
                  </a:lnTo>
                  <a:lnTo>
                    <a:pt x="95845" y="94568"/>
                  </a:lnTo>
                  <a:lnTo>
                    <a:pt x="0" y="7013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239490" y="5677206"/>
              <a:ext cx="404023" cy="176779"/>
            </a:xfrm>
            <a:custGeom>
              <a:avLst/>
              <a:pathLst>
                <a:path w="404023" h="176779">
                  <a:moveTo>
                    <a:pt x="404023" y="69732"/>
                  </a:moveTo>
                  <a:lnTo>
                    <a:pt x="308801" y="96494"/>
                  </a:lnTo>
                  <a:lnTo>
                    <a:pt x="213578" y="123255"/>
                  </a:lnTo>
                  <a:lnTo>
                    <a:pt x="118356" y="150017"/>
                  </a:lnTo>
                  <a:lnTo>
                    <a:pt x="23133" y="176779"/>
                  </a:lnTo>
                  <a:lnTo>
                    <a:pt x="0" y="83672"/>
                  </a:lnTo>
                  <a:lnTo>
                    <a:pt x="96674" y="62754"/>
                  </a:lnTo>
                  <a:lnTo>
                    <a:pt x="193348" y="41836"/>
                  </a:lnTo>
                  <a:lnTo>
                    <a:pt x="290023" y="20918"/>
                  </a:lnTo>
                  <a:lnTo>
                    <a:pt x="386697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4376222" y="6408005"/>
              <a:ext cx="281182" cy="379604"/>
            </a:xfrm>
            <a:custGeom>
              <a:avLst/>
              <a:pathLst>
                <a:path w="281182" h="379604">
                  <a:moveTo>
                    <a:pt x="60872" y="0"/>
                  </a:moveTo>
                  <a:lnTo>
                    <a:pt x="115950" y="82158"/>
                  </a:lnTo>
                  <a:lnTo>
                    <a:pt x="171027" y="164316"/>
                  </a:lnTo>
                  <a:lnTo>
                    <a:pt x="226105" y="246474"/>
                  </a:lnTo>
                  <a:lnTo>
                    <a:pt x="281182" y="328633"/>
                  </a:lnTo>
                  <a:lnTo>
                    <a:pt x="199905" y="379604"/>
                  </a:lnTo>
                  <a:lnTo>
                    <a:pt x="149929" y="294247"/>
                  </a:lnTo>
                  <a:lnTo>
                    <a:pt x="99952" y="208889"/>
                  </a:lnTo>
                  <a:lnTo>
                    <a:pt x="49976" y="123532"/>
                  </a:lnTo>
                  <a:lnTo>
                    <a:pt x="0" y="38174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72996" y="3872835"/>
              <a:ext cx="158868" cy="404223"/>
            </a:xfrm>
            <a:custGeom>
              <a:avLst/>
              <a:pathLst>
                <a:path w="158868" h="404223">
                  <a:moveTo>
                    <a:pt x="0" y="390313"/>
                  </a:moveTo>
                  <a:lnTo>
                    <a:pt x="16186" y="292734"/>
                  </a:lnTo>
                  <a:lnTo>
                    <a:pt x="32373" y="195156"/>
                  </a:lnTo>
                  <a:lnTo>
                    <a:pt x="48559" y="97578"/>
                  </a:lnTo>
                  <a:lnTo>
                    <a:pt x="64746" y="0"/>
                  </a:lnTo>
                  <a:lnTo>
                    <a:pt x="158868" y="18573"/>
                  </a:lnTo>
                  <a:lnTo>
                    <a:pt x="136774" y="114985"/>
                  </a:lnTo>
                  <a:lnTo>
                    <a:pt x="114680" y="211398"/>
                  </a:lnTo>
                  <a:lnTo>
                    <a:pt x="92587" y="307810"/>
                  </a:lnTo>
                  <a:lnTo>
                    <a:pt x="70493" y="404223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210411" y="5535228"/>
              <a:ext cx="402725" cy="131309"/>
            </a:xfrm>
            <a:custGeom>
              <a:avLst/>
              <a:pathLst>
                <a:path w="402725" h="131309">
                  <a:moveTo>
                    <a:pt x="402725" y="71320"/>
                  </a:moveTo>
                  <a:lnTo>
                    <a:pt x="304957" y="86317"/>
                  </a:lnTo>
                  <a:lnTo>
                    <a:pt x="207189" y="101314"/>
                  </a:lnTo>
                  <a:lnTo>
                    <a:pt x="109421" y="116312"/>
                  </a:lnTo>
                  <a:lnTo>
                    <a:pt x="11653" y="131309"/>
                  </a:lnTo>
                  <a:lnTo>
                    <a:pt x="0" y="36082"/>
                  </a:lnTo>
                  <a:lnTo>
                    <a:pt x="98499" y="27061"/>
                  </a:lnTo>
                  <a:lnTo>
                    <a:pt x="196999" y="18041"/>
                  </a:lnTo>
                  <a:lnTo>
                    <a:pt x="295498" y="9020"/>
                  </a:lnTo>
                  <a:lnTo>
                    <a:pt x="393998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4819536" y="5922072"/>
              <a:ext cx="391326" cy="251599"/>
            </a:xfrm>
            <a:custGeom>
              <a:avLst/>
              <a:pathLst>
                <a:path w="391326" h="251599">
                  <a:moveTo>
                    <a:pt x="32073" y="0"/>
                  </a:moveTo>
                  <a:lnTo>
                    <a:pt x="121886" y="41437"/>
                  </a:lnTo>
                  <a:lnTo>
                    <a:pt x="211700" y="82875"/>
                  </a:lnTo>
                  <a:lnTo>
                    <a:pt x="301513" y="124313"/>
                  </a:lnTo>
                  <a:lnTo>
                    <a:pt x="391326" y="165750"/>
                  </a:lnTo>
                  <a:lnTo>
                    <a:pt x="348502" y="251599"/>
                  </a:lnTo>
                  <a:lnTo>
                    <a:pt x="261376" y="204773"/>
                  </a:lnTo>
                  <a:lnTo>
                    <a:pt x="174251" y="157948"/>
                  </a:lnTo>
                  <a:lnTo>
                    <a:pt x="87125" y="111122"/>
                  </a:lnTo>
                  <a:lnTo>
                    <a:pt x="0" y="6429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4437095" y="6366197"/>
              <a:ext cx="298334" cy="370441"/>
            </a:xfrm>
            <a:custGeom>
              <a:avLst/>
              <a:pathLst>
                <a:path w="298334" h="370441">
                  <a:moveTo>
                    <a:pt x="58436" y="0"/>
                  </a:moveTo>
                  <a:lnTo>
                    <a:pt x="118411" y="78654"/>
                  </a:lnTo>
                  <a:lnTo>
                    <a:pt x="178385" y="157309"/>
                  </a:lnTo>
                  <a:lnTo>
                    <a:pt x="238360" y="235964"/>
                  </a:lnTo>
                  <a:lnTo>
                    <a:pt x="298334" y="314619"/>
                  </a:lnTo>
                  <a:lnTo>
                    <a:pt x="220310" y="370441"/>
                  </a:lnTo>
                  <a:lnTo>
                    <a:pt x="165232" y="288283"/>
                  </a:lnTo>
                  <a:lnTo>
                    <a:pt x="110155" y="206124"/>
                  </a:lnTo>
                  <a:lnTo>
                    <a:pt x="55077" y="123966"/>
                  </a:lnTo>
                  <a:lnTo>
                    <a:pt x="0" y="41808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4495532" y="4174348"/>
              <a:ext cx="314381" cy="359905"/>
            </a:xfrm>
            <a:custGeom>
              <a:avLst/>
              <a:pathLst>
                <a:path w="314381" h="359905">
                  <a:moveTo>
                    <a:pt x="0" y="314619"/>
                  </a:moveTo>
                  <a:lnTo>
                    <a:pt x="59974" y="235964"/>
                  </a:lnTo>
                  <a:lnTo>
                    <a:pt x="119948" y="157309"/>
                  </a:lnTo>
                  <a:lnTo>
                    <a:pt x="179923" y="78654"/>
                  </a:lnTo>
                  <a:lnTo>
                    <a:pt x="239897" y="0"/>
                  </a:lnTo>
                  <a:lnTo>
                    <a:pt x="314381" y="60466"/>
                  </a:lnTo>
                  <a:lnTo>
                    <a:pt x="249732" y="135325"/>
                  </a:lnTo>
                  <a:lnTo>
                    <a:pt x="185083" y="210185"/>
                  </a:lnTo>
                  <a:lnTo>
                    <a:pt x="120434" y="285045"/>
                  </a:lnTo>
                  <a:lnTo>
                    <a:pt x="55784" y="359905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706885" y="6292139"/>
              <a:ext cx="323453" cy="352941"/>
            </a:xfrm>
            <a:custGeom>
              <a:avLst/>
              <a:pathLst>
                <a:path w="323453" h="352941">
                  <a:moveTo>
                    <a:pt x="323453" y="47293"/>
                  </a:moveTo>
                  <a:lnTo>
                    <a:pt x="260646" y="123705"/>
                  </a:lnTo>
                  <a:lnTo>
                    <a:pt x="197839" y="200117"/>
                  </a:lnTo>
                  <a:lnTo>
                    <a:pt x="135032" y="276529"/>
                  </a:lnTo>
                  <a:lnTo>
                    <a:pt x="72225" y="352941"/>
                  </a:lnTo>
                  <a:lnTo>
                    <a:pt x="0" y="289795"/>
                  </a:lnTo>
                  <a:lnTo>
                    <a:pt x="67340" y="217346"/>
                  </a:lnTo>
                  <a:lnTo>
                    <a:pt x="134680" y="144897"/>
                  </a:lnTo>
                  <a:lnTo>
                    <a:pt x="202020" y="72448"/>
                  </a:lnTo>
                  <a:lnTo>
                    <a:pt x="269360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751053" y="3851852"/>
              <a:ext cx="95930" cy="396455"/>
            </a:xfrm>
            <a:custGeom>
              <a:avLst/>
              <a:pathLst>
                <a:path w="95930" h="396455">
                  <a:moveTo>
                    <a:pt x="7226" y="395580"/>
                  </a:moveTo>
                  <a:lnTo>
                    <a:pt x="5419" y="296685"/>
                  </a:lnTo>
                  <a:lnTo>
                    <a:pt x="3613" y="197790"/>
                  </a:lnTo>
                  <a:lnTo>
                    <a:pt x="1806" y="98895"/>
                  </a:lnTo>
                  <a:lnTo>
                    <a:pt x="0" y="0"/>
                  </a:lnTo>
                  <a:lnTo>
                    <a:pt x="95930" y="1168"/>
                  </a:lnTo>
                  <a:lnTo>
                    <a:pt x="91715" y="99990"/>
                  </a:lnTo>
                  <a:lnTo>
                    <a:pt x="87501" y="198811"/>
                  </a:lnTo>
                  <a:lnTo>
                    <a:pt x="83287" y="297633"/>
                  </a:lnTo>
                  <a:lnTo>
                    <a:pt x="79073" y="396455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210411" y="5188627"/>
              <a:ext cx="402725" cy="131309"/>
            </a:xfrm>
            <a:custGeom>
              <a:avLst/>
              <a:pathLst>
                <a:path w="402725" h="131309">
                  <a:moveTo>
                    <a:pt x="393998" y="131309"/>
                  </a:moveTo>
                  <a:lnTo>
                    <a:pt x="295498" y="122288"/>
                  </a:lnTo>
                  <a:lnTo>
                    <a:pt x="196999" y="113268"/>
                  </a:lnTo>
                  <a:lnTo>
                    <a:pt x="98499" y="104247"/>
                  </a:lnTo>
                  <a:lnTo>
                    <a:pt x="0" y="95226"/>
                  </a:lnTo>
                  <a:lnTo>
                    <a:pt x="11653" y="0"/>
                  </a:lnTo>
                  <a:lnTo>
                    <a:pt x="109421" y="14997"/>
                  </a:lnTo>
                  <a:lnTo>
                    <a:pt x="207189" y="29994"/>
                  </a:lnTo>
                  <a:lnTo>
                    <a:pt x="304957" y="44991"/>
                  </a:lnTo>
                  <a:lnTo>
                    <a:pt x="402725" y="59988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4950548" y="5506573"/>
              <a:ext cx="401748" cy="121959"/>
            </a:xfrm>
            <a:custGeom>
              <a:avLst/>
              <a:pathLst>
                <a:path w="401748" h="121959">
                  <a:moveTo>
                    <a:pt x="6988" y="0"/>
                  </a:moveTo>
                  <a:lnTo>
                    <a:pt x="105678" y="6619"/>
                  </a:lnTo>
                  <a:lnTo>
                    <a:pt x="204368" y="13238"/>
                  </a:lnTo>
                  <a:lnTo>
                    <a:pt x="303058" y="19858"/>
                  </a:lnTo>
                  <a:lnTo>
                    <a:pt x="401748" y="26477"/>
                  </a:lnTo>
                  <a:lnTo>
                    <a:pt x="392417" y="121959"/>
                  </a:lnTo>
                  <a:lnTo>
                    <a:pt x="294313" y="109347"/>
                  </a:lnTo>
                  <a:lnTo>
                    <a:pt x="196208" y="96735"/>
                  </a:lnTo>
                  <a:lnTo>
                    <a:pt x="98104" y="84123"/>
                  </a:lnTo>
                  <a:lnTo>
                    <a:pt x="0" y="71511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4437095" y="4118526"/>
              <a:ext cx="298334" cy="370441"/>
            </a:xfrm>
            <a:custGeom>
              <a:avLst/>
              <a:pathLst>
                <a:path w="298334" h="370441">
                  <a:moveTo>
                    <a:pt x="0" y="328633"/>
                  </a:moveTo>
                  <a:lnTo>
                    <a:pt x="55077" y="246474"/>
                  </a:lnTo>
                  <a:lnTo>
                    <a:pt x="110155" y="164316"/>
                  </a:lnTo>
                  <a:lnTo>
                    <a:pt x="165232" y="82158"/>
                  </a:lnTo>
                  <a:lnTo>
                    <a:pt x="220310" y="0"/>
                  </a:lnTo>
                  <a:lnTo>
                    <a:pt x="298334" y="55821"/>
                  </a:lnTo>
                  <a:lnTo>
                    <a:pt x="238360" y="134476"/>
                  </a:lnTo>
                  <a:lnTo>
                    <a:pt x="178385" y="213131"/>
                  </a:lnTo>
                  <a:lnTo>
                    <a:pt x="118411" y="291786"/>
                  </a:lnTo>
                  <a:lnTo>
                    <a:pt x="58436" y="370441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222064" y="5606549"/>
              <a:ext cx="404123" cy="154330"/>
            </a:xfrm>
            <a:custGeom>
              <a:avLst/>
              <a:pathLst>
                <a:path w="404123" h="154330">
                  <a:moveTo>
                    <a:pt x="404123" y="70657"/>
                  </a:moveTo>
                  <a:lnTo>
                    <a:pt x="307449" y="91575"/>
                  </a:lnTo>
                  <a:lnTo>
                    <a:pt x="210774" y="112493"/>
                  </a:lnTo>
                  <a:lnTo>
                    <a:pt x="114100" y="133411"/>
                  </a:lnTo>
                  <a:lnTo>
                    <a:pt x="17425" y="154330"/>
                  </a:lnTo>
                  <a:lnTo>
                    <a:pt x="0" y="59988"/>
                  </a:lnTo>
                  <a:lnTo>
                    <a:pt x="97768" y="44991"/>
                  </a:lnTo>
                  <a:lnTo>
                    <a:pt x="195536" y="29994"/>
                  </a:lnTo>
                  <a:lnTo>
                    <a:pt x="293304" y="14997"/>
                  </a:lnTo>
                  <a:lnTo>
                    <a:pt x="391072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4113005" y="6537562"/>
              <a:ext cx="202845" cy="401928"/>
            </a:xfrm>
            <a:custGeom>
              <a:avLst/>
              <a:pathLst>
                <a:path w="202845" h="401928">
                  <a:moveTo>
                    <a:pt x="68281" y="0"/>
                  </a:moveTo>
                  <a:lnTo>
                    <a:pt x="101922" y="93015"/>
                  </a:lnTo>
                  <a:lnTo>
                    <a:pt x="135563" y="186030"/>
                  </a:lnTo>
                  <a:lnTo>
                    <a:pt x="169204" y="279045"/>
                  </a:lnTo>
                  <a:lnTo>
                    <a:pt x="202845" y="372060"/>
                  </a:lnTo>
                  <a:lnTo>
                    <a:pt x="111676" y="401928"/>
                  </a:lnTo>
                  <a:lnTo>
                    <a:pt x="83757" y="307038"/>
                  </a:lnTo>
                  <a:lnTo>
                    <a:pt x="55838" y="212149"/>
                  </a:lnTo>
                  <a:lnTo>
                    <a:pt x="27919" y="117259"/>
                  </a:lnTo>
                  <a:lnTo>
                    <a:pt x="0" y="2237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855044" y="6383346"/>
              <a:ext cx="291603" cy="374273"/>
            </a:xfrm>
            <a:custGeom>
              <a:avLst/>
              <a:pathLst>
                <a:path w="291603" h="374273">
                  <a:moveTo>
                    <a:pt x="291603" y="40372"/>
                  </a:moveTo>
                  <a:lnTo>
                    <a:pt x="238542" y="123847"/>
                  </a:lnTo>
                  <a:lnTo>
                    <a:pt x="185482" y="207323"/>
                  </a:lnTo>
                  <a:lnTo>
                    <a:pt x="132421" y="290798"/>
                  </a:lnTo>
                  <a:lnTo>
                    <a:pt x="79360" y="374273"/>
                  </a:lnTo>
                  <a:lnTo>
                    <a:pt x="0" y="320367"/>
                  </a:lnTo>
                  <a:lnTo>
                    <a:pt x="58041" y="240275"/>
                  </a:lnTo>
                  <a:lnTo>
                    <a:pt x="116082" y="160183"/>
                  </a:lnTo>
                  <a:lnTo>
                    <a:pt x="174124" y="80091"/>
                  </a:lnTo>
                  <a:lnTo>
                    <a:pt x="232165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4181287" y="3945542"/>
              <a:ext cx="223747" cy="398543"/>
            </a:xfrm>
            <a:custGeom>
              <a:avLst/>
              <a:pathLst>
                <a:path w="223747" h="398543">
                  <a:moveTo>
                    <a:pt x="0" y="372060"/>
                  </a:moveTo>
                  <a:lnTo>
                    <a:pt x="33641" y="279045"/>
                  </a:lnTo>
                  <a:lnTo>
                    <a:pt x="67282" y="186030"/>
                  </a:lnTo>
                  <a:lnTo>
                    <a:pt x="100923" y="93015"/>
                  </a:lnTo>
                  <a:lnTo>
                    <a:pt x="134564" y="0"/>
                  </a:lnTo>
                  <a:lnTo>
                    <a:pt x="223747" y="35360"/>
                  </a:lnTo>
                  <a:lnTo>
                    <a:pt x="184509" y="126156"/>
                  </a:lnTo>
                  <a:lnTo>
                    <a:pt x="145270" y="216951"/>
                  </a:lnTo>
                  <a:lnTo>
                    <a:pt x="106032" y="307747"/>
                  </a:lnTo>
                  <a:lnTo>
                    <a:pt x="66793" y="398543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4313140" y="4021624"/>
              <a:ext cx="262988" cy="387360"/>
            </a:xfrm>
            <a:custGeom>
              <a:avLst/>
              <a:pathLst>
                <a:path w="262988" h="387360">
                  <a:moveTo>
                    <a:pt x="0" y="352960"/>
                  </a:moveTo>
                  <a:lnTo>
                    <a:pt x="44690" y="264720"/>
                  </a:lnTo>
                  <a:lnTo>
                    <a:pt x="89380" y="176480"/>
                  </a:lnTo>
                  <a:lnTo>
                    <a:pt x="134070" y="88240"/>
                  </a:lnTo>
                  <a:lnTo>
                    <a:pt x="178760" y="0"/>
                  </a:lnTo>
                  <a:lnTo>
                    <a:pt x="262988" y="45931"/>
                  </a:lnTo>
                  <a:lnTo>
                    <a:pt x="213011" y="131288"/>
                  </a:lnTo>
                  <a:lnTo>
                    <a:pt x="163035" y="216645"/>
                  </a:lnTo>
                  <a:lnTo>
                    <a:pt x="113059" y="302003"/>
                  </a:lnTo>
                  <a:lnTo>
                    <a:pt x="63082" y="387360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4405" y="6423719"/>
              <a:ext cx="274026" cy="382877"/>
            </a:xfrm>
            <a:custGeom>
              <a:avLst/>
              <a:pathLst>
                <a:path w="274026" h="382877">
                  <a:moveTo>
                    <a:pt x="274026" y="36681"/>
                  </a:moveTo>
                  <a:lnTo>
                    <a:pt x="226143" y="123230"/>
                  </a:lnTo>
                  <a:lnTo>
                    <a:pt x="178260" y="209779"/>
                  </a:lnTo>
                  <a:lnTo>
                    <a:pt x="130376" y="296328"/>
                  </a:lnTo>
                  <a:lnTo>
                    <a:pt x="82493" y="382877"/>
                  </a:lnTo>
                  <a:lnTo>
                    <a:pt x="0" y="333900"/>
                  </a:lnTo>
                  <a:lnTo>
                    <a:pt x="53060" y="250425"/>
                  </a:lnTo>
                  <a:lnTo>
                    <a:pt x="106121" y="166950"/>
                  </a:lnTo>
                  <a:lnTo>
                    <a:pt x="159181" y="83475"/>
                  </a:lnTo>
                  <a:lnTo>
                    <a:pt x="212242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102220" y="3966107"/>
              <a:ext cx="235895" cy="395802"/>
            </a:xfrm>
            <a:custGeom>
              <a:avLst/>
              <a:pathLst>
                <a:path w="235895" h="395802">
                  <a:moveTo>
                    <a:pt x="170112" y="395802"/>
                  </a:moveTo>
                  <a:lnTo>
                    <a:pt x="127584" y="306500"/>
                  </a:lnTo>
                  <a:lnTo>
                    <a:pt x="85056" y="217198"/>
                  </a:lnTo>
                  <a:lnTo>
                    <a:pt x="42528" y="127896"/>
                  </a:lnTo>
                  <a:lnTo>
                    <a:pt x="0" y="38593"/>
                  </a:lnTo>
                  <a:lnTo>
                    <a:pt x="87832" y="0"/>
                  </a:lnTo>
                  <a:lnTo>
                    <a:pt x="124847" y="91724"/>
                  </a:lnTo>
                  <a:lnTo>
                    <a:pt x="161863" y="183448"/>
                  </a:lnTo>
                  <a:lnTo>
                    <a:pt x="198879" y="275173"/>
                  </a:lnTo>
                  <a:lnTo>
                    <a:pt x="235895" y="366897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4851609" y="5855943"/>
              <a:ext cx="396774" cy="231880"/>
            </a:xfrm>
            <a:custGeom>
              <a:avLst/>
              <a:pathLst>
                <a:path w="396774" h="231880">
                  <a:moveTo>
                    <a:pt x="28101" y="0"/>
                  </a:moveTo>
                  <a:lnTo>
                    <a:pt x="120270" y="35896"/>
                  </a:lnTo>
                  <a:lnTo>
                    <a:pt x="212438" y="71792"/>
                  </a:lnTo>
                  <a:lnTo>
                    <a:pt x="304606" y="107688"/>
                  </a:lnTo>
                  <a:lnTo>
                    <a:pt x="396774" y="143584"/>
                  </a:lnTo>
                  <a:lnTo>
                    <a:pt x="359253" y="231880"/>
                  </a:lnTo>
                  <a:lnTo>
                    <a:pt x="269440" y="190442"/>
                  </a:lnTo>
                  <a:lnTo>
                    <a:pt x="179626" y="149004"/>
                  </a:lnTo>
                  <a:lnTo>
                    <a:pt x="89813" y="107566"/>
                  </a:lnTo>
                  <a:lnTo>
                    <a:pt x="0" y="66129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638635" y="6241641"/>
              <a:ext cx="337609" cy="340292"/>
            </a:xfrm>
            <a:custGeom>
              <a:avLst/>
              <a:pathLst>
                <a:path w="337609" h="340292">
                  <a:moveTo>
                    <a:pt x="337609" y="50497"/>
                  </a:moveTo>
                  <a:lnTo>
                    <a:pt x="270269" y="122946"/>
                  </a:lnTo>
                  <a:lnTo>
                    <a:pt x="202929" y="195394"/>
                  </a:lnTo>
                  <a:lnTo>
                    <a:pt x="135589" y="267843"/>
                  </a:lnTo>
                  <a:lnTo>
                    <a:pt x="68249" y="340292"/>
                  </a:lnTo>
                  <a:lnTo>
                    <a:pt x="0" y="272869"/>
                  </a:lnTo>
                  <a:lnTo>
                    <a:pt x="71623" y="204651"/>
                  </a:lnTo>
                  <a:lnTo>
                    <a:pt x="143247" y="136434"/>
                  </a:lnTo>
                  <a:lnTo>
                    <a:pt x="214870" y="68217"/>
                  </a:lnTo>
                  <a:lnTo>
                    <a:pt x="286494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15060" y="4412105"/>
              <a:ext cx="362120" cy="311263"/>
            </a:xfrm>
            <a:custGeom>
              <a:avLst/>
              <a:pathLst>
                <a:path w="362120" h="311263">
                  <a:moveTo>
                    <a:pt x="317517" y="311263"/>
                  </a:moveTo>
                  <a:lnTo>
                    <a:pt x="238137" y="252251"/>
                  </a:lnTo>
                  <a:lnTo>
                    <a:pt x="158758" y="193238"/>
                  </a:lnTo>
                  <a:lnTo>
                    <a:pt x="79379" y="134226"/>
                  </a:lnTo>
                  <a:lnTo>
                    <a:pt x="0" y="75214"/>
                  </a:lnTo>
                  <a:lnTo>
                    <a:pt x="59554" y="0"/>
                  </a:lnTo>
                  <a:lnTo>
                    <a:pt x="135196" y="63732"/>
                  </a:lnTo>
                  <a:lnTo>
                    <a:pt x="210837" y="127465"/>
                  </a:lnTo>
                  <a:lnTo>
                    <a:pt x="286479" y="191198"/>
                  </a:lnTo>
                  <a:lnTo>
                    <a:pt x="362120" y="254931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65321" y="3867016"/>
              <a:ext cx="149769" cy="403963"/>
            </a:xfrm>
            <a:custGeom>
              <a:avLst/>
              <a:pathLst>
                <a:path w="149769" h="403963">
                  <a:moveTo>
                    <a:pt x="78957" y="403963"/>
                  </a:moveTo>
                  <a:lnTo>
                    <a:pt x="59218" y="307041"/>
                  </a:lnTo>
                  <a:lnTo>
                    <a:pt x="39478" y="210119"/>
                  </a:lnTo>
                  <a:lnTo>
                    <a:pt x="19739" y="113197"/>
                  </a:lnTo>
                  <a:lnTo>
                    <a:pt x="0" y="16275"/>
                  </a:lnTo>
                  <a:lnTo>
                    <a:pt x="94546" y="0"/>
                  </a:lnTo>
                  <a:lnTo>
                    <a:pt x="108352" y="97943"/>
                  </a:lnTo>
                  <a:lnTo>
                    <a:pt x="122157" y="195886"/>
                  </a:lnTo>
                  <a:lnTo>
                    <a:pt x="135963" y="293830"/>
                  </a:lnTo>
                  <a:lnTo>
                    <a:pt x="149769" y="391773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371940" y="3883292"/>
              <a:ext cx="172339" cy="404163"/>
            </a:xfrm>
            <a:custGeom>
              <a:avLst/>
              <a:pathLst>
                <a:path w="172339" h="404163">
                  <a:moveTo>
                    <a:pt x="102400" y="404163"/>
                  </a:moveTo>
                  <a:lnTo>
                    <a:pt x="76800" y="308622"/>
                  </a:lnTo>
                  <a:lnTo>
                    <a:pt x="51200" y="213081"/>
                  </a:lnTo>
                  <a:lnTo>
                    <a:pt x="25600" y="117539"/>
                  </a:lnTo>
                  <a:lnTo>
                    <a:pt x="0" y="21998"/>
                  </a:lnTo>
                  <a:lnTo>
                    <a:pt x="93381" y="0"/>
                  </a:lnTo>
                  <a:lnTo>
                    <a:pt x="113120" y="96922"/>
                  </a:lnTo>
                  <a:lnTo>
                    <a:pt x="132860" y="193844"/>
                  </a:lnTo>
                  <a:lnTo>
                    <a:pt x="152599" y="290766"/>
                  </a:lnTo>
                  <a:lnTo>
                    <a:pt x="172339" y="387688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460192" y="4487320"/>
              <a:ext cx="372384" cy="294990"/>
            </a:xfrm>
            <a:custGeom>
              <a:avLst/>
              <a:pathLst>
                <a:path w="372384" h="294990">
                  <a:moveTo>
                    <a:pt x="331291" y="294990"/>
                  </a:moveTo>
                  <a:lnTo>
                    <a:pt x="248468" y="240917"/>
                  </a:lnTo>
                  <a:lnTo>
                    <a:pt x="165645" y="186844"/>
                  </a:lnTo>
                  <a:lnTo>
                    <a:pt x="82822" y="132771"/>
                  </a:lnTo>
                  <a:lnTo>
                    <a:pt x="0" y="78698"/>
                  </a:lnTo>
                  <a:lnTo>
                    <a:pt x="54867" y="0"/>
                  </a:lnTo>
                  <a:lnTo>
                    <a:pt x="134247" y="59012"/>
                  </a:lnTo>
                  <a:lnTo>
                    <a:pt x="213626" y="118024"/>
                  </a:lnTo>
                  <a:lnTo>
                    <a:pt x="293005" y="177036"/>
                  </a:lnTo>
                  <a:lnTo>
                    <a:pt x="372384" y="236049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291380" y="4820046"/>
              <a:ext cx="399339" cy="219630"/>
            </a:xfrm>
            <a:custGeom>
              <a:avLst/>
              <a:pathLst>
                <a:path w="399339" h="219630">
                  <a:moveTo>
                    <a:pt x="373671" y="219630"/>
                  </a:moveTo>
                  <a:lnTo>
                    <a:pt x="280253" y="187124"/>
                  </a:lnTo>
                  <a:lnTo>
                    <a:pt x="186835" y="154618"/>
                  </a:lnTo>
                  <a:lnTo>
                    <a:pt x="93417" y="122112"/>
                  </a:lnTo>
                  <a:lnTo>
                    <a:pt x="0" y="89606"/>
                  </a:lnTo>
                  <a:lnTo>
                    <a:pt x="34271" y="0"/>
                  </a:lnTo>
                  <a:lnTo>
                    <a:pt x="125538" y="38129"/>
                  </a:lnTo>
                  <a:lnTo>
                    <a:pt x="216805" y="76259"/>
                  </a:lnTo>
                  <a:lnTo>
                    <a:pt x="308072" y="114389"/>
                  </a:lnTo>
                  <a:lnTo>
                    <a:pt x="399339" y="152519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638635" y="4273230"/>
              <a:ext cx="337609" cy="340292"/>
            </a:xfrm>
            <a:custGeom>
              <a:avLst/>
              <a:pathLst>
                <a:path w="337609" h="340292">
                  <a:moveTo>
                    <a:pt x="286494" y="340292"/>
                  </a:moveTo>
                  <a:lnTo>
                    <a:pt x="214870" y="272075"/>
                  </a:lnTo>
                  <a:lnTo>
                    <a:pt x="143247" y="203858"/>
                  </a:lnTo>
                  <a:lnTo>
                    <a:pt x="71623" y="135640"/>
                  </a:lnTo>
                  <a:lnTo>
                    <a:pt x="0" y="67423"/>
                  </a:lnTo>
                  <a:lnTo>
                    <a:pt x="68249" y="0"/>
                  </a:lnTo>
                  <a:lnTo>
                    <a:pt x="135589" y="72448"/>
                  </a:lnTo>
                  <a:lnTo>
                    <a:pt x="202929" y="144897"/>
                  </a:lnTo>
                  <a:lnTo>
                    <a:pt x="270269" y="217346"/>
                  </a:lnTo>
                  <a:lnTo>
                    <a:pt x="337609" y="289795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01787" y="6592016"/>
              <a:ext cx="135955" cy="403124"/>
            </a:xfrm>
            <a:custGeom>
              <a:avLst/>
              <a:pathLst>
                <a:path w="135955" h="403124">
                  <a:moveTo>
                    <a:pt x="71209" y="0"/>
                  </a:moveTo>
                  <a:lnTo>
                    <a:pt x="87395" y="97578"/>
                  </a:lnTo>
                  <a:lnTo>
                    <a:pt x="103582" y="195156"/>
                  </a:lnTo>
                  <a:lnTo>
                    <a:pt x="119768" y="292734"/>
                  </a:lnTo>
                  <a:lnTo>
                    <a:pt x="135955" y="390313"/>
                  </a:lnTo>
                  <a:lnTo>
                    <a:pt x="40877" y="403124"/>
                  </a:lnTo>
                  <a:lnTo>
                    <a:pt x="30657" y="304742"/>
                  </a:lnTo>
                  <a:lnTo>
                    <a:pt x="20438" y="206360"/>
                  </a:lnTo>
                  <a:lnTo>
                    <a:pt x="10219" y="107977"/>
                  </a:lnTo>
                  <a:lnTo>
                    <a:pt x="0" y="959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15060" y="6131795"/>
              <a:ext cx="362120" cy="311263"/>
            </a:xfrm>
            <a:custGeom>
              <a:avLst/>
              <a:pathLst>
                <a:path w="362120" h="311263">
                  <a:moveTo>
                    <a:pt x="362120" y="56332"/>
                  </a:moveTo>
                  <a:lnTo>
                    <a:pt x="286479" y="120064"/>
                  </a:lnTo>
                  <a:lnTo>
                    <a:pt x="210837" y="183797"/>
                  </a:lnTo>
                  <a:lnTo>
                    <a:pt x="135196" y="247530"/>
                  </a:lnTo>
                  <a:lnTo>
                    <a:pt x="59554" y="311263"/>
                  </a:lnTo>
                  <a:lnTo>
                    <a:pt x="0" y="236049"/>
                  </a:lnTo>
                  <a:lnTo>
                    <a:pt x="79379" y="177036"/>
                  </a:lnTo>
                  <a:lnTo>
                    <a:pt x="158758" y="118024"/>
                  </a:lnTo>
                  <a:lnTo>
                    <a:pt x="238137" y="59012"/>
                  </a:lnTo>
                  <a:lnTo>
                    <a:pt x="317517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325652" y="4732691"/>
              <a:ext cx="394771" cy="239875"/>
            </a:xfrm>
            <a:custGeom>
              <a:avLst/>
              <a:pathLst>
                <a:path w="394771" h="239875">
                  <a:moveTo>
                    <a:pt x="365067" y="239875"/>
                  </a:moveTo>
                  <a:lnTo>
                    <a:pt x="273800" y="201745"/>
                  </a:lnTo>
                  <a:lnTo>
                    <a:pt x="182533" y="163615"/>
                  </a:lnTo>
                  <a:lnTo>
                    <a:pt x="91266" y="125485"/>
                  </a:lnTo>
                  <a:lnTo>
                    <a:pt x="0" y="87355"/>
                  </a:lnTo>
                  <a:lnTo>
                    <a:pt x="39660" y="0"/>
                  </a:lnTo>
                  <a:lnTo>
                    <a:pt x="128438" y="43612"/>
                  </a:lnTo>
                  <a:lnTo>
                    <a:pt x="217215" y="87224"/>
                  </a:lnTo>
                  <a:lnTo>
                    <a:pt x="305993" y="130837"/>
                  </a:lnTo>
                  <a:lnTo>
                    <a:pt x="394771" y="174449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410214" y="4566019"/>
              <a:ext cx="381269" cy="277625"/>
            </a:xfrm>
            <a:custGeom>
              <a:avLst/>
              <a:pathLst>
                <a:path w="381269" h="277625">
                  <a:moveTo>
                    <a:pt x="343838" y="277625"/>
                  </a:moveTo>
                  <a:lnTo>
                    <a:pt x="257878" y="228691"/>
                  </a:lnTo>
                  <a:lnTo>
                    <a:pt x="171919" y="179758"/>
                  </a:lnTo>
                  <a:lnTo>
                    <a:pt x="85959" y="130824"/>
                  </a:lnTo>
                  <a:lnTo>
                    <a:pt x="0" y="81891"/>
                  </a:lnTo>
                  <a:lnTo>
                    <a:pt x="49977" y="0"/>
                  </a:lnTo>
                  <a:lnTo>
                    <a:pt x="132800" y="54073"/>
                  </a:lnTo>
                  <a:lnTo>
                    <a:pt x="215623" y="108146"/>
                  </a:lnTo>
                  <a:lnTo>
                    <a:pt x="298446" y="162219"/>
                  </a:lnTo>
                  <a:lnTo>
                    <a:pt x="381269" y="216292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604243" y="6220587"/>
              <a:ext cx="342924" cy="334877"/>
            </a:xfrm>
            <a:custGeom>
              <a:avLst/>
              <a:pathLst>
                <a:path w="342924" h="334877">
                  <a:moveTo>
                    <a:pt x="49871" y="0"/>
                  </a:moveTo>
                  <a:lnTo>
                    <a:pt x="123134" y="66452"/>
                  </a:lnTo>
                  <a:lnTo>
                    <a:pt x="196397" y="132905"/>
                  </a:lnTo>
                  <a:lnTo>
                    <a:pt x="269661" y="199358"/>
                  </a:lnTo>
                  <a:lnTo>
                    <a:pt x="342924" y="265811"/>
                  </a:lnTo>
                  <a:lnTo>
                    <a:pt x="276337" y="334877"/>
                  </a:lnTo>
                  <a:lnTo>
                    <a:pt x="207252" y="264089"/>
                  </a:lnTo>
                  <a:lnTo>
                    <a:pt x="138168" y="193302"/>
                  </a:lnTo>
                  <a:lnTo>
                    <a:pt x="69084" y="122514"/>
                  </a:lnTo>
                  <a:lnTo>
                    <a:pt x="0" y="5172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262624" y="4909653"/>
              <a:ext cx="402427" cy="198572"/>
            </a:xfrm>
            <a:custGeom>
              <a:avLst/>
              <a:pathLst>
                <a:path w="402427" h="198572">
                  <a:moveTo>
                    <a:pt x="380890" y="198572"/>
                  </a:moveTo>
                  <a:lnTo>
                    <a:pt x="285667" y="171811"/>
                  </a:lnTo>
                  <a:lnTo>
                    <a:pt x="190445" y="145049"/>
                  </a:lnTo>
                  <a:lnTo>
                    <a:pt x="95222" y="118287"/>
                  </a:lnTo>
                  <a:lnTo>
                    <a:pt x="0" y="91526"/>
                  </a:lnTo>
                  <a:lnTo>
                    <a:pt x="28756" y="0"/>
                  </a:lnTo>
                  <a:lnTo>
                    <a:pt x="122173" y="32506"/>
                  </a:lnTo>
                  <a:lnTo>
                    <a:pt x="215591" y="65012"/>
                  </a:lnTo>
                  <a:lnTo>
                    <a:pt x="309009" y="97518"/>
                  </a:lnTo>
                  <a:lnTo>
                    <a:pt x="402427" y="130024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51053" y="6606857"/>
              <a:ext cx="95930" cy="396455"/>
            </a:xfrm>
            <a:custGeom>
              <a:avLst/>
              <a:pathLst>
                <a:path w="95930" h="396455">
                  <a:moveTo>
                    <a:pt x="79073" y="0"/>
                  </a:moveTo>
                  <a:lnTo>
                    <a:pt x="83287" y="98821"/>
                  </a:lnTo>
                  <a:lnTo>
                    <a:pt x="87501" y="197643"/>
                  </a:lnTo>
                  <a:lnTo>
                    <a:pt x="91715" y="296465"/>
                  </a:lnTo>
                  <a:lnTo>
                    <a:pt x="95930" y="395287"/>
                  </a:lnTo>
                  <a:lnTo>
                    <a:pt x="0" y="396455"/>
                  </a:lnTo>
                  <a:lnTo>
                    <a:pt x="1806" y="297560"/>
                  </a:lnTo>
                  <a:lnTo>
                    <a:pt x="3613" y="198665"/>
                  </a:lnTo>
                  <a:lnTo>
                    <a:pt x="5419" y="99770"/>
                  </a:lnTo>
                  <a:lnTo>
                    <a:pt x="7226" y="874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291380" y="5815487"/>
              <a:ext cx="399339" cy="219630"/>
            </a:xfrm>
            <a:custGeom>
              <a:avLst/>
              <a:pathLst>
                <a:path w="399339" h="219630">
                  <a:moveTo>
                    <a:pt x="399339" y="67111"/>
                  </a:moveTo>
                  <a:lnTo>
                    <a:pt x="308072" y="105241"/>
                  </a:lnTo>
                  <a:lnTo>
                    <a:pt x="216805" y="143371"/>
                  </a:lnTo>
                  <a:lnTo>
                    <a:pt x="125538" y="181501"/>
                  </a:lnTo>
                  <a:lnTo>
                    <a:pt x="34271" y="219630"/>
                  </a:lnTo>
                  <a:lnTo>
                    <a:pt x="0" y="130024"/>
                  </a:lnTo>
                  <a:lnTo>
                    <a:pt x="93417" y="97518"/>
                  </a:lnTo>
                  <a:lnTo>
                    <a:pt x="186835" y="65012"/>
                  </a:lnTo>
                  <a:lnTo>
                    <a:pt x="280253" y="32506"/>
                  </a:lnTo>
                  <a:lnTo>
                    <a:pt x="373671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204574" y="5283854"/>
              <a:ext cx="399835" cy="107801"/>
            </a:xfrm>
            <a:custGeom>
              <a:avLst/>
              <a:pathLst>
                <a:path w="399835" h="107801">
                  <a:moveTo>
                    <a:pt x="395463" y="107801"/>
                  </a:moveTo>
                  <a:lnTo>
                    <a:pt x="296597" y="104791"/>
                  </a:lnTo>
                  <a:lnTo>
                    <a:pt x="197731" y="101780"/>
                  </a:lnTo>
                  <a:lnTo>
                    <a:pt x="98865" y="98770"/>
                  </a:lnTo>
                  <a:lnTo>
                    <a:pt x="0" y="95759"/>
                  </a:lnTo>
                  <a:lnTo>
                    <a:pt x="5837" y="0"/>
                  </a:lnTo>
                  <a:lnTo>
                    <a:pt x="104336" y="9020"/>
                  </a:lnTo>
                  <a:lnTo>
                    <a:pt x="202836" y="18041"/>
                  </a:lnTo>
                  <a:lnTo>
                    <a:pt x="301335" y="27061"/>
                  </a:lnTo>
                  <a:lnTo>
                    <a:pt x="399835" y="36082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72996" y="6578106"/>
              <a:ext cx="158868" cy="404223"/>
            </a:xfrm>
            <a:custGeom>
              <a:avLst/>
              <a:pathLst>
                <a:path w="158868" h="404223">
                  <a:moveTo>
                    <a:pt x="70493" y="0"/>
                  </a:moveTo>
                  <a:lnTo>
                    <a:pt x="92587" y="96412"/>
                  </a:lnTo>
                  <a:lnTo>
                    <a:pt x="114680" y="192825"/>
                  </a:lnTo>
                  <a:lnTo>
                    <a:pt x="136774" y="289237"/>
                  </a:lnTo>
                  <a:lnTo>
                    <a:pt x="158868" y="385650"/>
                  </a:lnTo>
                  <a:lnTo>
                    <a:pt x="64746" y="404223"/>
                  </a:lnTo>
                  <a:lnTo>
                    <a:pt x="48559" y="306645"/>
                  </a:lnTo>
                  <a:lnTo>
                    <a:pt x="32373" y="209067"/>
                  </a:lnTo>
                  <a:lnTo>
                    <a:pt x="16186" y="111488"/>
                  </a:lnTo>
                  <a:lnTo>
                    <a:pt x="0" y="1391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222064" y="5094286"/>
              <a:ext cx="404123" cy="154330"/>
            </a:xfrm>
            <a:custGeom>
              <a:avLst/>
              <a:pathLst>
                <a:path w="404123" h="154330">
                  <a:moveTo>
                    <a:pt x="391072" y="154330"/>
                  </a:moveTo>
                  <a:lnTo>
                    <a:pt x="293304" y="139332"/>
                  </a:lnTo>
                  <a:lnTo>
                    <a:pt x="195536" y="124335"/>
                  </a:lnTo>
                  <a:lnTo>
                    <a:pt x="97768" y="109338"/>
                  </a:lnTo>
                  <a:lnTo>
                    <a:pt x="0" y="94341"/>
                  </a:lnTo>
                  <a:lnTo>
                    <a:pt x="17425" y="0"/>
                  </a:lnTo>
                  <a:lnTo>
                    <a:pt x="114100" y="20918"/>
                  </a:lnTo>
                  <a:lnTo>
                    <a:pt x="210774" y="41836"/>
                  </a:lnTo>
                  <a:lnTo>
                    <a:pt x="307449" y="62754"/>
                  </a:lnTo>
                  <a:lnTo>
                    <a:pt x="404123" y="83672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95532" y="6320911"/>
              <a:ext cx="314381" cy="359905"/>
            </a:xfrm>
            <a:custGeom>
              <a:avLst/>
              <a:pathLst>
                <a:path w="314381" h="359905">
                  <a:moveTo>
                    <a:pt x="55784" y="0"/>
                  </a:moveTo>
                  <a:lnTo>
                    <a:pt x="120434" y="74859"/>
                  </a:lnTo>
                  <a:lnTo>
                    <a:pt x="185083" y="149719"/>
                  </a:lnTo>
                  <a:lnTo>
                    <a:pt x="249732" y="224579"/>
                  </a:lnTo>
                  <a:lnTo>
                    <a:pt x="314381" y="299439"/>
                  </a:lnTo>
                  <a:lnTo>
                    <a:pt x="239897" y="359905"/>
                  </a:lnTo>
                  <a:lnTo>
                    <a:pt x="179923" y="281250"/>
                  </a:lnTo>
                  <a:lnTo>
                    <a:pt x="119948" y="202595"/>
                  </a:lnTo>
                  <a:lnTo>
                    <a:pt x="59974" y="123941"/>
                  </a:lnTo>
                  <a:lnTo>
                    <a:pt x="0" y="4528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325652" y="5882599"/>
              <a:ext cx="394771" cy="239875"/>
            </a:xfrm>
            <a:custGeom>
              <a:avLst/>
              <a:pathLst>
                <a:path w="394771" h="239875">
                  <a:moveTo>
                    <a:pt x="394771" y="65425"/>
                  </a:moveTo>
                  <a:lnTo>
                    <a:pt x="305993" y="109037"/>
                  </a:lnTo>
                  <a:lnTo>
                    <a:pt x="217215" y="152650"/>
                  </a:lnTo>
                  <a:lnTo>
                    <a:pt x="128438" y="196262"/>
                  </a:lnTo>
                  <a:lnTo>
                    <a:pt x="39660" y="239875"/>
                  </a:lnTo>
                  <a:lnTo>
                    <a:pt x="0" y="152519"/>
                  </a:lnTo>
                  <a:lnTo>
                    <a:pt x="91266" y="114389"/>
                  </a:lnTo>
                  <a:lnTo>
                    <a:pt x="182533" y="76259"/>
                  </a:lnTo>
                  <a:lnTo>
                    <a:pt x="273800" y="38129"/>
                  </a:lnTo>
                  <a:lnTo>
                    <a:pt x="365067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181287" y="6511079"/>
              <a:ext cx="223747" cy="398543"/>
            </a:xfrm>
            <a:custGeom>
              <a:avLst/>
              <a:pathLst>
                <a:path w="223747" h="398543">
                  <a:moveTo>
                    <a:pt x="66793" y="0"/>
                  </a:moveTo>
                  <a:lnTo>
                    <a:pt x="106032" y="90795"/>
                  </a:lnTo>
                  <a:lnTo>
                    <a:pt x="145270" y="181591"/>
                  </a:lnTo>
                  <a:lnTo>
                    <a:pt x="184509" y="272387"/>
                  </a:lnTo>
                  <a:lnTo>
                    <a:pt x="223747" y="363183"/>
                  </a:lnTo>
                  <a:lnTo>
                    <a:pt x="134564" y="398543"/>
                  </a:lnTo>
                  <a:lnTo>
                    <a:pt x="100923" y="305528"/>
                  </a:lnTo>
                  <a:lnTo>
                    <a:pt x="67282" y="212513"/>
                  </a:lnTo>
                  <a:lnTo>
                    <a:pt x="33641" y="119498"/>
                  </a:lnTo>
                  <a:lnTo>
                    <a:pt x="0" y="26483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934405" y="4048568"/>
              <a:ext cx="274026" cy="382877"/>
            </a:xfrm>
            <a:custGeom>
              <a:avLst/>
              <a:pathLst>
                <a:path w="274026" h="382877">
                  <a:moveTo>
                    <a:pt x="212242" y="382877"/>
                  </a:moveTo>
                  <a:lnTo>
                    <a:pt x="159181" y="299402"/>
                  </a:lnTo>
                  <a:lnTo>
                    <a:pt x="106121" y="215927"/>
                  </a:lnTo>
                  <a:lnTo>
                    <a:pt x="53060" y="132451"/>
                  </a:lnTo>
                  <a:lnTo>
                    <a:pt x="0" y="48976"/>
                  </a:lnTo>
                  <a:lnTo>
                    <a:pt x="82493" y="0"/>
                  </a:lnTo>
                  <a:lnTo>
                    <a:pt x="130376" y="86549"/>
                  </a:lnTo>
                  <a:lnTo>
                    <a:pt x="178260" y="173098"/>
                  </a:lnTo>
                  <a:lnTo>
                    <a:pt x="226143" y="259647"/>
                  </a:lnTo>
                  <a:lnTo>
                    <a:pt x="274026" y="346196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855044" y="4097545"/>
              <a:ext cx="291603" cy="374273"/>
            </a:xfrm>
            <a:custGeom>
              <a:avLst/>
              <a:pathLst>
                <a:path w="291603" h="374273">
                  <a:moveTo>
                    <a:pt x="232165" y="374273"/>
                  </a:moveTo>
                  <a:lnTo>
                    <a:pt x="174124" y="294181"/>
                  </a:lnTo>
                  <a:lnTo>
                    <a:pt x="116082" y="214089"/>
                  </a:lnTo>
                  <a:lnTo>
                    <a:pt x="58041" y="133997"/>
                  </a:lnTo>
                  <a:lnTo>
                    <a:pt x="0" y="53905"/>
                  </a:lnTo>
                  <a:lnTo>
                    <a:pt x="79360" y="0"/>
                  </a:lnTo>
                  <a:lnTo>
                    <a:pt x="132421" y="83475"/>
                  </a:lnTo>
                  <a:lnTo>
                    <a:pt x="185482" y="166950"/>
                  </a:lnTo>
                  <a:lnTo>
                    <a:pt x="238542" y="250425"/>
                  </a:lnTo>
                  <a:lnTo>
                    <a:pt x="291603" y="333900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55229" y="3851852"/>
              <a:ext cx="103049" cy="399079"/>
            </a:xfrm>
            <a:custGeom>
              <a:avLst/>
              <a:pathLst>
                <a:path w="103049" h="399079">
                  <a:moveTo>
                    <a:pt x="31282" y="399079"/>
                  </a:moveTo>
                  <a:lnTo>
                    <a:pt x="23461" y="300477"/>
                  </a:lnTo>
                  <a:lnTo>
                    <a:pt x="15641" y="201875"/>
                  </a:lnTo>
                  <a:lnTo>
                    <a:pt x="7820" y="103272"/>
                  </a:lnTo>
                  <a:lnTo>
                    <a:pt x="0" y="4670"/>
                  </a:lnTo>
                  <a:lnTo>
                    <a:pt x="95823" y="0"/>
                  </a:lnTo>
                  <a:lnTo>
                    <a:pt x="97630" y="98895"/>
                  </a:lnTo>
                  <a:lnTo>
                    <a:pt x="99436" y="197790"/>
                  </a:lnTo>
                  <a:lnTo>
                    <a:pt x="101243" y="296685"/>
                  </a:lnTo>
                  <a:lnTo>
                    <a:pt x="103049" y="395580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365312" y="4647910"/>
              <a:ext cx="388740" cy="259230"/>
            </a:xfrm>
            <a:custGeom>
              <a:avLst/>
              <a:pathLst>
                <a:path w="388740" h="259230">
                  <a:moveTo>
                    <a:pt x="355110" y="259230"/>
                  </a:moveTo>
                  <a:lnTo>
                    <a:pt x="266333" y="215617"/>
                  </a:lnTo>
                  <a:lnTo>
                    <a:pt x="177555" y="172005"/>
                  </a:lnTo>
                  <a:lnTo>
                    <a:pt x="88777" y="128393"/>
                  </a:lnTo>
                  <a:lnTo>
                    <a:pt x="0" y="84780"/>
                  </a:lnTo>
                  <a:lnTo>
                    <a:pt x="44902" y="0"/>
                  </a:lnTo>
                  <a:lnTo>
                    <a:pt x="130861" y="48933"/>
                  </a:lnTo>
                  <a:lnTo>
                    <a:pt x="216821" y="97866"/>
                  </a:lnTo>
                  <a:lnTo>
                    <a:pt x="302780" y="146800"/>
                  </a:lnTo>
                  <a:lnTo>
                    <a:pt x="388740" y="195733"/>
                  </a:lnTo>
                  <a:close/>
                </a:path>
              </a:pathLst>
            </a:custGeom>
            <a:solidFill>
              <a:srgbClr val="A6D85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74614" y="4340654"/>
              <a:ext cx="350514" cy="326382"/>
            </a:xfrm>
            <a:custGeom>
              <a:avLst/>
              <a:pathLst>
                <a:path w="350514" h="326382">
                  <a:moveTo>
                    <a:pt x="302566" y="326382"/>
                  </a:moveTo>
                  <a:lnTo>
                    <a:pt x="226924" y="262649"/>
                  </a:lnTo>
                  <a:lnTo>
                    <a:pt x="151283" y="198917"/>
                  </a:lnTo>
                  <a:lnTo>
                    <a:pt x="75641" y="135184"/>
                  </a:lnTo>
                  <a:lnTo>
                    <a:pt x="0" y="71451"/>
                  </a:lnTo>
                  <a:lnTo>
                    <a:pt x="64020" y="0"/>
                  </a:lnTo>
                  <a:lnTo>
                    <a:pt x="135644" y="68217"/>
                  </a:lnTo>
                  <a:lnTo>
                    <a:pt x="207267" y="136434"/>
                  </a:lnTo>
                  <a:lnTo>
                    <a:pt x="278891" y="204651"/>
                  </a:lnTo>
                  <a:lnTo>
                    <a:pt x="350514" y="272869"/>
                  </a:lnTo>
                  <a:close/>
                </a:path>
              </a:pathLst>
            </a:custGeom>
            <a:solidFill>
              <a:srgbClr val="FFD92F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700745" y="6108520"/>
              <a:ext cx="366389" cy="304889"/>
            </a:xfrm>
            <a:custGeom>
              <a:avLst/>
              <a:pathLst>
                <a:path w="366389" h="304889">
                  <a:moveTo>
                    <a:pt x="43218" y="0"/>
                  </a:moveTo>
                  <a:lnTo>
                    <a:pt x="124011" y="57061"/>
                  </a:lnTo>
                  <a:lnTo>
                    <a:pt x="204804" y="114123"/>
                  </a:lnTo>
                  <a:lnTo>
                    <a:pt x="285597" y="171185"/>
                  </a:lnTo>
                  <a:lnTo>
                    <a:pt x="366389" y="228247"/>
                  </a:lnTo>
                  <a:lnTo>
                    <a:pt x="308684" y="304889"/>
                  </a:lnTo>
                  <a:lnTo>
                    <a:pt x="231513" y="243017"/>
                  </a:lnTo>
                  <a:lnTo>
                    <a:pt x="154342" y="181145"/>
                  </a:lnTo>
                  <a:lnTo>
                    <a:pt x="77171" y="119273"/>
                  </a:lnTo>
                  <a:lnTo>
                    <a:pt x="0" y="57401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879711" y="4855637"/>
              <a:ext cx="400752" cy="211301"/>
            </a:xfrm>
            <a:custGeom>
              <a:avLst/>
              <a:pathLst>
                <a:path w="400752" h="211301">
                  <a:moveTo>
                    <a:pt x="0" y="143584"/>
                  </a:moveTo>
                  <a:lnTo>
                    <a:pt x="92168" y="107688"/>
                  </a:lnTo>
                  <a:lnTo>
                    <a:pt x="184336" y="71792"/>
                  </a:lnTo>
                  <a:lnTo>
                    <a:pt x="276504" y="35896"/>
                  </a:lnTo>
                  <a:lnTo>
                    <a:pt x="368673" y="0"/>
                  </a:lnTo>
                  <a:lnTo>
                    <a:pt x="400752" y="90414"/>
                  </a:lnTo>
                  <a:lnTo>
                    <a:pt x="306571" y="120636"/>
                  </a:lnTo>
                  <a:lnTo>
                    <a:pt x="212389" y="150858"/>
                  </a:lnTo>
                  <a:lnTo>
                    <a:pt x="118207" y="181079"/>
                  </a:lnTo>
                  <a:lnTo>
                    <a:pt x="24026" y="211301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851609" y="4767342"/>
              <a:ext cx="396774" cy="231880"/>
            </a:xfrm>
            <a:custGeom>
              <a:avLst/>
              <a:pathLst>
                <a:path w="396774" h="231880">
                  <a:moveTo>
                    <a:pt x="0" y="165750"/>
                  </a:moveTo>
                  <a:lnTo>
                    <a:pt x="89813" y="124313"/>
                  </a:lnTo>
                  <a:lnTo>
                    <a:pt x="179626" y="82875"/>
                  </a:lnTo>
                  <a:lnTo>
                    <a:pt x="269440" y="41437"/>
                  </a:lnTo>
                  <a:lnTo>
                    <a:pt x="359253" y="0"/>
                  </a:lnTo>
                  <a:lnTo>
                    <a:pt x="396774" y="88295"/>
                  </a:lnTo>
                  <a:lnTo>
                    <a:pt x="304606" y="124191"/>
                  </a:lnTo>
                  <a:lnTo>
                    <a:pt x="212438" y="160087"/>
                  </a:lnTo>
                  <a:lnTo>
                    <a:pt x="120270" y="195983"/>
                  </a:lnTo>
                  <a:lnTo>
                    <a:pt x="28101" y="231880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016899" y="6460400"/>
              <a:ext cx="255433" cy="390062"/>
            </a:xfrm>
            <a:custGeom>
              <a:avLst/>
              <a:pathLst>
                <a:path w="255433" h="390062">
                  <a:moveTo>
                    <a:pt x="255433" y="32854"/>
                  </a:moveTo>
                  <a:lnTo>
                    <a:pt x="212905" y="122156"/>
                  </a:lnTo>
                  <a:lnTo>
                    <a:pt x="170377" y="211458"/>
                  </a:lnTo>
                  <a:lnTo>
                    <a:pt x="127849" y="300760"/>
                  </a:lnTo>
                  <a:lnTo>
                    <a:pt x="85321" y="390062"/>
                  </a:lnTo>
                  <a:lnTo>
                    <a:pt x="0" y="346196"/>
                  </a:lnTo>
                  <a:lnTo>
                    <a:pt x="47883" y="259647"/>
                  </a:lnTo>
                  <a:lnTo>
                    <a:pt x="95766" y="173098"/>
                  </a:lnTo>
                  <a:lnTo>
                    <a:pt x="143649" y="86549"/>
                  </a:lnTo>
                  <a:lnTo>
                    <a:pt x="191532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551317" y="6272314"/>
              <a:ext cx="329263" cy="348036"/>
            </a:xfrm>
            <a:custGeom>
              <a:avLst/>
              <a:pathLst>
                <a:path w="329263" h="348036">
                  <a:moveTo>
                    <a:pt x="52926" y="0"/>
                  </a:moveTo>
                  <a:lnTo>
                    <a:pt x="122010" y="70787"/>
                  </a:lnTo>
                  <a:lnTo>
                    <a:pt x="191094" y="141575"/>
                  </a:lnTo>
                  <a:lnTo>
                    <a:pt x="260178" y="212362"/>
                  </a:lnTo>
                  <a:lnTo>
                    <a:pt x="329263" y="283150"/>
                  </a:lnTo>
                  <a:lnTo>
                    <a:pt x="258596" y="348036"/>
                  </a:lnTo>
                  <a:lnTo>
                    <a:pt x="193947" y="273176"/>
                  </a:lnTo>
                  <a:lnTo>
                    <a:pt x="129298" y="198316"/>
                  </a:lnTo>
                  <a:lnTo>
                    <a:pt x="64649" y="123456"/>
                  </a:lnTo>
                  <a:lnTo>
                    <a:pt x="0" y="48596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819536" y="4681493"/>
              <a:ext cx="391326" cy="251599"/>
            </a:xfrm>
            <a:custGeom>
              <a:avLst/>
              <a:pathLst>
                <a:path w="391326" h="251599">
                  <a:moveTo>
                    <a:pt x="0" y="187302"/>
                  </a:moveTo>
                  <a:lnTo>
                    <a:pt x="87125" y="140477"/>
                  </a:lnTo>
                  <a:lnTo>
                    <a:pt x="174251" y="93651"/>
                  </a:lnTo>
                  <a:lnTo>
                    <a:pt x="261376" y="46825"/>
                  </a:lnTo>
                  <a:lnTo>
                    <a:pt x="348502" y="0"/>
                  </a:lnTo>
                  <a:lnTo>
                    <a:pt x="391326" y="85848"/>
                  </a:lnTo>
                  <a:lnTo>
                    <a:pt x="301513" y="127286"/>
                  </a:lnTo>
                  <a:lnTo>
                    <a:pt x="211700" y="168724"/>
                  </a:lnTo>
                  <a:lnTo>
                    <a:pt x="121886" y="210161"/>
                  </a:lnTo>
                  <a:lnTo>
                    <a:pt x="32073" y="251599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830126" y="6601612"/>
              <a:ext cx="112538" cy="400532"/>
            </a:xfrm>
            <a:custGeom>
              <a:avLst/>
              <a:pathLst>
                <a:path w="112538" h="400532">
                  <a:moveTo>
                    <a:pt x="71660" y="0"/>
                  </a:moveTo>
                  <a:lnTo>
                    <a:pt x="81880" y="98382"/>
                  </a:lnTo>
                  <a:lnTo>
                    <a:pt x="92099" y="196764"/>
                  </a:lnTo>
                  <a:lnTo>
                    <a:pt x="102318" y="295147"/>
                  </a:lnTo>
                  <a:lnTo>
                    <a:pt x="112538" y="393529"/>
                  </a:lnTo>
                  <a:lnTo>
                    <a:pt x="16856" y="400532"/>
                  </a:lnTo>
                  <a:lnTo>
                    <a:pt x="12642" y="301710"/>
                  </a:lnTo>
                  <a:lnTo>
                    <a:pt x="8428" y="202888"/>
                  </a:lnTo>
                  <a:lnTo>
                    <a:pt x="4214" y="104066"/>
                  </a:lnTo>
                  <a:lnTo>
                    <a:pt x="0" y="5244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74614" y="6188128"/>
              <a:ext cx="350514" cy="326382"/>
            </a:xfrm>
            <a:custGeom>
              <a:avLst/>
              <a:pathLst>
                <a:path w="350514" h="326382">
                  <a:moveTo>
                    <a:pt x="350514" y="53513"/>
                  </a:moveTo>
                  <a:lnTo>
                    <a:pt x="278891" y="121731"/>
                  </a:lnTo>
                  <a:lnTo>
                    <a:pt x="207267" y="189948"/>
                  </a:lnTo>
                  <a:lnTo>
                    <a:pt x="135644" y="258165"/>
                  </a:lnTo>
                  <a:lnTo>
                    <a:pt x="64020" y="326382"/>
                  </a:lnTo>
                  <a:lnTo>
                    <a:pt x="0" y="254931"/>
                  </a:lnTo>
                  <a:lnTo>
                    <a:pt x="75641" y="191198"/>
                  </a:lnTo>
                  <a:lnTo>
                    <a:pt x="151283" y="127465"/>
                  </a:lnTo>
                  <a:lnTo>
                    <a:pt x="226924" y="63732"/>
                  </a:lnTo>
                  <a:lnTo>
                    <a:pt x="302566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371940" y="6567709"/>
              <a:ext cx="172339" cy="404163"/>
            </a:xfrm>
            <a:custGeom>
              <a:avLst/>
              <a:pathLst>
                <a:path w="172339" h="404163">
                  <a:moveTo>
                    <a:pt x="172339" y="16475"/>
                  </a:moveTo>
                  <a:lnTo>
                    <a:pt x="152599" y="113397"/>
                  </a:lnTo>
                  <a:lnTo>
                    <a:pt x="132860" y="210319"/>
                  </a:lnTo>
                  <a:lnTo>
                    <a:pt x="113120" y="307241"/>
                  </a:lnTo>
                  <a:lnTo>
                    <a:pt x="93381" y="404163"/>
                  </a:lnTo>
                  <a:lnTo>
                    <a:pt x="0" y="382165"/>
                  </a:lnTo>
                  <a:lnTo>
                    <a:pt x="25600" y="286624"/>
                  </a:lnTo>
                  <a:lnTo>
                    <a:pt x="51200" y="191082"/>
                  </a:lnTo>
                  <a:lnTo>
                    <a:pt x="76800" y="95541"/>
                  </a:lnTo>
                  <a:lnTo>
                    <a:pt x="102400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190052" y="6522160"/>
              <a:ext cx="215482" cy="400075"/>
            </a:xfrm>
            <a:custGeom>
              <a:avLst/>
              <a:pathLst>
                <a:path w="215482" h="400075">
                  <a:moveTo>
                    <a:pt x="215482" y="24848"/>
                  </a:moveTo>
                  <a:lnTo>
                    <a:pt x="184115" y="118655"/>
                  </a:lnTo>
                  <a:lnTo>
                    <a:pt x="152749" y="212462"/>
                  </a:lnTo>
                  <a:lnTo>
                    <a:pt x="121383" y="306268"/>
                  </a:lnTo>
                  <a:lnTo>
                    <a:pt x="90017" y="400075"/>
                  </a:lnTo>
                  <a:lnTo>
                    <a:pt x="0" y="366897"/>
                  </a:lnTo>
                  <a:lnTo>
                    <a:pt x="37015" y="275173"/>
                  </a:lnTo>
                  <a:lnTo>
                    <a:pt x="74031" y="183448"/>
                  </a:lnTo>
                  <a:lnTo>
                    <a:pt x="111047" y="91724"/>
                  </a:lnTo>
                  <a:lnTo>
                    <a:pt x="148062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280070" y="6547008"/>
              <a:ext cx="194270" cy="402866"/>
            </a:xfrm>
            <a:custGeom>
              <a:avLst/>
              <a:pathLst>
                <a:path w="194270" h="402866">
                  <a:moveTo>
                    <a:pt x="194270" y="20700"/>
                  </a:moveTo>
                  <a:lnTo>
                    <a:pt x="168670" y="116242"/>
                  </a:lnTo>
                  <a:lnTo>
                    <a:pt x="143070" y="211783"/>
                  </a:lnTo>
                  <a:lnTo>
                    <a:pt x="117469" y="307324"/>
                  </a:lnTo>
                  <a:lnTo>
                    <a:pt x="91869" y="402866"/>
                  </a:lnTo>
                  <a:lnTo>
                    <a:pt x="0" y="375226"/>
                  </a:lnTo>
                  <a:lnTo>
                    <a:pt x="31366" y="281419"/>
                  </a:lnTo>
                  <a:lnTo>
                    <a:pt x="62732" y="187613"/>
                  </a:lnTo>
                  <a:lnTo>
                    <a:pt x="94098" y="93806"/>
                  </a:lnTo>
                  <a:lnTo>
                    <a:pt x="125464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262624" y="5746938"/>
              <a:ext cx="402427" cy="198572"/>
            </a:xfrm>
            <a:custGeom>
              <a:avLst/>
              <a:pathLst>
                <a:path w="402427" h="198572">
                  <a:moveTo>
                    <a:pt x="402427" y="68548"/>
                  </a:moveTo>
                  <a:lnTo>
                    <a:pt x="309009" y="101054"/>
                  </a:lnTo>
                  <a:lnTo>
                    <a:pt x="215591" y="133560"/>
                  </a:lnTo>
                  <a:lnTo>
                    <a:pt x="122173" y="166066"/>
                  </a:lnTo>
                  <a:lnTo>
                    <a:pt x="28756" y="198572"/>
                  </a:lnTo>
                  <a:lnTo>
                    <a:pt x="0" y="107046"/>
                  </a:lnTo>
                  <a:lnTo>
                    <a:pt x="95222" y="80285"/>
                  </a:lnTo>
                  <a:lnTo>
                    <a:pt x="190445" y="53523"/>
                  </a:lnTo>
                  <a:lnTo>
                    <a:pt x="285667" y="26761"/>
                  </a:lnTo>
                  <a:lnTo>
                    <a:pt x="380890" y="0"/>
                  </a:lnTo>
                  <a:close/>
                </a:path>
              </a:pathLst>
            </a:custGeom>
            <a:solidFill>
              <a:srgbClr val="E78AC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365312" y="5948024"/>
              <a:ext cx="388740" cy="259230"/>
            </a:xfrm>
            <a:custGeom>
              <a:avLst/>
              <a:pathLst>
                <a:path w="388740" h="259230">
                  <a:moveTo>
                    <a:pt x="388740" y="63496"/>
                  </a:moveTo>
                  <a:lnTo>
                    <a:pt x="302780" y="112430"/>
                  </a:lnTo>
                  <a:lnTo>
                    <a:pt x="216821" y="161363"/>
                  </a:lnTo>
                  <a:lnTo>
                    <a:pt x="130861" y="210296"/>
                  </a:lnTo>
                  <a:lnTo>
                    <a:pt x="44902" y="259230"/>
                  </a:lnTo>
                  <a:lnTo>
                    <a:pt x="0" y="174449"/>
                  </a:lnTo>
                  <a:lnTo>
                    <a:pt x="88777" y="130837"/>
                  </a:lnTo>
                  <a:lnTo>
                    <a:pt x="177555" y="87224"/>
                  </a:lnTo>
                  <a:lnTo>
                    <a:pt x="266333" y="43612"/>
                  </a:lnTo>
                  <a:lnTo>
                    <a:pt x="355110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204574" y="5379614"/>
              <a:ext cx="395463" cy="95937"/>
            </a:xfrm>
            <a:custGeom>
              <a:avLst/>
              <a:pathLst>
                <a:path w="395463" h="95937">
                  <a:moveTo>
                    <a:pt x="395463" y="83894"/>
                  </a:moveTo>
                  <a:lnTo>
                    <a:pt x="296597" y="86905"/>
                  </a:lnTo>
                  <a:lnTo>
                    <a:pt x="197731" y="89916"/>
                  </a:lnTo>
                  <a:lnTo>
                    <a:pt x="98865" y="92926"/>
                  </a:lnTo>
                  <a:lnTo>
                    <a:pt x="0" y="95937"/>
                  </a:lnTo>
                  <a:lnTo>
                    <a:pt x="0" y="0"/>
                  </a:lnTo>
                  <a:lnTo>
                    <a:pt x="98865" y="3010"/>
                  </a:lnTo>
                  <a:lnTo>
                    <a:pt x="197731" y="6021"/>
                  </a:lnTo>
                  <a:lnTo>
                    <a:pt x="296597" y="9031"/>
                  </a:lnTo>
                  <a:lnTo>
                    <a:pt x="395463" y="12042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903737" y="4946052"/>
              <a:ext cx="403245" cy="189939"/>
            </a:xfrm>
            <a:custGeom>
              <a:avLst/>
              <a:pathLst>
                <a:path w="403245" h="189939">
                  <a:moveTo>
                    <a:pt x="0" y="120886"/>
                  </a:moveTo>
                  <a:lnTo>
                    <a:pt x="94181" y="90664"/>
                  </a:lnTo>
                  <a:lnTo>
                    <a:pt x="188363" y="60443"/>
                  </a:lnTo>
                  <a:lnTo>
                    <a:pt x="282544" y="30221"/>
                  </a:lnTo>
                  <a:lnTo>
                    <a:pt x="376726" y="0"/>
                  </a:lnTo>
                  <a:lnTo>
                    <a:pt x="403245" y="92199"/>
                  </a:lnTo>
                  <a:lnTo>
                    <a:pt x="307399" y="116634"/>
                  </a:lnTo>
                  <a:lnTo>
                    <a:pt x="211553" y="141069"/>
                  </a:lnTo>
                  <a:lnTo>
                    <a:pt x="115707" y="165504"/>
                  </a:lnTo>
                  <a:lnTo>
                    <a:pt x="19861" y="189939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743964" y="4518397"/>
              <a:ext cx="376106" cy="288172"/>
            </a:xfrm>
            <a:custGeom>
              <a:avLst/>
              <a:pathLst>
                <a:path w="376106" h="288172">
                  <a:moveTo>
                    <a:pt x="0" y="228247"/>
                  </a:moveTo>
                  <a:lnTo>
                    <a:pt x="80792" y="171185"/>
                  </a:lnTo>
                  <a:lnTo>
                    <a:pt x="161585" y="114123"/>
                  </a:lnTo>
                  <a:lnTo>
                    <a:pt x="242378" y="57061"/>
                  </a:lnTo>
                  <a:lnTo>
                    <a:pt x="323171" y="0"/>
                  </a:lnTo>
                  <a:lnTo>
                    <a:pt x="376106" y="80011"/>
                  </a:lnTo>
                  <a:lnTo>
                    <a:pt x="291991" y="132051"/>
                  </a:lnTo>
                  <a:lnTo>
                    <a:pt x="207876" y="184091"/>
                  </a:lnTo>
                  <a:lnTo>
                    <a:pt x="123761" y="236132"/>
                  </a:lnTo>
                  <a:lnTo>
                    <a:pt x="39645" y="288172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280070" y="3905290"/>
              <a:ext cx="194270" cy="402866"/>
            </a:xfrm>
            <a:custGeom>
              <a:avLst/>
              <a:pathLst>
                <a:path w="194270" h="402866">
                  <a:moveTo>
                    <a:pt x="125464" y="402866"/>
                  </a:moveTo>
                  <a:lnTo>
                    <a:pt x="94098" y="309059"/>
                  </a:lnTo>
                  <a:lnTo>
                    <a:pt x="62732" y="215252"/>
                  </a:lnTo>
                  <a:lnTo>
                    <a:pt x="31366" y="121446"/>
                  </a:lnTo>
                  <a:lnTo>
                    <a:pt x="0" y="27639"/>
                  </a:lnTo>
                  <a:lnTo>
                    <a:pt x="91869" y="0"/>
                  </a:lnTo>
                  <a:lnTo>
                    <a:pt x="117469" y="95541"/>
                  </a:lnTo>
                  <a:lnTo>
                    <a:pt x="143070" y="191082"/>
                  </a:lnTo>
                  <a:lnTo>
                    <a:pt x="168670" y="286624"/>
                  </a:lnTo>
                  <a:lnTo>
                    <a:pt x="194270" y="382165"/>
                  </a:lnTo>
                  <a:close/>
                </a:path>
              </a:pathLst>
            </a:custGeom>
            <a:solidFill>
              <a:srgbClr val="E5C494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79110" y="6339432"/>
              <a:ext cx="308099" cy="364282"/>
            </a:xfrm>
            <a:custGeom>
              <a:avLst/>
              <a:pathLst>
                <a:path w="308099" h="364282">
                  <a:moveTo>
                    <a:pt x="308099" y="43914"/>
                  </a:moveTo>
                  <a:lnTo>
                    <a:pt x="250058" y="124006"/>
                  </a:lnTo>
                  <a:lnTo>
                    <a:pt x="192016" y="204098"/>
                  </a:lnTo>
                  <a:lnTo>
                    <a:pt x="133975" y="284190"/>
                  </a:lnTo>
                  <a:lnTo>
                    <a:pt x="75934" y="364282"/>
                  </a:lnTo>
                  <a:lnTo>
                    <a:pt x="0" y="305647"/>
                  </a:lnTo>
                  <a:lnTo>
                    <a:pt x="62807" y="229235"/>
                  </a:lnTo>
                  <a:lnTo>
                    <a:pt x="125614" y="152823"/>
                  </a:lnTo>
                  <a:lnTo>
                    <a:pt x="188421" y="76411"/>
                  </a:lnTo>
                  <a:lnTo>
                    <a:pt x="251228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465321" y="6584185"/>
              <a:ext cx="149769" cy="403963"/>
            </a:xfrm>
            <a:custGeom>
              <a:avLst/>
              <a:pathLst>
                <a:path w="149769" h="403963">
                  <a:moveTo>
                    <a:pt x="149769" y="12189"/>
                  </a:moveTo>
                  <a:lnTo>
                    <a:pt x="135963" y="110133"/>
                  </a:lnTo>
                  <a:lnTo>
                    <a:pt x="122157" y="208076"/>
                  </a:lnTo>
                  <a:lnTo>
                    <a:pt x="108352" y="306020"/>
                  </a:lnTo>
                  <a:lnTo>
                    <a:pt x="94546" y="403963"/>
                  </a:lnTo>
                  <a:lnTo>
                    <a:pt x="0" y="387688"/>
                  </a:lnTo>
                  <a:lnTo>
                    <a:pt x="19739" y="290766"/>
                  </a:lnTo>
                  <a:lnTo>
                    <a:pt x="39478" y="193844"/>
                  </a:lnTo>
                  <a:lnTo>
                    <a:pt x="59218" y="96922"/>
                  </a:lnTo>
                  <a:lnTo>
                    <a:pt x="78957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700745" y="4441755"/>
              <a:ext cx="366389" cy="304889"/>
            </a:xfrm>
            <a:custGeom>
              <a:avLst/>
              <a:pathLst>
                <a:path w="366389" h="304889">
                  <a:moveTo>
                    <a:pt x="0" y="247488"/>
                  </a:moveTo>
                  <a:lnTo>
                    <a:pt x="77171" y="185616"/>
                  </a:lnTo>
                  <a:lnTo>
                    <a:pt x="154342" y="123744"/>
                  </a:lnTo>
                  <a:lnTo>
                    <a:pt x="231513" y="61872"/>
                  </a:lnTo>
                  <a:lnTo>
                    <a:pt x="308684" y="0"/>
                  </a:lnTo>
                  <a:lnTo>
                    <a:pt x="366389" y="76642"/>
                  </a:lnTo>
                  <a:lnTo>
                    <a:pt x="285597" y="133704"/>
                  </a:lnTo>
                  <a:lnTo>
                    <a:pt x="204804" y="190765"/>
                  </a:lnTo>
                  <a:lnTo>
                    <a:pt x="124011" y="247827"/>
                  </a:lnTo>
                  <a:lnTo>
                    <a:pt x="43218" y="304889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604243" y="4299700"/>
              <a:ext cx="342924" cy="334877"/>
            </a:xfrm>
            <a:custGeom>
              <a:avLst/>
              <a:pathLst>
                <a:path w="342924" h="334877">
                  <a:moveTo>
                    <a:pt x="0" y="283150"/>
                  </a:moveTo>
                  <a:lnTo>
                    <a:pt x="69084" y="212362"/>
                  </a:lnTo>
                  <a:lnTo>
                    <a:pt x="138168" y="141575"/>
                  </a:lnTo>
                  <a:lnTo>
                    <a:pt x="207252" y="70787"/>
                  </a:lnTo>
                  <a:lnTo>
                    <a:pt x="276337" y="0"/>
                  </a:lnTo>
                  <a:lnTo>
                    <a:pt x="342924" y="69065"/>
                  </a:lnTo>
                  <a:lnTo>
                    <a:pt x="269661" y="135518"/>
                  </a:lnTo>
                  <a:lnTo>
                    <a:pt x="196397" y="201971"/>
                  </a:lnTo>
                  <a:lnTo>
                    <a:pt x="123134" y="268424"/>
                  </a:lnTo>
                  <a:lnTo>
                    <a:pt x="49871" y="334877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559867" y="6596375"/>
              <a:ext cx="126643" cy="402266"/>
            </a:xfrm>
            <a:custGeom>
              <a:avLst/>
              <a:pathLst>
                <a:path w="126643" h="402266">
                  <a:moveTo>
                    <a:pt x="126643" y="7858"/>
                  </a:moveTo>
                  <a:lnTo>
                    <a:pt x="118823" y="106460"/>
                  </a:lnTo>
                  <a:lnTo>
                    <a:pt x="111002" y="205062"/>
                  </a:lnTo>
                  <a:lnTo>
                    <a:pt x="103182" y="303664"/>
                  </a:lnTo>
                  <a:lnTo>
                    <a:pt x="95361" y="402266"/>
                  </a:lnTo>
                  <a:lnTo>
                    <a:pt x="0" y="391773"/>
                  </a:lnTo>
                  <a:lnTo>
                    <a:pt x="13805" y="293830"/>
                  </a:lnTo>
                  <a:lnTo>
                    <a:pt x="27611" y="195886"/>
                  </a:lnTo>
                  <a:lnTo>
                    <a:pt x="41416" y="97943"/>
                  </a:lnTo>
                  <a:lnTo>
                    <a:pt x="55222" y="0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460192" y="6072854"/>
              <a:ext cx="372384" cy="294990"/>
            </a:xfrm>
            <a:custGeom>
              <a:avLst/>
              <a:pathLst>
                <a:path w="372384" h="294990">
                  <a:moveTo>
                    <a:pt x="372384" y="58941"/>
                  </a:moveTo>
                  <a:lnTo>
                    <a:pt x="293005" y="117954"/>
                  </a:lnTo>
                  <a:lnTo>
                    <a:pt x="213626" y="176966"/>
                  </a:lnTo>
                  <a:lnTo>
                    <a:pt x="134247" y="235978"/>
                  </a:lnTo>
                  <a:lnTo>
                    <a:pt x="54867" y="294990"/>
                  </a:lnTo>
                  <a:lnTo>
                    <a:pt x="0" y="216292"/>
                  </a:lnTo>
                  <a:lnTo>
                    <a:pt x="82822" y="162219"/>
                  </a:lnTo>
                  <a:lnTo>
                    <a:pt x="165645" y="108146"/>
                  </a:lnTo>
                  <a:lnTo>
                    <a:pt x="248468" y="54073"/>
                  </a:lnTo>
                  <a:lnTo>
                    <a:pt x="331291" y="0"/>
                  </a:lnTo>
                  <a:close/>
                </a:path>
              </a:pathLst>
            </a:custGeom>
            <a:solidFill>
              <a:srgbClr val="8DA0CB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239490" y="5001179"/>
              <a:ext cx="404023" cy="176779"/>
            </a:xfrm>
            <a:custGeom>
              <a:avLst/>
              <a:pathLst>
                <a:path w="404023" h="176779">
                  <a:moveTo>
                    <a:pt x="386697" y="176779"/>
                  </a:moveTo>
                  <a:lnTo>
                    <a:pt x="290023" y="155860"/>
                  </a:lnTo>
                  <a:lnTo>
                    <a:pt x="193348" y="134942"/>
                  </a:lnTo>
                  <a:lnTo>
                    <a:pt x="96674" y="114024"/>
                  </a:lnTo>
                  <a:lnTo>
                    <a:pt x="0" y="93106"/>
                  </a:lnTo>
                  <a:lnTo>
                    <a:pt x="23133" y="0"/>
                  </a:lnTo>
                  <a:lnTo>
                    <a:pt x="118356" y="26761"/>
                  </a:lnTo>
                  <a:lnTo>
                    <a:pt x="213578" y="53523"/>
                  </a:lnTo>
                  <a:lnTo>
                    <a:pt x="308801" y="80285"/>
                  </a:lnTo>
                  <a:lnTo>
                    <a:pt x="404023" y="107046"/>
                  </a:lnTo>
                  <a:close/>
                </a:path>
              </a:pathLst>
            </a:custGeom>
            <a:solidFill>
              <a:srgbClr val="B3B3B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654114" y="6165921"/>
              <a:ext cx="355315" cy="320477"/>
            </a:xfrm>
            <a:custGeom>
              <a:avLst/>
              <a:pathLst>
                <a:path w="355315" h="320477">
                  <a:moveTo>
                    <a:pt x="46631" y="0"/>
                  </a:moveTo>
                  <a:lnTo>
                    <a:pt x="123802" y="61872"/>
                  </a:lnTo>
                  <a:lnTo>
                    <a:pt x="200973" y="123744"/>
                  </a:lnTo>
                  <a:lnTo>
                    <a:pt x="278144" y="185616"/>
                  </a:lnTo>
                  <a:lnTo>
                    <a:pt x="355315" y="247488"/>
                  </a:lnTo>
                  <a:lnTo>
                    <a:pt x="293053" y="320477"/>
                  </a:lnTo>
                  <a:lnTo>
                    <a:pt x="219790" y="254024"/>
                  </a:lnTo>
                  <a:lnTo>
                    <a:pt x="146526" y="187571"/>
                  </a:lnTo>
                  <a:lnTo>
                    <a:pt x="73263" y="121118"/>
                  </a:lnTo>
                  <a:lnTo>
                    <a:pt x="0" y="54665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783610" y="4598409"/>
              <a:ext cx="384428" cy="270386"/>
            </a:xfrm>
            <a:custGeom>
              <a:avLst/>
              <a:pathLst>
                <a:path w="384428" h="270386">
                  <a:moveTo>
                    <a:pt x="0" y="208160"/>
                  </a:moveTo>
                  <a:lnTo>
                    <a:pt x="84115" y="156120"/>
                  </a:lnTo>
                  <a:lnTo>
                    <a:pt x="168230" y="104080"/>
                  </a:lnTo>
                  <a:lnTo>
                    <a:pt x="252345" y="52040"/>
                  </a:lnTo>
                  <a:lnTo>
                    <a:pt x="336460" y="0"/>
                  </a:lnTo>
                  <a:lnTo>
                    <a:pt x="384428" y="83084"/>
                  </a:lnTo>
                  <a:lnTo>
                    <a:pt x="297303" y="129909"/>
                  </a:lnTo>
                  <a:lnTo>
                    <a:pt x="210177" y="176735"/>
                  </a:lnTo>
                  <a:lnTo>
                    <a:pt x="123051" y="223561"/>
                  </a:lnTo>
                  <a:lnTo>
                    <a:pt x="35926" y="270386"/>
                  </a:lnTo>
                  <a:close/>
                </a:path>
              </a:pathLst>
            </a:custGeom>
            <a:solidFill>
              <a:srgbClr val="FC8D62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743964" y="6048595"/>
              <a:ext cx="376106" cy="288172"/>
            </a:xfrm>
            <a:custGeom>
              <a:avLst/>
              <a:pathLst>
                <a:path w="376106" h="288172">
                  <a:moveTo>
                    <a:pt x="39645" y="0"/>
                  </a:moveTo>
                  <a:lnTo>
                    <a:pt x="123761" y="52040"/>
                  </a:lnTo>
                  <a:lnTo>
                    <a:pt x="207876" y="104080"/>
                  </a:lnTo>
                  <a:lnTo>
                    <a:pt x="291991" y="156120"/>
                  </a:lnTo>
                  <a:lnTo>
                    <a:pt x="376106" y="208160"/>
                  </a:lnTo>
                  <a:lnTo>
                    <a:pt x="323171" y="288172"/>
                  </a:lnTo>
                  <a:lnTo>
                    <a:pt x="242378" y="231110"/>
                  </a:lnTo>
                  <a:lnTo>
                    <a:pt x="161585" y="174048"/>
                  </a:lnTo>
                  <a:lnTo>
                    <a:pt x="80792" y="116986"/>
                  </a:lnTo>
                  <a:lnTo>
                    <a:pt x="0" y="59924"/>
                  </a:lnTo>
                  <a:close/>
                </a:path>
              </a:pathLst>
            </a:custGeom>
            <a:solidFill>
              <a:srgbClr val="66C2A5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2276602" y="3924246"/>
              <a:ext cx="3005689" cy="3006761"/>
            </a:xfrm>
            <a:custGeom>
              <a:avLst/>
              <a:pathLst>
                <a:path w="3005689" h="3006761">
                  <a:moveTo>
                    <a:pt x="3005327" y="1439280"/>
                  </a:moveTo>
                  <a:lnTo>
                    <a:pt x="3001495" y="1378441"/>
                  </a:lnTo>
                  <a:lnTo>
                    <a:pt x="2995201" y="1317807"/>
                  </a:lnTo>
                  <a:lnTo>
                    <a:pt x="2986453" y="1257478"/>
                  </a:lnTo>
                  <a:lnTo>
                    <a:pt x="2975267" y="1197553"/>
                  </a:lnTo>
                  <a:lnTo>
                    <a:pt x="2961661" y="1138131"/>
                  </a:lnTo>
                  <a:lnTo>
                    <a:pt x="2945658" y="1079309"/>
                  </a:lnTo>
                  <a:lnTo>
                    <a:pt x="2927283" y="1021184"/>
                  </a:lnTo>
                  <a:lnTo>
                    <a:pt x="2906567" y="963853"/>
                  </a:lnTo>
                  <a:lnTo>
                    <a:pt x="2883544" y="907407"/>
                  </a:lnTo>
                  <a:lnTo>
                    <a:pt x="2858251" y="851942"/>
                  </a:lnTo>
                  <a:lnTo>
                    <a:pt x="2830731" y="797548"/>
                  </a:lnTo>
                  <a:lnTo>
                    <a:pt x="2801028" y="744314"/>
                  </a:lnTo>
                  <a:lnTo>
                    <a:pt x="2769192" y="692327"/>
                  </a:lnTo>
                  <a:lnTo>
                    <a:pt x="2735275" y="641674"/>
                  </a:lnTo>
                  <a:lnTo>
                    <a:pt x="2699332" y="592438"/>
                  </a:lnTo>
                  <a:lnTo>
                    <a:pt x="2661423" y="544699"/>
                  </a:lnTo>
                  <a:lnTo>
                    <a:pt x="2621609" y="498536"/>
                  </a:lnTo>
                  <a:lnTo>
                    <a:pt x="2579957" y="454026"/>
                  </a:lnTo>
                  <a:lnTo>
                    <a:pt x="2536535" y="411240"/>
                  </a:lnTo>
                  <a:lnTo>
                    <a:pt x="2491414" y="370249"/>
                  </a:lnTo>
                  <a:lnTo>
                    <a:pt x="2444668" y="331122"/>
                  </a:lnTo>
                  <a:lnTo>
                    <a:pt x="2396375" y="293921"/>
                  </a:lnTo>
                  <a:lnTo>
                    <a:pt x="2346614" y="258709"/>
                  </a:lnTo>
                  <a:lnTo>
                    <a:pt x="2295465" y="225543"/>
                  </a:lnTo>
                  <a:lnTo>
                    <a:pt x="2243015" y="194478"/>
                  </a:lnTo>
                  <a:lnTo>
                    <a:pt x="2189348" y="165565"/>
                  </a:lnTo>
                  <a:lnTo>
                    <a:pt x="2134553" y="138850"/>
                  </a:lnTo>
                  <a:lnTo>
                    <a:pt x="2078721" y="114380"/>
                  </a:lnTo>
                  <a:lnTo>
                    <a:pt x="2021942" y="92192"/>
                  </a:lnTo>
                  <a:lnTo>
                    <a:pt x="1964310" y="72325"/>
                  </a:lnTo>
                  <a:lnTo>
                    <a:pt x="1905921" y="54810"/>
                  </a:lnTo>
                  <a:lnTo>
                    <a:pt x="1846869" y="39676"/>
                  </a:lnTo>
                  <a:lnTo>
                    <a:pt x="1787253" y="26949"/>
                  </a:lnTo>
                  <a:lnTo>
                    <a:pt x="1727169" y="16649"/>
                  </a:lnTo>
                  <a:lnTo>
                    <a:pt x="1666718" y="8793"/>
                  </a:lnTo>
                  <a:lnTo>
                    <a:pt x="1605997" y="3394"/>
                  </a:lnTo>
                  <a:lnTo>
                    <a:pt x="1545108" y="462"/>
                  </a:lnTo>
                  <a:lnTo>
                    <a:pt x="1484150" y="0"/>
                  </a:lnTo>
                  <a:lnTo>
                    <a:pt x="1423223" y="2009"/>
                  </a:lnTo>
                  <a:lnTo>
                    <a:pt x="1362428" y="6487"/>
                  </a:lnTo>
                  <a:lnTo>
                    <a:pt x="1301864" y="13425"/>
                  </a:lnTo>
                  <a:lnTo>
                    <a:pt x="1241631" y="22813"/>
                  </a:lnTo>
                  <a:lnTo>
                    <a:pt x="1181828" y="34635"/>
                  </a:lnTo>
                  <a:lnTo>
                    <a:pt x="1122554" y="48871"/>
                  </a:lnTo>
                  <a:lnTo>
                    <a:pt x="1063906" y="65499"/>
                  </a:lnTo>
                  <a:lnTo>
                    <a:pt x="1005980" y="84490"/>
                  </a:lnTo>
                  <a:lnTo>
                    <a:pt x="948871" y="105814"/>
                  </a:lnTo>
                  <a:lnTo>
                    <a:pt x="892674" y="129436"/>
                  </a:lnTo>
                  <a:lnTo>
                    <a:pt x="837480" y="155316"/>
                  </a:lnTo>
                  <a:lnTo>
                    <a:pt x="783381" y="183413"/>
                  </a:lnTo>
                  <a:lnTo>
                    <a:pt x="730466" y="213679"/>
                  </a:lnTo>
                  <a:lnTo>
                    <a:pt x="678821" y="246066"/>
                  </a:lnTo>
                  <a:lnTo>
                    <a:pt x="628531" y="280520"/>
                  </a:lnTo>
                  <a:lnTo>
                    <a:pt x="579679" y="316984"/>
                  </a:lnTo>
                  <a:lnTo>
                    <a:pt x="532346" y="355398"/>
                  </a:lnTo>
                  <a:lnTo>
                    <a:pt x="486609" y="395700"/>
                  </a:lnTo>
                  <a:lnTo>
                    <a:pt x="442543" y="437822"/>
                  </a:lnTo>
                  <a:lnTo>
                    <a:pt x="400221" y="481697"/>
                  </a:lnTo>
                  <a:lnTo>
                    <a:pt x="359712" y="527251"/>
                  </a:lnTo>
                  <a:lnTo>
                    <a:pt x="321084" y="574409"/>
                  </a:lnTo>
                  <a:lnTo>
                    <a:pt x="284398" y="623095"/>
                  </a:lnTo>
                  <a:lnTo>
                    <a:pt x="249717" y="673228"/>
                  </a:lnTo>
                  <a:lnTo>
                    <a:pt x="217096" y="724725"/>
                  </a:lnTo>
                  <a:lnTo>
                    <a:pt x="186590" y="777503"/>
                  </a:lnTo>
                  <a:lnTo>
                    <a:pt x="158248" y="831474"/>
                  </a:lnTo>
                  <a:lnTo>
                    <a:pt x="132118" y="886550"/>
                  </a:lnTo>
                  <a:lnTo>
                    <a:pt x="108242" y="942639"/>
                  </a:lnTo>
                  <a:lnTo>
                    <a:pt x="86659" y="999650"/>
                  </a:lnTo>
                  <a:lnTo>
                    <a:pt x="67405" y="1057490"/>
                  </a:lnTo>
                  <a:lnTo>
                    <a:pt x="50511" y="1116062"/>
                  </a:lnTo>
                  <a:lnTo>
                    <a:pt x="36006" y="1175271"/>
                  </a:lnTo>
                  <a:lnTo>
                    <a:pt x="23913" y="1235020"/>
                  </a:lnTo>
                  <a:lnTo>
                    <a:pt x="14252" y="1295209"/>
                  </a:lnTo>
                  <a:lnTo>
                    <a:pt x="7039" y="1355741"/>
                  </a:lnTo>
                  <a:lnTo>
                    <a:pt x="2285" y="1416515"/>
                  </a:lnTo>
                  <a:lnTo>
                    <a:pt x="0" y="1477432"/>
                  </a:lnTo>
                  <a:lnTo>
                    <a:pt x="185" y="1538392"/>
                  </a:lnTo>
                  <a:lnTo>
                    <a:pt x="2842" y="1599294"/>
                  </a:lnTo>
                  <a:lnTo>
                    <a:pt x="7965" y="1660038"/>
                  </a:lnTo>
                  <a:lnTo>
                    <a:pt x="15546" y="1720525"/>
                  </a:lnTo>
                  <a:lnTo>
                    <a:pt x="25574" y="1780654"/>
                  </a:lnTo>
                  <a:lnTo>
                    <a:pt x="38030" y="1840328"/>
                  </a:lnTo>
                  <a:lnTo>
                    <a:pt x="52896" y="1899448"/>
                  </a:lnTo>
                  <a:lnTo>
                    <a:pt x="70146" y="1957916"/>
                  </a:lnTo>
                  <a:lnTo>
                    <a:pt x="89752" y="2015637"/>
                  </a:lnTo>
                  <a:lnTo>
                    <a:pt x="111681" y="2072516"/>
                  </a:lnTo>
                  <a:lnTo>
                    <a:pt x="135898" y="2128459"/>
                  </a:lnTo>
                  <a:lnTo>
                    <a:pt x="162364" y="2183374"/>
                  </a:lnTo>
                  <a:lnTo>
                    <a:pt x="191033" y="2237172"/>
                  </a:lnTo>
                  <a:lnTo>
                    <a:pt x="221860" y="2289763"/>
                  </a:lnTo>
                  <a:lnTo>
                    <a:pt x="254794" y="2341061"/>
                  </a:lnTo>
                  <a:lnTo>
                    <a:pt x="289780" y="2390982"/>
                  </a:lnTo>
                  <a:lnTo>
                    <a:pt x="326761" y="2439443"/>
                  </a:lnTo>
                  <a:lnTo>
                    <a:pt x="365676" y="2486366"/>
                  </a:lnTo>
                  <a:lnTo>
                    <a:pt x="406461" y="2531672"/>
                  </a:lnTo>
                  <a:lnTo>
                    <a:pt x="449050" y="2575288"/>
                  </a:lnTo>
                  <a:lnTo>
                    <a:pt x="493371" y="2617141"/>
                  </a:lnTo>
                  <a:lnTo>
                    <a:pt x="539353" y="2657164"/>
                  </a:lnTo>
                  <a:lnTo>
                    <a:pt x="586919" y="2695289"/>
                  </a:lnTo>
                  <a:lnTo>
                    <a:pt x="635992" y="2731455"/>
                  </a:lnTo>
                  <a:lnTo>
                    <a:pt x="686491" y="2765602"/>
                  </a:lnTo>
                  <a:lnTo>
                    <a:pt x="738332" y="2797674"/>
                  </a:lnTo>
                  <a:lnTo>
                    <a:pt x="791431" y="2827618"/>
                  </a:lnTo>
                  <a:lnTo>
                    <a:pt x="845700" y="2855384"/>
                  </a:lnTo>
                  <a:lnTo>
                    <a:pt x="901050" y="2880928"/>
                  </a:lnTo>
                  <a:lnTo>
                    <a:pt x="957390" y="2904207"/>
                  </a:lnTo>
                  <a:lnTo>
                    <a:pt x="1014627" y="2925183"/>
                  </a:lnTo>
                  <a:lnTo>
                    <a:pt x="1072668" y="2943821"/>
                  </a:lnTo>
                  <a:lnTo>
                    <a:pt x="1131417" y="2960092"/>
                  </a:lnTo>
                  <a:lnTo>
                    <a:pt x="1190776" y="2973967"/>
                  </a:lnTo>
                  <a:lnTo>
                    <a:pt x="1250650" y="2985425"/>
                  </a:lnTo>
                  <a:lnTo>
                    <a:pt x="1310939" y="2994446"/>
                  </a:lnTo>
                  <a:lnTo>
                    <a:pt x="1371544" y="3001015"/>
                  </a:lnTo>
                  <a:lnTo>
                    <a:pt x="1432365" y="3005123"/>
                  </a:lnTo>
                  <a:lnTo>
                    <a:pt x="1493303" y="3006761"/>
                  </a:lnTo>
                  <a:lnTo>
                    <a:pt x="1554257" y="3005928"/>
                  </a:lnTo>
                  <a:lnTo>
                    <a:pt x="1615127" y="3002624"/>
                  </a:lnTo>
                  <a:lnTo>
                    <a:pt x="1675814" y="2996856"/>
                  </a:lnTo>
                  <a:lnTo>
                    <a:pt x="1736216" y="2988632"/>
                  </a:lnTo>
                  <a:lnTo>
                    <a:pt x="1796236" y="2977967"/>
                  </a:lnTo>
                  <a:lnTo>
                    <a:pt x="1855774" y="2964877"/>
                  </a:lnTo>
                  <a:lnTo>
                    <a:pt x="1914732" y="2949384"/>
                  </a:lnTo>
                  <a:lnTo>
                    <a:pt x="1973014" y="2931514"/>
                  </a:lnTo>
                  <a:lnTo>
                    <a:pt x="2030524" y="2911296"/>
                  </a:lnTo>
                  <a:lnTo>
                    <a:pt x="2087166" y="2888763"/>
                  </a:lnTo>
                  <a:lnTo>
                    <a:pt x="2142849" y="2863953"/>
                  </a:lnTo>
                  <a:lnTo>
                    <a:pt x="2197480" y="2836906"/>
                  </a:lnTo>
                  <a:lnTo>
                    <a:pt x="2250970" y="2807666"/>
                  </a:lnTo>
                  <a:lnTo>
                    <a:pt x="2303230" y="2776282"/>
                  </a:lnTo>
                  <a:lnTo>
                    <a:pt x="2354176" y="2742805"/>
                  </a:lnTo>
                  <a:lnTo>
                    <a:pt x="2403722" y="2707291"/>
                  </a:lnTo>
                  <a:lnTo>
                    <a:pt x="2451788" y="2669797"/>
                  </a:lnTo>
                  <a:lnTo>
                    <a:pt x="2498294" y="2630386"/>
                  </a:lnTo>
                  <a:lnTo>
                    <a:pt x="2543165" y="2589121"/>
                  </a:lnTo>
                  <a:lnTo>
                    <a:pt x="2586326" y="2546072"/>
                  </a:lnTo>
                  <a:lnTo>
                    <a:pt x="2627706" y="2501308"/>
                  </a:lnTo>
                  <a:lnTo>
                    <a:pt x="2667238" y="2454904"/>
                  </a:lnTo>
                  <a:lnTo>
                    <a:pt x="2704856" y="2406935"/>
                  </a:lnTo>
                  <a:lnTo>
                    <a:pt x="2740498" y="2357481"/>
                  </a:lnTo>
                  <a:lnTo>
                    <a:pt x="2774106" y="2306622"/>
                  </a:lnTo>
                  <a:lnTo>
                    <a:pt x="2805625" y="2254443"/>
                  </a:lnTo>
                  <a:lnTo>
                    <a:pt x="2835003" y="2201029"/>
                  </a:lnTo>
                  <a:lnTo>
                    <a:pt x="2862192" y="2146468"/>
                  </a:lnTo>
                  <a:lnTo>
                    <a:pt x="2887146" y="2090850"/>
                  </a:lnTo>
                  <a:lnTo>
                    <a:pt x="2909825" y="2034266"/>
                  </a:lnTo>
                  <a:lnTo>
                    <a:pt x="2930192" y="1976809"/>
                  </a:lnTo>
                  <a:lnTo>
                    <a:pt x="2948213" y="1918573"/>
                  </a:lnTo>
                  <a:lnTo>
                    <a:pt x="2963858" y="1859655"/>
                  </a:lnTo>
                  <a:lnTo>
                    <a:pt x="2977102" y="1800151"/>
                  </a:lnTo>
                  <a:lnTo>
                    <a:pt x="2987923" y="1740159"/>
                  </a:lnTo>
                  <a:lnTo>
                    <a:pt x="2996302" y="1679778"/>
                  </a:lnTo>
                  <a:lnTo>
                    <a:pt x="3002228" y="1619107"/>
                  </a:lnTo>
                  <a:lnTo>
                    <a:pt x="3005689" y="1558245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2176359" y="3824034"/>
              <a:ext cx="3206095" cy="3207196"/>
            </a:xfrm>
            <a:custGeom>
              <a:avLst/>
              <a:pathLst>
                <a:path w="3206095" h="3207196">
                  <a:moveTo>
                    <a:pt x="3205709" y="1535222"/>
                  </a:moveTo>
                  <a:lnTo>
                    <a:pt x="3201887" y="1473547"/>
                  </a:lnTo>
                  <a:lnTo>
                    <a:pt x="3195692" y="1412065"/>
                  </a:lnTo>
                  <a:lnTo>
                    <a:pt x="3187133" y="1350867"/>
                  </a:lnTo>
                  <a:lnTo>
                    <a:pt x="3176223" y="1290045"/>
                  </a:lnTo>
                  <a:lnTo>
                    <a:pt x="3162978" y="1229688"/>
                  </a:lnTo>
                  <a:lnTo>
                    <a:pt x="3147417" y="1169886"/>
                  </a:lnTo>
                  <a:lnTo>
                    <a:pt x="3129564" y="1110727"/>
                  </a:lnTo>
                  <a:lnTo>
                    <a:pt x="3109446" y="1052301"/>
                  </a:lnTo>
                  <a:lnTo>
                    <a:pt x="3087091" y="994693"/>
                  </a:lnTo>
                  <a:lnTo>
                    <a:pt x="3062534" y="937989"/>
                  </a:lnTo>
                  <a:lnTo>
                    <a:pt x="3035810" y="882273"/>
                  </a:lnTo>
                  <a:lnTo>
                    <a:pt x="3006960" y="827628"/>
                  </a:lnTo>
                  <a:lnTo>
                    <a:pt x="2976025" y="774135"/>
                  </a:lnTo>
                  <a:lnTo>
                    <a:pt x="2943054" y="721874"/>
                  </a:lnTo>
                  <a:lnTo>
                    <a:pt x="2908093" y="670921"/>
                  </a:lnTo>
                  <a:lnTo>
                    <a:pt x="2871195" y="621353"/>
                  </a:lnTo>
                  <a:lnTo>
                    <a:pt x="2832415" y="573244"/>
                  </a:lnTo>
                  <a:lnTo>
                    <a:pt x="2791810" y="526664"/>
                  </a:lnTo>
                  <a:lnTo>
                    <a:pt x="2749441" y="481683"/>
                  </a:lnTo>
                  <a:lnTo>
                    <a:pt x="2705371" y="438368"/>
                  </a:lnTo>
                  <a:lnTo>
                    <a:pt x="2659664" y="396782"/>
                  </a:lnTo>
                  <a:lnTo>
                    <a:pt x="2612390" y="356989"/>
                  </a:lnTo>
                  <a:lnTo>
                    <a:pt x="2563617" y="319046"/>
                  </a:lnTo>
                  <a:lnTo>
                    <a:pt x="2513419" y="283010"/>
                  </a:lnTo>
                  <a:lnTo>
                    <a:pt x="2461870" y="248935"/>
                  </a:lnTo>
                  <a:lnTo>
                    <a:pt x="2409047" y="216871"/>
                  </a:lnTo>
                  <a:lnTo>
                    <a:pt x="2355027" y="186866"/>
                  </a:lnTo>
                  <a:lnTo>
                    <a:pt x="2299892" y="158964"/>
                  </a:lnTo>
                  <a:lnTo>
                    <a:pt x="2243723" y="133208"/>
                  </a:lnTo>
                  <a:lnTo>
                    <a:pt x="2186603" y="109634"/>
                  </a:lnTo>
                  <a:lnTo>
                    <a:pt x="2128617" y="88278"/>
                  </a:lnTo>
                  <a:lnTo>
                    <a:pt x="2069852" y="69172"/>
                  </a:lnTo>
                  <a:lnTo>
                    <a:pt x="2010394" y="52344"/>
                  </a:lnTo>
                  <a:lnTo>
                    <a:pt x="1950332" y="37819"/>
                  </a:lnTo>
                  <a:lnTo>
                    <a:pt x="1889755" y="25619"/>
                  </a:lnTo>
                  <a:lnTo>
                    <a:pt x="1828753" y="15761"/>
                  </a:lnTo>
                  <a:lnTo>
                    <a:pt x="1767416" y="8261"/>
                  </a:lnTo>
                  <a:lnTo>
                    <a:pt x="1705836" y="3130"/>
                  </a:lnTo>
                  <a:lnTo>
                    <a:pt x="1644104" y="375"/>
                  </a:lnTo>
                  <a:lnTo>
                    <a:pt x="1582312" y="0"/>
                  </a:lnTo>
                  <a:lnTo>
                    <a:pt x="1520552" y="2005"/>
                  </a:lnTo>
                  <a:lnTo>
                    <a:pt x="1458914" y="6389"/>
                  </a:lnTo>
                  <a:lnTo>
                    <a:pt x="1397491" y="13144"/>
                  </a:lnTo>
                  <a:lnTo>
                    <a:pt x="1336374" y="22260"/>
                  </a:lnTo>
                  <a:lnTo>
                    <a:pt x="1275653" y="33724"/>
                  </a:lnTo>
                  <a:lnTo>
                    <a:pt x="1215419" y="47519"/>
                  </a:lnTo>
                  <a:lnTo>
                    <a:pt x="1155761" y="63624"/>
                  </a:lnTo>
                  <a:lnTo>
                    <a:pt x="1096768" y="82015"/>
                  </a:lnTo>
                  <a:lnTo>
                    <a:pt x="1038528" y="102665"/>
                  </a:lnTo>
                  <a:lnTo>
                    <a:pt x="981126" y="125544"/>
                  </a:lnTo>
                  <a:lnTo>
                    <a:pt x="924648" y="150617"/>
                  </a:lnTo>
                  <a:lnTo>
                    <a:pt x="869178" y="177848"/>
                  </a:lnTo>
                  <a:lnTo>
                    <a:pt x="814798" y="207195"/>
                  </a:lnTo>
                  <a:lnTo>
                    <a:pt x="761589" y="238615"/>
                  </a:lnTo>
                  <a:lnTo>
                    <a:pt x="709631" y="272062"/>
                  </a:lnTo>
                  <a:lnTo>
                    <a:pt x="658999" y="307486"/>
                  </a:lnTo>
                  <a:lnTo>
                    <a:pt x="609769" y="344834"/>
                  </a:lnTo>
                  <a:lnTo>
                    <a:pt x="562015" y="384051"/>
                  </a:lnTo>
                  <a:lnTo>
                    <a:pt x="515807" y="425078"/>
                  </a:lnTo>
                  <a:lnTo>
                    <a:pt x="471214" y="467855"/>
                  </a:lnTo>
                  <a:lnTo>
                    <a:pt x="428303" y="512319"/>
                  </a:lnTo>
                  <a:lnTo>
                    <a:pt x="387136" y="558402"/>
                  </a:lnTo>
                  <a:lnTo>
                    <a:pt x="347774" y="606037"/>
                  </a:lnTo>
                  <a:lnTo>
                    <a:pt x="310278" y="655154"/>
                  </a:lnTo>
                  <a:lnTo>
                    <a:pt x="274701" y="705678"/>
                  </a:lnTo>
                  <a:lnTo>
                    <a:pt x="241097" y="757535"/>
                  </a:lnTo>
                  <a:lnTo>
                    <a:pt x="209516" y="810649"/>
                  </a:lnTo>
                  <a:lnTo>
                    <a:pt x="180004" y="864940"/>
                  </a:lnTo>
                  <a:lnTo>
                    <a:pt x="152606" y="920327"/>
                  </a:lnTo>
                  <a:lnTo>
                    <a:pt x="127362" y="976729"/>
                  </a:lnTo>
                  <a:lnTo>
                    <a:pt x="104310" y="1034061"/>
                  </a:lnTo>
                  <a:lnTo>
                    <a:pt x="83484" y="1092239"/>
                  </a:lnTo>
                  <a:lnTo>
                    <a:pt x="64914" y="1151176"/>
                  </a:lnTo>
                  <a:lnTo>
                    <a:pt x="48628" y="1210785"/>
                  </a:lnTo>
                  <a:lnTo>
                    <a:pt x="34652" y="1270977"/>
                  </a:lnTo>
                  <a:lnTo>
                    <a:pt x="23004" y="1331662"/>
                  </a:lnTo>
                  <a:lnTo>
                    <a:pt x="13703" y="1392752"/>
                  </a:lnTo>
                  <a:lnTo>
                    <a:pt x="6762" y="1454154"/>
                  </a:lnTo>
                  <a:lnTo>
                    <a:pt x="2192" y="1515778"/>
                  </a:lnTo>
                  <a:lnTo>
                    <a:pt x="0" y="1577533"/>
                  </a:lnTo>
                  <a:lnTo>
                    <a:pt x="188" y="1639326"/>
                  </a:lnTo>
                  <a:lnTo>
                    <a:pt x="2756" y="1701066"/>
                  </a:lnTo>
                  <a:lnTo>
                    <a:pt x="7701" y="1762661"/>
                  </a:lnTo>
                  <a:lnTo>
                    <a:pt x="15016" y="1824020"/>
                  </a:lnTo>
                  <a:lnTo>
                    <a:pt x="24689" y="1885051"/>
                  </a:lnTo>
                  <a:lnTo>
                    <a:pt x="36705" y="1945665"/>
                  </a:lnTo>
                  <a:lnTo>
                    <a:pt x="51049" y="2005770"/>
                  </a:lnTo>
                  <a:lnTo>
                    <a:pt x="67697" y="2065279"/>
                  </a:lnTo>
                  <a:lnTo>
                    <a:pt x="86625" y="2124102"/>
                  </a:lnTo>
                  <a:lnTo>
                    <a:pt x="107805" y="2182152"/>
                  </a:lnTo>
                  <a:lnTo>
                    <a:pt x="131206" y="2239343"/>
                  </a:lnTo>
                  <a:lnTo>
                    <a:pt x="156793" y="2295590"/>
                  </a:lnTo>
                  <a:lnTo>
                    <a:pt x="184528" y="2350809"/>
                  </a:lnTo>
                  <a:lnTo>
                    <a:pt x="214369" y="2404919"/>
                  </a:lnTo>
                  <a:lnTo>
                    <a:pt x="246273" y="2457840"/>
                  </a:lnTo>
                  <a:lnTo>
                    <a:pt x="280192" y="2509492"/>
                  </a:lnTo>
                  <a:lnTo>
                    <a:pt x="316076" y="2559798"/>
                  </a:lnTo>
                  <a:lnTo>
                    <a:pt x="353871" y="2608685"/>
                  </a:lnTo>
                  <a:lnTo>
                    <a:pt x="393521" y="2656080"/>
                  </a:lnTo>
                  <a:lnTo>
                    <a:pt x="434968" y="2701912"/>
                  </a:lnTo>
                  <a:lnTo>
                    <a:pt x="478150" y="2746113"/>
                  </a:lnTo>
                  <a:lnTo>
                    <a:pt x="523002" y="2788618"/>
                  </a:lnTo>
                  <a:lnTo>
                    <a:pt x="569459" y="2829364"/>
                  </a:lnTo>
                  <a:lnTo>
                    <a:pt x="617451" y="2868289"/>
                  </a:lnTo>
                  <a:lnTo>
                    <a:pt x="666907" y="2905337"/>
                  </a:lnTo>
                  <a:lnTo>
                    <a:pt x="717754" y="2940451"/>
                  </a:lnTo>
                  <a:lnTo>
                    <a:pt x="769915" y="2973581"/>
                  </a:lnTo>
                  <a:lnTo>
                    <a:pt x="823314" y="3004677"/>
                  </a:lnTo>
                  <a:lnTo>
                    <a:pt x="877872" y="3033693"/>
                  </a:lnTo>
                  <a:lnTo>
                    <a:pt x="933507" y="3060585"/>
                  </a:lnTo>
                  <a:lnTo>
                    <a:pt x="990136" y="3085314"/>
                  </a:lnTo>
                  <a:lnTo>
                    <a:pt x="1047676" y="3107843"/>
                  </a:lnTo>
                  <a:lnTo>
                    <a:pt x="1106041" y="3128138"/>
                  </a:lnTo>
                  <a:lnTo>
                    <a:pt x="1165145" y="3146170"/>
                  </a:lnTo>
                  <a:lnTo>
                    <a:pt x="1224900" y="3161911"/>
                  </a:lnTo>
                  <a:lnTo>
                    <a:pt x="1285217" y="3175339"/>
                  </a:lnTo>
                  <a:lnTo>
                    <a:pt x="1346006" y="3186433"/>
                  </a:lnTo>
                  <a:lnTo>
                    <a:pt x="1407178" y="3195177"/>
                  </a:lnTo>
                  <a:lnTo>
                    <a:pt x="1468641" y="3201558"/>
                  </a:lnTo>
                  <a:lnTo>
                    <a:pt x="1530304" y="3205566"/>
                  </a:lnTo>
                  <a:lnTo>
                    <a:pt x="1592076" y="3207196"/>
                  </a:lnTo>
                  <a:lnTo>
                    <a:pt x="1653864" y="3206445"/>
                  </a:lnTo>
                  <a:lnTo>
                    <a:pt x="1715578" y="3203313"/>
                  </a:lnTo>
                  <a:lnTo>
                    <a:pt x="1777126" y="3197807"/>
                  </a:lnTo>
                  <a:lnTo>
                    <a:pt x="1838415" y="3189934"/>
                  </a:lnTo>
                  <a:lnTo>
                    <a:pt x="1899356" y="3179705"/>
                  </a:lnTo>
                  <a:lnTo>
                    <a:pt x="1959858" y="3167136"/>
                  </a:lnTo>
                  <a:lnTo>
                    <a:pt x="2019830" y="3152246"/>
                  </a:lnTo>
                  <a:lnTo>
                    <a:pt x="2079185" y="3135056"/>
                  </a:lnTo>
                  <a:lnTo>
                    <a:pt x="2137833" y="3115593"/>
                  </a:lnTo>
                  <a:lnTo>
                    <a:pt x="2195687" y="3093885"/>
                  </a:lnTo>
                  <a:lnTo>
                    <a:pt x="2252663" y="3069963"/>
                  </a:lnTo>
                  <a:lnTo>
                    <a:pt x="2308674" y="3043865"/>
                  </a:lnTo>
                  <a:lnTo>
                    <a:pt x="2363639" y="3015628"/>
                  </a:lnTo>
                  <a:lnTo>
                    <a:pt x="2417474" y="2985295"/>
                  </a:lnTo>
                  <a:lnTo>
                    <a:pt x="2470102" y="2952910"/>
                  </a:lnTo>
                  <a:lnTo>
                    <a:pt x="2521442" y="2918521"/>
                  </a:lnTo>
                  <a:lnTo>
                    <a:pt x="2571420" y="2882181"/>
                  </a:lnTo>
                  <a:lnTo>
                    <a:pt x="2619961" y="2843942"/>
                  </a:lnTo>
                  <a:lnTo>
                    <a:pt x="2666992" y="2803861"/>
                  </a:lnTo>
                  <a:lnTo>
                    <a:pt x="2712444" y="2761998"/>
                  </a:lnTo>
                  <a:lnTo>
                    <a:pt x="2756250" y="2718415"/>
                  </a:lnTo>
                  <a:lnTo>
                    <a:pt x="2798345" y="2673177"/>
                  </a:lnTo>
                  <a:lnTo>
                    <a:pt x="2838665" y="2626351"/>
                  </a:lnTo>
                  <a:lnTo>
                    <a:pt x="2877151" y="2578006"/>
                  </a:lnTo>
                  <a:lnTo>
                    <a:pt x="2913747" y="2528215"/>
                  </a:lnTo>
                  <a:lnTo>
                    <a:pt x="2948397" y="2477051"/>
                  </a:lnTo>
                  <a:lnTo>
                    <a:pt x="2981050" y="2424589"/>
                  </a:lnTo>
                  <a:lnTo>
                    <a:pt x="3011658" y="2370909"/>
                  </a:lnTo>
                  <a:lnTo>
                    <a:pt x="3040175" y="2316089"/>
                  </a:lnTo>
                  <a:lnTo>
                    <a:pt x="3066559" y="2260212"/>
                  </a:lnTo>
                  <a:lnTo>
                    <a:pt x="3090770" y="2203359"/>
                  </a:lnTo>
                  <a:lnTo>
                    <a:pt x="3112774" y="2145616"/>
                  </a:lnTo>
                  <a:lnTo>
                    <a:pt x="3132537" y="2087068"/>
                  </a:lnTo>
                  <a:lnTo>
                    <a:pt x="3150029" y="2027803"/>
                  </a:lnTo>
                  <a:lnTo>
                    <a:pt x="3165225" y="1967907"/>
                  </a:lnTo>
                  <a:lnTo>
                    <a:pt x="3178103" y="1907470"/>
                  </a:lnTo>
                  <a:lnTo>
                    <a:pt x="3188642" y="1846582"/>
                  </a:lnTo>
                  <a:lnTo>
                    <a:pt x="3196829" y="1785334"/>
                  </a:lnTo>
                  <a:lnTo>
                    <a:pt x="3202649" y="1723815"/>
                  </a:lnTo>
                  <a:lnTo>
                    <a:pt x="3206095" y="1662118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2075926" y="3723833"/>
              <a:ext cx="3406692" cy="3407429"/>
            </a:xfrm>
            <a:custGeom>
              <a:avLst/>
              <a:pathLst>
                <a:path w="3406692" h="3407429">
                  <a:moveTo>
                    <a:pt x="3406282" y="1631152"/>
                  </a:moveTo>
                  <a:lnTo>
                    <a:pt x="3402441" y="1568350"/>
                  </a:lnTo>
                  <a:lnTo>
                    <a:pt x="3396284" y="1505732"/>
                  </a:lnTo>
                  <a:lnTo>
                    <a:pt x="3387819" y="1443384"/>
                  </a:lnTo>
                  <a:lnTo>
                    <a:pt x="3377058" y="1381390"/>
                  </a:lnTo>
                  <a:lnTo>
                    <a:pt x="3364016" y="1319837"/>
                  </a:lnTo>
                  <a:lnTo>
                    <a:pt x="3348710" y="1258807"/>
                  </a:lnTo>
                  <a:lnTo>
                    <a:pt x="3331161" y="1198384"/>
                  </a:lnTo>
                  <a:lnTo>
                    <a:pt x="3311393" y="1138649"/>
                  </a:lnTo>
                  <a:lnTo>
                    <a:pt x="3289434" y="1079686"/>
                  </a:lnTo>
                  <a:lnTo>
                    <a:pt x="3265312" y="1021573"/>
                  </a:lnTo>
                  <a:lnTo>
                    <a:pt x="3239061" y="964391"/>
                  </a:lnTo>
                  <a:lnTo>
                    <a:pt x="3210717" y="908216"/>
                  </a:lnTo>
                  <a:lnTo>
                    <a:pt x="3180319" y="853127"/>
                  </a:lnTo>
                  <a:lnTo>
                    <a:pt x="3147907" y="799197"/>
                  </a:lnTo>
                  <a:lnTo>
                    <a:pt x="3113526" y="746501"/>
                  </a:lnTo>
                  <a:lnTo>
                    <a:pt x="3077223" y="695110"/>
                  </a:lnTo>
                  <a:lnTo>
                    <a:pt x="3039047" y="645095"/>
                  </a:lnTo>
                  <a:lnTo>
                    <a:pt x="2999051" y="596523"/>
                  </a:lnTo>
                  <a:lnTo>
                    <a:pt x="2957289" y="549460"/>
                  </a:lnTo>
                  <a:lnTo>
                    <a:pt x="2913817" y="503972"/>
                  </a:lnTo>
                  <a:lnTo>
                    <a:pt x="2868696" y="460120"/>
                  </a:lnTo>
                  <a:lnTo>
                    <a:pt x="2821987" y="417963"/>
                  </a:lnTo>
                  <a:lnTo>
                    <a:pt x="2773753" y="377560"/>
                  </a:lnTo>
                  <a:lnTo>
                    <a:pt x="2724060" y="338965"/>
                  </a:lnTo>
                  <a:lnTo>
                    <a:pt x="2672976" y="302232"/>
                  </a:lnTo>
                  <a:lnTo>
                    <a:pt x="2620571" y="267409"/>
                  </a:lnTo>
                  <a:lnTo>
                    <a:pt x="2566916" y="234545"/>
                  </a:lnTo>
                  <a:lnTo>
                    <a:pt x="2512084" y="203684"/>
                  </a:lnTo>
                  <a:lnTo>
                    <a:pt x="2456150" y="174868"/>
                  </a:lnTo>
                  <a:lnTo>
                    <a:pt x="2399190" y="148138"/>
                  </a:lnTo>
                  <a:lnTo>
                    <a:pt x="2341282" y="123529"/>
                  </a:lnTo>
                  <a:lnTo>
                    <a:pt x="2282505" y="101074"/>
                  </a:lnTo>
                  <a:lnTo>
                    <a:pt x="2222939" y="80805"/>
                  </a:lnTo>
                  <a:lnTo>
                    <a:pt x="2162666" y="62748"/>
                  </a:lnTo>
                  <a:lnTo>
                    <a:pt x="2101766" y="46930"/>
                  </a:lnTo>
                  <a:lnTo>
                    <a:pt x="2040325" y="33370"/>
                  </a:lnTo>
                  <a:lnTo>
                    <a:pt x="1978424" y="22089"/>
                  </a:lnTo>
                  <a:lnTo>
                    <a:pt x="1916150" y="13100"/>
                  </a:lnTo>
                  <a:lnTo>
                    <a:pt x="1853585" y="6417"/>
                  </a:lnTo>
                  <a:lnTo>
                    <a:pt x="1790817" y="2048"/>
                  </a:lnTo>
                  <a:lnTo>
                    <a:pt x="1727930" y="0"/>
                  </a:lnTo>
                  <a:lnTo>
                    <a:pt x="1665011" y="274"/>
                  </a:lnTo>
                  <a:lnTo>
                    <a:pt x="1602145" y="2872"/>
                  </a:lnTo>
                  <a:lnTo>
                    <a:pt x="1539417" y="7789"/>
                  </a:lnTo>
                  <a:lnTo>
                    <a:pt x="1476914" y="15018"/>
                  </a:lnTo>
                  <a:lnTo>
                    <a:pt x="1414720" y="24550"/>
                  </a:lnTo>
                  <a:lnTo>
                    <a:pt x="1352920" y="36372"/>
                  </a:lnTo>
                  <a:lnTo>
                    <a:pt x="1291599" y="50468"/>
                  </a:lnTo>
                  <a:lnTo>
                    <a:pt x="1230841" y="66818"/>
                  </a:lnTo>
                  <a:lnTo>
                    <a:pt x="1170727" y="85400"/>
                  </a:lnTo>
                  <a:lnTo>
                    <a:pt x="1111340" y="106188"/>
                  </a:lnTo>
                  <a:lnTo>
                    <a:pt x="1052762" y="129155"/>
                  </a:lnTo>
                  <a:lnTo>
                    <a:pt x="995071" y="154270"/>
                  </a:lnTo>
                  <a:lnTo>
                    <a:pt x="938347" y="181497"/>
                  </a:lnTo>
                  <a:lnTo>
                    <a:pt x="882667" y="210799"/>
                  </a:lnTo>
                  <a:lnTo>
                    <a:pt x="828106" y="242138"/>
                  </a:lnTo>
                  <a:lnTo>
                    <a:pt x="774740" y="275470"/>
                  </a:lnTo>
                  <a:lnTo>
                    <a:pt x="722641" y="310749"/>
                  </a:lnTo>
                  <a:lnTo>
                    <a:pt x="671880" y="347927"/>
                  </a:lnTo>
                  <a:lnTo>
                    <a:pt x="622526" y="386955"/>
                  </a:lnTo>
                  <a:lnTo>
                    <a:pt x="574647" y="427777"/>
                  </a:lnTo>
                  <a:lnTo>
                    <a:pt x="528307" y="470340"/>
                  </a:lnTo>
                  <a:lnTo>
                    <a:pt x="483571" y="514585"/>
                  </a:lnTo>
                  <a:lnTo>
                    <a:pt x="440499" y="560451"/>
                  </a:lnTo>
                  <a:lnTo>
                    <a:pt x="399149" y="607876"/>
                  </a:lnTo>
                  <a:lnTo>
                    <a:pt x="359579" y="656796"/>
                  </a:lnTo>
                  <a:lnTo>
                    <a:pt x="321841" y="707143"/>
                  </a:lnTo>
                  <a:lnTo>
                    <a:pt x="285988" y="758849"/>
                  </a:lnTo>
                  <a:lnTo>
                    <a:pt x="252069" y="811843"/>
                  </a:lnTo>
                  <a:lnTo>
                    <a:pt x="220129" y="866054"/>
                  </a:lnTo>
                  <a:lnTo>
                    <a:pt x="190213" y="921407"/>
                  </a:lnTo>
                  <a:lnTo>
                    <a:pt x="162361" y="977827"/>
                  </a:lnTo>
                  <a:lnTo>
                    <a:pt x="136610" y="1035236"/>
                  </a:lnTo>
                  <a:lnTo>
                    <a:pt x="112997" y="1093557"/>
                  </a:lnTo>
                  <a:lnTo>
                    <a:pt x="91553" y="1152710"/>
                  </a:lnTo>
                  <a:lnTo>
                    <a:pt x="72308" y="1212615"/>
                  </a:lnTo>
                  <a:lnTo>
                    <a:pt x="55287" y="1273189"/>
                  </a:lnTo>
                  <a:lnTo>
                    <a:pt x="40515" y="1334351"/>
                  </a:lnTo>
                  <a:lnTo>
                    <a:pt x="28011" y="1396016"/>
                  </a:lnTo>
                  <a:lnTo>
                    <a:pt x="17792" y="1458100"/>
                  </a:lnTo>
                  <a:lnTo>
                    <a:pt x="9872" y="1520520"/>
                  </a:lnTo>
                  <a:lnTo>
                    <a:pt x="4262" y="1583189"/>
                  </a:lnTo>
                  <a:lnTo>
                    <a:pt x="970" y="1646023"/>
                  </a:lnTo>
                  <a:lnTo>
                    <a:pt x="0" y="1708936"/>
                  </a:lnTo>
                  <a:lnTo>
                    <a:pt x="1353" y="1771842"/>
                  </a:lnTo>
                  <a:lnTo>
                    <a:pt x="5028" y="1834654"/>
                  </a:lnTo>
                  <a:lnTo>
                    <a:pt x="11019" y="1897288"/>
                  </a:lnTo>
                  <a:lnTo>
                    <a:pt x="19319" y="1959659"/>
                  </a:lnTo>
                  <a:lnTo>
                    <a:pt x="29915" y="2021680"/>
                  </a:lnTo>
                  <a:lnTo>
                    <a:pt x="42795" y="2083268"/>
                  </a:lnTo>
                  <a:lnTo>
                    <a:pt x="57939" y="2144338"/>
                  </a:lnTo>
                  <a:lnTo>
                    <a:pt x="75328" y="2204808"/>
                  </a:lnTo>
                  <a:lnTo>
                    <a:pt x="94938" y="2264594"/>
                  </a:lnTo>
                  <a:lnTo>
                    <a:pt x="116742" y="2323615"/>
                  </a:lnTo>
                  <a:lnTo>
                    <a:pt x="140709" y="2381792"/>
                  </a:lnTo>
                  <a:lnTo>
                    <a:pt x="166809" y="2439043"/>
                  </a:lnTo>
                  <a:lnTo>
                    <a:pt x="195004" y="2495292"/>
                  </a:lnTo>
                  <a:lnTo>
                    <a:pt x="225257" y="2550462"/>
                  </a:lnTo>
                  <a:lnTo>
                    <a:pt x="257526" y="2604477"/>
                  </a:lnTo>
                  <a:lnTo>
                    <a:pt x="291767" y="2657264"/>
                  </a:lnTo>
                  <a:lnTo>
                    <a:pt x="327934" y="2708751"/>
                  </a:lnTo>
                  <a:lnTo>
                    <a:pt x="365978" y="2758868"/>
                  </a:lnTo>
                  <a:lnTo>
                    <a:pt x="405845" y="2807545"/>
                  </a:lnTo>
                  <a:lnTo>
                    <a:pt x="447483" y="2854718"/>
                  </a:lnTo>
                  <a:lnTo>
                    <a:pt x="490834" y="2900321"/>
                  </a:lnTo>
                  <a:lnTo>
                    <a:pt x="535839" y="2944292"/>
                  </a:lnTo>
                  <a:lnTo>
                    <a:pt x="582436" y="2986572"/>
                  </a:lnTo>
                  <a:lnTo>
                    <a:pt x="630563" y="3027103"/>
                  </a:lnTo>
                  <a:lnTo>
                    <a:pt x="680154" y="3065829"/>
                  </a:lnTo>
                  <a:lnTo>
                    <a:pt x="731140" y="3102698"/>
                  </a:lnTo>
                  <a:lnTo>
                    <a:pt x="783453" y="3137659"/>
                  </a:lnTo>
                  <a:lnTo>
                    <a:pt x="837021" y="3170665"/>
                  </a:lnTo>
                  <a:lnTo>
                    <a:pt x="891772" y="3201671"/>
                  </a:lnTo>
                  <a:lnTo>
                    <a:pt x="947629" y="3230634"/>
                  </a:lnTo>
                  <a:lnTo>
                    <a:pt x="1004518" y="3257515"/>
                  </a:lnTo>
                  <a:lnTo>
                    <a:pt x="1062360" y="3282278"/>
                  </a:lnTo>
                  <a:lnTo>
                    <a:pt x="1121078" y="3304888"/>
                  </a:lnTo>
                  <a:lnTo>
                    <a:pt x="1180590" y="3325314"/>
                  </a:lnTo>
                  <a:lnTo>
                    <a:pt x="1240815" y="3343530"/>
                  </a:lnTo>
                  <a:lnTo>
                    <a:pt x="1301673" y="3359510"/>
                  </a:lnTo>
                  <a:lnTo>
                    <a:pt x="1363078" y="3373232"/>
                  </a:lnTo>
                  <a:lnTo>
                    <a:pt x="1424949" y="3384677"/>
                  </a:lnTo>
                  <a:lnTo>
                    <a:pt x="1487199" y="3393830"/>
                  </a:lnTo>
                  <a:lnTo>
                    <a:pt x="1549745" y="3400679"/>
                  </a:lnTo>
                  <a:lnTo>
                    <a:pt x="1612502" y="3405214"/>
                  </a:lnTo>
                  <a:lnTo>
                    <a:pt x="1675383" y="3407429"/>
                  </a:lnTo>
                  <a:lnTo>
                    <a:pt x="1738303" y="3407321"/>
                  </a:lnTo>
                  <a:lnTo>
                    <a:pt x="1801176" y="3404889"/>
                  </a:lnTo>
                  <a:lnTo>
                    <a:pt x="1863917" y="3400138"/>
                  </a:lnTo>
                  <a:lnTo>
                    <a:pt x="1926439" y="3393074"/>
                  </a:lnTo>
                  <a:lnTo>
                    <a:pt x="1988658" y="3383707"/>
                  </a:lnTo>
                  <a:lnTo>
                    <a:pt x="2050488" y="3372048"/>
                  </a:lnTo>
                  <a:lnTo>
                    <a:pt x="2111846" y="3358115"/>
                  </a:lnTo>
                  <a:lnTo>
                    <a:pt x="2172648" y="3341926"/>
                  </a:lnTo>
                  <a:lnTo>
                    <a:pt x="2232811" y="3323503"/>
                  </a:lnTo>
                  <a:lnTo>
                    <a:pt x="2292252" y="3302872"/>
                  </a:lnTo>
                  <a:lnTo>
                    <a:pt x="2350891" y="3280060"/>
                  </a:lnTo>
                  <a:lnTo>
                    <a:pt x="2408648" y="3255098"/>
                  </a:lnTo>
                  <a:lnTo>
                    <a:pt x="2465444" y="3228021"/>
                  </a:lnTo>
                  <a:lnTo>
                    <a:pt x="2521201" y="3198866"/>
                  </a:lnTo>
                  <a:lnTo>
                    <a:pt x="2575844" y="3167672"/>
                  </a:lnTo>
                  <a:lnTo>
                    <a:pt x="2629299" y="3134482"/>
                  </a:lnTo>
                  <a:lnTo>
                    <a:pt x="2681491" y="3099340"/>
                  </a:lnTo>
                  <a:lnTo>
                    <a:pt x="2732350" y="3062296"/>
                  </a:lnTo>
                  <a:lnTo>
                    <a:pt x="2781807" y="3023400"/>
                  </a:lnTo>
                  <a:lnTo>
                    <a:pt x="2829794" y="2982703"/>
                  </a:lnTo>
                  <a:lnTo>
                    <a:pt x="2876246" y="2940263"/>
                  </a:lnTo>
                  <a:lnTo>
                    <a:pt x="2921099" y="2896137"/>
                  </a:lnTo>
                  <a:lnTo>
                    <a:pt x="2964293" y="2850385"/>
                  </a:lnTo>
                  <a:lnTo>
                    <a:pt x="3005768" y="2803070"/>
                  </a:lnTo>
                  <a:lnTo>
                    <a:pt x="3045468" y="2754255"/>
                  </a:lnTo>
                  <a:lnTo>
                    <a:pt x="3083338" y="2704008"/>
                  </a:lnTo>
                  <a:lnTo>
                    <a:pt x="3119328" y="2652397"/>
                  </a:lnTo>
                  <a:lnTo>
                    <a:pt x="3153387" y="2599492"/>
                  </a:lnTo>
                  <a:lnTo>
                    <a:pt x="3185470" y="2545366"/>
                  </a:lnTo>
                  <a:lnTo>
                    <a:pt x="3215533" y="2490093"/>
                  </a:lnTo>
                  <a:lnTo>
                    <a:pt x="3243534" y="2433747"/>
                  </a:lnTo>
                  <a:lnTo>
                    <a:pt x="3269436" y="2376406"/>
                  </a:lnTo>
                  <a:lnTo>
                    <a:pt x="3293204" y="2318147"/>
                  </a:lnTo>
                  <a:lnTo>
                    <a:pt x="3314804" y="2259051"/>
                  </a:lnTo>
                  <a:lnTo>
                    <a:pt x="3334208" y="2199198"/>
                  </a:lnTo>
                  <a:lnTo>
                    <a:pt x="3351388" y="2138669"/>
                  </a:lnTo>
                  <a:lnTo>
                    <a:pt x="3366323" y="2077547"/>
                  </a:lnTo>
                  <a:lnTo>
                    <a:pt x="3378990" y="2015915"/>
                  </a:lnTo>
                  <a:lnTo>
                    <a:pt x="3389373" y="1953857"/>
                  </a:lnTo>
                  <a:lnTo>
                    <a:pt x="3397458" y="1891459"/>
                  </a:lnTo>
                  <a:lnTo>
                    <a:pt x="3403234" y="1828804"/>
                  </a:lnTo>
                  <a:lnTo>
                    <a:pt x="3406692" y="176598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1975882" y="3623446"/>
              <a:ext cx="3606900" cy="3608198"/>
            </a:xfrm>
            <a:custGeom>
              <a:avLst/>
              <a:pathLst>
                <a:path w="3606900" h="3608198">
                  <a:moveTo>
                    <a:pt x="3606465" y="1727269"/>
                  </a:moveTo>
                  <a:lnTo>
                    <a:pt x="3602608" y="1663429"/>
                  </a:lnTo>
                  <a:lnTo>
                    <a:pt x="3596491" y="1599765"/>
                  </a:lnTo>
                  <a:lnTo>
                    <a:pt x="3588121" y="1536359"/>
                  </a:lnTo>
                  <a:lnTo>
                    <a:pt x="3577509" y="1473289"/>
                  </a:lnTo>
                  <a:lnTo>
                    <a:pt x="3564668" y="1410634"/>
                  </a:lnTo>
                  <a:lnTo>
                    <a:pt x="3549614" y="1348474"/>
                  </a:lnTo>
                  <a:lnTo>
                    <a:pt x="3532366" y="1286887"/>
                  </a:lnTo>
                  <a:lnTo>
                    <a:pt x="3512947" y="1225950"/>
                  </a:lnTo>
                  <a:lnTo>
                    <a:pt x="3491380" y="1165739"/>
                  </a:lnTo>
                  <a:lnTo>
                    <a:pt x="3467692" y="1106331"/>
                  </a:lnTo>
                  <a:lnTo>
                    <a:pt x="3441913" y="1047800"/>
                  </a:lnTo>
                  <a:lnTo>
                    <a:pt x="3414077" y="990219"/>
                  </a:lnTo>
                  <a:lnTo>
                    <a:pt x="3384216" y="933661"/>
                  </a:lnTo>
                  <a:lnTo>
                    <a:pt x="3352370" y="878197"/>
                  </a:lnTo>
                  <a:lnTo>
                    <a:pt x="3318578" y="823896"/>
                  </a:lnTo>
                  <a:lnTo>
                    <a:pt x="3282882" y="770827"/>
                  </a:lnTo>
                  <a:lnTo>
                    <a:pt x="3245328" y="719057"/>
                  </a:lnTo>
                  <a:lnTo>
                    <a:pt x="3205963" y="668651"/>
                  </a:lnTo>
                  <a:lnTo>
                    <a:pt x="3164835" y="619671"/>
                  </a:lnTo>
                  <a:lnTo>
                    <a:pt x="3121998" y="572180"/>
                  </a:lnTo>
                  <a:lnTo>
                    <a:pt x="3077504" y="526237"/>
                  </a:lnTo>
                  <a:lnTo>
                    <a:pt x="3031410" y="481900"/>
                  </a:lnTo>
                  <a:lnTo>
                    <a:pt x="2983773" y="439225"/>
                  </a:lnTo>
                  <a:lnTo>
                    <a:pt x="2934653" y="398264"/>
                  </a:lnTo>
                  <a:lnTo>
                    <a:pt x="2884113" y="359071"/>
                  </a:lnTo>
                  <a:lnTo>
                    <a:pt x="2832215" y="321694"/>
                  </a:lnTo>
                  <a:lnTo>
                    <a:pt x="2779025" y="286179"/>
                  </a:lnTo>
                  <a:lnTo>
                    <a:pt x="2724609" y="252573"/>
                  </a:lnTo>
                  <a:lnTo>
                    <a:pt x="2669037" y="220916"/>
                  </a:lnTo>
                  <a:lnTo>
                    <a:pt x="2612377" y="191248"/>
                  </a:lnTo>
                  <a:lnTo>
                    <a:pt x="2554702" y="163608"/>
                  </a:lnTo>
                  <a:lnTo>
                    <a:pt x="2496083" y="138029"/>
                  </a:lnTo>
                  <a:lnTo>
                    <a:pt x="2436594" y="114544"/>
                  </a:lnTo>
                  <a:lnTo>
                    <a:pt x="2376310" y="93182"/>
                  </a:lnTo>
                  <a:lnTo>
                    <a:pt x="2315307" y="73970"/>
                  </a:lnTo>
                  <a:lnTo>
                    <a:pt x="2253661" y="56933"/>
                  </a:lnTo>
                  <a:lnTo>
                    <a:pt x="2191451" y="42091"/>
                  </a:lnTo>
                  <a:lnTo>
                    <a:pt x="2128753" y="29464"/>
                  </a:lnTo>
                  <a:lnTo>
                    <a:pt x="2065647" y="19067"/>
                  </a:lnTo>
                  <a:lnTo>
                    <a:pt x="2002212" y="10913"/>
                  </a:lnTo>
                  <a:lnTo>
                    <a:pt x="1938528" y="5013"/>
                  </a:lnTo>
                  <a:lnTo>
                    <a:pt x="1874675" y="1373"/>
                  </a:lnTo>
                  <a:lnTo>
                    <a:pt x="1810733" y="0"/>
                  </a:lnTo>
                  <a:lnTo>
                    <a:pt x="1746783" y="893"/>
                  </a:lnTo>
                  <a:lnTo>
                    <a:pt x="1682904" y="4052"/>
                  </a:lnTo>
                  <a:lnTo>
                    <a:pt x="1619178" y="9474"/>
                  </a:lnTo>
                  <a:lnTo>
                    <a:pt x="1555683" y="17151"/>
                  </a:lnTo>
                  <a:lnTo>
                    <a:pt x="1492501" y="27073"/>
                  </a:lnTo>
                  <a:lnTo>
                    <a:pt x="1429710" y="39229"/>
                  </a:lnTo>
                  <a:lnTo>
                    <a:pt x="1367390" y="53603"/>
                  </a:lnTo>
                  <a:lnTo>
                    <a:pt x="1305618" y="70177"/>
                  </a:lnTo>
                  <a:lnTo>
                    <a:pt x="1244472" y="88929"/>
                  </a:lnTo>
                  <a:lnTo>
                    <a:pt x="1184029" y="109837"/>
                  </a:lnTo>
                  <a:lnTo>
                    <a:pt x="1124366" y="132875"/>
                  </a:lnTo>
                  <a:lnTo>
                    <a:pt x="1065556" y="158012"/>
                  </a:lnTo>
                  <a:lnTo>
                    <a:pt x="1007675" y="185219"/>
                  </a:lnTo>
                  <a:lnTo>
                    <a:pt x="950794" y="214459"/>
                  </a:lnTo>
                  <a:lnTo>
                    <a:pt x="894985" y="245698"/>
                  </a:lnTo>
                  <a:lnTo>
                    <a:pt x="840319" y="278895"/>
                  </a:lnTo>
                  <a:lnTo>
                    <a:pt x="786863" y="314009"/>
                  </a:lnTo>
                  <a:lnTo>
                    <a:pt x="734686" y="350995"/>
                  </a:lnTo>
                  <a:lnTo>
                    <a:pt x="683852" y="389807"/>
                  </a:lnTo>
                  <a:lnTo>
                    <a:pt x="634426" y="430397"/>
                  </a:lnTo>
                  <a:lnTo>
                    <a:pt x="586470" y="472713"/>
                  </a:lnTo>
                  <a:lnTo>
                    <a:pt x="540044" y="516703"/>
                  </a:lnTo>
                  <a:lnTo>
                    <a:pt x="495206" y="562310"/>
                  </a:lnTo>
                  <a:lnTo>
                    <a:pt x="452013" y="609478"/>
                  </a:lnTo>
                  <a:lnTo>
                    <a:pt x="410518" y="658147"/>
                  </a:lnTo>
                  <a:lnTo>
                    <a:pt x="370775" y="708256"/>
                  </a:lnTo>
                  <a:lnTo>
                    <a:pt x="332833" y="759743"/>
                  </a:lnTo>
                  <a:lnTo>
                    <a:pt x="296740" y="812542"/>
                  </a:lnTo>
                  <a:lnTo>
                    <a:pt x="262541" y="866587"/>
                  </a:lnTo>
                  <a:lnTo>
                    <a:pt x="230279" y="921810"/>
                  </a:lnTo>
                  <a:lnTo>
                    <a:pt x="199994" y="978142"/>
                  </a:lnTo>
                  <a:lnTo>
                    <a:pt x="171725" y="1035512"/>
                  </a:lnTo>
                  <a:lnTo>
                    <a:pt x="145507" y="1093848"/>
                  </a:lnTo>
                  <a:lnTo>
                    <a:pt x="121374" y="1153077"/>
                  </a:lnTo>
                  <a:lnTo>
                    <a:pt x="99355" y="1213124"/>
                  </a:lnTo>
                  <a:lnTo>
                    <a:pt x="79478" y="1273913"/>
                  </a:lnTo>
                  <a:lnTo>
                    <a:pt x="61768" y="1335369"/>
                  </a:lnTo>
                  <a:lnTo>
                    <a:pt x="46248" y="1397414"/>
                  </a:lnTo>
                  <a:lnTo>
                    <a:pt x="32936" y="1459970"/>
                  </a:lnTo>
                  <a:lnTo>
                    <a:pt x="21851" y="1522959"/>
                  </a:lnTo>
                  <a:lnTo>
                    <a:pt x="13004" y="1586301"/>
                  </a:lnTo>
                  <a:lnTo>
                    <a:pt x="6409" y="1649917"/>
                  </a:lnTo>
                  <a:lnTo>
                    <a:pt x="2072" y="1713726"/>
                  </a:lnTo>
                  <a:lnTo>
                    <a:pt x="0" y="1777649"/>
                  </a:lnTo>
                  <a:lnTo>
                    <a:pt x="194" y="1841606"/>
                  </a:lnTo>
                  <a:lnTo>
                    <a:pt x="2656" y="1905515"/>
                  </a:lnTo>
                  <a:lnTo>
                    <a:pt x="7381" y="1969297"/>
                  </a:lnTo>
                  <a:lnTo>
                    <a:pt x="14364" y="2032871"/>
                  </a:lnTo>
                  <a:lnTo>
                    <a:pt x="23595" y="2096158"/>
                  </a:lnTo>
                  <a:lnTo>
                    <a:pt x="35065" y="2159078"/>
                  </a:lnTo>
                  <a:lnTo>
                    <a:pt x="48757" y="2221552"/>
                  </a:lnTo>
                  <a:lnTo>
                    <a:pt x="64655" y="2283501"/>
                  </a:lnTo>
                  <a:lnTo>
                    <a:pt x="82738" y="2344848"/>
                  </a:lnTo>
                  <a:lnTo>
                    <a:pt x="102985" y="2405515"/>
                  </a:lnTo>
                  <a:lnTo>
                    <a:pt x="125369" y="2465427"/>
                  </a:lnTo>
                  <a:lnTo>
                    <a:pt x="149863" y="2524508"/>
                  </a:lnTo>
                  <a:lnTo>
                    <a:pt x="176435" y="2582683"/>
                  </a:lnTo>
                  <a:lnTo>
                    <a:pt x="205053" y="2639880"/>
                  </a:lnTo>
                  <a:lnTo>
                    <a:pt x="235680" y="2696027"/>
                  </a:lnTo>
                  <a:lnTo>
                    <a:pt x="268277" y="2751053"/>
                  </a:lnTo>
                  <a:lnTo>
                    <a:pt x="302805" y="2804888"/>
                  </a:lnTo>
                  <a:lnTo>
                    <a:pt x="339219" y="2857467"/>
                  </a:lnTo>
                  <a:lnTo>
                    <a:pt x="377474" y="2908721"/>
                  </a:lnTo>
                  <a:lnTo>
                    <a:pt x="417521" y="2958588"/>
                  </a:lnTo>
                  <a:lnTo>
                    <a:pt x="459311" y="3007003"/>
                  </a:lnTo>
                  <a:lnTo>
                    <a:pt x="502791" y="3053907"/>
                  </a:lnTo>
                  <a:lnTo>
                    <a:pt x="547906" y="3099241"/>
                  </a:lnTo>
                  <a:lnTo>
                    <a:pt x="594599" y="3142947"/>
                  </a:lnTo>
                  <a:lnTo>
                    <a:pt x="642812" y="3184970"/>
                  </a:lnTo>
                  <a:lnTo>
                    <a:pt x="692484" y="3225258"/>
                  </a:lnTo>
                  <a:lnTo>
                    <a:pt x="743553" y="3263760"/>
                  </a:lnTo>
                  <a:lnTo>
                    <a:pt x="795954" y="3300428"/>
                  </a:lnTo>
                  <a:lnTo>
                    <a:pt x="849623" y="3335216"/>
                  </a:lnTo>
                  <a:lnTo>
                    <a:pt x="904490" y="3368079"/>
                  </a:lnTo>
                  <a:lnTo>
                    <a:pt x="960488" y="3398978"/>
                  </a:lnTo>
                  <a:lnTo>
                    <a:pt x="1017546" y="3427871"/>
                  </a:lnTo>
                  <a:lnTo>
                    <a:pt x="1075592" y="3454725"/>
                  </a:lnTo>
                  <a:lnTo>
                    <a:pt x="1134554" y="3479504"/>
                  </a:lnTo>
                  <a:lnTo>
                    <a:pt x="1194356" y="3502178"/>
                  </a:lnTo>
                  <a:lnTo>
                    <a:pt x="1254925" y="3522717"/>
                  </a:lnTo>
                  <a:lnTo>
                    <a:pt x="1316184" y="3541097"/>
                  </a:lnTo>
                  <a:lnTo>
                    <a:pt x="1378056" y="3557295"/>
                  </a:lnTo>
                  <a:lnTo>
                    <a:pt x="1440462" y="3571289"/>
                  </a:lnTo>
                  <a:lnTo>
                    <a:pt x="1503326" y="3583062"/>
                  </a:lnTo>
                  <a:lnTo>
                    <a:pt x="1566568" y="3592600"/>
                  </a:lnTo>
                  <a:lnTo>
                    <a:pt x="1630108" y="3599890"/>
                  </a:lnTo>
                  <a:lnTo>
                    <a:pt x="1693866" y="3604923"/>
                  </a:lnTo>
                  <a:lnTo>
                    <a:pt x="1757763" y="3607694"/>
                  </a:lnTo>
                  <a:lnTo>
                    <a:pt x="1821717" y="3608198"/>
                  </a:lnTo>
                  <a:lnTo>
                    <a:pt x="1885650" y="3606435"/>
                  </a:lnTo>
                  <a:lnTo>
                    <a:pt x="1949479" y="3602407"/>
                  </a:lnTo>
                  <a:lnTo>
                    <a:pt x="2013126" y="3596119"/>
                  </a:lnTo>
                  <a:lnTo>
                    <a:pt x="2076510" y="3587579"/>
                  </a:lnTo>
                  <a:lnTo>
                    <a:pt x="2139552" y="3576798"/>
                  </a:lnTo>
                  <a:lnTo>
                    <a:pt x="2202171" y="3563789"/>
                  </a:lnTo>
                  <a:lnTo>
                    <a:pt x="2264291" y="3548569"/>
                  </a:lnTo>
                  <a:lnTo>
                    <a:pt x="2325831" y="3531156"/>
                  </a:lnTo>
                  <a:lnTo>
                    <a:pt x="2386716" y="3511574"/>
                  </a:lnTo>
                  <a:lnTo>
                    <a:pt x="2446869" y="3489845"/>
                  </a:lnTo>
                  <a:lnTo>
                    <a:pt x="2506214" y="3465998"/>
                  </a:lnTo>
                  <a:lnTo>
                    <a:pt x="2564676" y="3440063"/>
                  </a:lnTo>
                  <a:lnTo>
                    <a:pt x="2622182" y="3412072"/>
                  </a:lnTo>
                  <a:lnTo>
                    <a:pt x="2678660" y="3382060"/>
                  </a:lnTo>
                  <a:lnTo>
                    <a:pt x="2734039" y="3350066"/>
                  </a:lnTo>
                  <a:lnTo>
                    <a:pt x="2788248" y="3316128"/>
                  </a:lnTo>
                  <a:lnTo>
                    <a:pt x="2841221" y="3280290"/>
                  </a:lnTo>
                  <a:lnTo>
                    <a:pt x="2892891" y="3242598"/>
                  </a:lnTo>
                  <a:lnTo>
                    <a:pt x="2943192" y="3203098"/>
                  </a:lnTo>
                  <a:lnTo>
                    <a:pt x="2992061" y="3161839"/>
                  </a:lnTo>
                  <a:lnTo>
                    <a:pt x="3039437" y="3118875"/>
                  </a:lnTo>
                  <a:lnTo>
                    <a:pt x="3085261" y="3074258"/>
                  </a:lnTo>
                  <a:lnTo>
                    <a:pt x="3129474" y="3028045"/>
                  </a:lnTo>
                  <a:lnTo>
                    <a:pt x="3172022" y="2980294"/>
                  </a:lnTo>
                  <a:lnTo>
                    <a:pt x="3212850" y="2931065"/>
                  </a:lnTo>
                  <a:lnTo>
                    <a:pt x="3251908" y="2880419"/>
                  </a:lnTo>
                  <a:lnTo>
                    <a:pt x="3289146" y="2828421"/>
                  </a:lnTo>
                  <a:lnTo>
                    <a:pt x="3324518" y="2775136"/>
                  </a:lnTo>
                  <a:lnTo>
                    <a:pt x="3357979" y="2720631"/>
                  </a:lnTo>
                  <a:lnTo>
                    <a:pt x="3389487" y="2664974"/>
                  </a:lnTo>
                  <a:lnTo>
                    <a:pt x="3419002" y="2608235"/>
                  </a:lnTo>
                  <a:lnTo>
                    <a:pt x="3446488" y="2550486"/>
                  </a:lnTo>
                  <a:lnTo>
                    <a:pt x="3471910" y="2491799"/>
                  </a:lnTo>
                  <a:lnTo>
                    <a:pt x="3495235" y="2432247"/>
                  </a:lnTo>
                  <a:lnTo>
                    <a:pt x="3516435" y="2371906"/>
                  </a:lnTo>
                  <a:lnTo>
                    <a:pt x="3535484" y="2310852"/>
                  </a:lnTo>
                  <a:lnTo>
                    <a:pt x="3552356" y="2249161"/>
                  </a:lnTo>
                  <a:lnTo>
                    <a:pt x="3567031" y="2186911"/>
                  </a:lnTo>
                  <a:lnTo>
                    <a:pt x="3579490" y="2124179"/>
                  </a:lnTo>
                  <a:lnTo>
                    <a:pt x="3589718" y="2061046"/>
                  </a:lnTo>
                  <a:lnTo>
                    <a:pt x="3597702" y="1997589"/>
                  </a:lnTo>
                  <a:lnTo>
                    <a:pt x="3603432" y="1933890"/>
                  </a:lnTo>
                  <a:lnTo>
                    <a:pt x="3606900" y="1870027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1875641" y="3523209"/>
              <a:ext cx="3807304" cy="3808681"/>
            </a:xfrm>
            <a:custGeom>
              <a:avLst/>
              <a:pathLst>
                <a:path w="3807304" h="3808681">
                  <a:moveTo>
                    <a:pt x="3806846" y="1823236"/>
                  </a:moveTo>
                  <a:lnTo>
                    <a:pt x="3803002" y="1758791"/>
                  </a:lnTo>
                  <a:lnTo>
                    <a:pt x="3796977" y="1694514"/>
                  </a:lnTo>
                  <a:lnTo>
                    <a:pt x="3788776" y="1630478"/>
                  </a:lnTo>
                  <a:lnTo>
                    <a:pt x="3778409" y="1566757"/>
                  </a:lnTo>
                  <a:lnTo>
                    <a:pt x="3765889" y="1503424"/>
                  </a:lnTo>
                  <a:lnTo>
                    <a:pt x="3751229" y="1440552"/>
                  </a:lnTo>
                  <a:lnTo>
                    <a:pt x="3734446" y="1378212"/>
                  </a:lnTo>
                  <a:lnTo>
                    <a:pt x="3715560" y="1316478"/>
                  </a:lnTo>
                  <a:lnTo>
                    <a:pt x="3694592" y="1255419"/>
                  </a:lnTo>
                  <a:lnTo>
                    <a:pt x="3671567" y="1195105"/>
                  </a:lnTo>
                  <a:lnTo>
                    <a:pt x="3646510" y="1135607"/>
                  </a:lnTo>
                  <a:lnTo>
                    <a:pt x="3619452" y="1076993"/>
                  </a:lnTo>
                  <a:lnTo>
                    <a:pt x="3590422" y="1019329"/>
                  </a:lnTo>
                  <a:lnTo>
                    <a:pt x="3559454" y="962682"/>
                  </a:lnTo>
                  <a:lnTo>
                    <a:pt x="3526584" y="907118"/>
                  </a:lnTo>
                  <a:lnTo>
                    <a:pt x="3491849" y="852699"/>
                  </a:lnTo>
                  <a:lnTo>
                    <a:pt x="3455290" y="799490"/>
                  </a:lnTo>
                  <a:lnTo>
                    <a:pt x="3416948" y="747550"/>
                  </a:lnTo>
                  <a:lnTo>
                    <a:pt x="3376868" y="696939"/>
                  </a:lnTo>
                  <a:lnTo>
                    <a:pt x="3335096" y="647716"/>
                  </a:lnTo>
                  <a:lnTo>
                    <a:pt x="3291679" y="599937"/>
                  </a:lnTo>
                  <a:lnTo>
                    <a:pt x="3246667" y="553658"/>
                  </a:lnTo>
                  <a:lnTo>
                    <a:pt x="3200113" y="508930"/>
                  </a:lnTo>
                  <a:lnTo>
                    <a:pt x="3152069" y="465806"/>
                  </a:lnTo>
                  <a:lnTo>
                    <a:pt x="3102591" y="424336"/>
                  </a:lnTo>
                  <a:lnTo>
                    <a:pt x="3051736" y="384566"/>
                  </a:lnTo>
                  <a:lnTo>
                    <a:pt x="2999563" y="346543"/>
                  </a:lnTo>
                  <a:lnTo>
                    <a:pt x="2946130" y="310311"/>
                  </a:lnTo>
                  <a:lnTo>
                    <a:pt x="2891500" y="275910"/>
                  </a:lnTo>
                  <a:lnTo>
                    <a:pt x="2835735" y="243381"/>
                  </a:lnTo>
                  <a:lnTo>
                    <a:pt x="2778900" y="212760"/>
                  </a:lnTo>
                  <a:lnTo>
                    <a:pt x="2721060" y="184084"/>
                  </a:lnTo>
                  <a:lnTo>
                    <a:pt x="2662281" y="157384"/>
                  </a:lnTo>
                  <a:lnTo>
                    <a:pt x="2602630" y="132693"/>
                  </a:lnTo>
                  <a:lnTo>
                    <a:pt x="2542177" y="110037"/>
                  </a:lnTo>
                  <a:lnTo>
                    <a:pt x="2480991" y="89443"/>
                  </a:lnTo>
                  <a:lnTo>
                    <a:pt x="2419142" y="70936"/>
                  </a:lnTo>
                  <a:lnTo>
                    <a:pt x="2356701" y="54535"/>
                  </a:lnTo>
                  <a:lnTo>
                    <a:pt x="2293740" y="40260"/>
                  </a:lnTo>
                  <a:lnTo>
                    <a:pt x="2230331" y="28127"/>
                  </a:lnTo>
                  <a:lnTo>
                    <a:pt x="2166548" y="18151"/>
                  </a:lnTo>
                  <a:lnTo>
                    <a:pt x="2102463" y="10342"/>
                  </a:lnTo>
                  <a:lnTo>
                    <a:pt x="2038150" y="4710"/>
                  </a:lnTo>
                  <a:lnTo>
                    <a:pt x="1973684" y="1261"/>
                  </a:lnTo>
                  <a:lnTo>
                    <a:pt x="1909137" y="0"/>
                  </a:lnTo>
                  <a:lnTo>
                    <a:pt x="1844585" y="926"/>
                  </a:lnTo>
                  <a:lnTo>
                    <a:pt x="1780101" y="4041"/>
                  </a:lnTo>
                  <a:lnTo>
                    <a:pt x="1715760" y="9339"/>
                  </a:lnTo>
                  <a:lnTo>
                    <a:pt x="1651635" y="16815"/>
                  </a:lnTo>
                  <a:lnTo>
                    <a:pt x="1587801" y="26460"/>
                  </a:lnTo>
                  <a:lnTo>
                    <a:pt x="1524330" y="38263"/>
                  </a:lnTo>
                  <a:lnTo>
                    <a:pt x="1461296" y="52211"/>
                  </a:lnTo>
                  <a:lnTo>
                    <a:pt x="1398771" y="68288"/>
                  </a:lnTo>
                  <a:lnTo>
                    <a:pt x="1336827" y="86474"/>
                  </a:lnTo>
                  <a:lnTo>
                    <a:pt x="1275534" y="106750"/>
                  </a:lnTo>
                  <a:lnTo>
                    <a:pt x="1214965" y="129092"/>
                  </a:lnTo>
                  <a:lnTo>
                    <a:pt x="1155187" y="153473"/>
                  </a:lnTo>
                  <a:lnTo>
                    <a:pt x="1096270" y="179867"/>
                  </a:lnTo>
                  <a:lnTo>
                    <a:pt x="1038282" y="208243"/>
                  </a:lnTo>
                  <a:lnTo>
                    <a:pt x="981288" y="238568"/>
                  </a:lnTo>
                  <a:lnTo>
                    <a:pt x="925355" y="270808"/>
                  </a:lnTo>
                  <a:lnTo>
                    <a:pt x="870548" y="304924"/>
                  </a:lnTo>
                  <a:lnTo>
                    <a:pt x="816928" y="340879"/>
                  </a:lnTo>
                  <a:lnTo>
                    <a:pt x="764557" y="378631"/>
                  </a:lnTo>
                  <a:lnTo>
                    <a:pt x="713497" y="418136"/>
                  </a:lnTo>
                  <a:lnTo>
                    <a:pt x="663804" y="459349"/>
                  </a:lnTo>
                  <a:lnTo>
                    <a:pt x="615538" y="502223"/>
                  </a:lnTo>
                  <a:lnTo>
                    <a:pt x="568752" y="546708"/>
                  </a:lnTo>
                  <a:lnTo>
                    <a:pt x="523500" y="592754"/>
                  </a:lnTo>
                  <a:lnTo>
                    <a:pt x="479836" y="640307"/>
                  </a:lnTo>
                  <a:lnTo>
                    <a:pt x="437809" y="689312"/>
                  </a:lnTo>
                  <a:lnTo>
                    <a:pt x="397466" y="739714"/>
                  </a:lnTo>
                  <a:lnTo>
                    <a:pt x="358856" y="791454"/>
                  </a:lnTo>
                  <a:lnTo>
                    <a:pt x="322021" y="844474"/>
                  </a:lnTo>
                  <a:lnTo>
                    <a:pt x="287004" y="898711"/>
                  </a:lnTo>
                  <a:lnTo>
                    <a:pt x="253846" y="954104"/>
                  </a:lnTo>
                  <a:lnTo>
                    <a:pt x="222585" y="1010589"/>
                  </a:lnTo>
                  <a:lnTo>
                    <a:pt x="193256" y="1068102"/>
                  </a:lnTo>
                  <a:lnTo>
                    <a:pt x="165893" y="1126575"/>
                  </a:lnTo>
                  <a:lnTo>
                    <a:pt x="140529" y="1185942"/>
                  </a:lnTo>
                  <a:lnTo>
                    <a:pt x="117191" y="1246135"/>
                  </a:lnTo>
                  <a:lnTo>
                    <a:pt x="95906" y="1307085"/>
                  </a:lnTo>
                  <a:lnTo>
                    <a:pt x="76700" y="1368720"/>
                  </a:lnTo>
                  <a:lnTo>
                    <a:pt x="59594" y="1430972"/>
                  </a:lnTo>
                  <a:lnTo>
                    <a:pt x="44608" y="1493767"/>
                  </a:lnTo>
                  <a:lnTo>
                    <a:pt x="31759" y="1557034"/>
                  </a:lnTo>
                  <a:lnTo>
                    <a:pt x="21061" y="1620701"/>
                  </a:lnTo>
                  <a:lnTo>
                    <a:pt x="12528" y="1684693"/>
                  </a:lnTo>
                  <a:lnTo>
                    <a:pt x="6169" y="1748938"/>
                  </a:lnTo>
                  <a:lnTo>
                    <a:pt x="1991" y="1813362"/>
                  </a:lnTo>
                  <a:lnTo>
                    <a:pt x="0" y="1877890"/>
                  </a:lnTo>
                  <a:lnTo>
                    <a:pt x="196" y="1942449"/>
                  </a:lnTo>
                  <a:lnTo>
                    <a:pt x="2581" y="2006963"/>
                  </a:lnTo>
                  <a:lnTo>
                    <a:pt x="7151" y="2071360"/>
                  </a:lnTo>
                  <a:lnTo>
                    <a:pt x="13901" y="2135565"/>
                  </a:lnTo>
                  <a:lnTo>
                    <a:pt x="22823" y="2199505"/>
                  </a:lnTo>
                  <a:lnTo>
                    <a:pt x="33908" y="2263105"/>
                  </a:lnTo>
                  <a:lnTo>
                    <a:pt x="47142" y="2326293"/>
                  </a:lnTo>
                  <a:lnTo>
                    <a:pt x="62510" y="2388996"/>
                  </a:lnTo>
                  <a:lnTo>
                    <a:pt x="79995" y="2451142"/>
                  </a:lnTo>
                  <a:lnTo>
                    <a:pt x="99576" y="2512660"/>
                  </a:lnTo>
                  <a:lnTo>
                    <a:pt x="121231" y="2573478"/>
                  </a:lnTo>
                  <a:lnTo>
                    <a:pt x="144935" y="2633528"/>
                  </a:lnTo>
                  <a:lnTo>
                    <a:pt x="170661" y="2692740"/>
                  </a:lnTo>
                  <a:lnTo>
                    <a:pt x="198379" y="2751045"/>
                  </a:lnTo>
                  <a:lnTo>
                    <a:pt x="228058" y="2808378"/>
                  </a:lnTo>
                  <a:lnTo>
                    <a:pt x="259662" y="2864672"/>
                  </a:lnTo>
                  <a:lnTo>
                    <a:pt x="293157" y="2919862"/>
                  </a:lnTo>
                  <a:lnTo>
                    <a:pt x="328503" y="2973885"/>
                  </a:lnTo>
                  <a:lnTo>
                    <a:pt x="365660" y="3026679"/>
                  </a:lnTo>
                  <a:lnTo>
                    <a:pt x="404585" y="3078184"/>
                  </a:lnTo>
                  <a:lnTo>
                    <a:pt x="445233" y="3128339"/>
                  </a:lnTo>
                  <a:lnTo>
                    <a:pt x="487559" y="3177088"/>
                  </a:lnTo>
                  <a:lnTo>
                    <a:pt x="531512" y="3224374"/>
                  </a:lnTo>
                  <a:lnTo>
                    <a:pt x="577042" y="3270143"/>
                  </a:lnTo>
                  <a:lnTo>
                    <a:pt x="624098" y="3314342"/>
                  </a:lnTo>
                  <a:lnTo>
                    <a:pt x="672625" y="3356922"/>
                  </a:lnTo>
                  <a:lnTo>
                    <a:pt x="722567" y="3397831"/>
                  </a:lnTo>
                  <a:lnTo>
                    <a:pt x="773868" y="3437025"/>
                  </a:lnTo>
                  <a:lnTo>
                    <a:pt x="826467" y="3474457"/>
                  </a:lnTo>
                  <a:lnTo>
                    <a:pt x="880305" y="3510085"/>
                  </a:lnTo>
                  <a:lnTo>
                    <a:pt x="935319" y="3543867"/>
                  </a:lnTo>
                  <a:lnTo>
                    <a:pt x="991447" y="3575766"/>
                  </a:lnTo>
                  <a:lnTo>
                    <a:pt x="1048624" y="3605743"/>
                  </a:lnTo>
                  <a:lnTo>
                    <a:pt x="1106784" y="3633765"/>
                  </a:lnTo>
                  <a:lnTo>
                    <a:pt x="1165861" y="3659800"/>
                  </a:lnTo>
                  <a:lnTo>
                    <a:pt x="1225786" y="3683818"/>
                  </a:lnTo>
                  <a:lnTo>
                    <a:pt x="1286491" y="3705790"/>
                  </a:lnTo>
                  <a:lnTo>
                    <a:pt x="1347905" y="3725692"/>
                  </a:lnTo>
                  <a:lnTo>
                    <a:pt x="1409959" y="3743501"/>
                  </a:lnTo>
                  <a:lnTo>
                    <a:pt x="1472581" y="3759197"/>
                  </a:lnTo>
                  <a:lnTo>
                    <a:pt x="1535699" y="3772761"/>
                  </a:lnTo>
                  <a:lnTo>
                    <a:pt x="1599240" y="3784177"/>
                  </a:lnTo>
                  <a:lnTo>
                    <a:pt x="1663132" y="3793434"/>
                  </a:lnTo>
                  <a:lnTo>
                    <a:pt x="1727301" y="3800519"/>
                  </a:lnTo>
                  <a:lnTo>
                    <a:pt x="1791673" y="3805426"/>
                  </a:lnTo>
                  <a:lnTo>
                    <a:pt x="1856175" y="3808147"/>
                  </a:lnTo>
                  <a:lnTo>
                    <a:pt x="1920731" y="3808681"/>
                  </a:lnTo>
                  <a:lnTo>
                    <a:pt x="1985269" y="3807026"/>
                  </a:lnTo>
                  <a:lnTo>
                    <a:pt x="2049714" y="3803185"/>
                  </a:lnTo>
                  <a:lnTo>
                    <a:pt x="2113991" y="3797161"/>
                  </a:lnTo>
                  <a:lnTo>
                    <a:pt x="2178027" y="3788963"/>
                  </a:lnTo>
                  <a:lnTo>
                    <a:pt x="2241749" y="3778598"/>
                  </a:lnTo>
                  <a:lnTo>
                    <a:pt x="2305082" y="3766080"/>
                  </a:lnTo>
                  <a:lnTo>
                    <a:pt x="2367955" y="3751422"/>
                  </a:lnTo>
                  <a:lnTo>
                    <a:pt x="2430295" y="3734641"/>
                  </a:lnTo>
                  <a:lnTo>
                    <a:pt x="2492030" y="3715757"/>
                  </a:lnTo>
                  <a:lnTo>
                    <a:pt x="2553090" y="3694791"/>
                  </a:lnTo>
                  <a:lnTo>
                    <a:pt x="2613404" y="3671768"/>
                  </a:lnTo>
                  <a:lnTo>
                    <a:pt x="2672903" y="3646714"/>
                  </a:lnTo>
                  <a:lnTo>
                    <a:pt x="2731518" y="3619657"/>
                  </a:lnTo>
                  <a:lnTo>
                    <a:pt x="2789183" y="3590629"/>
                  </a:lnTo>
                  <a:lnTo>
                    <a:pt x="2845831" y="3559663"/>
                  </a:lnTo>
                  <a:lnTo>
                    <a:pt x="2901396" y="3526795"/>
                  </a:lnTo>
                  <a:lnTo>
                    <a:pt x="2955816" y="3492062"/>
                  </a:lnTo>
                  <a:lnTo>
                    <a:pt x="3009027" y="3455505"/>
                  </a:lnTo>
                  <a:lnTo>
                    <a:pt x="3060968" y="3417165"/>
                  </a:lnTo>
                  <a:lnTo>
                    <a:pt x="3111580" y="3377086"/>
                  </a:lnTo>
                  <a:lnTo>
                    <a:pt x="3160804" y="3335315"/>
                  </a:lnTo>
                  <a:lnTo>
                    <a:pt x="3208585" y="3291900"/>
                  </a:lnTo>
                  <a:lnTo>
                    <a:pt x="3254866" y="3246890"/>
                  </a:lnTo>
                  <a:lnTo>
                    <a:pt x="3299595" y="3200337"/>
                  </a:lnTo>
                  <a:lnTo>
                    <a:pt x="3342720" y="3152295"/>
                  </a:lnTo>
                  <a:lnTo>
                    <a:pt x="3384192" y="3102818"/>
                  </a:lnTo>
                  <a:lnTo>
                    <a:pt x="3423963" y="3051965"/>
                  </a:lnTo>
                  <a:lnTo>
                    <a:pt x="3461988" y="2999792"/>
                  </a:lnTo>
                  <a:lnTo>
                    <a:pt x="3498223" y="2946361"/>
                  </a:lnTo>
                  <a:lnTo>
                    <a:pt x="3532625" y="2891732"/>
                  </a:lnTo>
                  <a:lnTo>
                    <a:pt x="3565156" y="2835968"/>
                  </a:lnTo>
                  <a:lnTo>
                    <a:pt x="3595779" y="2779134"/>
                  </a:lnTo>
                  <a:lnTo>
                    <a:pt x="3624457" y="2721295"/>
                  </a:lnTo>
                  <a:lnTo>
                    <a:pt x="3651158" y="2662516"/>
                  </a:lnTo>
                  <a:lnTo>
                    <a:pt x="3675852" y="2602867"/>
                  </a:lnTo>
                  <a:lnTo>
                    <a:pt x="3698510" y="2542415"/>
                  </a:lnTo>
                  <a:lnTo>
                    <a:pt x="3719105" y="2481229"/>
                  </a:lnTo>
                  <a:lnTo>
                    <a:pt x="3737615" y="2419381"/>
                  </a:lnTo>
                  <a:lnTo>
                    <a:pt x="3754018" y="2356940"/>
                  </a:lnTo>
                  <a:lnTo>
                    <a:pt x="3768295" y="2293980"/>
                  </a:lnTo>
                  <a:lnTo>
                    <a:pt x="3780430" y="2230572"/>
                  </a:lnTo>
                  <a:lnTo>
                    <a:pt x="3790408" y="2166788"/>
                  </a:lnTo>
                  <a:lnTo>
                    <a:pt x="3798219" y="2102704"/>
                  </a:lnTo>
                  <a:lnTo>
                    <a:pt x="3803853" y="2038391"/>
                  </a:lnTo>
                  <a:lnTo>
                    <a:pt x="3807304" y="1973925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5281929" y="5346445"/>
              <a:ext cx="400558" cy="17081"/>
            </a:xfrm>
            <a:custGeom>
              <a:avLst/>
              <a:pathLst>
                <a:path w="400558" h="17081">
                  <a:moveTo>
                    <a:pt x="0" y="17081"/>
                  </a:moveTo>
                  <a:lnTo>
                    <a:pt x="100139" y="12811"/>
                  </a:lnTo>
                  <a:lnTo>
                    <a:pt x="200279" y="8540"/>
                  </a:lnTo>
                  <a:lnTo>
                    <a:pt x="300418" y="4270"/>
                  </a:lnTo>
                  <a:lnTo>
                    <a:pt x="400558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5282291" y="5482492"/>
              <a:ext cx="400654" cy="14642"/>
            </a:xfrm>
            <a:custGeom>
              <a:avLst/>
              <a:pathLst>
                <a:path w="400654" h="14642">
                  <a:moveTo>
                    <a:pt x="0" y="0"/>
                  </a:moveTo>
                  <a:lnTo>
                    <a:pt x="100163" y="3660"/>
                  </a:lnTo>
                  <a:lnTo>
                    <a:pt x="200327" y="7321"/>
                  </a:lnTo>
                  <a:lnTo>
                    <a:pt x="300490" y="10981"/>
                  </a:lnTo>
                  <a:lnTo>
                    <a:pt x="400654" y="1464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380458" y="6770893"/>
              <a:ext cx="119106" cy="125845"/>
            </a:xfrm>
            <a:custGeom>
              <a:avLst/>
              <a:pathLst>
                <a:path w="119106" h="125845">
                  <a:moveTo>
                    <a:pt x="74583" y="0"/>
                  </a:moveTo>
                  <a:lnTo>
                    <a:pt x="119106" y="88577"/>
                  </a:lnTo>
                  <a:lnTo>
                    <a:pt x="39604" y="125845"/>
                  </a:lnTo>
                  <a:lnTo>
                    <a:pt x="0" y="3496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097754" y="6786936"/>
              <a:ext cx="115202" cy="119399"/>
            </a:xfrm>
            <a:custGeom>
              <a:avLst/>
              <a:pathLst>
                <a:path w="115202" h="119399">
                  <a:moveTo>
                    <a:pt x="115202" y="33136"/>
                  </a:moveTo>
                  <a:lnTo>
                    <a:pt x="80084" y="119399"/>
                  </a:lnTo>
                  <a:lnTo>
                    <a:pt x="0" y="84210"/>
                  </a:lnTo>
                  <a:lnTo>
                    <a:pt x="39789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271599" y="5218725"/>
              <a:ext cx="181864" cy="103677"/>
            </a:xfrm>
            <a:custGeom>
              <a:avLst/>
              <a:pathLst>
                <a:path w="181864" h="103677">
                  <a:moveTo>
                    <a:pt x="0" y="21695"/>
                  </a:moveTo>
                  <a:lnTo>
                    <a:pt x="86462" y="10847"/>
                  </a:lnTo>
                  <a:lnTo>
                    <a:pt x="172924" y="0"/>
                  </a:lnTo>
                  <a:lnTo>
                    <a:pt x="181864" y="91484"/>
                  </a:lnTo>
                  <a:lnTo>
                    <a:pt x="94937" y="97580"/>
                  </a:lnTo>
                  <a:lnTo>
                    <a:pt x="8011" y="10367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257447" y="5119250"/>
              <a:ext cx="178109" cy="112091"/>
            </a:xfrm>
            <a:custGeom>
              <a:avLst/>
              <a:pathLst>
                <a:path w="178109" h="112091">
                  <a:moveTo>
                    <a:pt x="0" y="30749"/>
                  </a:moveTo>
                  <a:lnTo>
                    <a:pt x="81842" y="15374"/>
                  </a:lnTo>
                  <a:lnTo>
                    <a:pt x="163685" y="0"/>
                  </a:lnTo>
                  <a:lnTo>
                    <a:pt x="178109" y="90352"/>
                  </a:lnTo>
                  <a:lnTo>
                    <a:pt x="95547" y="101222"/>
                  </a:lnTo>
                  <a:lnTo>
                    <a:pt x="12984" y="11209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63208" y="6727320"/>
              <a:ext cx="109483" cy="105299"/>
            </a:xfrm>
            <a:custGeom>
              <a:avLst/>
              <a:pathLst>
                <a:path w="109483" h="105299">
                  <a:moveTo>
                    <a:pt x="72318" y="0"/>
                  </a:moveTo>
                  <a:lnTo>
                    <a:pt x="109483" y="63922"/>
                  </a:lnTo>
                  <a:lnTo>
                    <a:pt x="33609" y="105299"/>
                  </a:lnTo>
                  <a:lnTo>
                    <a:pt x="0" y="394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180868" y="3899673"/>
              <a:ext cx="117865" cy="131992"/>
            </a:xfrm>
            <a:custGeom>
              <a:avLst/>
              <a:pathLst>
                <a:path w="117865" h="131992">
                  <a:moveTo>
                    <a:pt x="40576" y="131992"/>
                  </a:moveTo>
                  <a:lnTo>
                    <a:pt x="0" y="30556"/>
                  </a:lnTo>
                  <a:lnTo>
                    <a:pt x="82905" y="0"/>
                  </a:lnTo>
                  <a:lnTo>
                    <a:pt x="117865" y="10350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237820" y="4962238"/>
              <a:ext cx="413531" cy="178770"/>
            </a:xfrm>
            <a:custGeom>
              <a:avLst/>
              <a:pathLst>
                <a:path w="413531" h="178770">
                  <a:moveTo>
                    <a:pt x="0" y="98369"/>
                  </a:moveTo>
                  <a:lnTo>
                    <a:pt x="97705" y="73777"/>
                  </a:lnTo>
                  <a:lnTo>
                    <a:pt x="195410" y="49184"/>
                  </a:lnTo>
                  <a:lnTo>
                    <a:pt x="293115" y="24592"/>
                  </a:lnTo>
                  <a:lnTo>
                    <a:pt x="390820" y="0"/>
                  </a:lnTo>
                  <a:lnTo>
                    <a:pt x="413531" y="101953"/>
                  </a:lnTo>
                  <a:lnTo>
                    <a:pt x="314626" y="121157"/>
                  </a:lnTo>
                  <a:lnTo>
                    <a:pt x="215720" y="140362"/>
                  </a:lnTo>
                  <a:lnTo>
                    <a:pt x="116815" y="159566"/>
                  </a:lnTo>
                  <a:lnTo>
                    <a:pt x="17910" y="17877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848465" y="3801823"/>
              <a:ext cx="94587" cy="129881"/>
            </a:xfrm>
            <a:custGeom>
              <a:avLst/>
              <a:pathLst>
                <a:path w="94587" h="129881">
                  <a:moveTo>
                    <a:pt x="0" y="123868"/>
                  </a:moveTo>
                  <a:lnTo>
                    <a:pt x="5660" y="0"/>
                  </a:lnTo>
                  <a:lnTo>
                    <a:pt x="94587" y="6508"/>
                  </a:lnTo>
                  <a:lnTo>
                    <a:pt x="82152" y="12988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120122" y="6871190"/>
              <a:ext cx="106000" cy="112565"/>
            </a:xfrm>
            <a:custGeom>
              <a:avLst/>
              <a:pathLst>
                <a:path w="106000" h="112565">
                  <a:moveTo>
                    <a:pt x="79693" y="0"/>
                  </a:moveTo>
                  <a:lnTo>
                    <a:pt x="106000" y="90426"/>
                  </a:lnTo>
                  <a:lnTo>
                    <a:pt x="21315" y="112565"/>
                  </a:lnTo>
                  <a:lnTo>
                    <a:pt x="0" y="2083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187820" y="5477918"/>
              <a:ext cx="94413" cy="90106"/>
            </a:xfrm>
            <a:custGeom>
              <a:avLst/>
              <a:pathLst>
                <a:path w="94413" h="90106">
                  <a:moveTo>
                    <a:pt x="94413" y="82219"/>
                  </a:moveTo>
                  <a:lnTo>
                    <a:pt x="5310" y="90106"/>
                  </a:lnTo>
                  <a:lnTo>
                    <a:pt x="0" y="2994"/>
                  </a:lnTo>
                  <a:lnTo>
                    <a:pt x="89401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786038" y="4158379"/>
              <a:ext cx="107868" cy="104840"/>
            </a:xfrm>
            <a:custGeom>
              <a:avLst/>
              <a:pathLst>
                <a:path w="107868" h="104840">
                  <a:moveTo>
                    <a:pt x="42671" y="104840"/>
                  </a:moveTo>
                  <a:lnTo>
                    <a:pt x="0" y="52602"/>
                  </a:lnTo>
                  <a:lnTo>
                    <a:pt x="68122" y="0"/>
                  </a:lnTo>
                  <a:lnTo>
                    <a:pt x="107868" y="5449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562122" y="3838689"/>
              <a:ext cx="94279" cy="99520"/>
            </a:xfrm>
            <a:custGeom>
              <a:avLst/>
              <a:pathLst>
                <a:path w="94279" h="99520">
                  <a:moveTo>
                    <a:pt x="12402" y="99520"/>
                  </a:moveTo>
                  <a:lnTo>
                    <a:pt x="0" y="9553"/>
                  </a:lnTo>
                  <a:lnTo>
                    <a:pt x="86823" y="0"/>
                  </a:lnTo>
                  <a:lnTo>
                    <a:pt x="94279" y="9051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182449" y="5891306"/>
              <a:ext cx="119658" cy="112498"/>
            </a:xfrm>
            <a:custGeom>
              <a:avLst/>
              <a:pathLst>
                <a:path w="119658" h="112498">
                  <a:moveTo>
                    <a:pt x="27543" y="0"/>
                  </a:moveTo>
                  <a:lnTo>
                    <a:pt x="119658" y="29867"/>
                  </a:lnTo>
                  <a:lnTo>
                    <a:pt x="90340" y="112498"/>
                  </a:lnTo>
                  <a:lnTo>
                    <a:pt x="0" y="7763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120122" y="3820738"/>
              <a:ext cx="120532" cy="163236"/>
            </a:xfrm>
            <a:custGeom>
              <a:avLst/>
              <a:pathLst>
                <a:path w="120532" h="163236">
                  <a:moveTo>
                    <a:pt x="0" y="142401"/>
                  </a:moveTo>
                  <a:lnTo>
                    <a:pt x="33089" y="0"/>
                  </a:lnTo>
                  <a:lnTo>
                    <a:pt x="120532" y="22860"/>
                  </a:lnTo>
                  <a:lnTo>
                    <a:pt x="79693" y="1632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939721" y="3764777"/>
              <a:ext cx="108755" cy="178873"/>
            </a:xfrm>
            <a:custGeom>
              <a:avLst/>
              <a:pathLst>
                <a:path w="108755" h="178873">
                  <a:moveTo>
                    <a:pt x="0" y="167873"/>
                  </a:moveTo>
                  <a:lnTo>
                    <a:pt x="8977" y="83936"/>
                  </a:lnTo>
                  <a:lnTo>
                    <a:pt x="17954" y="0"/>
                  </a:lnTo>
                  <a:lnTo>
                    <a:pt x="108755" y="12235"/>
                  </a:lnTo>
                  <a:lnTo>
                    <a:pt x="95194" y="95554"/>
                  </a:lnTo>
                  <a:lnTo>
                    <a:pt x="81634" y="17887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658255" y="6926688"/>
              <a:ext cx="89546" cy="99633"/>
            </a:xfrm>
            <a:custGeom>
              <a:avLst/>
              <a:pathLst>
                <a:path w="89546" h="99633">
                  <a:moveTo>
                    <a:pt x="89546" y="4010"/>
                  </a:moveTo>
                  <a:lnTo>
                    <a:pt x="87508" y="99633"/>
                  </a:lnTo>
                  <a:lnTo>
                    <a:pt x="0" y="95367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23227" y="4010752"/>
              <a:ext cx="106051" cy="99076"/>
            </a:xfrm>
            <a:custGeom>
              <a:avLst/>
              <a:pathLst>
                <a:path w="106051" h="99076">
                  <a:moveTo>
                    <a:pt x="32795" y="99076"/>
                  </a:moveTo>
                  <a:lnTo>
                    <a:pt x="0" y="39370"/>
                  </a:lnTo>
                  <a:lnTo>
                    <a:pt x="76576" y="0"/>
                  </a:lnTo>
                  <a:lnTo>
                    <a:pt x="106051" y="6141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718905" y="4222790"/>
              <a:ext cx="102732" cy="100458"/>
            </a:xfrm>
            <a:custGeom>
              <a:avLst/>
              <a:pathLst>
                <a:path w="102732" h="100458">
                  <a:moveTo>
                    <a:pt x="40719" y="100458"/>
                  </a:moveTo>
                  <a:lnTo>
                    <a:pt x="0" y="56381"/>
                  </a:lnTo>
                  <a:lnTo>
                    <a:pt x="64488" y="0"/>
                  </a:lnTo>
                  <a:lnTo>
                    <a:pt x="102732" y="4624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212789" y="5803427"/>
              <a:ext cx="116054" cy="108320"/>
            </a:xfrm>
            <a:custGeom>
              <a:avLst/>
              <a:pathLst>
                <a:path w="116054" h="108320">
                  <a:moveTo>
                    <a:pt x="22769" y="0"/>
                  </a:moveTo>
                  <a:lnTo>
                    <a:pt x="116054" y="24084"/>
                  </a:lnTo>
                  <a:lnTo>
                    <a:pt x="91825" y="108320"/>
                  </a:lnTo>
                  <a:lnTo>
                    <a:pt x="0" y="7916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765963" y="4170319"/>
              <a:ext cx="173565" cy="178100"/>
            </a:xfrm>
            <a:custGeom>
              <a:avLst/>
              <a:pathLst>
                <a:path w="173565" h="178100">
                  <a:moveTo>
                    <a:pt x="0" y="122389"/>
                  </a:moveTo>
                  <a:lnTo>
                    <a:pt x="106347" y="0"/>
                  </a:lnTo>
                  <a:lnTo>
                    <a:pt x="173565" y="61719"/>
                  </a:lnTo>
                  <a:lnTo>
                    <a:pt x="60674" y="17810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60788" y="6143361"/>
              <a:ext cx="126558" cy="122161"/>
            </a:xfrm>
            <a:custGeom>
              <a:avLst/>
              <a:pathLst>
                <a:path w="126558" h="122161">
                  <a:moveTo>
                    <a:pt x="41185" y="0"/>
                  </a:moveTo>
                  <a:lnTo>
                    <a:pt x="126558" y="46218"/>
                  </a:lnTo>
                  <a:lnTo>
                    <a:pt x="82712" y="122161"/>
                  </a:lnTo>
                  <a:lnTo>
                    <a:pt x="0" y="713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208597" y="3831436"/>
              <a:ext cx="132859" cy="180767"/>
            </a:xfrm>
            <a:custGeom>
              <a:avLst/>
              <a:pathLst>
                <a:path w="132859" h="180767">
                  <a:moveTo>
                    <a:pt x="0" y="155122"/>
                  </a:moveTo>
                  <a:lnTo>
                    <a:pt x="46154" y="0"/>
                  </a:lnTo>
                  <a:lnTo>
                    <a:pt x="132859" y="28405"/>
                  </a:lnTo>
                  <a:lnTo>
                    <a:pt x="78278" y="18076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380458" y="3900261"/>
              <a:ext cx="147600" cy="184010"/>
            </a:xfrm>
            <a:custGeom>
              <a:avLst/>
              <a:pathLst>
                <a:path w="147600" h="184010">
                  <a:moveTo>
                    <a:pt x="0" y="149047"/>
                  </a:moveTo>
                  <a:lnTo>
                    <a:pt x="64951" y="0"/>
                  </a:lnTo>
                  <a:lnTo>
                    <a:pt x="147600" y="38744"/>
                  </a:lnTo>
                  <a:lnTo>
                    <a:pt x="74583" y="18401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896511" y="4316197"/>
              <a:ext cx="175152" cy="167364"/>
            </a:xfrm>
            <a:custGeom>
              <a:avLst/>
              <a:pathLst>
                <a:path w="175152" h="167364">
                  <a:moveTo>
                    <a:pt x="0" y="104696"/>
                  </a:moveTo>
                  <a:lnTo>
                    <a:pt x="116134" y="0"/>
                  </a:lnTo>
                  <a:lnTo>
                    <a:pt x="175152" y="69186"/>
                  </a:lnTo>
                  <a:lnTo>
                    <a:pt x="53458" y="16736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257447" y="5623823"/>
              <a:ext cx="109507" cy="99316"/>
            </a:xfrm>
            <a:custGeom>
              <a:avLst/>
              <a:pathLst>
                <a:path w="109507" h="99316">
                  <a:moveTo>
                    <a:pt x="12984" y="0"/>
                  </a:moveTo>
                  <a:lnTo>
                    <a:pt x="109507" y="12707"/>
                  </a:lnTo>
                  <a:lnTo>
                    <a:pt x="95682" y="99316"/>
                  </a:lnTo>
                  <a:lnTo>
                    <a:pt x="0" y="8134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452949" y="6175344"/>
              <a:ext cx="65483" cy="84469"/>
            </a:xfrm>
            <a:custGeom>
              <a:avLst/>
              <a:pathLst>
                <a:path w="65483" h="84469">
                  <a:moveTo>
                    <a:pt x="65483" y="70312"/>
                  </a:moveTo>
                  <a:lnTo>
                    <a:pt x="43653" y="84469"/>
                  </a:lnTo>
                  <a:lnTo>
                    <a:pt x="0" y="12940"/>
                  </a:lnTo>
                  <a:lnTo>
                    <a:pt x="2257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543425" y="3995019"/>
              <a:ext cx="158229" cy="181213"/>
            </a:xfrm>
            <a:custGeom>
              <a:avLst/>
              <a:pathLst>
                <a:path w="158229" h="181213">
                  <a:moveTo>
                    <a:pt x="0" y="137449"/>
                  </a:moveTo>
                  <a:lnTo>
                    <a:pt x="81039" y="0"/>
                  </a:lnTo>
                  <a:lnTo>
                    <a:pt x="158229" y="48408"/>
                  </a:lnTo>
                  <a:lnTo>
                    <a:pt x="69784" y="18121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237820" y="5714156"/>
              <a:ext cx="106672" cy="102471"/>
            </a:xfrm>
            <a:custGeom>
              <a:avLst/>
              <a:pathLst>
                <a:path w="106672" h="102471">
                  <a:moveTo>
                    <a:pt x="17910" y="0"/>
                  </a:moveTo>
                  <a:lnTo>
                    <a:pt x="106672" y="17234"/>
                  </a:lnTo>
                  <a:lnTo>
                    <a:pt x="87684" y="102471"/>
                  </a:lnTo>
                  <a:lnTo>
                    <a:pt x="0" y="8040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232186" y="5750011"/>
              <a:ext cx="99036" cy="101635"/>
            </a:xfrm>
            <a:custGeom>
              <a:avLst/>
              <a:pathLst>
                <a:path w="99036" h="101635">
                  <a:moveTo>
                    <a:pt x="99036" y="79941"/>
                  </a:moveTo>
                  <a:lnTo>
                    <a:pt x="20933" y="101635"/>
                  </a:lnTo>
                  <a:lnTo>
                    <a:pt x="0" y="17383"/>
                  </a:lnTo>
                  <a:lnTo>
                    <a:pt x="79173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543425" y="6678932"/>
              <a:ext cx="128318" cy="134728"/>
            </a:xfrm>
            <a:custGeom>
              <a:avLst/>
              <a:pathLst>
                <a:path w="128318" h="134728">
                  <a:moveTo>
                    <a:pt x="69784" y="0"/>
                  </a:moveTo>
                  <a:lnTo>
                    <a:pt x="128318" y="87891"/>
                  </a:lnTo>
                  <a:lnTo>
                    <a:pt x="53632" y="134728"/>
                  </a:lnTo>
                  <a:lnTo>
                    <a:pt x="0" y="4376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030386" y="3785344"/>
              <a:ext cx="116534" cy="175751"/>
            </a:xfrm>
            <a:custGeom>
              <a:avLst/>
              <a:pathLst>
                <a:path w="116534" h="175751">
                  <a:moveTo>
                    <a:pt x="0" y="159804"/>
                  </a:moveTo>
                  <a:lnTo>
                    <a:pt x="27008" y="0"/>
                  </a:lnTo>
                  <a:lnTo>
                    <a:pt x="116534" y="17666"/>
                  </a:lnTo>
                  <a:lnTo>
                    <a:pt x="80813" y="17575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188291" y="5569252"/>
              <a:ext cx="104783" cy="95910"/>
            </a:xfrm>
            <a:custGeom>
              <a:avLst/>
              <a:pathLst>
                <a:path w="104783" h="95910">
                  <a:moveTo>
                    <a:pt x="104783" y="81762"/>
                  </a:moveTo>
                  <a:lnTo>
                    <a:pt x="10638" y="95910"/>
                  </a:lnTo>
                  <a:lnTo>
                    <a:pt x="0" y="8970"/>
                  </a:lnTo>
                  <a:lnTo>
                    <a:pt x="94777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06307" y="6061588"/>
              <a:ext cx="124324" cy="119163"/>
            </a:xfrm>
            <a:custGeom>
              <a:avLst/>
              <a:pathLst>
                <a:path w="124324" h="119163">
                  <a:moveTo>
                    <a:pt x="36769" y="0"/>
                  </a:moveTo>
                  <a:lnTo>
                    <a:pt x="124324" y="40719"/>
                  </a:lnTo>
                  <a:lnTo>
                    <a:pt x="85194" y="119163"/>
                  </a:lnTo>
                  <a:lnTo>
                    <a:pt x="0" y="7371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620812" y="6625906"/>
              <a:ext cx="113833" cy="112221"/>
            </a:xfrm>
            <a:custGeom>
              <a:avLst/>
              <a:pathLst>
                <a:path w="113833" h="112221">
                  <a:moveTo>
                    <a:pt x="66992" y="0"/>
                  </a:moveTo>
                  <a:lnTo>
                    <a:pt x="113833" y="61820"/>
                  </a:lnTo>
                  <a:lnTo>
                    <a:pt x="43384" y="112221"/>
                  </a:lnTo>
                  <a:lnTo>
                    <a:pt x="0" y="4792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695084" y="4106362"/>
              <a:ext cx="169399" cy="180363"/>
            </a:xfrm>
            <a:custGeom>
              <a:avLst/>
              <a:pathLst>
                <a:path w="169399" h="180363">
                  <a:moveTo>
                    <a:pt x="0" y="128447"/>
                  </a:moveTo>
                  <a:lnTo>
                    <a:pt x="98560" y="0"/>
                  </a:lnTo>
                  <a:lnTo>
                    <a:pt x="169399" y="57507"/>
                  </a:lnTo>
                  <a:lnTo>
                    <a:pt x="63951" y="18036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687539" y="6531916"/>
              <a:ext cx="134098" cy="136077"/>
            </a:xfrm>
            <a:custGeom>
              <a:avLst/>
              <a:pathLst>
                <a:path w="134098" h="136077">
                  <a:moveTo>
                    <a:pt x="134098" y="54217"/>
                  </a:moveTo>
                  <a:lnTo>
                    <a:pt x="66394" y="136077"/>
                  </a:lnTo>
                  <a:lnTo>
                    <a:pt x="0" y="78028"/>
                  </a:lnTo>
                  <a:lnTo>
                    <a:pt x="72085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755272" y="3813858"/>
              <a:ext cx="88416" cy="111443"/>
            </a:xfrm>
            <a:custGeom>
              <a:avLst/>
              <a:pathLst>
                <a:path w="88416" h="111443">
                  <a:moveTo>
                    <a:pt x="1681" y="110440"/>
                  </a:moveTo>
                  <a:lnTo>
                    <a:pt x="0" y="0"/>
                  </a:lnTo>
                  <a:lnTo>
                    <a:pt x="88416" y="1076"/>
                  </a:lnTo>
                  <a:lnTo>
                    <a:pt x="84047" y="11144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194070" y="5190865"/>
              <a:ext cx="99004" cy="95047"/>
            </a:xfrm>
            <a:custGeom>
              <a:avLst/>
              <a:pathLst>
                <a:path w="99004" h="95047">
                  <a:moveTo>
                    <a:pt x="88998" y="95047"/>
                  </a:moveTo>
                  <a:lnTo>
                    <a:pt x="0" y="86623"/>
                  </a:lnTo>
                  <a:lnTo>
                    <a:pt x="10600" y="0"/>
                  </a:lnTo>
                  <a:lnTo>
                    <a:pt x="99004" y="1328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271599" y="5532763"/>
              <a:ext cx="105040" cy="94090"/>
            </a:xfrm>
            <a:custGeom>
              <a:avLst/>
              <a:pathLst>
                <a:path w="105040" h="94090">
                  <a:moveTo>
                    <a:pt x="8011" y="0"/>
                  </a:moveTo>
                  <a:lnTo>
                    <a:pt x="105040" y="6804"/>
                  </a:lnTo>
                  <a:lnTo>
                    <a:pt x="96510" y="94090"/>
                  </a:lnTo>
                  <a:lnTo>
                    <a:pt x="0" y="8198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620812" y="4047360"/>
              <a:ext cx="164597" cy="181899"/>
            </a:xfrm>
            <a:custGeom>
              <a:avLst/>
              <a:pathLst>
                <a:path w="164597" h="181899">
                  <a:moveTo>
                    <a:pt x="0" y="133970"/>
                  </a:moveTo>
                  <a:lnTo>
                    <a:pt x="90403" y="0"/>
                  </a:lnTo>
                  <a:lnTo>
                    <a:pt x="164597" y="53081"/>
                  </a:lnTo>
                  <a:lnTo>
                    <a:pt x="66992" y="18189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199673" y="5660062"/>
              <a:ext cx="109750" cy="101006"/>
            </a:xfrm>
            <a:custGeom>
              <a:avLst/>
              <a:pathLst>
                <a:path w="109750" h="101006">
                  <a:moveTo>
                    <a:pt x="109750" y="81001"/>
                  </a:moveTo>
                  <a:lnTo>
                    <a:pt x="15916" y="101006"/>
                  </a:lnTo>
                  <a:lnTo>
                    <a:pt x="0" y="14835"/>
                  </a:lnTo>
                  <a:lnTo>
                    <a:pt x="9478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208597" y="6842961"/>
              <a:ext cx="110004" cy="115812"/>
            </a:xfrm>
            <a:custGeom>
              <a:avLst/>
              <a:pathLst>
                <a:path w="110004" h="115812">
                  <a:moveTo>
                    <a:pt x="78278" y="0"/>
                  </a:moveTo>
                  <a:lnTo>
                    <a:pt x="110004" y="88563"/>
                  </a:lnTo>
                  <a:lnTo>
                    <a:pt x="26828" y="115812"/>
                  </a:lnTo>
                  <a:lnTo>
                    <a:pt x="0" y="2564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48922" y="6647660"/>
              <a:ext cx="120535" cy="121810"/>
            </a:xfrm>
            <a:custGeom>
              <a:avLst/>
              <a:pathLst>
                <a:path w="120535" h="121810">
                  <a:moveTo>
                    <a:pt x="120535" y="46283"/>
                  </a:moveTo>
                  <a:lnTo>
                    <a:pt x="72203" y="121810"/>
                  </a:lnTo>
                  <a:lnTo>
                    <a:pt x="0" y="72767"/>
                  </a:lnTo>
                  <a:lnTo>
                    <a:pt x="52396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295483" y="3866383"/>
              <a:ext cx="139026" cy="179294"/>
            </a:xfrm>
            <a:custGeom>
              <a:avLst/>
              <a:pathLst>
                <a:path w="139026" h="179294">
                  <a:moveTo>
                    <a:pt x="0" y="148933"/>
                  </a:moveTo>
                  <a:lnTo>
                    <a:pt x="54378" y="0"/>
                  </a:lnTo>
                  <a:lnTo>
                    <a:pt x="139026" y="33562"/>
                  </a:lnTo>
                  <a:lnTo>
                    <a:pt x="76572" y="17929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463208" y="3943255"/>
              <a:ext cx="154226" cy="184589"/>
            </a:xfrm>
            <a:custGeom>
              <a:avLst/>
              <a:pathLst>
                <a:path w="154226" h="184589">
                  <a:moveTo>
                    <a:pt x="0" y="145152"/>
                  </a:moveTo>
                  <a:lnTo>
                    <a:pt x="74070" y="0"/>
                  </a:lnTo>
                  <a:lnTo>
                    <a:pt x="154226" y="43711"/>
                  </a:lnTo>
                  <a:lnTo>
                    <a:pt x="72318" y="18458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928897" y="6698854"/>
              <a:ext cx="119115" cy="121058"/>
            </a:xfrm>
            <a:custGeom>
              <a:avLst/>
              <a:pathLst>
                <a:path w="119115" h="121058">
                  <a:moveTo>
                    <a:pt x="119115" y="42051"/>
                  </a:moveTo>
                  <a:lnTo>
                    <a:pt x="75090" y="121058"/>
                  </a:lnTo>
                  <a:lnTo>
                    <a:pt x="0" y="76476"/>
                  </a:lnTo>
                  <a:lnTo>
                    <a:pt x="48285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096669" y="3946476"/>
              <a:ext cx="116286" cy="121751"/>
            </a:xfrm>
            <a:custGeom>
              <a:avLst/>
              <a:pathLst>
                <a:path w="116286" h="121751">
                  <a:moveTo>
                    <a:pt x="40874" y="121751"/>
                  </a:moveTo>
                  <a:lnTo>
                    <a:pt x="0" y="35245"/>
                  </a:lnTo>
                  <a:lnTo>
                    <a:pt x="80211" y="0"/>
                  </a:lnTo>
                  <a:lnTo>
                    <a:pt x="116286" y="8861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46911" y="5977466"/>
              <a:ext cx="122611" cy="116231"/>
            </a:xfrm>
            <a:custGeom>
              <a:avLst/>
              <a:pathLst>
                <a:path w="122611" h="116231">
                  <a:moveTo>
                    <a:pt x="32216" y="0"/>
                  </a:moveTo>
                  <a:lnTo>
                    <a:pt x="122611" y="35523"/>
                  </a:lnTo>
                  <a:lnTo>
                    <a:pt x="88314" y="116231"/>
                  </a:lnTo>
                  <a:lnTo>
                    <a:pt x="0" y="7581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615762" y="6467794"/>
              <a:ext cx="137157" cy="137359"/>
            </a:xfrm>
            <a:custGeom>
              <a:avLst/>
              <a:pathLst>
                <a:path w="137157" h="137359">
                  <a:moveTo>
                    <a:pt x="137157" y="57890"/>
                  </a:moveTo>
                  <a:lnTo>
                    <a:pt x="62840" y="137359"/>
                  </a:lnTo>
                  <a:lnTo>
                    <a:pt x="0" y="75279"/>
                  </a:lnTo>
                  <a:lnTo>
                    <a:pt x="7855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463571" y="4372195"/>
              <a:ext cx="163570" cy="154731"/>
            </a:xfrm>
            <a:custGeom>
              <a:avLst/>
              <a:pathLst>
                <a:path w="163570" h="154731">
                  <a:moveTo>
                    <a:pt x="112436" y="154731"/>
                  </a:moveTo>
                  <a:lnTo>
                    <a:pt x="0" y="70610"/>
                  </a:lnTo>
                  <a:lnTo>
                    <a:pt x="55909" y="0"/>
                  </a:lnTo>
                  <a:lnTo>
                    <a:pt x="163570" y="9015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70747" y="3871339"/>
              <a:ext cx="94713" cy="82122"/>
            </a:xfrm>
            <a:custGeom>
              <a:avLst/>
              <a:pathLst>
                <a:path w="94713" h="82122">
                  <a:moveTo>
                    <a:pt x="13535" y="82122"/>
                  </a:moveTo>
                  <a:lnTo>
                    <a:pt x="0" y="14614"/>
                  </a:lnTo>
                  <a:lnTo>
                    <a:pt x="84895" y="0"/>
                  </a:lnTo>
                  <a:lnTo>
                    <a:pt x="94713" y="6814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377868" y="3889202"/>
              <a:ext cx="97445" cy="84973"/>
            </a:xfrm>
            <a:custGeom>
              <a:avLst/>
              <a:pathLst>
                <a:path w="97445" h="84973">
                  <a:moveTo>
                    <a:pt x="17267" y="84973"/>
                  </a:moveTo>
                  <a:lnTo>
                    <a:pt x="0" y="19735"/>
                  </a:lnTo>
                  <a:lnTo>
                    <a:pt x="83776" y="0"/>
                  </a:lnTo>
                  <a:lnTo>
                    <a:pt x="97445" y="6608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2460684" y="4489655"/>
              <a:ext cx="109862" cy="112188"/>
            </a:xfrm>
            <a:custGeom>
              <a:avLst/>
              <a:pathLst>
                <a:path w="109862" h="112188">
                  <a:moveTo>
                    <a:pt x="62752" y="112188"/>
                  </a:moveTo>
                  <a:lnTo>
                    <a:pt x="0" y="70945"/>
                  </a:lnTo>
                  <a:lnTo>
                    <a:pt x="49462" y="0"/>
                  </a:lnTo>
                  <a:lnTo>
                    <a:pt x="109862" y="4461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2237309" y="4801901"/>
              <a:ext cx="153513" cy="127269"/>
            </a:xfrm>
            <a:custGeom>
              <a:avLst/>
              <a:pathLst>
                <a:path w="153513" h="127269">
                  <a:moveTo>
                    <a:pt x="124087" y="127269"/>
                  </a:moveTo>
                  <a:lnTo>
                    <a:pt x="0" y="83667"/>
                  </a:lnTo>
                  <a:lnTo>
                    <a:pt x="32000" y="0"/>
                  </a:lnTo>
                  <a:lnTo>
                    <a:pt x="153513" y="5033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2659355" y="4294110"/>
              <a:ext cx="93564" cy="93260"/>
            </a:xfrm>
            <a:custGeom>
              <a:avLst/>
              <a:pathLst>
                <a:path w="93564" h="93260">
                  <a:moveTo>
                    <a:pt x="34965" y="93260"/>
                  </a:moveTo>
                  <a:lnTo>
                    <a:pt x="0" y="59754"/>
                  </a:lnTo>
                  <a:lnTo>
                    <a:pt x="60486" y="0"/>
                  </a:lnTo>
                  <a:lnTo>
                    <a:pt x="93564" y="3537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939721" y="6911514"/>
              <a:ext cx="98412" cy="114852"/>
            </a:xfrm>
            <a:custGeom>
              <a:avLst/>
              <a:pathLst>
                <a:path w="98412" h="114852">
                  <a:moveTo>
                    <a:pt x="81634" y="0"/>
                  </a:moveTo>
                  <a:lnTo>
                    <a:pt x="98412" y="103088"/>
                  </a:lnTo>
                  <a:lnTo>
                    <a:pt x="11107" y="114852"/>
                  </a:lnTo>
                  <a:lnTo>
                    <a:pt x="0" y="1100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2495096" y="6328238"/>
              <a:ext cx="132045" cy="129454"/>
            </a:xfrm>
            <a:custGeom>
              <a:avLst/>
              <a:pathLst>
                <a:path w="132045" h="129454">
                  <a:moveTo>
                    <a:pt x="132045" y="64579"/>
                  </a:moveTo>
                  <a:lnTo>
                    <a:pt x="54570" y="129454"/>
                  </a:lnTo>
                  <a:lnTo>
                    <a:pt x="0" y="60534"/>
                  </a:lnTo>
                  <a:lnTo>
                    <a:pt x="80911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2350430" y="4747899"/>
              <a:ext cx="77973" cy="95888"/>
            </a:xfrm>
            <a:custGeom>
              <a:avLst/>
              <a:pathLst>
                <a:path w="77973" h="95888">
                  <a:moveTo>
                    <a:pt x="43921" y="95888"/>
                  </a:moveTo>
                  <a:lnTo>
                    <a:pt x="0" y="77381"/>
                  </a:lnTo>
                  <a:lnTo>
                    <a:pt x="35132" y="0"/>
                  </a:lnTo>
                  <a:lnTo>
                    <a:pt x="77973" y="2088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2402626" y="4563787"/>
              <a:ext cx="115806" cy="116032"/>
            </a:xfrm>
            <a:custGeom>
              <a:avLst/>
              <a:pathLst>
                <a:path w="115806" h="116032">
                  <a:moveTo>
                    <a:pt x="72896" y="116032"/>
                  </a:moveTo>
                  <a:lnTo>
                    <a:pt x="0" y="74241"/>
                  </a:lnTo>
                  <a:lnTo>
                    <a:pt x="45309" y="0"/>
                  </a:lnTo>
                  <a:lnTo>
                    <a:pt x="115806" y="4572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833189" y="6441052"/>
              <a:ext cx="127816" cy="127542"/>
            </a:xfrm>
            <a:custGeom>
              <a:avLst/>
              <a:pathLst>
                <a:path w="127816" h="127542">
                  <a:moveTo>
                    <a:pt x="57172" y="0"/>
                  </a:moveTo>
                  <a:lnTo>
                    <a:pt x="127816" y="64470"/>
                  </a:lnTo>
                  <a:lnTo>
                    <a:pt x="67007" y="127542"/>
                  </a:lnTo>
                  <a:lnTo>
                    <a:pt x="0" y="5929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2206908" y="4894875"/>
              <a:ext cx="151480" cy="121524"/>
            </a:xfrm>
            <a:custGeom>
              <a:avLst/>
              <a:pathLst>
                <a:path w="151480" h="121524">
                  <a:moveTo>
                    <a:pt x="126790" y="121524"/>
                  </a:moveTo>
                  <a:lnTo>
                    <a:pt x="0" y="85474"/>
                  </a:lnTo>
                  <a:lnTo>
                    <a:pt x="26854" y="0"/>
                  </a:lnTo>
                  <a:lnTo>
                    <a:pt x="151480" y="4294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755496" y="6929863"/>
              <a:ext cx="87610" cy="96726"/>
            </a:xfrm>
            <a:custGeom>
              <a:avLst/>
              <a:pathLst>
                <a:path w="87610" h="96726">
                  <a:moveTo>
                    <a:pt x="83822" y="0"/>
                  </a:moveTo>
                  <a:lnTo>
                    <a:pt x="87610" y="95659"/>
                  </a:lnTo>
                  <a:lnTo>
                    <a:pt x="0" y="96726"/>
                  </a:lnTo>
                  <a:lnTo>
                    <a:pt x="1457" y="100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2273242" y="5925994"/>
              <a:ext cx="117580" cy="112694"/>
            </a:xfrm>
            <a:custGeom>
              <a:avLst/>
              <a:pathLst>
                <a:path w="117580" h="112694">
                  <a:moveTo>
                    <a:pt x="117580" y="76936"/>
                  </a:moveTo>
                  <a:lnTo>
                    <a:pt x="31254" y="112694"/>
                  </a:lnTo>
                  <a:lnTo>
                    <a:pt x="0" y="30975"/>
                  </a:lnTo>
                  <a:lnTo>
                    <a:pt x="88154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2188342" y="5287187"/>
              <a:ext cx="93891" cy="90059"/>
            </a:xfrm>
            <a:custGeom>
              <a:avLst/>
              <a:pathLst>
                <a:path w="93891" h="90059">
                  <a:moveTo>
                    <a:pt x="88879" y="90059"/>
                  </a:moveTo>
                  <a:lnTo>
                    <a:pt x="0" y="87082"/>
                  </a:lnTo>
                  <a:lnTo>
                    <a:pt x="5308" y="0"/>
                  </a:lnTo>
                  <a:lnTo>
                    <a:pt x="93891" y="784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030386" y="6894069"/>
              <a:ext cx="101617" cy="109017"/>
            </a:xfrm>
            <a:custGeom>
              <a:avLst/>
              <a:pathLst>
                <a:path w="101617" h="109017">
                  <a:moveTo>
                    <a:pt x="80813" y="0"/>
                  </a:moveTo>
                  <a:lnTo>
                    <a:pt x="101617" y="92069"/>
                  </a:lnTo>
                  <a:lnTo>
                    <a:pt x="15729" y="109017"/>
                  </a:lnTo>
                  <a:lnTo>
                    <a:pt x="0" y="1594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2208673" y="5095995"/>
              <a:ext cx="100750" cy="99107"/>
            </a:xfrm>
            <a:custGeom>
              <a:avLst/>
              <a:pathLst>
                <a:path w="100750" h="99107">
                  <a:moveTo>
                    <a:pt x="85788" y="99107"/>
                  </a:moveTo>
                  <a:lnTo>
                    <a:pt x="0" y="85680"/>
                  </a:lnTo>
                  <a:lnTo>
                    <a:pt x="15825" y="0"/>
                  </a:lnTo>
                  <a:lnTo>
                    <a:pt x="100750" y="1810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4695084" y="6568439"/>
              <a:ext cx="125008" cy="126290"/>
            </a:xfrm>
            <a:custGeom>
              <a:avLst/>
              <a:pathLst>
                <a:path w="125008" h="126290">
                  <a:moveTo>
                    <a:pt x="63951" y="0"/>
                  </a:moveTo>
                  <a:lnTo>
                    <a:pt x="125008" y="71136"/>
                  </a:lnTo>
                  <a:lnTo>
                    <a:pt x="57069" y="126290"/>
                  </a:lnTo>
                  <a:lnTo>
                    <a:pt x="0" y="5191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2295084" y="6011377"/>
              <a:ext cx="133320" cy="122205"/>
            </a:xfrm>
            <a:custGeom>
              <a:avLst/>
              <a:pathLst>
                <a:path w="133320" h="122205">
                  <a:moveTo>
                    <a:pt x="133320" y="75003"/>
                  </a:moveTo>
                  <a:lnTo>
                    <a:pt x="36492" y="122205"/>
                  </a:lnTo>
                  <a:lnTo>
                    <a:pt x="0" y="41827"/>
                  </a:lnTo>
                  <a:lnTo>
                    <a:pt x="99267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4295483" y="6809487"/>
              <a:ext cx="110096" cy="110305"/>
            </a:xfrm>
            <a:custGeom>
              <a:avLst/>
              <a:pathLst>
                <a:path w="110096" h="110305">
                  <a:moveTo>
                    <a:pt x="76572" y="0"/>
                  </a:moveTo>
                  <a:lnTo>
                    <a:pt x="110096" y="78226"/>
                  </a:lnTo>
                  <a:lnTo>
                    <a:pt x="29189" y="110305"/>
                  </a:lnTo>
                  <a:lnTo>
                    <a:pt x="0" y="3036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2944591" y="4060931"/>
              <a:ext cx="103421" cy="95379"/>
            </a:xfrm>
            <a:custGeom>
              <a:avLst/>
              <a:pathLst>
                <a:path w="103421" h="95379">
                  <a:moveTo>
                    <a:pt x="32591" y="95379"/>
                  </a:moveTo>
                  <a:lnTo>
                    <a:pt x="0" y="43759"/>
                  </a:lnTo>
                  <a:lnTo>
                    <a:pt x="73705" y="0"/>
                  </a:lnTo>
                  <a:lnTo>
                    <a:pt x="103421" y="5332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2882640" y="4134297"/>
              <a:ext cx="86817" cy="73206"/>
            </a:xfrm>
            <a:custGeom>
              <a:avLst/>
              <a:pathLst>
                <a:path w="86817" h="73206">
                  <a:moveTo>
                    <a:pt x="18677" y="73206"/>
                  </a:moveTo>
                  <a:lnTo>
                    <a:pt x="0" y="47267"/>
                  </a:lnTo>
                  <a:lnTo>
                    <a:pt x="69588" y="0"/>
                  </a:lnTo>
                  <a:lnTo>
                    <a:pt x="86817" y="2692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658107" y="3826890"/>
              <a:ext cx="89694" cy="101586"/>
            </a:xfrm>
            <a:custGeom>
              <a:avLst/>
              <a:pathLst>
                <a:path w="89694" h="101586">
                  <a:moveTo>
                    <a:pt x="7420" y="101586"/>
                  </a:moveTo>
                  <a:lnTo>
                    <a:pt x="0" y="4270"/>
                  </a:lnTo>
                  <a:lnTo>
                    <a:pt x="87615" y="0"/>
                  </a:lnTo>
                  <a:lnTo>
                    <a:pt x="89694" y="9757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2306150" y="4618434"/>
              <a:ext cx="164843" cy="142134"/>
            </a:xfrm>
            <a:custGeom>
              <a:avLst/>
              <a:pathLst>
                <a:path w="164843" h="142134">
                  <a:moveTo>
                    <a:pt x="126289" y="142134"/>
                  </a:moveTo>
                  <a:lnTo>
                    <a:pt x="0" y="79615"/>
                  </a:lnTo>
                  <a:lnTo>
                    <a:pt x="42166" y="0"/>
                  </a:lnTo>
                  <a:lnTo>
                    <a:pt x="164843" y="6934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2582259" y="4348232"/>
              <a:ext cx="105748" cy="107115"/>
            </a:xfrm>
            <a:custGeom>
              <a:avLst/>
              <a:pathLst>
                <a:path w="105748" h="107115">
                  <a:moveTo>
                    <a:pt x="50779" y="107115"/>
                  </a:moveTo>
                  <a:lnTo>
                    <a:pt x="0" y="64064"/>
                  </a:lnTo>
                  <a:lnTo>
                    <a:pt x="57402" y="0"/>
                  </a:lnTo>
                  <a:lnTo>
                    <a:pt x="105748" y="4576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4955695" y="6298656"/>
              <a:ext cx="127313" cy="125262"/>
            </a:xfrm>
            <a:custGeom>
              <a:avLst/>
              <a:pathLst>
                <a:path w="127313" h="125262">
                  <a:moveTo>
                    <a:pt x="49545" y="0"/>
                  </a:moveTo>
                  <a:lnTo>
                    <a:pt x="127313" y="55280"/>
                  </a:lnTo>
                  <a:lnTo>
                    <a:pt x="74623" y="125262"/>
                  </a:lnTo>
                  <a:lnTo>
                    <a:pt x="0" y="6580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182449" y="4826522"/>
              <a:ext cx="185276" cy="137336"/>
            </a:xfrm>
            <a:custGeom>
              <a:avLst/>
              <a:pathLst>
                <a:path w="185276" h="137336">
                  <a:moveTo>
                    <a:pt x="0" y="59706"/>
                  </a:moveTo>
                  <a:lnTo>
                    <a:pt x="77347" y="29853"/>
                  </a:lnTo>
                  <a:lnTo>
                    <a:pt x="154695" y="0"/>
                  </a:lnTo>
                  <a:lnTo>
                    <a:pt x="185276" y="86192"/>
                  </a:lnTo>
                  <a:lnTo>
                    <a:pt x="106410" y="111764"/>
                  </a:lnTo>
                  <a:lnTo>
                    <a:pt x="27543" y="1373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146911" y="4732278"/>
              <a:ext cx="187891" cy="145420"/>
            </a:xfrm>
            <a:custGeom>
              <a:avLst/>
              <a:pathLst>
                <a:path w="187891" h="145420">
                  <a:moveTo>
                    <a:pt x="0" y="69610"/>
                  </a:moveTo>
                  <a:lnTo>
                    <a:pt x="76045" y="34805"/>
                  </a:lnTo>
                  <a:lnTo>
                    <a:pt x="152090" y="0"/>
                  </a:lnTo>
                  <a:lnTo>
                    <a:pt x="187891" y="84244"/>
                  </a:lnTo>
                  <a:lnTo>
                    <a:pt x="110053" y="114832"/>
                  </a:lnTo>
                  <a:lnTo>
                    <a:pt x="32216" y="14542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14822" y="6745337"/>
              <a:ext cx="114456" cy="114814"/>
            </a:xfrm>
            <a:custGeom>
              <a:avLst/>
              <a:pathLst>
                <a:path w="114456" h="114814">
                  <a:moveTo>
                    <a:pt x="114456" y="37663"/>
                  </a:moveTo>
                  <a:lnTo>
                    <a:pt x="77426" y="114814"/>
                  </a:lnTo>
                  <a:lnTo>
                    <a:pt x="0" y="75006"/>
                  </a:lnTo>
                  <a:lnTo>
                    <a:pt x="41199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4765963" y="6506745"/>
              <a:ext cx="127703" cy="128379"/>
            </a:xfrm>
            <a:custGeom>
              <a:avLst/>
              <a:pathLst>
                <a:path w="127703" h="128379">
                  <a:moveTo>
                    <a:pt x="60674" y="0"/>
                  </a:moveTo>
                  <a:lnTo>
                    <a:pt x="127703" y="69101"/>
                  </a:lnTo>
                  <a:lnTo>
                    <a:pt x="63144" y="128379"/>
                  </a:lnTo>
                  <a:lnTo>
                    <a:pt x="0" y="5571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106307" y="4641247"/>
              <a:ext cx="188209" cy="152329"/>
            </a:xfrm>
            <a:custGeom>
              <a:avLst/>
              <a:pathLst>
                <a:path w="188209" h="152329">
                  <a:moveTo>
                    <a:pt x="0" y="78619"/>
                  </a:moveTo>
                  <a:lnTo>
                    <a:pt x="73677" y="39309"/>
                  </a:lnTo>
                  <a:lnTo>
                    <a:pt x="147355" y="0"/>
                  </a:lnTo>
                  <a:lnTo>
                    <a:pt x="188209" y="81898"/>
                  </a:lnTo>
                  <a:lnTo>
                    <a:pt x="112489" y="117113"/>
                  </a:lnTo>
                  <a:lnTo>
                    <a:pt x="36769" y="15232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848465" y="6923460"/>
              <a:ext cx="91157" cy="95711"/>
            </a:xfrm>
            <a:custGeom>
              <a:avLst/>
              <a:pathLst>
                <a:path w="91157" h="95711">
                  <a:moveTo>
                    <a:pt x="82152" y="0"/>
                  </a:moveTo>
                  <a:lnTo>
                    <a:pt x="91157" y="89339"/>
                  </a:lnTo>
                  <a:lnTo>
                    <a:pt x="4098" y="95711"/>
                  </a:lnTo>
                  <a:lnTo>
                    <a:pt x="0" y="601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2559214" y="6399817"/>
              <a:ext cx="128793" cy="127885"/>
            </a:xfrm>
            <a:custGeom>
              <a:avLst/>
              <a:pathLst>
                <a:path w="128793" h="127885">
                  <a:moveTo>
                    <a:pt x="128793" y="61348"/>
                  </a:moveTo>
                  <a:lnTo>
                    <a:pt x="58506" y="127885"/>
                  </a:lnTo>
                  <a:lnTo>
                    <a:pt x="0" y="62587"/>
                  </a:lnTo>
                  <a:lnTo>
                    <a:pt x="73825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370765" y="6880989"/>
              <a:ext cx="104548" cy="112158"/>
            </a:xfrm>
            <a:custGeom>
              <a:avLst/>
              <a:pathLst>
                <a:path w="104548" h="112158">
                  <a:moveTo>
                    <a:pt x="104548" y="18887"/>
                  </a:moveTo>
                  <a:lnTo>
                    <a:pt x="85256" y="112158"/>
                  </a:lnTo>
                  <a:lnTo>
                    <a:pt x="0" y="92073"/>
                  </a:lnTo>
                  <a:lnTo>
                    <a:pt x="24370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188081" y="6823499"/>
              <a:ext cx="110652" cy="113592"/>
            </a:xfrm>
            <a:custGeom>
              <a:avLst/>
              <a:pathLst>
                <a:path w="110652" h="113592">
                  <a:moveTo>
                    <a:pt x="110652" y="28486"/>
                  </a:moveTo>
                  <a:lnTo>
                    <a:pt x="81907" y="113592"/>
                  </a:lnTo>
                  <a:lnTo>
                    <a:pt x="0" y="83404"/>
                  </a:lnTo>
                  <a:lnTo>
                    <a:pt x="33363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280006" y="6854888"/>
              <a:ext cx="106287" cy="107914"/>
            </a:xfrm>
            <a:custGeom>
              <a:avLst/>
              <a:pathLst>
                <a:path w="106287" h="107914">
                  <a:moveTo>
                    <a:pt x="106287" y="23731"/>
                  </a:moveTo>
                  <a:lnTo>
                    <a:pt x="83455" y="107914"/>
                  </a:lnTo>
                  <a:lnTo>
                    <a:pt x="0" y="82806"/>
                  </a:lnTo>
                  <a:lnTo>
                    <a:pt x="27408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2298731" y="5838764"/>
              <a:ext cx="59657" cy="90427"/>
            </a:xfrm>
            <a:custGeom>
              <a:avLst/>
              <a:pathLst>
                <a:path w="59657" h="90427">
                  <a:moveTo>
                    <a:pt x="59657" y="78584"/>
                  </a:moveTo>
                  <a:lnTo>
                    <a:pt x="25287" y="90427"/>
                  </a:lnTo>
                  <a:lnTo>
                    <a:pt x="0" y="9942"/>
                  </a:lnTo>
                  <a:lnTo>
                    <a:pt x="34967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2337128" y="6094596"/>
              <a:ext cx="133865" cy="125125"/>
            </a:xfrm>
            <a:custGeom>
              <a:avLst/>
              <a:pathLst>
                <a:path w="133865" h="125125">
                  <a:moveTo>
                    <a:pt x="133865" y="72792"/>
                  </a:moveTo>
                  <a:lnTo>
                    <a:pt x="41280" y="125125"/>
                  </a:lnTo>
                  <a:lnTo>
                    <a:pt x="0" y="47183"/>
                  </a:lnTo>
                  <a:lnTo>
                    <a:pt x="95311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2235106" y="5385250"/>
              <a:ext cx="41837" cy="84665"/>
            </a:xfrm>
            <a:custGeom>
              <a:avLst/>
              <a:pathLst>
                <a:path w="41837" h="84665">
                  <a:moveTo>
                    <a:pt x="41837" y="83518"/>
                  </a:moveTo>
                  <a:lnTo>
                    <a:pt x="0" y="84665"/>
                  </a:lnTo>
                  <a:lnTo>
                    <a:pt x="0" y="0"/>
                  </a:lnTo>
                  <a:lnTo>
                    <a:pt x="41837" y="114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212789" y="4938636"/>
              <a:ext cx="131351" cy="113101"/>
            </a:xfrm>
            <a:custGeom>
              <a:avLst/>
              <a:pathLst>
                <a:path w="131351" h="113101">
                  <a:moveTo>
                    <a:pt x="0" y="33939"/>
                  </a:moveTo>
                  <a:lnTo>
                    <a:pt x="106884" y="0"/>
                  </a:lnTo>
                  <a:lnTo>
                    <a:pt x="131351" y="85067"/>
                  </a:lnTo>
                  <a:lnTo>
                    <a:pt x="22769" y="11310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010521" y="4465628"/>
              <a:ext cx="190791" cy="167054"/>
            </a:xfrm>
            <a:custGeom>
              <a:avLst/>
              <a:pathLst>
                <a:path w="190791" h="167054">
                  <a:moveTo>
                    <a:pt x="0" y="98356"/>
                  </a:moveTo>
                  <a:lnTo>
                    <a:pt x="70082" y="49178"/>
                  </a:lnTo>
                  <a:lnTo>
                    <a:pt x="140164" y="0"/>
                  </a:lnTo>
                  <a:lnTo>
                    <a:pt x="190791" y="76522"/>
                  </a:lnTo>
                  <a:lnTo>
                    <a:pt x="118120" y="121788"/>
                  </a:lnTo>
                  <a:lnTo>
                    <a:pt x="45450" y="16705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283899" y="3904316"/>
              <a:ext cx="102395" cy="95960"/>
            </a:xfrm>
            <a:custGeom>
              <a:avLst/>
              <a:pathLst>
                <a:path w="102395" h="95960">
                  <a:moveTo>
                    <a:pt x="23515" y="95960"/>
                  </a:moveTo>
                  <a:lnTo>
                    <a:pt x="0" y="24912"/>
                  </a:lnTo>
                  <a:lnTo>
                    <a:pt x="82805" y="0"/>
                  </a:lnTo>
                  <a:lnTo>
                    <a:pt x="102395" y="7222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2760408" y="6591945"/>
              <a:ext cx="133498" cy="137572"/>
            </a:xfrm>
            <a:custGeom>
              <a:avLst/>
              <a:pathLst>
                <a:path w="133498" h="137572">
                  <a:moveTo>
                    <a:pt x="133498" y="50343"/>
                  </a:moveTo>
                  <a:lnTo>
                    <a:pt x="69879" y="137572"/>
                  </a:lnTo>
                  <a:lnTo>
                    <a:pt x="0" y="83614"/>
                  </a:lnTo>
                  <a:lnTo>
                    <a:pt x="68301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465323" y="6901703"/>
              <a:ext cx="100137" cy="109436"/>
            </a:xfrm>
            <a:custGeom>
              <a:avLst/>
              <a:pathLst>
                <a:path w="100137" h="109436">
                  <a:moveTo>
                    <a:pt x="100137" y="13974"/>
                  </a:moveTo>
                  <a:lnTo>
                    <a:pt x="86385" y="109436"/>
                  </a:lnTo>
                  <a:lnTo>
                    <a:pt x="0" y="94565"/>
                  </a:lnTo>
                  <a:lnTo>
                    <a:pt x="18959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955695" y="4389504"/>
              <a:ext cx="181910" cy="167004"/>
            </a:xfrm>
            <a:custGeom>
              <a:avLst/>
              <a:pathLst>
                <a:path w="181910" h="167004">
                  <a:moveTo>
                    <a:pt x="0" y="101199"/>
                  </a:moveTo>
                  <a:lnTo>
                    <a:pt x="127012" y="0"/>
                  </a:lnTo>
                  <a:lnTo>
                    <a:pt x="181910" y="72913"/>
                  </a:lnTo>
                  <a:lnTo>
                    <a:pt x="49545" y="16700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833189" y="4248748"/>
              <a:ext cx="166969" cy="165364"/>
            </a:xfrm>
            <a:custGeom>
              <a:avLst/>
              <a:pathLst>
                <a:path w="166969" h="165364">
                  <a:moveTo>
                    <a:pt x="0" y="106064"/>
                  </a:moveTo>
                  <a:lnTo>
                    <a:pt x="104144" y="0"/>
                  </a:lnTo>
                  <a:lnTo>
                    <a:pt x="166969" y="65162"/>
                  </a:lnTo>
                  <a:lnTo>
                    <a:pt x="57172" y="16536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562971" y="6916955"/>
              <a:ext cx="93430" cy="93323"/>
            </a:xfrm>
            <a:custGeom>
              <a:avLst/>
              <a:pathLst>
                <a:path w="93430" h="93323">
                  <a:moveTo>
                    <a:pt x="93430" y="9009"/>
                  </a:moveTo>
                  <a:lnTo>
                    <a:pt x="86485" y="93323"/>
                  </a:lnTo>
                  <a:lnTo>
                    <a:pt x="0" y="83807"/>
                  </a:lnTo>
                  <a:lnTo>
                    <a:pt x="11552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2434525" y="6253321"/>
              <a:ext cx="136021" cy="130787"/>
            </a:xfrm>
            <a:custGeom>
              <a:avLst/>
              <a:pathLst>
                <a:path w="136021" h="130787">
                  <a:moveTo>
                    <a:pt x="136021" y="67570"/>
                  </a:moveTo>
                  <a:lnTo>
                    <a:pt x="50443" y="130787"/>
                  </a:lnTo>
                  <a:lnTo>
                    <a:pt x="0" y="58435"/>
                  </a:lnTo>
                  <a:lnTo>
                    <a:pt x="88911" y="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2232850" y="5003701"/>
              <a:ext cx="98371" cy="101453"/>
            </a:xfrm>
            <a:custGeom>
              <a:avLst/>
              <a:pathLst>
                <a:path w="98371" h="101453">
                  <a:moveTo>
                    <a:pt x="78509" y="101453"/>
                  </a:moveTo>
                  <a:lnTo>
                    <a:pt x="0" y="84215"/>
                  </a:lnTo>
                  <a:lnTo>
                    <a:pt x="20924" y="0"/>
                  </a:lnTo>
                  <a:lnTo>
                    <a:pt x="98371" y="2151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896511" y="6371603"/>
              <a:ext cx="129959" cy="128484"/>
            </a:xfrm>
            <a:custGeom>
              <a:avLst/>
              <a:pathLst>
                <a:path w="129959" h="128484">
                  <a:moveTo>
                    <a:pt x="53458" y="0"/>
                  </a:moveTo>
                  <a:lnTo>
                    <a:pt x="129959" y="61718"/>
                  </a:lnTo>
                  <a:lnTo>
                    <a:pt x="73006" y="128484"/>
                  </a:lnTo>
                  <a:lnTo>
                    <a:pt x="0" y="6266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060788" y="4549594"/>
              <a:ext cx="193828" cy="162209"/>
            </a:xfrm>
            <a:custGeom>
              <a:avLst/>
              <a:pathLst>
                <a:path w="193828" h="162209">
                  <a:moveTo>
                    <a:pt x="0" y="90873"/>
                  </a:moveTo>
                  <a:lnTo>
                    <a:pt x="73943" y="45436"/>
                  </a:lnTo>
                  <a:lnTo>
                    <a:pt x="147887" y="0"/>
                  </a:lnTo>
                  <a:lnTo>
                    <a:pt x="193828" y="79572"/>
                  </a:lnTo>
                  <a:lnTo>
                    <a:pt x="117507" y="120890"/>
                  </a:lnTo>
                  <a:lnTo>
                    <a:pt x="41185" y="16220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010521" y="6222481"/>
              <a:ext cx="125906" cy="123144"/>
            </a:xfrm>
            <a:custGeom>
              <a:avLst/>
              <a:pathLst>
                <a:path w="125906" h="123144">
                  <a:moveTo>
                    <a:pt x="45450" y="0"/>
                  </a:moveTo>
                  <a:lnTo>
                    <a:pt x="125906" y="50115"/>
                  </a:lnTo>
                  <a:lnTo>
                    <a:pt x="77590" y="123144"/>
                  </a:lnTo>
                  <a:lnTo>
                    <a:pt x="0" y="6869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5281929" y="5346445"/>
              <a:ext cx="400558" cy="17081"/>
            </a:xfrm>
            <a:custGeom>
              <a:avLst/>
              <a:pathLst>
                <a:path w="400558" h="17081">
                  <a:moveTo>
                    <a:pt x="0" y="17081"/>
                  </a:moveTo>
                  <a:lnTo>
                    <a:pt x="100139" y="12811"/>
                  </a:lnTo>
                  <a:lnTo>
                    <a:pt x="200279" y="8540"/>
                  </a:lnTo>
                  <a:lnTo>
                    <a:pt x="300418" y="4270"/>
                  </a:lnTo>
                  <a:lnTo>
                    <a:pt x="400558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5281929" y="5363527"/>
              <a:ext cx="223" cy="5487"/>
            </a:xfrm>
            <a:custGeom>
              <a:avLst/>
              <a:pathLst>
                <a:path w="223" h="5487">
                  <a:moveTo>
                    <a:pt x="0" y="0"/>
                  </a:moveTo>
                  <a:lnTo>
                    <a:pt x="223" y="5487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5382069" y="5359256"/>
              <a:ext cx="238" cy="5853"/>
            </a:xfrm>
            <a:custGeom>
              <a:avLst/>
              <a:pathLst>
                <a:path w="238" h="5853">
                  <a:moveTo>
                    <a:pt x="0" y="0"/>
                  </a:moveTo>
                  <a:lnTo>
                    <a:pt x="238" y="5853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5482208" y="5354986"/>
              <a:ext cx="253" cy="6219"/>
            </a:xfrm>
            <a:custGeom>
              <a:avLst/>
              <a:pathLst>
                <a:path w="253" h="6219">
                  <a:moveTo>
                    <a:pt x="0" y="0"/>
                  </a:moveTo>
                  <a:lnTo>
                    <a:pt x="253" y="6219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5582348" y="5350715"/>
              <a:ext cx="268" cy="6585"/>
            </a:xfrm>
            <a:custGeom>
              <a:avLst/>
              <a:pathLst>
                <a:path w="268" h="6585">
                  <a:moveTo>
                    <a:pt x="0" y="0"/>
                  </a:moveTo>
                  <a:lnTo>
                    <a:pt x="268" y="6585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5682487" y="5346445"/>
              <a:ext cx="283" cy="6950"/>
            </a:xfrm>
            <a:custGeom>
              <a:avLst/>
              <a:pathLst>
                <a:path w="283" h="6950">
                  <a:moveTo>
                    <a:pt x="0" y="0"/>
                  </a:moveTo>
                  <a:lnTo>
                    <a:pt x="283" y="695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tx724"/>
            <p:cNvSpPr/>
            <p:nvPr/>
          </p:nvSpPr>
          <p:spPr>
            <a:xfrm>
              <a:off x="5270816" y="5372673"/>
              <a:ext cx="22951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5370979" y="5369012"/>
              <a:ext cx="22951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5459667" y="5365352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727" name="tx727"/>
            <p:cNvSpPr/>
            <p:nvPr/>
          </p:nvSpPr>
          <p:spPr>
            <a:xfrm>
              <a:off x="5559831" y="5361691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728" name="tx728"/>
            <p:cNvSpPr/>
            <p:nvPr/>
          </p:nvSpPr>
          <p:spPr>
            <a:xfrm>
              <a:off x="5659994" y="5358030"/>
              <a:ext cx="45902" cy="26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84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729" name="rc729"/>
            <p:cNvSpPr/>
            <p:nvPr/>
          </p:nvSpPr>
          <p:spPr>
            <a:xfrm>
              <a:off x="6302099" y="4270176"/>
              <a:ext cx="1561164" cy="23148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tx730"/>
            <p:cNvSpPr/>
            <p:nvPr/>
          </p:nvSpPr>
          <p:spPr>
            <a:xfrm>
              <a:off x="6371688" y="4354304"/>
              <a:ext cx="405719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group</a:t>
              </a:r>
            </a:p>
          </p:txBody>
        </p:sp>
        <p:sp>
          <p:nvSpPr>
            <p:cNvPr id="731" name="rc731"/>
            <p:cNvSpPr/>
            <p:nvPr/>
          </p:nvSpPr>
          <p:spPr>
            <a:xfrm>
              <a:off x="6371688" y="45402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393634" y="465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393634" y="46500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tx734"/>
            <p:cNvSpPr/>
            <p:nvPr/>
          </p:nvSpPr>
          <p:spPr>
            <a:xfrm>
              <a:off x="6378193" y="4630273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C8D62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35" name="rc735"/>
            <p:cNvSpPr/>
            <p:nvPr/>
          </p:nvSpPr>
          <p:spPr>
            <a:xfrm>
              <a:off x="6371688" y="475975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393634" y="48694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393634" y="48694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tx738"/>
            <p:cNvSpPr/>
            <p:nvPr/>
          </p:nvSpPr>
          <p:spPr>
            <a:xfrm>
              <a:off x="6551447" y="4849729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78AC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39" name="rc739"/>
            <p:cNvSpPr/>
            <p:nvPr/>
          </p:nvSpPr>
          <p:spPr>
            <a:xfrm>
              <a:off x="6371688" y="497920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6393634" y="508893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6393634" y="508893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tx742"/>
            <p:cNvSpPr/>
            <p:nvPr/>
          </p:nvSpPr>
          <p:spPr>
            <a:xfrm>
              <a:off x="6551447" y="5069185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8DA0CB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43" name="rc743"/>
            <p:cNvSpPr/>
            <p:nvPr/>
          </p:nvSpPr>
          <p:spPr>
            <a:xfrm>
              <a:off x="6371688" y="519866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6393634" y="53083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6393634" y="53083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FFD9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tx746"/>
            <p:cNvSpPr/>
            <p:nvPr/>
          </p:nvSpPr>
          <p:spPr>
            <a:xfrm>
              <a:off x="6551447" y="5288641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FFD92F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47" name="rc747"/>
            <p:cNvSpPr/>
            <p:nvPr/>
          </p:nvSpPr>
          <p:spPr>
            <a:xfrm>
              <a:off x="6371688" y="5418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6393634" y="5527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6393634" y="5527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A6D8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tx750"/>
            <p:cNvSpPr/>
            <p:nvPr/>
          </p:nvSpPr>
          <p:spPr>
            <a:xfrm>
              <a:off x="6551447" y="5508097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A6D854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51" name="rc751"/>
            <p:cNvSpPr/>
            <p:nvPr/>
          </p:nvSpPr>
          <p:spPr>
            <a:xfrm>
              <a:off x="6371688" y="563757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6393634" y="57473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6393634" y="57473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tx754"/>
            <p:cNvSpPr/>
            <p:nvPr/>
          </p:nvSpPr>
          <p:spPr>
            <a:xfrm>
              <a:off x="6378193" y="5727553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55" name="tx755"/>
            <p:cNvSpPr/>
            <p:nvPr/>
          </p:nvSpPr>
          <p:spPr>
            <a:xfrm>
              <a:off x="6551447" y="5727553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66C2A5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56" name="rc756"/>
            <p:cNvSpPr/>
            <p:nvPr/>
          </p:nvSpPr>
          <p:spPr>
            <a:xfrm>
              <a:off x="6371688" y="585703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6393634" y="59667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6393634" y="59667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E5C4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551447" y="5947009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E5C494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0" name="rc760"/>
            <p:cNvSpPr/>
            <p:nvPr/>
          </p:nvSpPr>
          <p:spPr>
            <a:xfrm>
              <a:off x="6371688" y="607648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6393634" y="61862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6393634" y="61862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tx763"/>
            <p:cNvSpPr/>
            <p:nvPr/>
          </p:nvSpPr>
          <p:spPr>
            <a:xfrm>
              <a:off x="6551447" y="6166465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4" name="rc764"/>
            <p:cNvSpPr/>
            <p:nvPr/>
          </p:nvSpPr>
          <p:spPr>
            <a:xfrm>
              <a:off x="6371688" y="629594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6393634" y="640567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6393634" y="640567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rnd">
              <a:solidFill>
                <a:srgbClr val="B3B3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378193" y="6385921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551447" y="6385921"/>
              <a:ext cx="33192" cy="395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26" i="0" b="0">
                  <a:solidFill>
                    <a:srgbClr val="B3B3B3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660733" y="4612991"/>
              <a:ext cx="8149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g__Burkholderia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660733" y="4832447"/>
              <a:ext cx="82570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g__Enterobacter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660733" y="5051903"/>
              <a:ext cx="6505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g__Klebsiella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660733" y="5271359"/>
              <a:ext cx="9581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g__Microbacterium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660733" y="5490815"/>
              <a:ext cx="82497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g__Paenibacillus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6660733" y="5710271"/>
              <a:ext cx="57634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g__Pantoea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6660733" y="5929727"/>
              <a:ext cx="9194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g__Sphingomonas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6660733" y="6149183"/>
              <a:ext cx="113294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g__Stenotrophomonas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6660733" y="6368639"/>
              <a:ext cx="27075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1282178" y="1848078"/>
              <a:ext cx="114574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779" name="rc779"/>
            <p:cNvSpPr/>
            <p:nvPr/>
          </p:nvSpPr>
          <p:spPr>
            <a:xfrm>
              <a:off x="8086018" y="2567881"/>
              <a:ext cx="5719403" cy="57194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10945720" y="5207605"/>
              <a:ext cx="381011" cy="219977"/>
            </a:xfrm>
            <a:custGeom>
              <a:avLst/>
              <a:pathLst>
                <a:path w="381011" h="219977">
                  <a:moveTo>
                    <a:pt x="0" y="219977"/>
                  </a:moveTo>
                  <a:lnTo>
                    <a:pt x="47626" y="192479"/>
                  </a:lnTo>
                  <a:lnTo>
                    <a:pt x="95252" y="164982"/>
                  </a:lnTo>
                  <a:lnTo>
                    <a:pt x="142879" y="137485"/>
                  </a:lnTo>
                  <a:lnTo>
                    <a:pt x="190505" y="109988"/>
                  </a:lnTo>
                  <a:lnTo>
                    <a:pt x="238132" y="82491"/>
                  </a:lnTo>
                  <a:lnTo>
                    <a:pt x="285758" y="54994"/>
                  </a:lnTo>
                  <a:lnTo>
                    <a:pt x="333384" y="27497"/>
                  </a:lnTo>
                  <a:lnTo>
                    <a:pt x="38101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10831851" y="5002619"/>
              <a:ext cx="25304" cy="94436"/>
            </a:xfrm>
            <a:custGeom>
              <a:avLst/>
              <a:pathLst>
                <a:path w="25304" h="94436">
                  <a:moveTo>
                    <a:pt x="25304" y="9443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10701294" y="5061774"/>
              <a:ext cx="27158" cy="40645"/>
            </a:xfrm>
            <a:custGeom>
              <a:avLst/>
              <a:pathLst>
                <a:path w="27158" h="40645">
                  <a:moveTo>
                    <a:pt x="27158" y="4064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10596681" y="5159755"/>
              <a:ext cx="38782" cy="29758"/>
            </a:xfrm>
            <a:custGeom>
              <a:avLst/>
              <a:pathLst>
                <a:path w="38782" h="29758">
                  <a:moveTo>
                    <a:pt x="38782" y="297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10964903" y="4988570"/>
              <a:ext cx="9591" cy="146337"/>
            </a:xfrm>
            <a:custGeom>
              <a:avLst/>
              <a:pathLst>
                <a:path w="9591" h="146337">
                  <a:moveTo>
                    <a:pt x="0" y="146337"/>
                  </a:moveTo>
                  <a:lnTo>
                    <a:pt x="4795" y="73168"/>
                  </a:lnTo>
                  <a:lnTo>
                    <a:pt x="959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10529114" y="5553288"/>
              <a:ext cx="46289" cy="15713"/>
            </a:xfrm>
            <a:custGeom>
              <a:avLst/>
              <a:pathLst>
                <a:path w="46289" h="15713">
                  <a:moveTo>
                    <a:pt x="46289" y="0"/>
                  </a:moveTo>
                  <a:lnTo>
                    <a:pt x="0" y="1571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10596681" y="5665651"/>
              <a:ext cx="38782" cy="29758"/>
            </a:xfrm>
            <a:custGeom>
              <a:avLst/>
              <a:pathLst>
                <a:path w="38782" h="29758">
                  <a:moveTo>
                    <a:pt x="38782" y="0"/>
                  </a:moveTo>
                  <a:lnTo>
                    <a:pt x="0" y="297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10701294" y="5712100"/>
              <a:ext cx="54316" cy="81290"/>
            </a:xfrm>
            <a:custGeom>
              <a:avLst/>
              <a:pathLst>
                <a:path w="54316" h="81290">
                  <a:moveTo>
                    <a:pt x="54316" y="0"/>
                  </a:moveTo>
                  <a:lnTo>
                    <a:pt x="0" y="8129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10831851" y="5805327"/>
              <a:ext cx="12652" cy="47218"/>
            </a:xfrm>
            <a:custGeom>
              <a:avLst/>
              <a:pathLst>
                <a:path w="12652" h="47218">
                  <a:moveTo>
                    <a:pt x="12652" y="0"/>
                  </a:moveTo>
                  <a:lnTo>
                    <a:pt x="0" y="4721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10971297" y="5817815"/>
              <a:ext cx="3197" cy="48779"/>
            </a:xfrm>
            <a:custGeom>
              <a:avLst/>
              <a:pathLst>
                <a:path w="3197" h="48779">
                  <a:moveTo>
                    <a:pt x="0" y="0"/>
                  </a:moveTo>
                  <a:lnTo>
                    <a:pt x="3197" y="48779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11203570" y="5721604"/>
              <a:ext cx="32231" cy="36752"/>
            </a:xfrm>
            <a:custGeom>
              <a:avLst/>
              <a:pathLst>
                <a:path w="32231" h="36752">
                  <a:moveTo>
                    <a:pt x="0" y="0"/>
                  </a:moveTo>
                  <a:lnTo>
                    <a:pt x="32231" y="367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11284397" y="5623117"/>
              <a:ext cx="42334" cy="24441"/>
            </a:xfrm>
            <a:custGeom>
              <a:avLst/>
              <a:pathLst>
                <a:path w="42334" h="24441">
                  <a:moveTo>
                    <a:pt x="0" y="0"/>
                  </a:moveTo>
                  <a:lnTo>
                    <a:pt x="42334" y="2444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11076669" y="5743721"/>
              <a:ext cx="37414" cy="90325"/>
            </a:xfrm>
            <a:custGeom>
              <a:avLst/>
              <a:pathLst>
                <a:path w="37414" h="90325">
                  <a:moveTo>
                    <a:pt x="0" y="0"/>
                  </a:moveTo>
                  <a:lnTo>
                    <a:pt x="37414" y="9032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10529114" y="5286164"/>
              <a:ext cx="46289" cy="15713"/>
            </a:xfrm>
            <a:custGeom>
              <a:avLst/>
              <a:pathLst>
                <a:path w="46289" h="15713">
                  <a:moveTo>
                    <a:pt x="46289" y="1571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10505766" y="5427582"/>
              <a:ext cx="48883" cy="0"/>
            </a:xfrm>
            <a:custGeom>
              <a:avLst/>
              <a:pathLst>
                <a:path w="48883" h="0">
                  <a:moveTo>
                    <a:pt x="4888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10983134" y="5021118"/>
              <a:ext cx="130949" cy="316139"/>
            </a:xfrm>
            <a:custGeom>
              <a:avLst/>
              <a:pathLst>
                <a:path w="130949" h="316139">
                  <a:moveTo>
                    <a:pt x="0" y="316139"/>
                  </a:moveTo>
                  <a:lnTo>
                    <a:pt x="26189" y="252911"/>
                  </a:lnTo>
                  <a:lnTo>
                    <a:pt x="52379" y="189683"/>
                  </a:lnTo>
                  <a:lnTo>
                    <a:pt x="78569" y="126455"/>
                  </a:lnTo>
                  <a:lnTo>
                    <a:pt x="104759" y="63227"/>
                  </a:lnTo>
                  <a:lnTo>
                    <a:pt x="130949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10977951" y="5096807"/>
              <a:ext cx="257850" cy="294022"/>
            </a:xfrm>
            <a:custGeom>
              <a:avLst/>
              <a:pathLst>
                <a:path w="257850" h="294022">
                  <a:moveTo>
                    <a:pt x="0" y="294022"/>
                  </a:moveTo>
                  <a:lnTo>
                    <a:pt x="42975" y="245018"/>
                  </a:lnTo>
                  <a:lnTo>
                    <a:pt x="85950" y="196014"/>
                  </a:lnTo>
                  <a:lnTo>
                    <a:pt x="128925" y="147011"/>
                  </a:lnTo>
                  <a:lnTo>
                    <a:pt x="171900" y="98007"/>
                  </a:lnTo>
                  <a:lnTo>
                    <a:pt x="214875" y="49003"/>
                  </a:lnTo>
                  <a:lnTo>
                    <a:pt x="2578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10945720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10945720" y="5379448"/>
              <a:ext cx="8529" cy="48133"/>
            </a:xfrm>
            <a:custGeom>
              <a:avLst/>
              <a:pathLst>
                <a:path w="8529" h="48133">
                  <a:moveTo>
                    <a:pt x="0" y="48133"/>
                  </a:moveTo>
                  <a:lnTo>
                    <a:pt x="8529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10910441" y="5336402"/>
              <a:ext cx="17639" cy="45590"/>
            </a:xfrm>
            <a:custGeom>
              <a:avLst/>
              <a:pathLst>
                <a:path w="17639" h="45590">
                  <a:moveTo>
                    <a:pt x="17639" y="4559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10813021" y="5365152"/>
              <a:ext cx="44233" cy="20810"/>
            </a:xfrm>
            <a:custGeom>
              <a:avLst/>
              <a:pathLst>
                <a:path w="44233" h="20810">
                  <a:moveTo>
                    <a:pt x="44233" y="2081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10881457" y="5141406"/>
              <a:ext cx="32131" cy="143088"/>
            </a:xfrm>
            <a:custGeom>
              <a:avLst/>
              <a:pathLst>
                <a:path w="32131" h="143088">
                  <a:moveTo>
                    <a:pt x="32131" y="143088"/>
                  </a:moveTo>
                  <a:lnTo>
                    <a:pt x="16065" y="71544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10779498" y="5128480"/>
              <a:ext cx="23745" cy="42728"/>
            </a:xfrm>
            <a:custGeom>
              <a:avLst/>
              <a:pathLst>
                <a:path w="23745" h="42728">
                  <a:moveTo>
                    <a:pt x="23745" y="427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10678387" y="5142154"/>
              <a:ext cx="33416" cy="35678"/>
            </a:xfrm>
            <a:custGeom>
              <a:avLst/>
              <a:pathLst>
                <a:path w="33416" h="35678">
                  <a:moveTo>
                    <a:pt x="33416" y="3567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10771424" y="5494054"/>
              <a:ext cx="43573" cy="22157"/>
            </a:xfrm>
            <a:custGeom>
              <a:avLst/>
              <a:pathLst>
                <a:path w="43573" h="22157">
                  <a:moveTo>
                    <a:pt x="43573" y="0"/>
                  </a:moveTo>
                  <a:lnTo>
                    <a:pt x="0" y="2215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10835826" y="5602239"/>
              <a:ext cx="21978" cy="43664"/>
            </a:xfrm>
            <a:custGeom>
              <a:avLst/>
              <a:pathLst>
                <a:path w="21978" h="43664">
                  <a:moveTo>
                    <a:pt x="21978" y="0"/>
                  </a:moveTo>
                  <a:lnTo>
                    <a:pt x="0" y="4366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10600827" y="5542801"/>
              <a:ext cx="129334" cy="69130"/>
            </a:xfrm>
            <a:custGeom>
              <a:avLst/>
              <a:pathLst>
                <a:path w="129334" h="69130">
                  <a:moveTo>
                    <a:pt x="129334" y="0"/>
                  </a:moveTo>
                  <a:lnTo>
                    <a:pt x="64667" y="34565"/>
                  </a:lnTo>
                  <a:lnTo>
                    <a:pt x="0" y="6913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10981584" y="5669356"/>
              <a:ext cx="7172" cy="48354"/>
            </a:xfrm>
            <a:custGeom>
              <a:avLst/>
              <a:pathLst>
                <a:path w="7172" h="48354">
                  <a:moveTo>
                    <a:pt x="0" y="0"/>
                  </a:moveTo>
                  <a:lnTo>
                    <a:pt x="7172" y="4835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10830441" y="5703740"/>
              <a:ext cx="16468" cy="46026"/>
            </a:xfrm>
            <a:custGeom>
              <a:avLst/>
              <a:pathLst>
                <a:path w="16468" h="46026">
                  <a:moveTo>
                    <a:pt x="16468" y="0"/>
                  </a:moveTo>
                  <a:lnTo>
                    <a:pt x="0" y="4602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10907388" y="5768121"/>
              <a:ext cx="4791" cy="48648"/>
            </a:xfrm>
            <a:custGeom>
              <a:avLst/>
              <a:pathLst>
                <a:path w="4791" h="48648">
                  <a:moveTo>
                    <a:pt x="4791" y="0"/>
                  </a:moveTo>
                  <a:lnTo>
                    <a:pt x="0" y="4864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11120440" y="5663165"/>
              <a:ext cx="29120" cy="39263"/>
            </a:xfrm>
            <a:custGeom>
              <a:avLst/>
              <a:pathLst>
                <a:path w="29120" h="39263">
                  <a:moveTo>
                    <a:pt x="0" y="0"/>
                  </a:moveTo>
                  <a:lnTo>
                    <a:pt x="29120" y="392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11210234" y="5644663"/>
              <a:ext cx="37787" cy="31011"/>
            </a:xfrm>
            <a:custGeom>
              <a:avLst/>
              <a:pathLst>
                <a:path w="37787" h="31011">
                  <a:moveTo>
                    <a:pt x="0" y="0"/>
                  </a:moveTo>
                  <a:lnTo>
                    <a:pt x="37787" y="3101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10559873" y="5363879"/>
              <a:ext cx="192923" cy="31851"/>
            </a:xfrm>
            <a:custGeom>
              <a:avLst/>
              <a:pathLst>
                <a:path w="192923" h="31851">
                  <a:moveTo>
                    <a:pt x="192923" y="31851"/>
                  </a:moveTo>
                  <a:lnTo>
                    <a:pt x="128615" y="21234"/>
                  </a:lnTo>
                  <a:lnTo>
                    <a:pt x="64307" y="10617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10945720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10779498" y="5097055"/>
              <a:ext cx="77657" cy="31424"/>
            </a:xfrm>
            <a:custGeom>
              <a:avLst/>
              <a:pathLst>
                <a:path w="77657" h="31424">
                  <a:moveTo>
                    <a:pt x="0" y="31424"/>
                  </a:moveTo>
                  <a:lnTo>
                    <a:pt x="77657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10678387" y="5102419"/>
              <a:ext cx="50065" cy="39734"/>
            </a:xfrm>
            <a:custGeom>
              <a:avLst/>
              <a:pathLst>
                <a:path w="50065" h="39734">
                  <a:moveTo>
                    <a:pt x="0" y="39734"/>
                  </a:moveTo>
                  <a:lnTo>
                    <a:pt x="5006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10635463" y="5142154"/>
              <a:ext cx="42924" cy="47359"/>
            </a:xfrm>
            <a:custGeom>
              <a:avLst/>
              <a:pathLst>
                <a:path w="42924" h="47359">
                  <a:moveTo>
                    <a:pt x="42924" y="0"/>
                  </a:moveTo>
                  <a:lnTo>
                    <a:pt x="0" y="47359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10881457" y="5134907"/>
              <a:ext cx="83445" cy="6498"/>
            </a:xfrm>
            <a:custGeom>
              <a:avLst/>
              <a:pathLst>
                <a:path w="83445" h="6498">
                  <a:moveTo>
                    <a:pt x="0" y="6498"/>
                  </a:moveTo>
                  <a:lnTo>
                    <a:pt x="8344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10575404" y="5553288"/>
              <a:ext cx="25423" cy="58643"/>
            </a:xfrm>
            <a:custGeom>
              <a:avLst/>
              <a:pathLst>
                <a:path w="25423" h="58643">
                  <a:moveTo>
                    <a:pt x="25423" y="5864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10600827" y="5611932"/>
              <a:ext cx="34636" cy="53719"/>
            </a:xfrm>
            <a:custGeom>
              <a:avLst/>
              <a:pathLst>
                <a:path w="34636" h="53719">
                  <a:moveTo>
                    <a:pt x="0" y="0"/>
                  </a:moveTo>
                  <a:lnTo>
                    <a:pt x="34636" y="53719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10755611" y="5712100"/>
              <a:ext cx="74829" cy="37665"/>
            </a:xfrm>
            <a:custGeom>
              <a:avLst/>
              <a:pathLst>
                <a:path w="74829" h="37665">
                  <a:moveTo>
                    <a:pt x="74829" y="3766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10844503" y="5805327"/>
              <a:ext cx="62884" cy="11442"/>
            </a:xfrm>
            <a:custGeom>
              <a:avLst/>
              <a:pathLst>
                <a:path w="62884" h="11442">
                  <a:moveTo>
                    <a:pt x="62884" y="1144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10907388" y="5816769"/>
              <a:ext cx="63908" cy="1045"/>
            </a:xfrm>
            <a:custGeom>
              <a:avLst/>
              <a:pathLst>
                <a:path w="63908" h="1045">
                  <a:moveTo>
                    <a:pt x="0" y="0"/>
                  </a:moveTo>
                  <a:lnTo>
                    <a:pt x="63908" y="104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11203570" y="5675675"/>
              <a:ext cx="44450" cy="45929"/>
            </a:xfrm>
            <a:custGeom>
              <a:avLst/>
              <a:pathLst>
                <a:path w="44450" h="45929">
                  <a:moveTo>
                    <a:pt x="44450" y="0"/>
                  </a:moveTo>
                  <a:lnTo>
                    <a:pt x="0" y="45929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11248021" y="5623117"/>
              <a:ext cx="36375" cy="52557"/>
            </a:xfrm>
            <a:custGeom>
              <a:avLst/>
              <a:pathLst>
                <a:path w="36375" h="52557">
                  <a:moveTo>
                    <a:pt x="0" y="52557"/>
                  </a:moveTo>
                  <a:lnTo>
                    <a:pt x="3637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11076669" y="5702429"/>
              <a:ext cx="72891" cy="41292"/>
            </a:xfrm>
            <a:custGeom>
              <a:avLst/>
              <a:pathLst>
                <a:path w="72891" h="41292">
                  <a:moveTo>
                    <a:pt x="72891" y="0"/>
                  </a:moveTo>
                  <a:lnTo>
                    <a:pt x="0" y="4129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10559873" y="5301877"/>
              <a:ext cx="15530" cy="62001"/>
            </a:xfrm>
            <a:custGeom>
              <a:avLst/>
              <a:pathLst>
                <a:path w="15530" h="62001">
                  <a:moveTo>
                    <a:pt x="0" y="62001"/>
                  </a:moveTo>
                  <a:lnTo>
                    <a:pt x="1553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10554650" y="5363879"/>
              <a:ext cx="5223" cy="63703"/>
            </a:xfrm>
            <a:custGeom>
              <a:avLst/>
              <a:pathLst>
                <a:path w="5223" h="63703">
                  <a:moveTo>
                    <a:pt x="5223" y="0"/>
                  </a:moveTo>
                  <a:lnTo>
                    <a:pt x="0" y="6370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10910441" y="5329821"/>
              <a:ext cx="72693" cy="7435"/>
            </a:xfrm>
            <a:custGeom>
              <a:avLst/>
              <a:pathLst>
                <a:path w="72693" h="7435">
                  <a:moveTo>
                    <a:pt x="0" y="6580"/>
                  </a:moveTo>
                  <a:lnTo>
                    <a:pt x="36429" y="0"/>
                  </a:lnTo>
                  <a:lnTo>
                    <a:pt x="72693" y="74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10954249" y="5379448"/>
              <a:ext cx="23701" cy="11381"/>
            </a:xfrm>
            <a:custGeom>
              <a:avLst/>
              <a:pathLst>
                <a:path w="23701" h="11381">
                  <a:moveTo>
                    <a:pt x="0" y="0"/>
                  </a:moveTo>
                  <a:lnTo>
                    <a:pt x="23701" y="1138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10945720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10945720" y="54275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10928080" y="5379448"/>
              <a:ext cx="26169" cy="2543"/>
            </a:xfrm>
            <a:custGeom>
              <a:avLst/>
              <a:pathLst>
                <a:path w="26169" h="2543">
                  <a:moveTo>
                    <a:pt x="26169" y="0"/>
                  </a:moveTo>
                  <a:lnTo>
                    <a:pt x="0" y="254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10857254" y="5336402"/>
              <a:ext cx="53186" cy="49560"/>
            </a:xfrm>
            <a:custGeom>
              <a:avLst/>
              <a:pathLst>
                <a:path w="53186" h="49560">
                  <a:moveTo>
                    <a:pt x="53186" y="0"/>
                  </a:moveTo>
                  <a:lnTo>
                    <a:pt x="21815" y="19652"/>
                  </a:lnTo>
                  <a:lnTo>
                    <a:pt x="0" y="495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10813021" y="5284494"/>
              <a:ext cx="100567" cy="80657"/>
            </a:xfrm>
            <a:custGeom>
              <a:avLst/>
              <a:pathLst>
                <a:path w="100567" h="80657">
                  <a:moveTo>
                    <a:pt x="0" y="80657"/>
                  </a:moveTo>
                  <a:lnTo>
                    <a:pt x="24711" y="43864"/>
                  </a:lnTo>
                  <a:lnTo>
                    <a:pt x="59286" y="16134"/>
                  </a:lnTo>
                  <a:lnTo>
                    <a:pt x="100567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10803244" y="5141406"/>
              <a:ext cx="78212" cy="29803"/>
            </a:xfrm>
            <a:custGeom>
              <a:avLst/>
              <a:pathLst>
                <a:path w="78212" h="29803">
                  <a:moveTo>
                    <a:pt x="78212" y="0"/>
                  </a:moveTo>
                  <a:lnTo>
                    <a:pt x="0" y="2980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10711804" y="5128480"/>
              <a:ext cx="67694" cy="49352"/>
            </a:xfrm>
            <a:custGeom>
              <a:avLst/>
              <a:pathLst>
                <a:path w="67694" h="49352">
                  <a:moveTo>
                    <a:pt x="67694" y="0"/>
                  </a:moveTo>
                  <a:lnTo>
                    <a:pt x="0" y="493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10800430" y="5365152"/>
              <a:ext cx="14568" cy="128901"/>
            </a:xfrm>
            <a:custGeom>
              <a:avLst/>
              <a:pathLst>
                <a:path w="14568" h="128901">
                  <a:moveTo>
                    <a:pt x="12590" y="0"/>
                  </a:moveTo>
                  <a:lnTo>
                    <a:pt x="0" y="42495"/>
                  </a:lnTo>
                  <a:lnTo>
                    <a:pt x="679" y="86812"/>
                  </a:lnTo>
                  <a:lnTo>
                    <a:pt x="14568" y="12890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10771424" y="5516211"/>
              <a:ext cx="86380" cy="86028"/>
            </a:xfrm>
            <a:custGeom>
              <a:avLst/>
              <a:pathLst>
                <a:path w="86380" h="86028">
                  <a:moveTo>
                    <a:pt x="0" y="0"/>
                  </a:moveTo>
                  <a:lnTo>
                    <a:pt x="36314" y="49918"/>
                  </a:lnTo>
                  <a:lnTo>
                    <a:pt x="86380" y="86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10730162" y="5542801"/>
              <a:ext cx="105664" cy="103102"/>
            </a:xfrm>
            <a:custGeom>
              <a:avLst/>
              <a:pathLst>
                <a:path w="105664" h="103102">
                  <a:moveTo>
                    <a:pt x="105664" y="103102"/>
                  </a:moveTo>
                  <a:lnTo>
                    <a:pt x="63612" y="76231"/>
                  </a:lnTo>
                  <a:lnTo>
                    <a:pt x="27894" y="41379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10835826" y="5645903"/>
              <a:ext cx="145757" cy="25697"/>
            </a:xfrm>
            <a:custGeom>
              <a:avLst/>
              <a:pathLst>
                <a:path w="145757" h="25697">
                  <a:moveTo>
                    <a:pt x="0" y="0"/>
                  </a:moveTo>
                  <a:lnTo>
                    <a:pt x="46633" y="17769"/>
                  </a:lnTo>
                  <a:lnTo>
                    <a:pt x="95903" y="25697"/>
                  </a:lnTo>
                  <a:lnTo>
                    <a:pt x="145757" y="2345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10846909" y="5703740"/>
              <a:ext cx="141847" cy="17106"/>
            </a:xfrm>
            <a:custGeom>
              <a:avLst/>
              <a:pathLst>
                <a:path w="141847" h="17106">
                  <a:moveTo>
                    <a:pt x="141847" y="13970"/>
                  </a:moveTo>
                  <a:lnTo>
                    <a:pt x="94011" y="17106"/>
                  </a:lnTo>
                  <a:lnTo>
                    <a:pt x="46304" y="12407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10830441" y="5749766"/>
              <a:ext cx="81739" cy="18355"/>
            </a:xfrm>
            <a:custGeom>
              <a:avLst/>
              <a:pathLst>
                <a:path w="81739" h="18355">
                  <a:moveTo>
                    <a:pt x="0" y="0"/>
                  </a:moveTo>
                  <a:lnTo>
                    <a:pt x="81739" y="1835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10988756" y="5663165"/>
              <a:ext cx="131683" cy="54545"/>
            </a:xfrm>
            <a:custGeom>
              <a:avLst/>
              <a:pathLst>
                <a:path w="131683" h="54545">
                  <a:moveTo>
                    <a:pt x="0" y="54545"/>
                  </a:moveTo>
                  <a:lnTo>
                    <a:pt x="46685" y="43659"/>
                  </a:lnTo>
                  <a:lnTo>
                    <a:pt x="90974" y="25314"/>
                  </a:lnTo>
                  <a:lnTo>
                    <a:pt x="131683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11149560" y="5644663"/>
              <a:ext cx="60673" cy="57765"/>
            </a:xfrm>
            <a:custGeom>
              <a:avLst/>
              <a:pathLst>
                <a:path w="60673" h="57765">
                  <a:moveTo>
                    <a:pt x="0" y="57765"/>
                  </a:moveTo>
                  <a:lnTo>
                    <a:pt x="60673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10752481" y="5395730"/>
              <a:ext cx="18943" cy="120480"/>
            </a:xfrm>
            <a:custGeom>
              <a:avLst/>
              <a:pathLst>
                <a:path w="18943" h="120480">
                  <a:moveTo>
                    <a:pt x="18943" y="120480"/>
                  </a:moveTo>
                  <a:lnTo>
                    <a:pt x="0" y="61729"/>
                  </a:lnTo>
                  <a:lnTo>
                    <a:pt x="31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tx846"/>
            <p:cNvSpPr/>
            <p:nvPr/>
          </p:nvSpPr>
          <p:spPr>
            <a:xfrm rot="-1270588">
              <a:off x="11399065" y="5063565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847" name="tx847"/>
            <p:cNvSpPr/>
            <p:nvPr/>
          </p:nvSpPr>
          <p:spPr>
            <a:xfrm rot="-5082352">
              <a:off x="10675356" y="4480945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848" name="tx848"/>
            <p:cNvSpPr/>
            <p:nvPr/>
          </p:nvSpPr>
          <p:spPr>
            <a:xfrm rot="-16517647">
              <a:off x="10584395" y="6223556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849" name="tx849"/>
            <p:cNvSpPr/>
            <p:nvPr/>
          </p:nvSpPr>
          <p:spPr>
            <a:xfrm rot="-17788235">
              <a:off x="10914338" y="6043455"/>
              <a:ext cx="3207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Leifsonia</a:t>
              </a:r>
            </a:p>
          </p:txBody>
        </p:sp>
        <p:sp>
          <p:nvSpPr>
            <p:cNvPr id="850" name="tx850"/>
            <p:cNvSpPr/>
            <p:nvPr/>
          </p:nvSpPr>
          <p:spPr>
            <a:xfrm rot="-20329411">
              <a:off x="11292626" y="5825357"/>
              <a:ext cx="36255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Bacillus_A</a:t>
              </a:r>
            </a:p>
          </p:txBody>
        </p:sp>
        <p:sp>
          <p:nvSpPr>
            <p:cNvPr id="851" name="tx851"/>
            <p:cNvSpPr/>
            <p:nvPr/>
          </p:nvSpPr>
          <p:spPr>
            <a:xfrm rot="-21600000">
              <a:off x="11384049" y="5622324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852" name="tx852"/>
            <p:cNvSpPr/>
            <p:nvPr/>
          </p:nvSpPr>
          <p:spPr>
            <a:xfrm rot="-19058823">
              <a:off x="11123027" y="6030529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853" name="tx853"/>
            <p:cNvSpPr/>
            <p:nvPr/>
          </p:nvSpPr>
          <p:spPr>
            <a:xfrm rot="-3811764">
              <a:off x="11045463" y="4761211"/>
              <a:ext cx="36950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Bordetella</a:t>
              </a:r>
            </a:p>
          </p:txBody>
        </p:sp>
        <p:sp>
          <p:nvSpPr>
            <p:cNvPr id="854" name="tx854"/>
            <p:cNvSpPr/>
            <p:nvPr/>
          </p:nvSpPr>
          <p:spPr>
            <a:xfrm rot="-2541176">
              <a:off x="11245070" y="4855796"/>
              <a:ext cx="45171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Caballeronia</a:t>
              </a:r>
            </a:p>
          </p:txBody>
        </p:sp>
        <p:sp>
          <p:nvSpPr>
            <p:cNvPr id="855" name="tx855"/>
            <p:cNvSpPr/>
            <p:nvPr/>
          </p:nvSpPr>
          <p:spPr>
            <a:xfrm rot="-17152941">
              <a:off x="10629620" y="4777830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856" name="tx856"/>
            <p:cNvSpPr/>
            <p:nvPr/>
          </p:nvSpPr>
          <p:spPr>
            <a:xfrm rot="-18423529">
              <a:off x="10267900" y="4771725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857" name="tx857"/>
            <p:cNvSpPr/>
            <p:nvPr/>
          </p:nvSpPr>
          <p:spPr>
            <a:xfrm rot="-19694117">
              <a:off x="10218106" y="5005284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858" name="tx858"/>
            <p:cNvSpPr/>
            <p:nvPr/>
          </p:nvSpPr>
          <p:spPr>
            <a:xfrm rot="-23505882">
              <a:off x="9953325" y="5736417"/>
              <a:ext cx="52385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Siphonobacter</a:t>
              </a:r>
            </a:p>
          </p:txBody>
        </p:sp>
        <p:sp>
          <p:nvSpPr>
            <p:cNvPr id="859" name="tx859"/>
            <p:cNvSpPr/>
            <p:nvPr/>
          </p:nvSpPr>
          <p:spPr>
            <a:xfrm rot="-24776470">
              <a:off x="9983218" y="6041098"/>
              <a:ext cx="66358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Chryseobacterium</a:t>
              </a:r>
            </a:p>
          </p:txBody>
        </p:sp>
        <p:sp>
          <p:nvSpPr>
            <p:cNvPr id="860" name="tx860"/>
            <p:cNvSpPr/>
            <p:nvPr/>
          </p:nvSpPr>
          <p:spPr>
            <a:xfrm rot="-26047058">
              <a:off x="10310788" y="6147876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861" name="tx861"/>
            <p:cNvSpPr/>
            <p:nvPr/>
          </p:nvSpPr>
          <p:spPr>
            <a:xfrm rot="-20964705">
              <a:off x="9890737" y="5190235"/>
              <a:ext cx="53556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862" name="tx862"/>
            <p:cNvSpPr/>
            <p:nvPr/>
          </p:nvSpPr>
          <p:spPr>
            <a:xfrm rot="-22235294">
              <a:off x="9866729" y="5470193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863" name="pt863"/>
            <p:cNvSpPr/>
            <p:nvPr/>
          </p:nvSpPr>
          <p:spPr>
            <a:xfrm>
              <a:off x="11308681" y="5189555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10813801" y="4984569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10683244" y="5043723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10578630" y="5141705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10956444" y="4970520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10511063" y="5550950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10578630" y="5677359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10683244" y="5775340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10813801" y="5834495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10956444" y="5848544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11217751" y="5740307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11308681" y="5629509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1096032" y="5815996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10511063" y="5268113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10487715" y="5409532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11096032" y="5003067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11217751" y="5078757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9449913" y="3931962"/>
              <a:ext cx="2962908" cy="2991286"/>
            </a:xfrm>
            <a:custGeom>
              <a:avLst/>
              <a:pathLst>
                <a:path w="2962908" h="2991286">
                  <a:moveTo>
                    <a:pt x="2952574" y="1155949"/>
                  </a:moveTo>
                  <a:lnTo>
                    <a:pt x="2935063" y="1088080"/>
                  </a:lnTo>
                  <a:lnTo>
                    <a:pt x="2914392" y="1021106"/>
                  </a:lnTo>
                  <a:lnTo>
                    <a:pt x="2890606" y="955173"/>
                  </a:lnTo>
                  <a:lnTo>
                    <a:pt x="2863757" y="890427"/>
                  </a:lnTo>
                  <a:lnTo>
                    <a:pt x="2833905" y="827010"/>
                  </a:lnTo>
                  <a:lnTo>
                    <a:pt x="2801115" y="765061"/>
                  </a:lnTo>
                  <a:lnTo>
                    <a:pt x="2765459" y="704716"/>
                  </a:lnTo>
                  <a:lnTo>
                    <a:pt x="2727015" y="646107"/>
                  </a:lnTo>
                  <a:lnTo>
                    <a:pt x="2685868" y="589364"/>
                  </a:lnTo>
                  <a:lnTo>
                    <a:pt x="2642108" y="534610"/>
                  </a:lnTo>
                  <a:lnTo>
                    <a:pt x="2595831" y="481967"/>
                  </a:lnTo>
                  <a:lnTo>
                    <a:pt x="2547139" y="431549"/>
                  </a:lnTo>
                  <a:lnTo>
                    <a:pt x="2496139" y="383468"/>
                  </a:lnTo>
                  <a:lnTo>
                    <a:pt x="2442942" y="337828"/>
                  </a:lnTo>
                  <a:lnTo>
                    <a:pt x="2387665" y="294730"/>
                  </a:lnTo>
                  <a:lnTo>
                    <a:pt x="2330431" y="254270"/>
                  </a:lnTo>
                  <a:lnTo>
                    <a:pt x="2271363" y="216535"/>
                  </a:lnTo>
                  <a:lnTo>
                    <a:pt x="2210593" y="181608"/>
                  </a:lnTo>
                  <a:lnTo>
                    <a:pt x="2148254" y="149566"/>
                  </a:lnTo>
                  <a:lnTo>
                    <a:pt x="2084482" y="120480"/>
                  </a:lnTo>
                  <a:lnTo>
                    <a:pt x="2019417" y="94413"/>
                  </a:lnTo>
                  <a:lnTo>
                    <a:pt x="1953203" y="71423"/>
                  </a:lnTo>
                  <a:lnTo>
                    <a:pt x="1885984" y="51560"/>
                  </a:lnTo>
                  <a:lnTo>
                    <a:pt x="1817909" y="34867"/>
                  </a:lnTo>
                  <a:lnTo>
                    <a:pt x="1749126" y="21382"/>
                  </a:lnTo>
                  <a:lnTo>
                    <a:pt x="1679788" y="11134"/>
                  </a:lnTo>
                  <a:lnTo>
                    <a:pt x="1610045" y="4145"/>
                  </a:lnTo>
                  <a:lnTo>
                    <a:pt x="1540052" y="431"/>
                  </a:lnTo>
                  <a:lnTo>
                    <a:pt x="1469961" y="0"/>
                  </a:lnTo>
                  <a:lnTo>
                    <a:pt x="1399927" y="2852"/>
                  </a:lnTo>
                  <a:lnTo>
                    <a:pt x="1330104" y="8982"/>
                  </a:lnTo>
                  <a:lnTo>
                    <a:pt x="1260644" y="18377"/>
                  </a:lnTo>
                  <a:lnTo>
                    <a:pt x="1191701" y="31015"/>
                  </a:lnTo>
                  <a:lnTo>
                    <a:pt x="1123425" y="46868"/>
                  </a:lnTo>
                  <a:lnTo>
                    <a:pt x="1055968" y="65903"/>
                  </a:lnTo>
                  <a:lnTo>
                    <a:pt x="989475" y="88077"/>
                  </a:lnTo>
                  <a:lnTo>
                    <a:pt x="924095" y="113341"/>
                  </a:lnTo>
                  <a:lnTo>
                    <a:pt x="859970" y="141640"/>
                  </a:lnTo>
                  <a:lnTo>
                    <a:pt x="797241" y="172912"/>
                  </a:lnTo>
                  <a:lnTo>
                    <a:pt x="736046" y="207089"/>
                  </a:lnTo>
                  <a:lnTo>
                    <a:pt x="676518" y="244094"/>
                  </a:lnTo>
                  <a:lnTo>
                    <a:pt x="618790" y="283848"/>
                  </a:lnTo>
                  <a:lnTo>
                    <a:pt x="562988" y="326262"/>
                  </a:lnTo>
                  <a:lnTo>
                    <a:pt x="509233" y="371243"/>
                  </a:lnTo>
                  <a:lnTo>
                    <a:pt x="457645" y="418694"/>
                  </a:lnTo>
                  <a:lnTo>
                    <a:pt x="408336" y="468509"/>
                  </a:lnTo>
                  <a:lnTo>
                    <a:pt x="361415" y="520579"/>
                  </a:lnTo>
                  <a:lnTo>
                    <a:pt x="316985" y="574790"/>
                  </a:lnTo>
                  <a:lnTo>
                    <a:pt x="275142" y="631022"/>
                  </a:lnTo>
                  <a:lnTo>
                    <a:pt x="235981" y="689153"/>
                  </a:lnTo>
                  <a:lnTo>
                    <a:pt x="199585" y="749055"/>
                  </a:lnTo>
                  <a:lnTo>
                    <a:pt x="166035" y="810596"/>
                  </a:lnTo>
                  <a:lnTo>
                    <a:pt x="135405" y="873641"/>
                  </a:lnTo>
                  <a:lnTo>
                    <a:pt x="107762" y="938052"/>
                  </a:lnTo>
                  <a:lnTo>
                    <a:pt x="83166" y="1003687"/>
                  </a:lnTo>
                  <a:lnTo>
                    <a:pt x="61673" y="1070402"/>
                  </a:lnTo>
                  <a:lnTo>
                    <a:pt x="43328" y="1138051"/>
                  </a:lnTo>
                  <a:lnTo>
                    <a:pt x="28172" y="1206485"/>
                  </a:lnTo>
                  <a:lnTo>
                    <a:pt x="16239" y="1275553"/>
                  </a:lnTo>
                  <a:lnTo>
                    <a:pt x="7554" y="1345105"/>
                  </a:lnTo>
                  <a:lnTo>
                    <a:pt x="2137" y="1414987"/>
                  </a:lnTo>
                  <a:lnTo>
                    <a:pt x="0" y="1485047"/>
                  </a:lnTo>
                  <a:lnTo>
                    <a:pt x="1146" y="1555129"/>
                  </a:lnTo>
                  <a:lnTo>
                    <a:pt x="5575" y="1625081"/>
                  </a:lnTo>
                  <a:lnTo>
                    <a:pt x="13276" y="1694749"/>
                  </a:lnTo>
                  <a:lnTo>
                    <a:pt x="24231" y="1763979"/>
                  </a:lnTo>
                  <a:lnTo>
                    <a:pt x="38418" y="1832621"/>
                  </a:lnTo>
                  <a:lnTo>
                    <a:pt x="55805" y="1900522"/>
                  </a:lnTo>
                  <a:lnTo>
                    <a:pt x="76353" y="1967534"/>
                  </a:lnTo>
                  <a:lnTo>
                    <a:pt x="100018" y="2033510"/>
                  </a:lnTo>
                  <a:lnTo>
                    <a:pt x="126748" y="2098305"/>
                  </a:lnTo>
                  <a:lnTo>
                    <a:pt x="156484" y="2161777"/>
                  </a:lnTo>
                  <a:lnTo>
                    <a:pt x="189160" y="2223786"/>
                  </a:lnTo>
                  <a:lnTo>
                    <a:pt x="224706" y="2284197"/>
                  </a:lnTo>
                  <a:lnTo>
                    <a:pt x="263042" y="2342875"/>
                  </a:lnTo>
                  <a:lnTo>
                    <a:pt x="304085" y="2399694"/>
                  </a:lnTo>
                  <a:lnTo>
                    <a:pt x="347744" y="2454528"/>
                  </a:lnTo>
                  <a:lnTo>
                    <a:pt x="393925" y="2507256"/>
                  </a:lnTo>
                  <a:lnTo>
                    <a:pt x="442525" y="2557763"/>
                  </a:lnTo>
                  <a:lnTo>
                    <a:pt x="493437" y="2605938"/>
                  </a:lnTo>
                  <a:lnTo>
                    <a:pt x="546550" y="2651675"/>
                  </a:lnTo>
                  <a:lnTo>
                    <a:pt x="601747" y="2694873"/>
                  </a:lnTo>
                  <a:lnTo>
                    <a:pt x="658908" y="2735439"/>
                  </a:lnTo>
                  <a:lnTo>
                    <a:pt x="717906" y="2773282"/>
                  </a:lnTo>
                  <a:lnTo>
                    <a:pt x="778612" y="2808320"/>
                  </a:lnTo>
                  <a:lnTo>
                    <a:pt x="840893" y="2840476"/>
                  </a:lnTo>
                  <a:lnTo>
                    <a:pt x="904611" y="2869679"/>
                  </a:lnTo>
                  <a:lnTo>
                    <a:pt x="969628" y="2895865"/>
                  </a:lnTo>
                  <a:lnTo>
                    <a:pt x="1035800" y="2918977"/>
                  </a:lnTo>
                  <a:lnTo>
                    <a:pt x="1102982" y="2938963"/>
                  </a:lnTo>
                  <a:lnTo>
                    <a:pt x="1171027" y="2955780"/>
                  </a:lnTo>
                  <a:lnTo>
                    <a:pt x="1239784" y="2969391"/>
                  </a:lnTo>
                  <a:lnTo>
                    <a:pt x="1309104" y="2979767"/>
                  </a:lnTo>
                  <a:lnTo>
                    <a:pt x="1378834" y="2986884"/>
                  </a:lnTo>
                  <a:lnTo>
                    <a:pt x="1448820" y="2990726"/>
                  </a:lnTo>
                  <a:lnTo>
                    <a:pt x="1518910" y="2991286"/>
                  </a:lnTo>
                  <a:lnTo>
                    <a:pt x="1588949" y="2988561"/>
                  </a:lnTo>
                  <a:lnTo>
                    <a:pt x="1658784" y="2982559"/>
                  </a:lnTo>
                  <a:lnTo>
                    <a:pt x="1728260" y="2973292"/>
                  </a:lnTo>
                  <a:lnTo>
                    <a:pt x="1797227" y="2960780"/>
                  </a:lnTo>
                  <a:lnTo>
                    <a:pt x="1865531" y="2945052"/>
                  </a:lnTo>
                  <a:lnTo>
                    <a:pt x="1933024" y="2926141"/>
                  </a:lnTo>
                  <a:lnTo>
                    <a:pt x="1999556" y="2904089"/>
                  </a:lnTo>
                  <a:lnTo>
                    <a:pt x="2064983" y="2878945"/>
                  </a:lnTo>
                  <a:lnTo>
                    <a:pt x="2129160" y="2850763"/>
                  </a:lnTo>
                  <a:lnTo>
                    <a:pt x="2191946" y="2819606"/>
                  </a:lnTo>
                  <a:lnTo>
                    <a:pt x="2253204" y="2785542"/>
                  </a:lnTo>
                  <a:lnTo>
                    <a:pt x="2312799" y="2748645"/>
                  </a:lnTo>
                  <a:lnTo>
                    <a:pt x="2370600" y="2708998"/>
                  </a:lnTo>
                  <a:lnTo>
                    <a:pt x="2426480" y="2666686"/>
                  </a:lnTo>
                  <a:lnTo>
                    <a:pt x="2480317" y="2621803"/>
                  </a:lnTo>
                  <a:lnTo>
                    <a:pt x="2531992" y="2574447"/>
                  </a:lnTo>
                  <a:lnTo>
                    <a:pt x="2581392" y="2524723"/>
                  </a:lnTo>
                  <a:lnTo>
                    <a:pt x="2628408" y="2472739"/>
                  </a:lnTo>
                  <a:lnTo>
                    <a:pt x="2672938" y="2418609"/>
                  </a:lnTo>
                  <a:lnTo>
                    <a:pt x="2714883" y="2362454"/>
                  </a:lnTo>
                  <a:lnTo>
                    <a:pt x="2754152" y="2304394"/>
                  </a:lnTo>
                  <a:lnTo>
                    <a:pt x="2790657" y="2244559"/>
                  </a:lnTo>
                  <a:lnTo>
                    <a:pt x="2824320" y="2183080"/>
                  </a:lnTo>
                  <a:lnTo>
                    <a:pt x="2855065" y="2120091"/>
                  </a:lnTo>
                  <a:lnTo>
                    <a:pt x="2882826" y="2055731"/>
                  </a:lnTo>
                  <a:lnTo>
                    <a:pt x="2907542" y="1990141"/>
                  </a:lnTo>
                  <a:lnTo>
                    <a:pt x="2929158" y="1923466"/>
                  </a:lnTo>
                  <a:lnTo>
                    <a:pt x="2947627" y="1855851"/>
                  </a:lnTo>
                  <a:lnTo>
                    <a:pt x="2962908" y="1787445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9229918" y="3711801"/>
              <a:ext cx="3398653" cy="3431375"/>
            </a:xfrm>
            <a:custGeom>
              <a:avLst/>
              <a:pathLst>
                <a:path w="3398653" h="3431375">
                  <a:moveTo>
                    <a:pt x="3386800" y="1326158"/>
                  </a:moveTo>
                  <a:lnTo>
                    <a:pt x="3368902" y="1256106"/>
                  </a:lnTo>
                  <a:lnTo>
                    <a:pt x="3348068" y="1186869"/>
                  </a:lnTo>
                  <a:lnTo>
                    <a:pt x="3324336" y="1118572"/>
                  </a:lnTo>
                  <a:lnTo>
                    <a:pt x="3297748" y="1051335"/>
                  </a:lnTo>
                  <a:lnTo>
                    <a:pt x="3268350" y="985278"/>
                  </a:lnTo>
                  <a:lnTo>
                    <a:pt x="3236196" y="920518"/>
                  </a:lnTo>
                  <a:lnTo>
                    <a:pt x="3201342" y="857170"/>
                  </a:lnTo>
                  <a:lnTo>
                    <a:pt x="3163850" y="795347"/>
                  </a:lnTo>
                  <a:lnTo>
                    <a:pt x="3123787" y="735159"/>
                  </a:lnTo>
                  <a:lnTo>
                    <a:pt x="3081223" y="676711"/>
                  </a:lnTo>
                  <a:lnTo>
                    <a:pt x="3036235" y="620109"/>
                  </a:lnTo>
                  <a:lnTo>
                    <a:pt x="2988903" y="565452"/>
                  </a:lnTo>
                  <a:lnTo>
                    <a:pt x="2939309" y="512838"/>
                  </a:lnTo>
                  <a:lnTo>
                    <a:pt x="2887544" y="462360"/>
                  </a:lnTo>
                  <a:lnTo>
                    <a:pt x="2833697" y="414108"/>
                  </a:lnTo>
                  <a:lnTo>
                    <a:pt x="2777865" y="368167"/>
                  </a:lnTo>
                  <a:lnTo>
                    <a:pt x="2720148" y="324619"/>
                  </a:lnTo>
                  <a:lnTo>
                    <a:pt x="2660647" y="283542"/>
                  </a:lnTo>
                  <a:lnTo>
                    <a:pt x="2599468" y="245007"/>
                  </a:lnTo>
                  <a:lnTo>
                    <a:pt x="2536721" y="209084"/>
                  </a:lnTo>
                  <a:lnTo>
                    <a:pt x="2472515" y="175837"/>
                  </a:lnTo>
                  <a:lnTo>
                    <a:pt x="2406966" y="145324"/>
                  </a:lnTo>
                  <a:lnTo>
                    <a:pt x="2340189" y="117600"/>
                  </a:lnTo>
                  <a:lnTo>
                    <a:pt x="2272304" y="92714"/>
                  </a:lnTo>
                  <a:lnTo>
                    <a:pt x="2203431" y="70709"/>
                  </a:lnTo>
                  <a:lnTo>
                    <a:pt x="2133691" y="51626"/>
                  </a:lnTo>
                  <a:lnTo>
                    <a:pt x="2063210" y="35498"/>
                  </a:lnTo>
                  <a:lnTo>
                    <a:pt x="1992112" y="22354"/>
                  </a:lnTo>
                  <a:lnTo>
                    <a:pt x="1920523" y="12216"/>
                  </a:lnTo>
                  <a:lnTo>
                    <a:pt x="1848571" y="5104"/>
                  </a:lnTo>
                  <a:lnTo>
                    <a:pt x="1776382" y="1029"/>
                  </a:lnTo>
                  <a:lnTo>
                    <a:pt x="1704087" y="0"/>
                  </a:lnTo>
                  <a:lnTo>
                    <a:pt x="1631812" y="2016"/>
                  </a:lnTo>
                  <a:lnTo>
                    <a:pt x="1559686" y="7076"/>
                  </a:lnTo>
                  <a:lnTo>
                    <a:pt x="1487837" y="15171"/>
                  </a:lnTo>
                  <a:lnTo>
                    <a:pt x="1416394" y="26285"/>
                  </a:lnTo>
                  <a:lnTo>
                    <a:pt x="1345482" y="40398"/>
                  </a:lnTo>
                  <a:lnTo>
                    <a:pt x="1275227" y="57487"/>
                  </a:lnTo>
                  <a:lnTo>
                    <a:pt x="1205755" y="77521"/>
                  </a:lnTo>
                  <a:lnTo>
                    <a:pt x="1137188" y="100464"/>
                  </a:lnTo>
                  <a:lnTo>
                    <a:pt x="1069649" y="126275"/>
                  </a:lnTo>
                  <a:lnTo>
                    <a:pt x="1003257" y="154908"/>
                  </a:lnTo>
                  <a:lnTo>
                    <a:pt x="938131" y="186313"/>
                  </a:lnTo>
                  <a:lnTo>
                    <a:pt x="874386" y="220434"/>
                  </a:lnTo>
                  <a:lnTo>
                    <a:pt x="812134" y="257210"/>
                  </a:lnTo>
                  <a:lnTo>
                    <a:pt x="751487" y="296577"/>
                  </a:lnTo>
                  <a:lnTo>
                    <a:pt x="692553" y="338463"/>
                  </a:lnTo>
                  <a:lnTo>
                    <a:pt x="635435" y="382795"/>
                  </a:lnTo>
                  <a:lnTo>
                    <a:pt x="580236" y="429494"/>
                  </a:lnTo>
                  <a:lnTo>
                    <a:pt x="527054" y="478477"/>
                  </a:lnTo>
                  <a:lnTo>
                    <a:pt x="475982" y="529657"/>
                  </a:lnTo>
                  <a:lnTo>
                    <a:pt x="427112" y="582943"/>
                  </a:lnTo>
                  <a:lnTo>
                    <a:pt x="380530" y="638241"/>
                  </a:lnTo>
                  <a:lnTo>
                    <a:pt x="336319" y="695453"/>
                  </a:lnTo>
                  <a:lnTo>
                    <a:pt x="294557" y="754476"/>
                  </a:lnTo>
                  <a:lnTo>
                    <a:pt x="255320" y="815206"/>
                  </a:lnTo>
                  <a:lnTo>
                    <a:pt x="218676" y="877535"/>
                  </a:lnTo>
                  <a:lnTo>
                    <a:pt x="184690" y="941353"/>
                  </a:lnTo>
                  <a:lnTo>
                    <a:pt x="153423" y="1006545"/>
                  </a:lnTo>
                  <a:lnTo>
                    <a:pt x="124930" y="1072998"/>
                  </a:lnTo>
                  <a:lnTo>
                    <a:pt x="99262" y="1140591"/>
                  </a:lnTo>
                  <a:lnTo>
                    <a:pt x="76465" y="1209206"/>
                  </a:lnTo>
                  <a:lnTo>
                    <a:pt x="56579" y="1278721"/>
                  </a:lnTo>
                  <a:lnTo>
                    <a:pt x="39639" y="1349011"/>
                  </a:lnTo>
                  <a:lnTo>
                    <a:pt x="25675" y="1419953"/>
                  </a:lnTo>
                  <a:lnTo>
                    <a:pt x="14712" y="1491420"/>
                  </a:lnTo>
                  <a:lnTo>
                    <a:pt x="6770" y="1563286"/>
                  </a:lnTo>
                  <a:lnTo>
                    <a:pt x="1863" y="1635422"/>
                  </a:lnTo>
                  <a:lnTo>
                    <a:pt x="0" y="1707701"/>
                  </a:lnTo>
                  <a:lnTo>
                    <a:pt x="1183" y="1779995"/>
                  </a:lnTo>
                  <a:lnTo>
                    <a:pt x="5410" y="1852174"/>
                  </a:lnTo>
                  <a:lnTo>
                    <a:pt x="12675" y="1924111"/>
                  </a:lnTo>
                  <a:lnTo>
                    <a:pt x="22964" y="1995678"/>
                  </a:lnTo>
                  <a:lnTo>
                    <a:pt x="36259" y="2066749"/>
                  </a:lnTo>
                  <a:lnTo>
                    <a:pt x="52536" y="2137196"/>
                  </a:lnTo>
                  <a:lnTo>
                    <a:pt x="71767" y="2206894"/>
                  </a:lnTo>
                  <a:lnTo>
                    <a:pt x="93917" y="2275721"/>
                  </a:lnTo>
                  <a:lnTo>
                    <a:pt x="118947" y="2343553"/>
                  </a:lnTo>
                  <a:lnTo>
                    <a:pt x="146813" y="2410271"/>
                  </a:lnTo>
                  <a:lnTo>
                    <a:pt x="177465" y="2475755"/>
                  </a:lnTo>
                  <a:lnTo>
                    <a:pt x="210848" y="2539890"/>
                  </a:lnTo>
                  <a:lnTo>
                    <a:pt x="246904" y="2602562"/>
                  </a:lnTo>
                  <a:lnTo>
                    <a:pt x="285568" y="2663659"/>
                  </a:lnTo>
                  <a:lnTo>
                    <a:pt x="326771" y="2723072"/>
                  </a:lnTo>
                  <a:lnTo>
                    <a:pt x="370442" y="2780698"/>
                  </a:lnTo>
                  <a:lnTo>
                    <a:pt x="416501" y="2836432"/>
                  </a:lnTo>
                  <a:lnTo>
                    <a:pt x="464867" y="2890176"/>
                  </a:lnTo>
                  <a:lnTo>
                    <a:pt x="515455" y="2941835"/>
                  </a:lnTo>
                  <a:lnTo>
                    <a:pt x="568174" y="2991316"/>
                  </a:lnTo>
                  <a:lnTo>
                    <a:pt x="622930" y="3038533"/>
                  </a:lnTo>
                  <a:lnTo>
                    <a:pt x="679628" y="3083401"/>
                  </a:lnTo>
                  <a:lnTo>
                    <a:pt x="738165" y="3125840"/>
                  </a:lnTo>
                  <a:lnTo>
                    <a:pt x="798439" y="3165776"/>
                  </a:lnTo>
                  <a:lnTo>
                    <a:pt x="860341" y="3203137"/>
                  </a:lnTo>
                  <a:lnTo>
                    <a:pt x="923762" y="3237857"/>
                  </a:lnTo>
                  <a:lnTo>
                    <a:pt x="988590" y="3269874"/>
                  </a:lnTo>
                  <a:lnTo>
                    <a:pt x="1054709" y="3299131"/>
                  </a:lnTo>
                  <a:lnTo>
                    <a:pt x="1122002" y="3325577"/>
                  </a:lnTo>
                  <a:lnTo>
                    <a:pt x="1190350" y="3349164"/>
                  </a:lnTo>
                  <a:lnTo>
                    <a:pt x="1259630" y="3369851"/>
                  </a:lnTo>
                  <a:lnTo>
                    <a:pt x="1329721" y="3387601"/>
                  </a:lnTo>
                  <a:lnTo>
                    <a:pt x="1400497" y="3402382"/>
                  </a:lnTo>
                  <a:lnTo>
                    <a:pt x="1471833" y="3414168"/>
                  </a:lnTo>
                  <a:lnTo>
                    <a:pt x="1543602" y="3422939"/>
                  </a:lnTo>
                  <a:lnTo>
                    <a:pt x="1615677" y="3428678"/>
                  </a:lnTo>
                  <a:lnTo>
                    <a:pt x="1687930" y="3431375"/>
                  </a:lnTo>
                  <a:lnTo>
                    <a:pt x="1760232" y="3431026"/>
                  </a:lnTo>
                  <a:lnTo>
                    <a:pt x="1832455" y="3427631"/>
                  </a:lnTo>
                  <a:lnTo>
                    <a:pt x="1904471" y="3421197"/>
                  </a:lnTo>
                  <a:lnTo>
                    <a:pt x="1976152" y="3411734"/>
                  </a:lnTo>
                  <a:lnTo>
                    <a:pt x="2047371" y="3399260"/>
                  </a:lnTo>
                  <a:lnTo>
                    <a:pt x="2118001" y="3383796"/>
                  </a:lnTo>
                  <a:lnTo>
                    <a:pt x="2187917" y="3365371"/>
                  </a:lnTo>
                  <a:lnTo>
                    <a:pt x="2256995" y="3344016"/>
                  </a:lnTo>
                  <a:lnTo>
                    <a:pt x="2325111" y="3319770"/>
                  </a:lnTo>
                  <a:lnTo>
                    <a:pt x="2392146" y="3292676"/>
                  </a:lnTo>
                  <a:lnTo>
                    <a:pt x="2457980" y="3262782"/>
                  </a:lnTo>
                  <a:lnTo>
                    <a:pt x="2522495" y="3230140"/>
                  </a:lnTo>
                  <a:lnTo>
                    <a:pt x="2585579" y="3194810"/>
                  </a:lnTo>
                  <a:lnTo>
                    <a:pt x="2647118" y="3156854"/>
                  </a:lnTo>
                  <a:lnTo>
                    <a:pt x="2707003" y="3116338"/>
                  </a:lnTo>
                  <a:lnTo>
                    <a:pt x="2765128" y="3073336"/>
                  </a:lnTo>
                  <a:lnTo>
                    <a:pt x="2821389" y="3027922"/>
                  </a:lnTo>
                  <a:lnTo>
                    <a:pt x="2875688" y="2980179"/>
                  </a:lnTo>
                  <a:lnTo>
                    <a:pt x="2927927" y="2930191"/>
                  </a:lnTo>
                  <a:lnTo>
                    <a:pt x="2978014" y="2878046"/>
                  </a:lnTo>
                  <a:lnTo>
                    <a:pt x="3025859" y="2823838"/>
                  </a:lnTo>
                  <a:lnTo>
                    <a:pt x="3071378" y="2767662"/>
                  </a:lnTo>
                  <a:lnTo>
                    <a:pt x="3114490" y="2709618"/>
                  </a:lnTo>
                  <a:lnTo>
                    <a:pt x="3155118" y="2649809"/>
                  </a:lnTo>
                  <a:lnTo>
                    <a:pt x="3193190" y="2588342"/>
                  </a:lnTo>
                  <a:lnTo>
                    <a:pt x="3228639" y="2525325"/>
                  </a:lnTo>
                  <a:lnTo>
                    <a:pt x="3261402" y="2460871"/>
                  </a:lnTo>
                  <a:lnTo>
                    <a:pt x="3291420" y="2395094"/>
                  </a:lnTo>
                  <a:lnTo>
                    <a:pt x="3318641" y="2328110"/>
                  </a:lnTo>
                  <a:lnTo>
                    <a:pt x="3343015" y="2260040"/>
                  </a:lnTo>
                  <a:lnTo>
                    <a:pt x="3364500" y="2191002"/>
                  </a:lnTo>
                  <a:lnTo>
                    <a:pt x="3383057" y="2121121"/>
                  </a:lnTo>
                  <a:lnTo>
                    <a:pt x="3398653" y="2050521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9010181" y="3491833"/>
              <a:ext cx="3834141" cy="3871385"/>
            </a:xfrm>
            <a:custGeom>
              <a:avLst/>
              <a:pathLst>
                <a:path w="3834141" h="3871385">
                  <a:moveTo>
                    <a:pt x="3820767" y="1496175"/>
                  </a:moveTo>
                  <a:lnTo>
                    <a:pt x="3802432" y="1423866"/>
                  </a:lnTo>
                  <a:lnTo>
                    <a:pt x="3781323" y="1352318"/>
                  </a:lnTo>
                  <a:lnTo>
                    <a:pt x="3757474" y="1281636"/>
                  </a:lnTo>
                  <a:lnTo>
                    <a:pt x="3730920" y="1211926"/>
                  </a:lnTo>
                  <a:lnTo>
                    <a:pt x="3701699" y="1143290"/>
                  </a:lnTo>
                  <a:lnTo>
                    <a:pt x="3669855" y="1075831"/>
                  </a:lnTo>
                  <a:lnTo>
                    <a:pt x="3635437" y="1009649"/>
                  </a:lnTo>
                  <a:lnTo>
                    <a:pt x="3598493" y="944843"/>
                  </a:lnTo>
                  <a:lnTo>
                    <a:pt x="3559081" y="881507"/>
                  </a:lnTo>
                  <a:lnTo>
                    <a:pt x="3517257" y="819738"/>
                  </a:lnTo>
                  <a:lnTo>
                    <a:pt x="3473084" y="759625"/>
                  </a:lnTo>
                  <a:lnTo>
                    <a:pt x="3426629" y="701259"/>
                  </a:lnTo>
                  <a:lnTo>
                    <a:pt x="3377959" y="644727"/>
                  </a:lnTo>
                  <a:lnTo>
                    <a:pt x="3327147" y="590111"/>
                  </a:lnTo>
                  <a:lnTo>
                    <a:pt x="3274268" y="537494"/>
                  </a:lnTo>
                  <a:lnTo>
                    <a:pt x="3219402" y="486953"/>
                  </a:lnTo>
                  <a:lnTo>
                    <a:pt x="3162629" y="438564"/>
                  </a:lnTo>
                  <a:lnTo>
                    <a:pt x="3104034" y="392398"/>
                  </a:lnTo>
                  <a:lnTo>
                    <a:pt x="3043703" y="348523"/>
                  </a:lnTo>
                  <a:lnTo>
                    <a:pt x="2981727" y="307006"/>
                  </a:lnTo>
                  <a:lnTo>
                    <a:pt x="2918198" y="267907"/>
                  </a:lnTo>
                  <a:lnTo>
                    <a:pt x="2853209" y="231285"/>
                  </a:lnTo>
                  <a:lnTo>
                    <a:pt x="2786857" y="197195"/>
                  </a:lnTo>
                  <a:lnTo>
                    <a:pt x="2719242" y="165686"/>
                  </a:lnTo>
                  <a:lnTo>
                    <a:pt x="2650462" y="136805"/>
                  </a:lnTo>
                  <a:lnTo>
                    <a:pt x="2580621" y="110596"/>
                  </a:lnTo>
                  <a:lnTo>
                    <a:pt x="2509822" y="87097"/>
                  </a:lnTo>
                  <a:lnTo>
                    <a:pt x="2438170" y="66344"/>
                  </a:lnTo>
                  <a:lnTo>
                    <a:pt x="2365772" y="48366"/>
                  </a:lnTo>
                  <a:lnTo>
                    <a:pt x="2292734" y="33191"/>
                  </a:lnTo>
                  <a:lnTo>
                    <a:pt x="2219167" y="20842"/>
                  </a:lnTo>
                  <a:lnTo>
                    <a:pt x="2145178" y="11336"/>
                  </a:lnTo>
                  <a:lnTo>
                    <a:pt x="2070878" y="4687"/>
                  </a:lnTo>
                  <a:lnTo>
                    <a:pt x="1996377" y="907"/>
                  </a:lnTo>
                  <a:lnTo>
                    <a:pt x="1921785" y="0"/>
                  </a:lnTo>
                  <a:lnTo>
                    <a:pt x="1847214" y="1967"/>
                  </a:lnTo>
                  <a:lnTo>
                    <a:pt x="1772774" y="6805"/>
                  </a:lnTo>
                  <a:lnTo>
                    <a:pt x="1698576" y="14509"/>
                  </a:lnTo>
                  <a:lnTo>
                    <a:pt x="1624730" y="25065"/>
                  </a:lnTo>
                  <a:lnTo>
                    <a:pt x="1551345" y="38459"/>
                  </a:lnTo>
                  <a:lnTo>
                    <a:pt x="1478531" y="54670"/>
                  </a:lnTo>
                  <a:lnTo>
                    <a:pt x="1406395" y="73674"/>
                  </a:lnTo>
                  <a:lnTo>
                    <a:pt x="1335045" y="95444"/>
                  </a:lnTo>
                  <a:lnTo>
                    <a:pt x="1264587" y="119946"/>
                  </a:lnTo>
                  <a:lnTo>
                    <a:pt x="1195126" y="147145"/>
                  </a:lnTo>
                  <a:lnTo>
                    <a:pt x="1126763" y="177000"/>
                  </a:lnTo>
                  <a:lnTo>
                    <a:pt x="1059602" y="209467"/>
                  </a:lnTo>
                  <a:lnTo>
                    <a:pt x="993742" y="244497"/>
                  </a:lnTo>
                  <a:lnTo>
                    <a:pt x="929280" y="282038"/>
                  </a:lnTo>
                  <a:lnTo>
                    <a:pt x="866312" y="322036"/>
                  </a:lnTo>
                  <a:lnTo>
                    <a:pt x="804932" y="364429"/>
                  </a:lnTo>
                  <a:lnTo>
                    <a:pt x="745232" y="409157"/>
                  </a:lnTo>
                  <a:lnTo>
                    <a:pt x="687298" y="456151"/>
                  </a:lnTo>
                  <a:lnTo>
                    <a:pt x="631219" y="505342"/>
                  </a:lnTo>
                  <a:lnTo>
                    <a:pt x="577076" y="556657"/>
                  </a:lnTo>
                  <a:lnTo>
                    <a:pt x="524950" y="610021"/>
                  </a:lnTo>
                  <a:lnTo>
                    <a:pt x="474919" y="665353"/>
                  </a:lnTo>
                  <a:lnTo>
                    <a:pt x="427058" y="722571"/>
                  </a:lnTo>
                  <a:lnTo>
                    <a:pt x="381436" y="781591"/>
                  </a:lnTo>
                  <a:lnTo>
                    <a:pt x="338122" y="842325"/>
                  </a:lnTo>
                  <a:lnTo>
                    <a:pt x="297180" y="904683"/>
                  </a:lnTo>
                  <a:lnTo>
                    <a:pt x="258672" y="968572"/>
                  </a:lnTo>
                  <a:lnTo>
                    <a:pt x="222653" y="1033897"/>
                  </a:lnTo>
                  <a:lnTo>
                    <a:pt x="189178" y="1100561"/>
                  </a:lnTo>
                  <a:lnTo>
                    <a:pt x="158296" y="1168465"/>
                  </a:lnTo>
                  <a:lnTo>
                    <a:pt x="130053" y="1237509"/>
                  </a:lnTo>
                  <a:lnTo>
                    <a:pt x="104492" y="1307590"/>
                  </a:lnTo>
                  <a:lnTo>
                    <a:pt x="81650" y="1378604"/>
                  </a:lnTo>
                  <a:lnTo>
                    <a:pt x="61560" y="1450445"/>
                  </a:lnTo>
                  <a:lnTo>
                    <a:pt x="44254" y="1523007"/>
                  </a:lnTo>
                  <a:lnTo>
                    <a:pt x="29756" y="1596181"/>
                  </a:lnTo>
                  <a:lnTo>
                    <a:pt x="18088" y="1669860"/>
                  </a:lnTo>
                  <a:lnTo>
                    <a:pt x="9267" y="1743934"/>
                  </a:lnTo>
                  <a:lnTo>
                    <a:pt x="3307" y="1818292"/>
                  </a:lnTo>
                  <a:lnTo>
                    <a:pt x="216" y="1892825"/>
                  </a:lnTo>
                  <a:lnTo>
                    <a:pt x="0" y="1967422"/>
                  </a:lnTo>
                  <a:lnTo>
                    <a:pt x="2657" y="2041971"/>
                  </a:lnTo>
                  <a:lnTo>
                    <a:pt x="8185" y="2116363"/>
                  </a:lnTo>
                  <a:lnTo>
                    <a:pt x="16574" y="2190487"/>
                  </a:lnTo>
                  <a:lnTo>
                    <a:pt x="27814" y="2264232"/>
                  </a:lnTo>
                  <a:lnTo>
                    <a:pt x="41886" y="2337490"/>
                  </a:lnTo>
                  <a:lnTo>
                    <a:pt x="58771" y="2410151"/>
                  </a:lnTo>
                  <a:lnTo>
                    <a:pt x="78442" y="2482107"/>
                  </a:lnTo>
                  <a:lnTo>
                    <a:pt x="100871" y="2553253"/>
                  </a:lnTo>
                  <a:lnTo>
                    <a:pt x="126025" y="2623481"/>
                  </a:lnTo>
                  <a:lnTo>
                    <a:pt x="153866" y="2692688"/>
                  </a:lnTo>
                  <a:lnTo>
                    <a:pt x="184352" y="2760771"/>
                  </a:lnTo>
                  <a:lnTo>
                    <a:pt x="217439" y="2827628"/>
                  </a:lnTo>
                  <a:lnTo>
                    <a:pt x="253078" y="2893162"/>
                  </a:lnTo>
                  <a:lnTo>
                    <a:pt x="291214" y="2957273"/>
                  </a:lnTo>
                  <a:lnTo>
                    <a:pt x="331793" y="3019868"/>
                  </a:lnTo>
                  <a:lnTo>
                    <a:pt x="374753" y="3080853"/>
                  </a:lnTo>
                  <a:lnTo>
                    <a:pt x="420031" y="3140137"/>
                  </a:lnTo>
                  <a:lnTo>
                    <a:pt x="467559" y="3197633"/>
                  </a:lnTo>
                  <a:lnTo>
                    <a:pt x="517268" y="3253255"/>
                  </a:lnTo>
                  <a:lnTo>
                    <a:pt x="569082" y="3306920"/>
                  </a:lnTo>
                  <a:lnTo>
                    <a:pt x="622926" y="3358549"/>
                  </a:lnTo>
                  <a:lnTo>
                    <a:pt x="678718" y="3408066"/>
                  </a:lnTo>
                  <a:lnTo>
                    <a:pt x="736378" y="3455396"/>
                  </a:lnTo>
                  <a:lnTo>
                    <a:pt x="795818" y="3500469"/>
                  </a:lnTo>
                  <a:lnTo>
                    <a:pt x="856950" y="3543219"/>
                  </a:lnTo>
                  <a:lnTo>
                    <a:pt x="919684" y="3583582"/>
                  </a:lnTo>
                  <a:lnTo>
                    <a:pt x="983926" y="3621497"/>
                  </a:lnTo>
                  <a:lnTo>
                    <a:pt x="1049582" y="3656910"/>
                  </a:lnTo>
                  <a:lnTo>
                    <a:pt x="1116554" y="3689766"/>
                  </a:lnTo>
                  <a:lnTo>
                    <a:pt x="1184741" y="3720018"/>
                  </a:lnTo>
                  <a:lnTo>
                    <a:pt x="1254044" y="3747620"/>
                  </a:lnTo>
                  <a:lnTo>
                    <a:pt x="1324358" y="3772532"/>
                  </a:lnTo>
                  <a:lnTo>
                    <a:pt x="1395580" y="3794716"/>
                  </a:lnTo>
                  <a:lnTo>
                    <a:pt x="1467604" y="3814139"/>
                  </a:lnTo>
                  <a:lnTo>
                    <a:pt x="1540323" y="3830773"/>
                  </a:lnTo>
                  <a:lnTo>
                    <a:pt x="1613628" y="3844593"/>
                  </a:lnTo>
                  <a:lnTo>
                    <a:pt x="1687412" y="3855579"/>
                  </a:lnTo>
                  <a:lnTo>
                    <a:pt x="1761564" y="3863713"/>
                  </a:lnTo>
                  <a:lnTo>
                    <a:pt x="1835975" y="3868985"/>
                  </a:lnTo>
                  <a:lnTo>
                    <a:pt x="1910533" y="3871385"/>
                  </a:lnTo>
                  <a:lnTo>
                    <a:pt x="1985128" y="3870911"/>
                  </a:lnTo>
                  <a:lnTo>
                    <a:pt x="2059650" y="3867564"/>
                  </a:lnTo>
                  <a:lnTo>
                    <a:pt x="2133988" y="3861348"/>
                  </a:lnTo>
                  <a:lnTo>
                    <a:pt x="2208031" y="3852272"/>
                  </a:lnTo>
                  <a:lnTo>
                    <a:pt x="2281669" y="3840350"/>
                  </a:lnTo>
                  <a:lnTo>
                    <a:pt x="2354793" y="3825600"/>
                  </a:lnTo>
                  <a:lnTo>
                    <a:pt x="2427295" y="3808044"/>
                  </a:lnTo>
                  <a:lnTo>
                    <a:pt x="2499066" y="3787707"/>
                  </a:lnTo>
                  <a:lnTo>
                    <a:pt x="2570000" y="3764620"/>
                  </a:lnTo>
                  <a:lnTo>
                    <a:pt x="2639993" y="3738818"/>
                  </a:lnTo>
                  <a:lnTo>
                    <a:pt x="2708939" y="3710337"/>
                  </a:lnTo>
                  <a:lnTo>
                    <a:pt x="2776737" y="3679222"/>
                  </a:lnTo>
                  <a:lnTo>
                    <a:pt x="2843285" y="3645517"/>
                  </a:lnTo>
                  <a:lnTo>
                    <a:pt x="2908486" y="3609274"/>
                  </a:lnTo>
                  <a:lnTo>
                    <a:pt x="2972242" y="3570545"/>
                  </a:lnTo>
                  <a:lnTo>
                    <a:pt x="3034458" y="3529389"/>
                  </a:lnTo>
                  <a:lnTo>
                    <a:pt x="3095043" y="3485866"/>
                  </a:lnTo>
                  <a:lnTo>
                    <a:pt x="3153905" y="3440041"/>
                  </a:lnTo>
                  <a:lnTo>
                    <a:pt x="3210958" y="3391983"/>
                  </a:lnTo>
                  <a:lnTo>
                    <a:pt x="3266118" y="3341762"/>
                  </a:lnTo>
                  <a:lnTo>
                    <a:pt x="3319301" y="3289453"/>
                  </a:lnTo>
                  <a:lnTo>
                    <a:pt x="3370430" y="3235133"/>
                  </a:lnTo>
                  <a:lnTo>
                    <a:pt x="3419427" y="3178885"/>
                  </a:lnTo>
                  <a:lnTo>
                    <a:pt x="3466222" y="3120790"/>
                  </a:lnTo>
                  <a:lnTo>
                    <a:pt x="3510743" y="3060935"/>
                  </a:lnTo>
                  <a:lnTo>
                    <a:pt x="3552925" y="2999410"/>
                  </a:lnTo>
                  <a:lnTo>
                    <a:pt x="3592705" y="2936305"/>
                  </a:lnTo>
                  <a:lnTo>
                    <a:pt x="3630024" y="2871714"/>
                  </a:lnTo>
                  <a:lnTo>
                    <a:pt x="3664828" y="2805733"/>
                  </a:lnTo>
                  <a:lnTo>
                    <a:pt x="3697063" y="2738460"/>
                  </a:lnTo>
                  <a:lnTo>
                    <a:pt x="3726682" y="2669996"/>
                  </a:lnTo>
                  <a:lnTo>
                    <a:pt x="3753641" y="2600441"/>
                  </a:lnTo>
                  <a:lnTo>
                    <a:pt x="3777901" y="2529899"/>
                  </a:lnTo>
                  <a:lnTo>
                    <a:pt x="3799425" y="2458474"/>
                  </a:lnTo>
                  <a:lnTo>
                    <a:pt x="3818180" y="2386274"/>
                  </a:lnTo>
                  <a:lnTo>
                    <a:pt x="3834141" y="2313404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8789947" y="3271865"/>
              <a:ext cx="4270125" cy="4311381"/>
            </a:xfrm>
            <a:custGeom>
              <a:avLst/>
              <a:pathLst>
                <a:path w="4270125" h="4311381">
                  <a:moveTo>
                    <a:pt x="4255232" y="1666191"/>
                  </a:moveTo>
                  <a:lnTo>
                    <a:pt x="4236534" y="1591981"/>
                  </a:lnTo>
                  <a:lnTo>
                    <a:pt x="4215214" y="1518482"/>
                  </a:lnTo>
                  <a:lnTo>
                    <a:pt x="4191298" y="1445785"/>
                  </a:lnTo>
                  <a:lnTo>
                    <a:pt x="4164817" y="1373983"/>
                  </a:lnTo>
                  <a:lnTo>
                    <a:pt x="4135804" y="1303166"/>
                  </a:lnTo>
                  <a:lnTo>
                    <a:pt x="4104296" y="1233424"/>
                  </a:lnTo>
                  <a:lnTo>
                    <a:pt x="4070332" y="1164844"/>
                  </a:lnTo>
                  <a:lnTo>
                    <a:pt x="4033955" y="1097513"/>
                  </a:lnTo>
                  <a:lnTo>
                    <a:pt x="3995212" y="1031515"/>
                  </a:lnTo>
                  <a:lnTo>
                    <a:pt x="3954150" y="966934"/>
                  </a:lnTo>
                  <a:lnTo>
                    <a:pt x="3910822" y="903852"/>
                  </a:lnTo>
                  <a:lnTo>
                    <a:pt x="3865283" y="842346"/>
                  </a:lnTo>
                  <a:lnTo>
                    <a:pt x="3817589" y="782496"/>
                  </a:lnTo>
                  <a:lnTo>
                    <a:pt x="3767800" y="724377"/>
                  </a:lnTo>
                  <a:lnTo>
                    <a:pt x="3715980" y="668061"/>
                  </a:lnTo>
                  <a:lnTo>
                    <a:pt x="3662194" y="613621"/>
                  </a:lnTo>
                  <a:lnTo>
                    <a:pt x="3606510" y="561123"/>
                  </a:lnTo>
                  <a:lnTo>
                    <a:pt x="3548997" y="510635"/>
                  </a:lnTo>
                  <a:lnTo>
                    <a:pt x="3489728" y="462221"/>
                  </a:lnTo>
                  <a:lnTo>
                    <a:pt x="3428778" y="415940"/>
                  </a:lnTo>
                  <a:lnTo>
                    <a:pt x="3366224" y="371852"/>
                  </a:lnTo>
                  <a:lnTo>
                    <a:pt x="3302145" y="330012"/>
                  </a:lnTo>
                  <a:lnTo>
                    <a:pt x="3236621" y="290473"/>
                  </a:lnTo>
                  <a:lnTo>
                    <a:pt x="3169735" y="253285"/>
                  </a:lnTo>
                  <a:lnTo>
                    <a:pt x="3101571" y="218494"/>
                  </a:lnTo>
                  <a:lnTo>
                    <a:pt x="3032215" y="186144"/>
                  </a:lnTo>
                  <a:lnTo>
                    <a:pt x="2961754" y="156277"/>
                  </a:lnTo>
                  <a:lnTo>
                    <a:pt x="2890278" y="128929"/>
                  </a:lnTo>
                  <a:lnTo>
                    <a:pt x="2817876" y="104135"/>
                  </a:lnTo>
                  <a:lnTo>
                    <a:pt x="2744640" y="81927"/>
                  </a:lnTo>
                  <a:lnTo>
                    <a:pt x="2670661" y="62333"/>
                  </a:lnTo>
                  <a:lnTo>
                    <a:pt x="2596034" y="45376"/>
                  </a:lnTo>
                  <a:lnTo>
                    <a:pt x="2520852" y="31079"/>
                  </a:lnTo>
                  <a:lnTo>
                    <a:pt x="2445210" y="19460"/>
                  </a:lnTo>
                  <a:lnTo>
                    <a:pt x="2369203" y="10533"/>
                  </a:lnTo>
                  <a:lnTo>
                    <a:pt x="2292927" y="4309"/>
                  </a:lnTo>
                  <a:lnTo>
                    <a:pt x="2216478" y="796"/>
                  </a:lnTo>
                  <a:lnTo>
                    <a:pt x="2139953" y="0"/>
                  </a:lnTo>
                  <a:lnTo>
                    <a:pt x="2063448" y="1919"/>
                  </a:lnTo>
                  <a:lnTo>
                    <a:pt x="1987059" y="6553"/>
                  </a:lnTo>
                  <a:lnTo>
                    <a:pt x="1910882" y="13896"/>
                  </a:lnTo>
                  <a:lnTo>
                    <a:pt x="1835014" y="23938"/>
                  </a:lnTo>
                  <a:lnTo>
                    <a:pt x="1759551" y="36666"/>
                  </a:lnTo>
                  <a:lnTo>
                    <a:pt x="1684587" y="52065"/>
                  </a:lnTo>
                  <a:lnTo>
                    <a:pt x="1610216" y="70115"/>
                  </a:lnTo>
                  <a:lnTo>
                    <a:pt x="1536534" y="90793"/>
                  </a:lnTo>
                  <a:lnTo>
                    <a:pt x="1463631" y="114073"/>
                  </a:lnTo>
                  <a:lnTo>
                    <a:pt x="1391601" y="139927"/>
                  </a:lnTo>
                  <a:lnTo>
                    <a:pt x="1320534" y="168321"/>
                  </a:lnTo>
                  <a:lnTo>
                    <a:pt x="1250519" y="199219"/>
                  </a:lnTo>
                  <a:lnTo>
                    <a:pt x="1181645" y="232583"/>
                  </a:lnTo>
                  <a:lnTo>
                    <a:pt x="1113999" y="268371"/>
                  </a:lnTo>
                  <a:lnTo>
                    <a:pt x="1047666" y="306537"/>
                  </a:lnTo>
                  <a:lnTo>
                    <a:pt x="982729" y="347033"/>
                  </a:lnTo>
                  <a:lnTo>
                    <a:pt x="919271" y="389809"/>
                  </a:lnTo>
                  <a:lnTo>
                    <a:pt x="857370" y="434810"/>
                  </a:lnTo>
                  <a:lnTo>
                    <a:pt x="797107" y="481980"/>
                  </a:lnTo>
                  <a:lnTo>
                    <a:pt x="738555" y="531260"/>
                  </a:lnTo>
                  <a:lnTo>
                    <a:pt x="681789" y="582586"/>
                  </a:lnTo>
                  <a:lnTo>
                    <a:pt x="626881" y="635895"/>
                  </a:lnTo>
                  <a:lnTo>
                    <a:pt x="573900" y="691119"/>
                  </a:lnTo>
                  <a:lnTo>
                    <a:pt x="522912" y="748189"/>
                  </a:lnTo>
                  <a:lnTo>
                    <a:pt x="473982" y="807033"/>
                  </a:lnTo>
                  <a:lnTo>
                    <a:pt x="427171" y="867577"/>
                  </a:lnTo>
                  <a:lnTo>
                    <a:pt x="382539" y="929744"/>
                  </a:lnTo>
                  <a:lnTo>
                    <a:pt x="340142" y="993456"/>
                  </a:lnTo>
                  <a:lnTo>
                    <a:pt x="300032" y="1058632"/>
                  </a:lnTo>
                  <a:lnTo>
                    <a:pt x="262261" y="1125191"/>
                  </a:lnTo>
                  <a:lnTo>
                    <a:pt x="226877" y="1193049"/>
                  </a:lnTo>
                  <a:lnTo>
                    <a:pt x="193923" y="1262120"/>
                  </a:lnTo>
                  <a:lnTo>
                    <a:pt x="163442" y="1332317"/>
                  </a:lnTo>
                  <a:lnTo>
                    <a:pt x="135472" y="1403552"/>
                  </a:lnTo>
                  <a:lnTo>
                    <a:pt x="110047" y="1475735"/>
                  </a:lnTo>
                  <a:lnTo>
                    <a:pt x="87201" y="1548775"/>
                  </a:lnTo>
                  <a:lnTo>
                    <a:pt x="66962" y="1622579"/>
                  </a:lnTo>
                  <a:lnTo>
                    <a:pt x="49355" y="1697056"/>
                  </a:lnTo>
                  <a:lnTo>
                    <a:pt x="34402" y="1772110"/>
                  </a:lnTo>
                  <a:lnTo>
                    <a:pt x="22123" y="1847648"/>
                  </a:lnTo>
                  <a:lnTo>
                    <a:pt x="12533" y="1923574"/>
                  </a:lnTo>
                  <a:lnTo>
                    <a:pt x="5644" y="1999793"/>
                  </a:lnTo>
                  <a:lnTo>
                    <a:pt x="1464" y="2076208"/>
                  </a:lnTo>
                  <a:lnTo>
                    <a:pt x="0" y="2152724"/>
                  </a:lnTo>
                  <a:lnTo>
                    <a:pt x="1252" y="2229243"/>
                  </a:lnTo>
                  <a:lnTo>
                    <a:pt x="5219" y="2305669"/>
                  </a:lnTo>
                  <a:lnTo>
                    <a:pt x="11897" y="2381907"/>
                  </a:lnTo>
                  <a:lnTo>
                    <a:pt x="21276" y="2457859"/>
                  </a:lnTo>
                  <a:lnTo>
                    <a:pt x="33345" y="2533431"/>
                  </a:lnTo>
                  <a:lnTo>
                    <a:pt x="48089" y="2608527"/>
                  </a:lnTo>
                  <a:lnTo>
                    <a:pt x="65489" y="2683052"/>
                  </a:lnTo>
                  <a:lnTo>
                    <a:pt x="85524" y="2756912"/>
                  </a:lnTo>
                  <a:lnTo>
                    <a:pt x="108167" y="2830015"/>
                  </a:lnTo>
                  <a:lnTo>
                    <a:pt x="133391" y="2902268"/>
                  </a:lnTo>
                  <a:lnTo>
                    <a:pt x="161164" y="2973580"/>
                  </a:lnTo>
                  <a:lnTo>
                    <a:pt x="191450" y="3043862"/>
                  </a:lnTo>
                  <a:lnTo>
                    <a:pt x="224211" y="3113024"/>
                  </a:lnTo>
                  <a:lnTo>
                    <a:pt x="259407" y="3180980"/>
                  </a:lnTo>
                  <a:lnTo>
                    <a:pt x="296993" y="3247644"/>
                  </a:lnTo>
                  <a:lnTo>
                    <a:pt x="336921" y="3312932"/>
                  </a:lnTo>
                  <a:lnTo>
                    <a:pt x="379142" y="3376761"/>
                  </a:lnTo>
                  <a:lnTo>
                    <a:pt x="423601" y="3439051"/>
                  </a:lnTo>
                  <a:lnTo>
                    <a:pt x="470244" y="3499725"/>
                  </a:lnTo>
                  <a:lnTo>
                    <a:pt x="519010" y="3558704"/>
                  </a:lnTo>
                  <a:lnTo>
                    <a:pt x="569839" y="3615916"/>
                  </a:lnTo>
                  <a:lnTo>
                    <a:pt x="622667" y="3671287"/>
                  </a:lnTo>
                  <a:lnTo>
                    <a:pt x="677427" y="3724748"/>
                  </a:lnTo>
                  <a:lnTo>
                    <a:pt x="734050" y="3776232"/>
                  </a:lnTo>
                  <a:lnTo>
                    <a:pt x="792464" y="3825674"/>
                  </a:lnTo>
                  <a:lnTo>
                    <a:pt x="852597" y="3873011"/>
                  </a:lnTo>
                  <a:lnTo>
                    <a:pt x="914372" y="3918184"/>
                  </a:lnTo>
                  <a:lnTo>
                    <a:pt x="977712" y="3961136"/>
                  </a:lnTo>
                  <a:lnTo>
                    <a:pt x="1042536" y="4001812"/>
                  </a:lnTo>
                  <a:lnTo>
                    <a:pt x="1108763" y="4040162"/>
                  </a:lnTo>
                  <a:lnTo>
                    <a:pt x="1176309" y="4076138"/>
                  </a:lnTo>
                  <a:lnTo>
                    <a:pt x="1245090" y="4109693"/>
                  </a:lnTo>
                  <a:lnTo>
                    <a:pt x="1315019" y="4140786"/>
                  </a:lnTo>
                  <a:lnTo>
                    <a:pt x="1386007" y="4169377"/>
                  </a:lnTo>
                  <a:lnTo>
                    <a:pt x="1457965" y="4195430"/>
                  </a:lnTo>
                  <a:lnTo>
                    <a:pt x="1530802" y="4218913"/>
                  </a:lnTo>
                  <a:lnTo>
                    <a:pt x="1604427" y="4239795"/>
                  </a:lnTo>
                  <a:lnTo>
                    <a:pt x="1678747" y="4258052"/>
                  </a:lnTo>
                  <a:lnTo>
                    <a:pt x="1753669" y="4273659"/>
                  </a:lnTo>
                  <a:lnTo>
                    <a:pt x="1829096" y="4286596"/>
                  </a:lnTo>
                  <a:lnTo>
                    <a:pt x="1904936" y="4296849"/>
                  </a:lnTo>
                  <a:lnTo>
                    <a:pt x="1981092" y="4304403"/>
                  </a:lnTo>
                  <a:lnTo>
                    <a:pt x="2057468" y="4309249"/>
                  </a:lnTo>
                  <a:lnTo>
                    <a:pt x="2133967" y="4311381"/>
                  </a:lnTo>
                  <a:lnTo>
                    <a:pt x="2210494" y="4310797"/>
                  </a:lnTo>
                  <a:lnTo>
                    <a:pt x="2286953" y="4307497"/>
                  </a:lnTo>
                  <a:lnTo>
                    <a:pt x="2363246" y="4301485"/>
                  </a:lnTo>
                  <a:lnTo>
                    <a:pt x="2439277" y="4292768"/>
                  </a:lnTo>
                  <a:lnTo>
                    <a:pt x="2514951" y="4281359"/>
                  </a:lnTo>
                  <a:lnTo>
                    <a:pt x="2590173" y="4267271"/>
                  </a:lnTo>
                  <a:lnTo>
                    <a:pt x="2664847" y="4250522"/>
                  </a:lnTo>
                  <a:lnTo>
                    <a:pt x="2738879" y="4231133"/>
                  </a:lnTo>
                  <a:lnTo>
                    <a:pt x="2812177" y="4209128"/>
                  </a:lnTo>
                  <a:lnTo>
                    <a:pt x="2884647" y="4184536"/>
                  </a:lnTo>
                  <a:lnTo>
                    <a:pt x="2956199" y="4157387"/>
                  </a:lnTo>
                  <a:lnTo>
                    <a:pt x="3026742" y="4127715"/>
                  </a:lnTo>
                  <a:lnTo>
                    <a:pt x="3096188" y="4095558"/>
                  </a:lnTo>
                  <a:lnTo>
                    <a:pt x="3164448" y="4060956"/>
                  </a:lnTo>
                  <a:lnTo>
                    <a:pt x="3231438" y="4023954"/>
                  </a:lnTo>
                  <a:lnTo>
                    <a:pt x="3297071" y="3984597"/>
                  </a:lnTo>
                  <a:lnTo>
                    <a:pt x="3361267" y="3942935"/>
                  </a:lnTo>
                  <a:lnTo>
                    <a:pt x="3423943" y="3899021"/>
                  </a:lnTo>
                  <a:lnTo>
                    <a:pt x="3485021" y="3852910"/>
                  </a:lnTo>
                  <a:lnTo>
                    <a:pt x="3544424" y="3804660"/>
                  </a:lnTo>
                  <a:lnTo>
                    <a:pt x="3602076" y="3754332"/>
                  </a:lnTo>
                  <a:lnTo>
                    <a:pt x="3657906" y="3701989"/>
                  </a:lnTo>
                  <a:lnTo>
                    <a:pt x="3711844" y="3647698"/>
                  </a:lnTo>
                  <a:lnTo>
                    <a:pt x="3763820" y="3591527"/>
                  </a:lnTo>
                  <a:lnTo>
                    <a:pt x="3813769" y="3533546"/>
                  </a:lnTo>
                  <a:lnTo>
                    <a:pt x="3861629" y="3473828"/>
                  </a:lnTo>
                  <a:lnTo>
                    <a:pt x="3907340" y="3412450"/>
                  </a:lnTo>
                  <a:lnTo>
                    <a:pt x="3950843" y="3349488"/>
                  </a:lnTo>
                  <a:lnTo>
                    <a:pt x="3992083" y="3285021"/>
                  </a:lnTo>
                  <a:lnTo>
                    <a:pt x="4031010" y="3219131"/>
                  </a:lnTo>
                  <a:lnTo>
                    <a:pt x="4067573" y="3151901"/>
                  </a:lnTo>
                  <a:lnTo>
                    <a:pt x="4101727" y="3083416"/>
                  </a:lnTo>
                  <a:lnTo>
                    <a:pt x="4133429" y="3013761"/>
                  </a:lnTo>
                  <a:lnTo>
                    <a:pt x="4162638" y="2943025"/>
                  </a:lnTo>
                  <a:lnTo>
                    <a:pt x="4189319" y="2871297"/>
                  </a:lnTo>
                  <a:lnTo>
                    <a:pt x="4213436" y="2798667"/>
                  </a:lnTo>
                  <a:lnTo>
                    <a:pt x="4234961" y="2725227"/>
                  </a:lnTo>
                  <a:lnTo>
                    <a:pt x="4253865" y="2651069"/>
                  </a:lnTo>
                  <a:lnTo>
                    <a:pt x="4270125" y="2576287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12402488" y="4938057"/>
              <a:ext cx="642691" cy="149854"/>
            </a:xfrm>
            <a:custGeom>
              <a:avLst/>
              <a:pathLst>
                <a:path w="642691" h="149854">
                  <a:moveTo>
                    <a:pt x="0" y="149854"/>
                  </a:moveTo>
                  <a:lnTo>
                    <a:pt x="107115" y="124878"/>
                  </a:lnTo>
                  <a:lnTo>
                    <a:pt x="214230" y="99903"/>
                  </a:lnTo>
                  <a:lnTo>
                    <a:pt x="321345" y="74927"/>
                  </a:lnTo>
                  <a:lnTo>
                    <a:pt x="428461" y="49951"/>
                  </a:lnTo>
                  <a:lnTo>
                    <a:pt x="535576" y="24975"/>
                  </a:lnTo>
                  <a:lnTo>
                    <a:pt x="642691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12412822" y="5719407"/>
              <a:ext cx="647250" cy="128746"/>
            </a:xfrm>
            <a:custGeom>
              <a:avLst/>
              <a:pathLst>
                <a:path w="647250" h="128746">
                  <a:moveTo>
                    <a:pt x="0" y="0"/>
                  </a:moveTo>
                  <a:lnTo>
                    <a:pt x="107875" y="21457"/>
                  </a:lnTo>
                  <a:lnTo>
                    <a:pt x="215750" y="42915"/>
                  </a:lnTo>
                  <a:lnTo>
                    <a:pt x="323625" y="64373"/>
                  </a:lnTo>
                  <a:lnTo>
                    <a:pt x="431500" y="85830"/>
                  </a:lnTo>
                  <a:lnTo>
                    <a:pt x="539375" y="107288"/>
                  </a:lnTo>
                  <a:lnTo>
                    <a:pt x="647250" y="128746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9427878" y="5204869"/>
              <a:ext cx="38187" cy="445427"/>
            </a:xfrm>
            <a:custGeom>
              <a:avLst/>
              <a:pathLst>
                <a:path w="38187" h="445427">
                  <a:moveTo>
                    <a:pt x="38187" y="442199"/>
                  </a:moveTo>
                  <a:lnTo>
                    <a:pt x="16428" y="445427"/>
                  </a:lnTo>
                  <a:lnTo>
                    <a:pt x="7308" y="371488"/>
                  </a:lnTo>
                  <a:lnTo>
                    <a:pt x="1828" y="297190"/>
                  </a:lnTo>
                  <a:lnTo>
                    <a:pt x="0" y="222713"/>
                  </a:lnTo>
                  <a:lnTo>
                    <a:pt x="1828" y="148236"/>
                  </a:lnTo>
                  <a:lnTo>
                    <a:pt x="7308" y="73939"/>
                  </a:lnTo>
                  <a:lnTo>
                    <a:pt x="16428" y="0"/>
                  </a:lnTo>
                  <a:lnTo>
                    <a:pt x="38187" y="3227"/>
                  </a:lnTo>
                  <a:lnTo>
                    <a:pt x="29200" y="76095"/>
                  </a:lnTo>
                  <a:lnTo>
                    <a:pt x="23799" y="149316"/>
                  </a:lnTo>
                  <a:lnTo>
                    <a:pt x="21997" y="222713"/>
                  </a:lnTo>
                  <a:lnTo>
                    <a:pt x="23799" y="296111"/>
                  </a:lnTo>
                  <a:lnTo>
                    <a:pt x="29200" y="36933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12117395" y="5977329"/>
              <a:ext cx="239944" cy="393835"/>
            </a:xfrm>
            <a:custGeom>
              <a:avLst/>
              <a:pathLst>
                <a:path w="239944" h="393835">
                  <a:moveTo>
                    <a:pt x="219485" y="0"/>
                  </a:moveTo>
                  <a:lnTo>
                    <a:pt x="239944" y="8084"/>
                  </a:lnTo>
                  <a:lnTo>
                    <a:pt x="210872" y="76677"/>
                  </a:lnTo>
                  <a:lnTo>
                    <a:pt x="178469" y="143761"/>
                  </a:lnTo>
                  <a:lnTo>
                    <a:pt x="142814" y="209174"/>
                  </a:lnTo>
                  <a:lnTo>
                    <a:pt x="103992" y="272759"/>
                  </a:lnTo>
                  <a:lnTo>
                    <a:pt x="62097" y="334362"/>
                  </a:lnTo>
                  <a:lnTo>
                    <a:pt x="17230" y="393835"/>
                  </a:lnTo>
                  <a:lnTo>
                    <a:pt x="0" y="380160"/>
                  </a:lnTo>
                  <a:lnTo>
                    <a:pt x="44217" y="321549"/>
                  </a:lnTo>
                  <a:lnTo>
                    <a:pt x="85504" y="260838"/>
                  </a:lnTo>
                  <a:lnTo>
                    <a:pt x="123764" y="198175"/>
                  </a:lnTo>
                  <a:lnTo>
                    <a:pt x="158902" y="133710"/>
                  </a:lnTo>
                  <a:lnTo>
                    <a:pt x="190835" y="6759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11756305" y="6395328"/>
              <a:ext cx="346810" cy="307922"/>
            </a:xfrm>
            <a:custGeom>
              <a:avLst/>
              <a:pathLst>
                <a:path w="346810" h="307922">
                  <a:moveTo>
                    <a:pt x="330036" y="0"/>
                  </a:moveTo>
                  <a:lnTo>
                    <a:pt x="346810" y="14231"/>
                  </a:lnTo>
                  <a:lnTo>
                    <a:pt x="297232" y="69839"/>
                  </a:lnTo>
                  <a:lnTo>
                    <a:pt x="244986" y="122947"/>
                  </a:lnTo>
                  <a:lnTo>
                    <a:pt x="190197" y="173428"/>
                  </a:lnTo>
                  <a:lnTo>
                    <a:pt x="132997" y="221159"/>
                  </a:lnTo>
                  <a:lnTo>
                    <a:pt x="73523" y="266027"/>
                  </a:lnTo>
                  <a:lnTo>
                    <a:pt x="11920" y="307922"/>
                  </a:lnTo>
                  <a:lnTo>
                    <a:pt x="0" y="289434"/>
                  </a:lnTo>
                  <a:lnTo>
                    <a:pt x="60710" y="248146"/>
                  </a:lnTo>
                  <a:lnTo>
                    <a:pt x="119321" y="203929"/>
                  </a:lnTo>
                  <a:lnTo>
                    <a:pt x="175693" y="156889"/>
                  </a:lnTo>
                  <a:lnTo>
                    <a:pt x="229688" y="107140"/>
                  </a:lnTo>
                  <a:lnTo>
                    <a:pt x="281177" y="5480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11309180" y="3955228"/>
              <a:ext cx="416866" cy="189325"/>
            </a:xfrm>
            <a:custGeom>
              <a:avLst/>
              <a:pathLst>
                <a:path w="416866" h="189325">
                  <a:moveTo>
                    <a:pt x="0" y="21338"/>
                  </a:moveTo>
                  <a:lnTo>
                    <a:pt x="5345" y="0"/>
                  </a:lnTo>
                  <a:lnTo>
                    <a:pt x="77145" y="19869"/>
                  </a:lnTo>
                  <a:lnTo>
                    <a:pt x="147885" y="43239"/>
                  </a:lnTo>
                  <a:lnTo>
                    <a:pt x="217392" y="70051"/>
                  </a:lnTo>
                  <a:lnTo>
                    <a:pt x="285500" y="100241"/>
                  </a:lnTo>
                  <a:lnTo>
                    <a:pt x="352045" y="133737"/>
                  </a:lnTo>
                  <a:lnTo>
                    <a:pt x="416866" y="170457"/>
                  </a:lnTo>
                  <a:lnTo>
                    <a:pt x="405557" y="189325"/>
                  </a:lnTo>
                  <a:lnTo>
                    <a:pt x="341675" y="153137"/>
                  </a:lnTo>
                  <a:lnTo>
                    <a:pt x="276095" y="120126"/>
                  </a:lnTo>
                  <a:lnTo>
                    <a:pt x="208974" y="90374"/>
                  </a:lnTo>
                  <a:lnTo>
                    <a:pt x="140474" y="63950"/>
                  </a:lnTo>
                  <a:lnTo>
                    <a:pt x="70760" y="4092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12117395" y="4183148"/>
              <a:ext cx="690025" cy="694688"/>
            </a:xfrm>
            <a:custGeom>
              <a:avLst/>
              <a:pathLst>
                <a:path w="690025" h="694688">
                  <a:moveTo>
                    <a:pt x="0" y="314527"/>
                  </a:moveTo>
                  <a:lnTo>
                    <a:pt x="79260" y="251621"/>
                  </a:lnTo>
                  <a:lnTo>
                    <a:pt x="158520" y="188716"/>
                  </a:lnTo>
                  <a:lnTo>
                    <a:pt x="237781" y="125810"/>
                  </a:lnTo>
                  <a:lnTo>
                    <a:pt x="317041" y="62905"/>
                  </a:lnTo>
                  <a:lnTo>
                    <a:pt x="396301" y="0"/>
                  </a:lnTo>
                  <a:lnTo>
                    <a:pt x="447258" y="67054"/>
                  </a:lnTo>
                  <a:lnTo>
                    <a:pt x="495348" y="136192"/>
                  </a:lnTo>
                  <a:lnTo>
                    <a:pt x="540488" y="207292"/>
                  </a:lnTo>
                  <a:lnTo>
                    <a:pt x="582598" y="280228"/>
                  </a:lnTo>
                  <a:lnTo>
                    <a:pt x="621602" y="354870"/>
                  </a:lnTo>
                  <a:lnTo>
                    <a:pt x="657432" y="431087"/>
                  </a:lnTo>
                  <a:lnTo>
                    <a:pt x="690025" y="508744"/>
                  </a:lnTo>
                  <a:lnTo>
                    <a:pt x="595917" y="545933"/>
                  </a:lnTo>
                  <a:lnTo>
                    <a:pt x="501809" y="583121"/>
                  </a:lnTo>
                  <a:lnTo>
                    <a:pt x="407701" y="620310"/>
                  </a:lnTo>
                  <a:lnTo>
                    <a:pt x="313593" y="657499"/>
                  </a:lnTo>
                  <a:lnTo>
                    <a:pt x="219485" y="694688"/>
                  </a:lnTo>
                  <a:lnTo>
                    <a:pt x="190835" y="627089"/>
                  </a:lnTo>
                  <a:lnTo>
                    <a:pt x="158902" y="560977"/>
                  </a:lnTo>
                  <a:lnTo>
                    <a:pt x="123764" y="496512"/>
                  </a:lnTo>
                  <a:lnTo>
                    <a:pt x="85504" y="433849"/>
                  </a:lnTo>
                  <a:lnTo>
                    <a:pt x="44217" y="37313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11756305" y="4151915"/>
              <a:ext cx="346810" cy="307922"/>
            </a:xfrm>
            <a:custGeom>
              <a:avLst/>
              <a:pathLst>
                <a:path w="346810" h="307922">
                  <a:moveTo>
                    <a:pt x="0" y="18487"/>
                  </a:moveTo>
                  <a:lnTo>
                    <a:pt x="11920" y="0"/>
                  </a:lnTo>
                  <a:lnTo>
                    <a:pt x="73523" y="41895"/>
                  </a:lnTo>
                  <a:lnTo>
                    <a:pt x="132997" y="86762"/>
                  </a:lnTo>
                  <a:lnTo>
                    <a:pt x="190197" y="134493"/>
                  </a:lnTo>
                  <a:lnTo>
                    <a:pt x="244986" y="184974"/>
                  </a:lnTo>
                  <a:lnTo>
                    <a:pt x="297232" y="238082"/>
                  </a:lnTo>
                  <a:lnTo>
                    <a:pt x="346810" y="293690"/>
                  </a:lnTo>
                  <a:lnTo>
                    <a:pt x="330036" y="307922"/>
                  </a:lnTo>
                  <a:lnTo>
                    <a:pt x="281177" y="253120"/>
                  </a:lnTo>
                  <a:lnTo>
                    <a:pt x="229688" y="200781"/>
                  </a:lnTo>
                  <a:lnTo>
                    <a:pt x="175693" y="151032"/>
                  </a:lnTo>
                  <a:lnTo>
                    <a:pt x="119321" y="103992"/>
                  </a:lnTo>
                  <a:lnTo>
                    <a:pt x="60710" y="5977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9618989" y="6154208"/>
              <a:ext cx="286457" cy="364066"/>
            </a:xfrm>
            <a:custGeom>
              <a:avLst/>
              <a:pathLst>
                <a:path w="286457" h="364066">
                  <a:moveTo>
                    <a:pt x="286457" y="348259"/>
                  </a:moveTo>
                  <a:lnTo>
                    <a:pt x="271158" y="364066"/>
                  </a:lnTo>
                  <a:lnTo>
                    <a:pt x="218912" y="310958"/>
                  </a:lnTo>
                  <a:lnTo>
                    <a:pt x="169335" y="255350"/>
                  </a:lnTo>
                  <a:lnTo>
                    <a:pt x="122545" y="197377"/>
                  </a:lnTo>
                  <a:lnTo>
                    <a:pt x="78657" y="137177"/>
                  </a:lnTo>
                  <a:lnTo>
                    <a:pt x="37776" y="74897"/>
                  </a:lnTo>
                  <a:lnTo>
                    <a:pt x="0" y="10685"/>
                  </a:lnTo>
                  <a:lnTo>
                    <a:pt x="19227" y="0"/>
                  </a:lnTo>
                  <a:lnTo>
                    <a:pt x="56456" y="63280"/>
                  </a:lnTo>
                  <a:lnTo>
                    <a:pt x="96745" y="124658"/>
                  </a:lnTo>
                  <a:lnTo>
                    <a:pt x="139997" y="183985"/>
                  </a:lnTo>
                  <a:lnTo>
                    <a:pt x="186109" y="241119"/>
                  </a:lnTo>
                  <a:lnTo>
                    <a:pt x="234967" y="295921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10342001" y="6800011"/>
              <a:ext cx="432763" cy="135467"/>
            </a:xfrm>
            <a:custGeom>
              <a:avLst/>
              <a:pathLst>
                <a:path w="432763" h="135467">
                  <a:moveTo>
                    <a:pt x="432763" y="113614"/>
                  </a:moveTo>
                  <a:lnTo>
                    <a:pt x="430249" y="135467"/>
                  </a:lnTo>
                  <a:lnTo>
                    <a:pt x="356469" y="125139"/>
                  </a:lnTo>
                  <a:lnTo>
                    <a:pt x="283285" y="111203"/>
                  </a:lnTo>
                  <a:lnTo>
                    <a:pt x="210872" y="93693"/>
                  </a:lnTo>
                  <a:lnTo>
                    <a:pt x="139406" y="72651"/>
                  </a:lnTo>
                  <a:lnTo>
                    <a:pt x="69059" y="48128"/>
                  </a:lnTo>
                  <a:lnTo>
                    <a:pt x="0" y="20182"/>
                  </a:lnTo>
                  <a:lnTo>
                    <a:pt x="8749" y="0"/>
                  </a:lnTo>
                  <a:lnTo>
                    <a:pt x="76808" y="27540"/>
                  </a:lnTo>
                  <a:lnTo>
                    <a:pt x="146136" y="51708"/>
                  </a:lnTo>
                  <a:lnTo>
                    <a:pt x="216566" y="72445"/>
                  </a:lnTo>
                  <a:lnTo>
                    <a:pt x="287929" y="89701"/>
                  </a:lnTo>
                  <a:lnTo>
                    <a:pt x="360052" y="10343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9837763" y="3936156"/>
              <a:ext cx="468400" cy="383079"/>
            </a:xfrm>
            <a:custGeom>
              <a:avLst/>
              <a:pathLst>
                <a:path w="468400" h="383079">
                  <a:moveTo>
                    <a:pt x="103409" y="383079"/>
                  </a:moveTo>
                  <a:lnTo>
                    <a:pt x="0" y="268984"/>
                  </a:lnTo>
                  <a:lnTo>
                    <a:pt x="61316" y="216092"/>
                  </a:lnTo>
                  <a:lnTo>
                    <a:pt x="125155" y="166272"/>
                  </a:lnTo>
                  <a:lnTo>
                    <a:pt x="191361" y="119644"/>
                  </a:lnTo>
                  <a:lnTo>
                    <a:pt x="259775" y="76322"/>
                  </a:lnTo>
                  <a:lnTo>
                    <a:pt x="330233" y="36408"/>
                  </a:lnTo>
                  <a:lnTo>
                    <a:pt x="402564" y="0"/>
                  </a:lnTo>
                  <a:lnTo>
                    <a:pt x="468400" y="139199"/>
                  </a:lnTo>
                  <a:lnTo>
                    <a:pt x="402820" y="172210"/>
                  </a:lnTo>
                  <a:lnTo>
                    <a:pt x="338939" y="208398"/>
                  </a:lnTo>
                  <a:lnTo>
                    <a:pt x="276910" y="247677"/>
                  </a:lnTo>
                  <a:lnTo>
                    <a:pt x="216883" y="289953"/>
                  </a:lnTo>
                  <a:lnTo>
                    <a:pt x="159003" y="33512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9484393" y="4226239"/>
              <a:ext cx="421052" cy="474716"/>
            </a:xfrm>
            <a:custGeom>
              <a:avLst/>
              <a:pathLst>
                <a:path w="421052" h="474716">
                  <a:moveTo>
                    <a:pt x="153823" y="474716"/>
                  </a:moveTo>
                  <a:lnTo>
                    <a:pt x="0" y="389231"/>
                  </a:lnTo>
                  <a:lnTo>
                    <a:pt x="41608" y="318505"/>
                  </a:lnTo>
                  <a:lnTo>
                    <a:pt x="86637" y="249906"/>
                  </a:lnTo>
                  <a:lnTo>
                    <a:pt x="134978" y="183600"/>
                  </a:lnTo>
                  <a:lnTo>
                    <a:pt x="186514" y="119745"/>
                  </a:lnTo>
                  <a:lnTo>
                    <a:pt x="241121" y="58496"/>
                  </a:lnTo>
                  <a:lnTo>
                    <a:pt x="298667" y="0"/>
                  </a:lnTo>
                  <a:lnTo>
                    <a:pt x="421052" y="126457"/>
                  </a:lnTo>
                  <a:lnTo>
                    <a:pt x="369563" y="178795"/>
                  </a:lnTo>
                  <a:lnTo>
                    <a:pt x="320704" y="233597"/>
                  </a:lnTo>
                  <a:lnTo>
                    <a:pt x="274593" y="290731"/>
                  </a:lnTo>
                  <a:lnTo>
                    <a:pt x="231341" y="350058"/>
                  </a:lnTo>
                  <a:lnTo>
                    <a:pt x="191052" y="41143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10819883" y="6889713"/>
              <a:ext cx="450915" cy="77502"/>
            </a:xfrm>
            <a:custGeom>
              <a:avLst/>
              <a:pathLst>
                <a:path w="450915" h="77502">
                  <a:moveTo>
                    <a:pt x="441627" y="0"/>
                  </a:moveTo>
                  <a:lnTo>
                    <a:pt x="450915" y="43003"/>
                  </a:lnTo>
                  <a:lnTo>
                    <a:pt x="376670" y="57141"/>
                  </a:lnTo>
                  <a:lnTo>
                    <a:pt x="301820" y="67619"/>
                  </a:lnTo>
                  <a:lnTo>
                    <a:pt x="226547" y="74411"/>
                  </a:lnTo>
                  <a:lnTo>
                    <a:pt x="151031" y="77502"/>
                  </a:lnTo>
                  <a:lnTo>
                    <a:pt x="75455" y="76884"/>
                  </a:lnTo>
                  <a:lnTo>
                    <a:pt x="0" y="72558"/>
                  </a:lnTo>
                  <a:lnTo>
                    <a:pt x="3595" y="28710"/>
                  </a:lnTo>
                  <a:lnTo>
                    <a:pt x="76894" y="32912"/>
                  </a:lnTo>
                  <a:lnTo>
                    <a:pt x="150311" y="33513"/>
                  </a:lnTo>
                  <a:lnTo>
                    <a:pt x="223670" y="30510"/>
                  </a:lnTo>
                  <a:lnTo>
                    <a:pt x="296792" y="23912"/>
                  </a:lnTo>
                  <a:lnTo>
                    <a:pt x="369503" y="1373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9882081" y="6535929"/>
              <a:ext cx="424082" cy="323422"/>
            </a:xfrm>
            <a:custGeom>
              <a:avLst/>
              <a:pathLst>
                <a:path w="424082" h="323422">
                  <a:moveTo>
                    <a:pt x="424082" y="243879"/>
                  </a:moveTo>
                  <a:lnTo>
                    <a:pt x="386461" y="323422"/>
                  </a:lnTo>
                  <a:lnTo>
                    <a:pt x="317023" y="288470"/>
                  </a:lnTo>
                  <a:lnTo>
                    <a:pt x="249384" y="250153"/>
                  </a:lnTo>
                  <a:lnTo>
                    <a:pt x="183706" y="208563"/>
                  </a:lnTo>
                  <a:lnTo>
                    <a:pt x="120149" y="163800"/>
                  </a:lnTo>
                  <a:lnTo>
                    <a:pt x="58864" y="115973"/>
                  </a:lnTo>
                  <a:lnTo>
                    <a:pt x="0" y="65196"/>
                  </a:lnTo>
                  <a:lnTo>
                    <a:pt x="59091" y="0"/>
                  </a:lnTo>
                  <a:lnTo>
                    <a:pt x="114685" y="47955"/>
                  </a:lnTo>
                  <a:lnTo>
                    <a:pt x="172565" y="93125"/>
                  </a:lnTo>
                  <a:lnTo>
                    <a:pt x="232592" y="135401"/>
                  </a:lnTo>
                  <a:lnTo>
                    <a:pt x="294620" y="174680"/>
                  </a:lnTo>
                  <a:lnTo>
                    <a:pt x="358502" y="21086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11309180" y="6710610"/>
              <a:ext cx="462102" cy="274679"/>
            </a:xfrm>
            <a:custGeom>
              <a:avLst/>
              <a:pathLst>
                <a:path w="462102" h="274679">
                  <a:moveTo>
                    <a:pt x="405557" y="0"/>
                  </a:moveTo>
                  <a:lnTo>
                    <a:pt x="462102" y="94340"/>
                  </a:lnTo>
                  <a:lnTo>
                    <a:pt x="393523" y="133189"/>
                  </a:lnTo>
                  <a:lnTo>
                    <a:pt x="323121" y="168627"/>
                  </a:lnTo>
                  <a:lnTo>
                    <a:pt x="251065" y="200567"/>
                  </a:lnTo>
                  <a:lnTo>
                    <a:pt x="177528" y="228933"/>
                  </a:lnTo>
                  <a:lnTo>
                    <a:pt x="102688" y="253657"/>
                  </a:lnTo>
                  <a:lnTo>
                    <a:pt x="26725" y="274679"/>
                  </a:lnTo>
                  <a:lnTo>
                    <a:pt x="0" y="167987"/>
                  </a:lnTo>
                  <a:lnTo>
                    <a:pt x="70760" y="148405"/>
                  </a:lnTo>
                  <a:lnTo>
                    <a:pt x="140474" y="125374"/>
                  </a:lnTo>
                  <a:lnTo>
                    <a:pt x="208974" y="98951"/>
                  </a:lnTo>
                  <a:lnTo>
                    <a:pt x="276095" y="69198"/>
                  </a:lnTo>
                  <a:lnTo>
                    <a:pt x="341675" y="3618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10035766" y="3154811"/>
              <a:ext cx="738998" cy="900342"/>
            </a:xfrm>
            <a:custGeom>
              <a:avLst/>
              <a:pathLst>
                <a:path w="738998" h="900342">
                  <a:moveTo>
                    <a:pt x="314983" y="900342"/>
                  </a:moveTo>
                  <a:lnTo>
                    <a:pt x="275610" y="809520"/>
                  </a:lnTo>
                  <a:lnTo>
                    <a:pt x="236237" y="718697"/>
                  </a:lnTo>
                  <a:lnTo>
                    <a:pt x="196864" y="627875"/>
                  </a:lnTo>
                  <a:lnTo>
                    <a:pt x="157491" y="537052"/>
                  </a:lnTo>
                  <a:lnTo>
                    <a:pt x="118118" y="446230"/>
                  </a:lnTo>
                  <a:lnTo>
                    <a:pt x="78745" y="355407"/>
                  </a:lnTo>
                  <a:lnTo>
                    <a:pt x="39372" y="264585"/>
                  </a:lnTo>
                  <a:lnTo>
                    <a:pt x="0" y="173762"/>
                  </a:lnTo>
                  <a:lnTo>
                    <a:pt x="77875" y="141692"/>
                  </a:lnTo>
                  <a:lnTo>
                    <a:pt x="156878" y="112509"/>
                  </a:lnTo>
                  <a:lnTo>
                    <a:pt x="236901" y="86255"/>
                  </a:lnTo>
                  <a:lnTo>
                    <a:pt x="317837" y="62963"/>
                  </a:lnTo>
                  <a:lnTo>
                    <a:pt x="399575" y="42666"/>
                  </a:lnTo>
                  <a:lnTo>
                    <a:pt x="482005" y="25392"/>
                  </a:lnTo>
                  <a:lnTo>
                    <a:pt x="565015" y="11163"/>
                  </a:lnTo>
                  <a:lnTo>
                    <a:pt x="648492" y="0"/>
                  </a:lnTo>
                  <a:lnTo>
                    <a:pt x="659805" y="98341"/>
                  </a:lnTo>
                  <a:lnTo>
                    <a:pt x="671118" y="196682"/>
                  </a:lnTo>
                  <a:lnTo>
                    <a:pt x="682431" y="295023"/>
                  </a:lnTo>
                  <a:lnTo>
                    <a:pt x="693745" y="393364"/>
                  </a:lnTo>
                  <a:lnTo>
                    <a:pt x="705058" y="491705"/>
                  </a:lnTo>
                  <a:lnTo>
                    <a:pt x="716371" y="590046"/>
                  </a:lnTo>
                  <a:lnTo>
                    <a:pt x="727684" y="688387"/>
                  </a:lnTo>
                  <a:lnTo>
                    <a:pt x="738998" y="786728"/>
                  </a:lnTo>
                  <a:lnTo>
                    <a:pt x="666287" y="796906"/>
                  </a:lnTo>
                  <a:lnTo>
                    <a:pt x="594163" y="810640"/>
                  </a:lnTo>
                  <a:lnTo>
                    <a:pt x="522800" y="827897"/>
                  </a:lnTo>
                  <a:lnTo>
                    <a:pt x="452370" y="848634"/>
                  </a:lnTo>
                  <a:lnTo>
                    <a:pt x="383042" y="87280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9452397" y="5695364"/>
              <a:ext cx="162745" cy="425726"/>
            </a:xfrm>
            <a:custGeom>
              <a:avLst/>
              <a:pathLst>
                <a:path w="162745" h="425726">
                  <a:moveTo>
                    <a:pt x="162745" y="415675"/>
                  </a:moveTo>
                  <a:lnTo>
                    <a:pt x="143177" y="425726"/>
                  </a:lnTo>
                  <a:lnTo>
                    <a:pt x="110775" y="358642"/>
                  </a:lnTo>
                  <a:lnTo>
                    <a:pt x="81703" y="290049"/>
                  </a:lnTo>
                  <a:lnTo>
                    <a:pt x="56032" y="220112"/>
                  </a:lnTo>
                  <a:lnTo>
                    <a:pt x="33823" y="149000"/>
                  </a:lnTo>
                  <a:lnTo>
                    <a:pt x="15131" y="76884"/>
                  </a:lnTo>
                  <a:lnTo>
                    <a:pt x="0" y="3937"/>
                  </a:lnTo>
                  <a:lnTo>
                    <a:pt x="21642" y="0"/>
                  </a:lnTo>
                  <a:lnTo>
                    <a:pt x="36554" y="71889"/>
                  </a:lnTo>
                  <a:lnTo>
                    <a:pt x="54976" y="142960"/>
                  </a:lnTo>
                  <a:lnTo>
                    <a:pt x="76862" y="213041"/>
                  </a:lnTo>
                  <a:lnTo>
                    <a:pt x="102161" y="281965"/>
                  </a:lnTo>
                  <a:lnTo>
                    <a:pt x="130812" y="34956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9387470" y="4703922"/>
              <a:ext cx="227672" cy="455878"/>
            </a:xfrm>
            <a:custGeom>
              <a:avLst/>
              <a:pathLst>
                <a:path w="227672" h="455878">
                  <a:moveTo>
                    <a:pt x="86569" y="455878"/>
                  </a:moveTo>
                  <a:lnTo>
                    <a:pt x="0" y="440127"/>
                  </a:lnTo>
                  <a:lnTo>
                    <a:pt x="15789" y="364008"/>
                  </a:lnTo>
                  <a:lnTo>
                    <a:pt x="35294" y="288757"/>
                  </a:lnTo>
                  <a:lnTo>
                    <a:pt x="58468" y="214553"/>
                  </a:lnTo>
                  <a:lnTo>
                    <a:pt x="85255" y="141575"/>
                  </a:lnTo>
                  <a:lnTo>
                    <a:pt x="115591" y="70000"/>
                  </a:lnTo>
                  <a:lnTo>
                    <a:pt x="149403" y="0"/>
                  </a:lnTo>
                  <a:lnTo>
                    <a:pt x="227672" y="40203"/>
                  </a:lnTo>
                  <a:lnTo>
                    <a:pt x="195739" y="106314"/>
                  </a:lnTo>
                  <a:lnTo>
                    <a:pt x="167088" y="173913"/>
                  </a:lnTo>
                  <a:lnTo>
                    <a:pt x="141789" y="242836"/>
                  </a:lnTo>
                  <a:lnTo>
                    <a:pt x="119903" y="312918"/>
                  </a:lnTo>
                  <a:lnTo>
                    <a:pt x="101481" y="38398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10818085" y="3865954"/>
              <a:ext cx="457356" cy="99497"/>
            </a:xfrm>
            <a:custGeom>
              <a:avLst/>
              <a:pathLst>
                <a:path w="457356" h="99497">
                  <a:moveTo>
                    <a:pt x="5393" y="70787"/>
                  </a:moveTo>
                  <a:lnTo>
                    <a:pt x="0" y="5014"/>
                  </a:lnTo>
                  <a:lnTo>
                    <a:pt x="76533" y="627"/>
                  </a:lnTo>
                  <a:lnTo>
                    <a:pt x="153189" y="0"/>
                  </a:lnTo>
                  <a:lnTo>
                    <a:pt x="229784" y="3134"/>
                  </a:lnTo>
                  <a:lnTo>
                    <a:pt x="306132" y="10024"/>
                  </a:lnTo>
                  <a:lnTo>
                    <a:pt x="382051" y="20651"/>
                  </a:lnTo>
                  <a:lnTo>
                    <a:pt x="457356" y="34991"/>
                  </a:lnTo>
                  <a:lnTo>
                    <a:pt x="443424" y="99497"/>
                  </a:lnTo>
                  <a:lnTo>
                    <a:pt x="371301" y="85763"/>
                  </a:lnTo>
                  <a:lnTo>
                    <a:pt x="298590" y="75585"/>
                  </a:lnTo>
                  <a:lnTo>
                    <a:pt x="225467" y="68986"/>
                  </a:lnTo>
                  <a:lnTo>
                    <a:pt x="152109" y="65984"/>
                  </a:lnTo>
                  <a:lnTo>
                    <a:pt x="78692" y="6658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12402488" y="4938057"/>
              <a:ext cx="642691" cy="149854"/>
            </a:xfrm>
            <a:custGeom>
              <a:avLst/>
              <a:pathLst>
                <a:path w="642691" h="149854">
                  <a:moveTo>
                    <a:pt x="0" y="149854"/>
                  </a:moveTo>
                  <a:lnTo>
                    <a:pt x="107115" y="124878"/>
                  </a:lnTo>
                  <a:lnTo>
                    <a:pt x="214230" y="99903"/>
                  </a:lnTo>
                  <a:lnTo>
                    <a:pt x="321345" y="74927"/>
                  </a:lnTo>
                  <a:lnTo>
                    <a:pt x="428461" y="49951"/>
                  </a:lnTo>
                  <a:lnTo>
                    <a:pt x="535576" y="24975"/>
                  </a:lnTo>
                  <a:lnTo>
                    <a:pt x="642691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12402488" y="5087912"/>
              <a:ext cx="6388" cy="28667"/>
            </a:xfrm>
            <a:custGeom>
              <a:avLst/>
              <a:pathLst>
                <a:path w="6388" h="28667">
                  <a:moveTo>
                    <a:pt x="0" y="0"/>
                  </a:moveTo>
                  <a:lnTo>
                    <a:pt x="6388" y="28667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12616718" y="5037960"/>
              <a:ext cx="7327" cy="32882"/>
            </a:xfrm>
            <a:custGeom>
              <a:avLst/>
              <a:pathLst>
                <a:path w="7327" h="32882">
                  <a:moveTo>
                    <a:pt x="0" y="0"/>
                  </a:moveTo>
                  <a:lnTo>
                    <a:pt x="7327" y="32882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12830949" y="4988008"/>
              <a:ext cx="8267" cy="37098"/>
            </a:xfrm>
            <a:custGeom>
              <a:avLst/>
              <a:pathLst>
                <a:path w="8267" h="37098">
                  <a:moveTo>
                    <a:pt x="0" y="0"/>
                  </a:moveTo>
                  <a:lnTo>
                    <a:pt x="8267" y="37098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13045180" y="4938057"/>
              <a:ext cx="9206" cy="41314"/>
            </a:xfrm>
            <a:custGeom>
              <a:avLst/>
              <a:pathLst>
                <a:path w="9206" h="41314">
                  <a:moveTo>
                    <a:pt x="0" y="0"/>
                  </a:moveTo>
                  <a:lnTo>
                    <a:pt x="9206" y="41314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tx908"/>
            <p:cNvSpPr/>
            <p:nvPr/>
          </p:nvSpPr>
          <p:spPr>
            <a:xfrm>
              <a:off x="12384109" y="5135758"/>
              <a:ext cx="57424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12571147" y="5092842"/>
              <a:ext cx="114848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12786898" y="5049927"/>
              <a:ext cx="114848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13002648" y="5007011"/>
              <a:ext cx="114848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8002442" y="1864766"/>
              <a:ext cx="83576" cy="88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2026-10-14T10:37:51Z</dcterms:modified>
</cp:coreProperties>
</file>