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057400" y="3748882"/>
            <a:ext cx="10972800" cy="3200400"/>
            <a:chOff x="2057400" y="3748882"/>
            <a:chExt cx="10972800" cy="3200400"/>
          </a:xfrm>
        </p:grpSpPr>
        <p:sp>
          <p:nvSpPr>
            <p:cNvPr id="3" name="rc3"/>
            <p:cNvSpPr/>
            <p:nvPr/>
          </p:nvSpPr>
          <p:spPr>
            <a:xfrm>
              <a:off x="2057400" y="3748881"/>
              <a:ext cx="10972800" cy="3200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057400" y="3748881"/>
              <a:ext cx="10972800" cy="3200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454579" y="3906567"/>
              <a:ext cx="879119" cy="27442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454579" y="6650582"/>
              <a:ext cx="879119" cy="0"/>
            </a:xfrm>
            <a:custGeom>
              <a:avLst/>
              <a:pathLst>
                <a:path w="879119" h="0">
                  <a:moveTo>
                    <a:pt x="0" y="0"/>
                  </a:moveTo>
                  <a:lnTo>
                    <a:pt x="879119" y="0"/>
                  </a:lnTo>
                  <a:lnTo>
                    <a:pt x="879119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454579" y="5964647"/>
              <a:ext cx="879119" cy="0"/>
            </a:xfrm>
            <a:custGeom>
              <a:avLst/>
              <a:pathLst>
                <a:path w="879119" h="0">
                  <a:moveTo>
                    <a:pt x="0" y="0"/>
                  </a:moveTo>
                  <a:lnTo>
                    <a:pt x="879119" y="0"/>
                  </a:lnTo>
                  <a:lnTo>
                    <a:pt x="879119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454579" y="5278712"/>
              <a:ext cx="879119" cy="0"/>
            </a:xfrm>
            <a:custGeom>
              <a:avLst/>
              <a:pathLst>
                <a:path w="879119" h="0">
                  <a:moveTo>
                    <a:pt x="0" y="0"/>
                  </a:moveTo>
                  <a:lnTo>
                    <a:pt x="879119" y="0"/>
                  </a:lnTo>
                  <a:lnTo>
                    <a:pt x="879119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54579" y="4592777"/>
              <a:ext cx="879119" cy="0"/>
            </a:xfrm>
            <a:custGeom>
              <a:avLst/>
              <a:pathLst>
                <a:path w="879119" h="0">
                  <a:moveTo>
                    <a:pt x="0" y="0"/>
                  </a:moveTo>
                  <a:lnTo>
                    <a:pt x="879119" y="0"/>
                  </a:lnTo>
                  <a:lnTo>
                    <a:pt x="879119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454579" y="3906842"/>
              <a:ext cx="879119" cy="0"/>
            </a:xfrm>
            <a:custGeom>
              <a:avLst/>
              <a:pathLst>
                <a:path w="879119" h="0">
                  <a:moveTo>
                    <a:pt x="0" y="0"/>
                  </a:moveTo>
                  <a:lnTo>
                    <a:pt x="879119" y="0"/>
                  </a:lnTo>
                  <a:lnTo>
                    <a:pt x="879119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46770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48956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51143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53330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55517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57704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9891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62078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4265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6451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8638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0825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3012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5199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7386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9573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81759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83946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86133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88320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90507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92694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94881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97068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99254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1441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03628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05815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08002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10189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12376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314562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16749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318936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21123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23310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25497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27684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29870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32057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2457860" y="3906842"/>
              <a:ext cx="19681" cy="195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2479728" y="3906842"/>
              <a:ext cx="19681" cy="90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2501597" y="3906842"/>
              <a:ext cx="19681" cy="186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2523466" y="3906842"/>
              <a:ext cx="19681" cy="66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2545334" y="3906842"/>
              <a:ext cx="19681" cy="227298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2567203" y="3906842"/>
              <a:ext cx="19681" cy="170868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2589072" y="3906842"/>
              <a:ext cx="19681" cy="264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2610940" y="3906842"/>
              <a:ext cx="19681" cy="220374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2632809" y="3906842"/>
              <a:ext cx="19681" cy="864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2654678" y="3906842"/>
              <a:ext cx="19681" cy="252466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2676546" y="3906842"/>
              <a:ext cx="19681" cy="122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2698415" y="3906842"/>
              <a:ext cx="19681" cy="61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2720284" y="3906842"/>
              <a:ext cx="19681" cy="9967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2742152" y="3906842"/>
              <a:ext cx="19681" cy="582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2764021" y="3906842"/>
              <a:ext cx="19681" cy="71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2785889" y="3906842"/>
              <a:ext cx="19681" cy="5703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2807758" y="3906842"/>
              <a:ext cx="19681" cy="1405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2829627" y="3906842"/>
              <a:ext cx="19681" cy="119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2851495" y="3906842"/>
              <a:ext cx="19681" cy="309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2873364" y="3906842"/>
              <a:ext cx="19681" cy="907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2895233" y="3906842"/>
              <a:ext cx="19681" cy="16243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2917101" y="3906842"/>
              <a:ext cx="19681" cy="21811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2938970" y="3906842"/>
              <a:ext cx="19681" cy="1012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2960839" y="3906842"/>
              <a:ext cx="19681" cy="173116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2982707" y="3906842"/>
              <a:ext cx="19681" cy="891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3004576" y="3906842"/>
              <a:ext cx="19681" cy="252609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3026445" y="3906842"/>
              <a:ext cx="19681" cy="477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3048313" y="3906842"/>
              <a:ext cx="19681" cy="897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3070182" y="3906842"/>
              <a:ext cx="19681" cy="272746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3092051" y="3906842"/>
              <a:ext cx="19681" cy="11758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3113919" y="3906842"/>
              <a:ext cx="19681" cy="268550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3135788" y="3906842"/>
              <a:ext cx="19681" cy="603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3157657" y="3906842"/>
              <a:ext cx="19681" cy="1157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3179525" y="3906842"/>
              <a:ext cx="19681" cy="1397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3201394" y="3906842"/>
              <a:ext cx="19681" cy="3891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3223263" y="3906842"/>
              <a:ext cx="19681" cy="3226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3245131" y="3906842"/>
              <a:ext cx="19681" cy="745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3267000" y="3906842"/>
              <a:ext cx="19681" cy="242162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3288869" y="3906842"/>
              <a:ext cx="19681" cy="14810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3310737" y="3906842"/>
              <a:ext cx="19681" cy="1803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2457860" y="3908793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2479728" y="3907746"/>
              <a:ext cx="19681" cy="14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2501597" y="3908708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2523466" y="3907502"/>
              <a:ext cx="19681" cy="19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2545334" y="6179831"/>
              <a:ext cx="19681" cy="346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2567203" y="5615525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2589072" y="3909488"/>
              <a:ext cx="19681" cy="31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2610940" y="6110583"/>
              <a:ext cx="19681" cy="62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2632809" y="3915482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2654678" y="6431503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2676546" y="3908068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2698415" y="3907452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2720284" y="4006515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2742152" y="3912663"/>
              <a:ext cx="19681" cy="28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2764021" y="3907554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2785889" y="3963882"/>
              <a:ext cx="19681" cy="2910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2807758" y="3920897"/>
              <a:ext cx="19681" cy="60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2829627" y="3908033"/>
              <a:ext cx="19681" cy="25431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2851495" y="3909932"/>
              <a:ext cx="19681" cy="16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2873364" y="3915917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2895233" y="4069272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2917101" y="4124956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2938970" y="3916967"/>
              <a:ext cx="19681" cy="173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2960839" y="5638011"/>
              <a:ext cx="19681" cy="3701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2982707" y="3915761"/>
              <a:ext cx="19681" cy="57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3004576" y="6432938"/>
              <a:ext cx="19681" cy="8077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3026445" y="3911614"/>
              <a:ext cx="19681" cy="267053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3048313" y="3915814"/>
              <a:ext cx="19681" cy="168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3070182" y="6634305"/>
              <a:ext cx="19681" cy="84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3092051" y="4024426"/>
              <a:ext cx="19681" cy="1086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3113919" y="6592343"/>
              <a:ext cx="19681" cy="470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3135788" y="3912879"/>
              <a:ext cx="19681" cy="123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3157657" y="3918415"/>
              <a:ext cx="19681" cy="23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3179525" y="3920819"/>
              <a:ext cx="19681" cy="337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3201394" y="3945756"/>
              <a:ext cx="19681" cy="249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3223263" y="3939112"/>
              <a:ext cx="19681" cy="40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3245131" y="3914295"/>
              <a:ext cx="19681" cy="35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3267000" y="6328471"/>
              <a:ext cx="19681" cy="30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3288869" y="4054950"/>
              <a:ext cx="19681" cy="339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3310737" y="3924877"/>
              <a:ext cx="19681" cy="81054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2457860" y="3908793"/>
              <a:ext cx="19681" cy="28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2479728" y="3907891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2501597" y="3908708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2523466" y="3907700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2545334" y="6183292"/>
              <a:ext cx="19681" cy="807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2567203" y="5615525"/>
              <a:ext cx="19681" cy="8139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2589072" y="3909803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2610940" y="6111208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2632809" y="3915482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2654678" y="6431503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2676546" y="3908068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2698415" y="3907452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2720284" y="4006515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2742152" y="3912945"/>
              <a:ext cx="19681" cy="28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2764021" y="3907554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2785889" y="3992984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2807758" y="3921501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2829627" y="4162352"/>
              <a:ext cx="19681" cy="184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2851495" y="3910093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2873364" y="3915917"/>
              <a:ext cx="19681" cy="11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2895233" y="4069272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2917101" y="4124956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2938970" y="3918702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2960839" y="5675030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2982707" y="3916338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3004576" y="6513709"/>
              <a:ext cx="19681" cy="185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3026445" y="6582152"/>
              <a:ext cx="19681" cy="36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3048313" y="3917502"/>
              <a:ext cx="19681" cy="10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3070182" y="6635148"/>
              <a:ext cx="19681" cy="11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3092051" y="4035290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3113919" y="6597045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3135788" y="3914109"/>
              <a:ext cx="19681" cy="45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3157657" y="3918655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3179525" y="3924197"/>
              <a:ext cx="19681" cy="16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3201394" y="3948256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3223263" y="3939519"/>
              <a:ext cx="19681" cy="58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3245131" y="3914653"/>
              <a:ext cx="19681" cy="35989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3267000" y="6328777"/>
              <a:ext cx="19681" cy="53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3288869" y="4058340"/>
              <a:ext cx="19681" cy="107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3310737" y="4735420"/>
              <a:ext cx="19681" cy="115587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2457860" y="3909077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2479728" y="3907891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2501597" y="3908708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2523466" y="3907700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2545334" y="6191369"/>
              <a:ext cx="19681" cy="2884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2567203" y="5696920"/>
              <a:ext cx="19681" cy="11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2589072" y="3909803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2610940" y="6111208"/>
              <a:ext cx="19681" cy="50759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2632809" y="3915482"/>
              <a:ext cx="19681" cy="62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2654678" y="6431503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2676546" y="3908068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2698415" y="3907452"/>
              <a:ext cx="19681" cy="27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2720284" y="4006515"/>
              <a:ext cx="19681" cy="10171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2742152" y="3913226"/>
              <a:ext cx="19681" cy="1788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2764021" y="3907554"/>
              <a:ext cx="19681" cy="90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2785889" y="3992984"/>
              <a:ext cx="19681" cy="185903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2807758" y="3921501"/>
              <a:ext cx="19681" cy="28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2829627" y="4164197"/>
              <a:ext cx="19681" cy="22995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2851495" y="3910093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2873364" y="3916029"/>
              <a:ext cx="19681" cy="6271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2895233" y="4069272"/>
              <a:ext cx="19681" cy="104465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2917101" y="4124956"/>
              <a:ext cx="19681" cy="158215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2938970" y="3918702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2960839" y="5675030"/>
              <a:ext cx="19681" cy="6750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2982707" y="3916338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3004576" y="6515564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197"/>
            <p:cNvSpPr/>
            <p:nvPr/>
          </p:nvSpPr>
          <p:spPr>
            <a:xfrm>
              <a:off x="3026445" y="6582521"/>
              <a:ext cx="19681" cy="301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198"/>
            <p:cNvSpPr/>
            <p:nvPr/>
          </p:nvSpPr>
          <p:spPr>
            <a:xfrm>
              <a:off x="3048313" y="3917609"/>
              <a:ext cx="19681" cy="61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" name="rc199"/>
            <p:cNvSpPr/>
            <p:nvPr/>
          </p:nvSpPr>
          <p:spPr>
            <a:xfrm>
              <a:off x="3070182" y="6635263"/>
              <a:ext cx="19681" cy="22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rc200"/>
            <p:cNvSpPr/>
            <p:nvPr/>
          </p:nvSpPr>
          <p:spPr>
            <a:xfrm>
              <a:off x="3092051" y="4035290"/>
              <a:ext cx="19681" cy="639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" name="rc201"/>
            <p:cNvSpPr/>
            <p:nvPr/>
          </p:nvSpPr>
          <p:spPr>
            <a:xfrm>
              <a:off x="3113919" y="6597045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rc202"/>
            <p:cNvSpPr/>
            <p:nvPr/>
          </p:nvSpPr>
          <p:spPr>
            <a:xfrm>
              <a:off x="3135788" y="3914567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" name="rc203"/>
            <p:cNvSpPr/>
            <p:nvPr/>
          </p:nvSpPr>
          <p:spPr>
            <a:xfrm>
              <a:off x="3157657" y="3918655"/>
              <a:ext cx="19681" cy="85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" name="rc204"/>
            <p:cNvSpPr/>
            <p:nvPr/>
          </p:nvSpPr>
          <p:spPr>
            <a:xfrm>
              <a:off x="3179525" y="3924366"/>
              <a:ext cx="19681" cy="190660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" name="rc205"/>
            <p:cNvSpPr/>
            <p:nvPr/>
          </p:nvSpPr>
          <p:spPr>
            <a:xfrm>
              <a:off x="3201394" y="3948256"/>
              <a:ext cx="19681" cy="558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" name="rc206"/>
            <p:cNvSpPr/>
            <p:nvPr/>
          </p:nvSpPr>
          <p:spPr>
            <a:xfrm>
              <a:off x="3223263" y="3940101"/>
              <a:ext cx="19681" cy="107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" name="rc207"/>
            <p:cNvSpPr/>
            <p:nvPr/>
          </p:nvSpPr>
          <p:spPr>
            <a:xfrm>
              <a:off x="3245131" y="4274547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" name="rc208"/>
            <p:cNvSpPr/>
            <p:nvPr/>
          </p:nvSpPr>
          <p:spPr>
            <a:xfrm>
              <a:off x="3267000" y="6329313"/>
              <a:ext cx="19681" cy="2659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" name="rc209"/>
            <p:cNvSpPr/>
            <p:nvPr/>
          </p:nvSpPr>
          <p:spPr>
            <a:xfrm>
              <a:off x="3288869" y="4059411"/>
              <a:ext cx="19681" cy="25178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" name="rc210"/>
            <p:cNvSpPr/>
            <p:nvPr/>
          </p:nvSpPr>
          <p:spPr>
            <a:xfrm>
              <a:off x="3310737" y="5891299"/>
              <a:ext cx="19681" cy="284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" name="rc211"/>
            <p:cNvSpPr/>
            <p:nvPr/>
          </p:nvSpPr>
          <p:spPr>
            <a:xfrm>
              <a:off x="2457860" y="3909077"/>
              <a:ext cx="19681" cy="16436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" name="rc212"/>
            <p:cNvSpPr/>
            <p:nvPr/>
          </p:nvSpPr>
          <p:spPr>
            <a:xfrm>
              <a:off x="2479728" y="3907891"/>
              <a:ext cx="19681" cy="32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" name="rc213"/>
            <p:cNvSpPr/>
            <p:nvPr/>
          </p:nvSpPr>
          <p:spPr>
            <a:xfrm>
              <a:off x="2501597" y="3908708"/>
              <a:ext cx="19681" cy="388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rc214"/>
            <p:cNvSpPr/>
            <p:nvPr/>
          </p:nvSpPr>
          <p:spPr>
            <a:xfrm>
              <a:off x="2523466" y="3907700"/>
              <a:ext cx="19681" cy="39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" name="rc215"/>
            <p:cNvSpPr/>
            <p:nvPr/>
          </p:nvSpPr>
          <p:spPr>
            <a:xfrm>
              <a:off x="2545334" y="6220214"/>
              <a:ext cx="19681" cy="1384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" name="rc216"/>
            <p:cNvSpPr/>
            <p:nvPr/>
          </p:nvSpPr>
          <p:spPr>
            <a:xfrm>
              <a:off x="2567203" y="5697036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" name="rc217"/>
            <p:cNvSpPr/>
            <p:nvPr/>
          </p:nvSpPr>
          <p:spPr>
            <a:xfrm>
              <a:off x="2589072" y="3909803"/>
              <a:ext cx="19681" cy="47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" name="rc218"/>
            <p:cNvSpPr/>
            <p:nvPr/>
          </p:nvSpPr>
          <p:spPr>
            <a:xfrm>
              <a:off x="2610940" y="6618799"/>
              <a:ext cx="19681" cy="52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" name="rc219"/>
            <p:cNvSpPr/>
            <p:nvPr/>
          </p:nvSpPr>
          <p:spPr>
            <a:xfrm>
              <a:off x="2632809" y="3916110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" name="rc220"/>
            <p:cNvSpPr/>
            <p:nvPr/>
          </p:nvSpPr>
          <p:spPr>
            <a:xfrm>
              <a:off x="2654678" y="6431503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" name="rc221"/>
            <p:cNvSpPr/>
            <p:nvPr/>
          </p:nvSpPr>
          <p:spPr>
            <a:xfrm>
              <a:off x="2676546" y="3908068"/>
              <a:ext cx="19681" cy="41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" name="rc222"/>
            <p:cNvSpPr/>
            <p:nvPr/>
          </p:nvSpPr>
          <p:spPr>
            <a:xfrm>
              <a:off x="2698415" y="3907730"/>
              <a:ext cx="19681" cy="30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" name="rc223"/>
            <p:cNvSpPr/>
            <p:nvPr/>
          </p:nvSpPr>
          <p:spPr>
            <a:xfrm>
              <a:off x="2720284" y="4108235"/>
              <a:ext cx="19681" cy="251180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" name="rc224"/>
            <p:cNvSpPr/>
            <p:nvPr/>
          </p:nvSpPr>
          <p:spPr>
            <a:xfrm>
              <a:off x="2742152" y="3931113"/>
              <a:ext cx="19681" cy="18691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" name="rc225"/>
            <p:cNvSpPr/>
            <p:nvPr/>
          </p:nvSpPr>
          <p:spPr>
            <a:xfrm>
              <a:off x="2764021" y="3908459"/>
              <a:ext cx="19681" cy="181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2785889" y="5852022"/>
              <a:ext cx="19681" cy="1862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2807758" y="3921783"/>
              <a:ext cx="19681" cy="64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" name="rc228"/>
            <p:cNvSpPr/>
            <p:nvPr/>
          </p:nvSpPr>
          <p:spPr>
            <a:xfrm>
              <a:off x="2829627" y="4394149"/>
              <a:ext cx="19681" cy="31147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" name="rc229"/>
            <p:cNvSpPr/>
            <p:nvPr/>
          </p:nvSpPr>
          <p:spPr>
            <a:xfrm>
              <a:off x="2851495" y="3910093"/>
              <a:ext cx="19681" cy="38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rc230"/>
            <p:cNvSpPr/>
            <p:nvPr/>
          </p:nvSpPr>
          <p:spPr>
            <a:xfrm>
              <a:off x="2873364" y="3978742"/>
              <a:ext cx="19681" cy="20496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" name="rc231"/>
            <p:cNvSpPr/>
            <p:nvPr/>
          </p:nvSpPr>
          <p:spPr>
            <a:xfrm>
              <a:off x="2895233" y="5113925"/>
              <a:ext cx="19681" cy="139137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" name="rc232"/>
            <p:cNvSpPr/>
            <p:nvPr/>
          </p:nvSpPr>
          <p:spPr>
            <a:xfrm>
              <a:off x="2917101" y="5707111"/>
              <a:ext cx="19681" cy="93005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rc233"/>
            <p:cNvSpPr/>
            <p:nvPr/>
          </p:nvSpPr>
          <p:spPr>
            <a:xfrm>
              <a:off x="2938970" y="3918702"/>
              <a:ext cx="19681" cy="28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" name="rc234"/>
            <p:cNvSpPr/>
            <p:nvPr/>
          </p:nvSpPr>
          <p:spPr>
            <a:xfrm>
              <a:off x="2960839" y="5742535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2982707" y="3916338"/>
              <a:ext cx="19681" cy="57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" name="rc236"/>
            <p:cNvSpPr/>
            <p:nvPr/>
          </p:nvSpPr>
          <p:spPr>
            <a:xfrm>
              <a:off x="3004576" y="6515564"/>
              <a:ext cx="19681" cy="174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" name="rc237"/>
            <p:cNvSpPr/>
            <p:nvPr/>
          </p:nvSpPr>
          <p:spPr>
            <a:xfrm>
              <a:off x="3026445" y="6585532"/>
              <a:ext cx="19681" cy="79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rc238"/>
            <p:cNvSpPr/>
            <p:nvPr/>
          </p:nvSpPr>
          <p:spPr>
            <a:xfrm>
              <a:off x="3048313" y="3918225"/>
              <a:ext cx="19681" cy="26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" name="rc239"/>
            <p:cNvSpPr/>
            <p:nvPr/>
          </p:nvSpPr>
          <p:spPr>
            <a:xfrm>
              <a:off x="3070182" y="6635492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" name="rc240"/>
            <p:cNvSpPr/>
            <p:nvPr/>
          </p:nvSpPr>
          <p:spPr>
            <a:xfrm>
              <a:off x="3092051" y="4041680"/>
              <a:ext cx="19681" cy="1853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" name="rc241"/>
            <p:cNvSpPr/>
            <p:nvPr/>
          </p:nvSpPr>
          <p:spPr>
            <a:xfrm>
              <a:off x="3113919" y="6597045"/>
              <a:ext cx="19681" cy="170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" name="rc242"/>
            <p:cNvSpPr/>
            <p:nvPr/>
          </p:nvSpPr>
          <p:spPr>
            <a:xfrm>
              <a:off x="3135788" y="3914567"/>
              <a:ext cx="19681" cy="160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" name="rc243"/>
            <p:cNvSpPr/>
            <p:nvPr/>
          </p:nvSpPr>
          <p:spPr>
            <a:xfrm>
              <a:off x="3157657" y="3919508"/>
              <a:ext cx="19681" cy="99543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" name="rc244"/>
            <p:cNvSpPr/>
            <p:nvPr/>
          </p:nvSpPr>
          <p:spPr>
            <a:xfrm>
              <a:off x="3179525" y="5830969"/>
              <a:ext cx="19681" cy="122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" name="rc245"/>
            <p:cNvSpPr/>
            <p:nvPr/>
          </p:nvSpPr>
          <p:spPr>
            <a:xfrm>
              <a:off x="3201394" y="3953839"/>
              <a:ext cx="19681" cy="233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" name="rc246"/>
            <p:cNvSpPr/>
            <p:nvPr/>
          </p:nvSpPr>
          <p:spPr>
            <a:xfrm>
              <a:off x="3223263" y="3941177"/>
              <a:ext cx="19681" cy="46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" name="rc247"/>
            <p:cNvSpPr/>
            <p:nvPr/>
          </p:nvSpPr>
          <p:spPr>
            <a:xfrm>
              <a:off x="3245131" y="4274547"/>
              <a:ext cx="19681" cy="20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" name="rc248"/>
            <p:cNvSpPr/>
            <p:nvPr/>
          </p:nvSpPr>
          <p:spPr>
            <a:xfrm>
              <a:off x="3267000" y="6595245"/>
              <a:ext cx="19681" cy="4182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" name="rc249"/>
            <p:cNvSpPr/>
            <p:nvPr/>
          </p:nvSpPr>
          <p:spPr>
            <a:xfrm>
              <a:off x="3288869" y="6577242"/>
              <a:ext cx="19681" cy="285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" name="rc250"/>
            <p:cNvSpPr/>
            <p:nvPr/>
          </p:nvSpPr>
          <p:spPr>
            <a:xfrm>
              <a:off x="3310737" y="5894143"/>
              <a:ext cx="19681" cy="108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" name="rc251"/>
            <p:cNvSpPr/>
            <p:nvPr/>
          </p:nvSpPr>
          <p:spPr>
            <a:xfrm>
              <a:off x="2457860" y="4073439"/>
              <a:ext cx="19681" cy="34695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" name="rc252"/>
            <p:cNvSpPr/>
            <p:nvPr/>
          </p:nvSpPr>
          <p:spPr>
            <a:xfrm>
              <a:off x="2479728" y="3908217"/>
              <a:ext cx="19681" cy="251403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" name="rc253"/>
            <p:cNvSpPr/>
            <p:nvPr/>
          </p:nvSpPr>
          <p:spPr>
            <a:xfrm>
              <a:off x="2501597" y="3912589"/>
              <a:ext cx="19681" cy="110375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" name="rc254"/>
            <p:cNvSpPr/>
            <p:nvPr/>
          </p:nvSpPr>
          <p:spPr>
            <a:xfrm>
              <a:off x="2523466" y="3908097"/>
              <a:ext cx="19681" cy="49907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" name="rc255"/>
            <p:cNvSpPr/>
            <p:nvPr/>
          </p:nvSpPr>
          <p:spPr>
            <a:xfrm>
              <a:off x="2545334" y="6234060"/>
              <a:ext cx="19681" cy="1961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" name="rc256"/>
            <p:cNvSpPr/>
            <p:nvPr/>
          </p:nvSpPr>
          <p:spPr>
            <a:xfrm>
              <a:off x="2567203" y="5697036"/>
              <a:ext cx="19681" cy="29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" name="rc257"/>
            <p:cNvSpPr/>
            <p:nvPr/>
          </p:nvSpPr>
          <p:spPr>
            <a:xfrm>
              <a:off x="2589072" y="3910275"/>
              <a:ext cx="19681" cy="151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" name="rc258"/>
            <p:cNvSpPr/>
            <p:nvPr/>
          </p:nvSpPr>
          <p:spPr>
            <a:xfrm>
              <a:off x="2610940" y="6619319"/>
              <a:ext cx="19681" cy="182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" name="rc259"/>
            <p:cNvSpPr/>
            <p:nvPr/>
          </p:nvSpPr>
          <p:spPr>
            <a:xfrm>
              <a:off x="2632809" y="3916110"/>
              <a:ext cx="19681" cy="50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" name="rc260"/>
            <p:cNvSpPr/>
            <p:nvPr/>
          </p:nvSpPr>
          <p:spPr>
            <a:xfrm>
              <a:off x="2654678" y="6431503"/>
              <a:ext cx="19681" cy="2654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" name="rc261"/>
            <p:cNvSpPr/>
            <p:nvPr/>
          </p:nvSpPr>
          <p:spPr>
            <a:xfrm>
              <a:off x="2676546" y="3908487"/>
              <a:ext cx="19681" cy="270518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" name="rc262"/>
            <p:cNvSpPr/>
            <p:nvPr/>
          </p:nvSpPr>
          <p:spPr>
            <a:xfrm>
              <a:off x="2698415" y="3908035"/>
              <a:ext cx="19681" cy="113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" name="rc263"/>
            <p:cNvSpPr/>
            <p:nvPr/>
          </p:nvSpPr>
          <p:spPr>
            <a:xfrm>
              <a:off x="2720284" y="6620037"/>
              <a:ext cx="19681" cy="49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" name="rc264"/>
            <p:cNvSpPr/>
            <p:nvPr/>
          </p:nvSpPr>
          <p:spPr>
            <a:xfrm>
              <a:off x="2742152" y="4118024"/>
              <a:ext cx="19681" cy="61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" name="rc265"/>
            <p:cNvSpPr/>
            <p:nvPr/>
          </p:nvSpPr>
          <p:spPr>
            <a:xfrm>
              <a:off x="2764021" y="3910271"/>
              <a:ext cx="19681" cy="272125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" name="rc266"/>
            <p:cNvSpPr/>
            <p:nvPr/>
          </p:nvSpPr>
          <p:spPr>
            <a:xfrm>
              <a:off x="2785889" y="5870647"/>
              <a:ext cx="19681" cy="7682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" name="rc267"/>
            <p:cNvSpPr/>
            <p:nvPr/>
          </p:nvSpPr>
          <p:spPr>
            <a:xfrm>
              <a:off x="2807758" y="3922427"/>
              <a:ext cx="19681" cy="2712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" name="rc268"/>
            <p:cNvSpPr/>
            <p:nvPr/>
          </p:nvSpPr>
          <p:spPr>
            <a:xfrm>
              <a:off x="2829627" y="4705620"/>
              <a:ext cx="19681" cy="841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" name="rc269"/>
            <p:cNvSpPr/>
            <p:nvPr/>
          </p:nvSpPr>
          <p:spPr>
            <a:xfrm>
              <a:off x="2851495" y="3910479"/>
              <a:ext cx="19681" cy="103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" name="rc270"/>
            <p:cNvSpPr/>
            <p:nvPr/>
          </p:nvSpPr>
          <p:spPr>
            <a:xfrm>
              <a:off x="2873364" y="4183708"/>
              <a:ext cx="19681" cy="309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" name="rc271"/>
            <p:cNvSpPr/>
            <p:nvPr/>
          </p:nvSpPr>
          <p:spPr>
            <a:xfrm>
              <a:off x="2895233" y="6505295"/>
              <a:ext cx="19681" cy="1307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" name="rc272"/>
            <p:cNvSpPr/>
            <p:nvPr/>
          </p:nvSpPr>
          <p:spPr>
            <a:xfrm>
              <a:off x="2917101" y="6637165"/>
              <a:ext cx="19681" cy="94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" name="rc273"/>
            <p:cNvSpPr/>
            <p:nvPr/>
          </p:nvSpPr>
          <p:spPr>
            <a:xfrm>
              <a:off x="2938970" y="3918986"/>
              <a:ext cx="19681" cy="108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" name="rc274"/>
            <p:cNvSpPr/>
            <p:nvPr/>
          </p:nvSpPr>
          <p:spPr>
            <a:xfrm>
              <a:off x="2960839" y="5742535"/>
              <a:ext cx="19681" cy="19380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" name="rc275"/>
            <p:cNvSpPr/>
            <p:nvPr/>
          </p:nvSpPr>
          <p:spPr>
            <a:xfrm>
              <a:off x="2982707" y="3916914"/>
              <a:ext cx="19681" cy="44971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" name="rc276"/>
            <p:cNvSpPr/>
            <p:nvPr/>
          </p:nvSpPr>
          <p:spPr>
            <a:xfrm>
              <a:off x="3004576" y="6517311"/>
              <a:ext cx="19681" cy="1817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" name="rc277"/>
            <p:cNvSpPr/>
            <p:nvPr/>
          </p:nvSpPr>
          <p:spPr>
            <a:xfrm>
              <a:off x="3026445" y="6586327"/>
              <a:ext cx="19681" cy="124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" name="rc278"/>
            <p:cNvSpPr/>
            <p:nvPr/>
          </p:nvSpPr>
          <p:spPr>
            <a:xfrm>
              <a:off x="3048313" y="3918493"/>
              <a:ext cx="19681" cy="46552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" name="rc279"/>
            <p:cNvSpPr/>
            <p:nvPr/>
          </p:nvSpPr>
          <p:spPr>
            <a:xfrm>
              <a:off x="3070182" y="6635492"/>
              <a:ext cx="19681" cy="53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" name="rc280"/>
            <p:cNvSpPr/>
            <p:nvPr/>
          </p:nvSpPr>
          <p:spPr>
            <a:xfrm>
              <a:off x="3092051" y="4060213"/>
              <a:ext cx="19681" cy="575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" name="rc281"/>
            <p:cNvSpPr/>
            <p:nvPr/>
          </p:nvSpPr>
          <p:spPr>
            <a:xfrm>
              <a:off x="3113919" y="6598755"/>
              <a:ext cx="19681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" name="rc282"/>
            <p:cNvSpPr/>
            <p:nvPr/>
          </p:nvSpPr>
          <p:spPr>
            <a:xfrm>
              <a:off x="3135788" y="3916169"/>
              <a:ext cx="19681" cy="7255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" name="rc283"/>
            <p:cNvSpPr/>
            <p:nvPr/>
          </p:nvSpPr>
          <p:spPr>
            <a:xfrm>
              <a:off x="3157657" y="4914941"/>
              <a:ext cx="19681" cy="74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" name="rc284"/>
            <p:cNvSpPr/>
            <p:nvPr/>
          </p:nvSpPr>
          <p:spPr>
            <a:xfrm>
              <a:off x="3179525" y="5832193"/>
              <a:ext cx="19681" cy="84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" name="rc285"/>
            <p:cNvSpPr/>
            <p:nvPr/>
          </p:nvSpPr>
          <p:spPr>
            <a:xfrm>
              <a:off x="3201394" y="3956172"/>
              <a:ext cx="19681" cy="174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" name="rc286"/>
            <p:cNvSpPr/>
            <p:nvPr/>
          </p:nvSpPr>
          <p:spPr>
            <a:xfrm>
              <a:off x="3223263" y="3941643"/>
              <a:ext cx="19681" cy="2604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" name="rc287"/>
            <p:cNvSpPr/>
            <p:nvPr/>
          </p:nvSpPr>
          <p:spPr>
            <a:xfrm>
              <a:off x="3245131" y="4274752"/>
              <a:ext cx="19681" cy="79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" name="rc288"/>
            <p:cNvSpPr/>
            <p:nvPr/>
          </p:nvSpPr>
          <p:spPr>
            <a:xfrm>
              <a:off x="3267000" y="6637073"/>
              <a:ext cx="19681" cy="84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" name="rc289"/>
            <p:cNvSpPr/>
            <p:nvPr/>
          </p:nvSpPr>
          <p:spPr>
            <a:xfrm>
              <a:off x="3288869" y="6580097"/>
              <a:ext cx="19681" cy="678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" name="rc290"/>
            <p:cNvSpPr/>
            <p:nvPr/>
          </p:nvSpPr>
          <p:spPr>
            <a:xfrm>
              <a:off x="3310737" y="5895224"/>
              <a:ext cx="19681" cy="119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" name="rc291"/>
            <p:cNvSpPr/>
            <p:nvPr/>
          </p:nvSpPr>
          <p:spPr>
            <a:xfrm>
              <a:off x="2457860" y="4420397"/>
              <a:ext cx="19681" cy="223018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" name="rc292"/>
            <p:cNvSpPr/>
            <p:nvPr/>
          </p:nvSpPr>
          <p:spPr>
            <a:xfrm>
              <a:off x="2479728" y="6422254"/>
              <a:ext cx="19681" cy="22832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" name="rc293"/>
            <p:cNvSpPr/>
            <p:nvPr/>
          </p:nvSpPr>
          <p:spPr>
            <a:xfrm>
              <a:off x="2501597" y="5016339"/>
              <a:ext cx="19681" cy="163424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" name="rc294"/>
            <p:cNvSpPr/>
            <p:nvPr/>
          </p:nvSpPr>
          <p:spPr>
            <a:xfrm>
              <a:off x="2523466" y="4407175"/>
              <a:ext cx="19681" cy="224340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" name="rc295"/>
            <p:cNvSpPr/>
            <p:nvPr/>
          </p:nvSpPr>
          <p:spPr>
            <a:xfrm>
              <a:off x="2545334" y="6253674"/>
              <a:ext cx="19681" cy="39690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" name="rc296"/>
            <p:cNvSpPr/>
            <p:nvPr/>
          </p:nvSpPr>
          <p:spPr>
            <a:xfrm>
              <a:off x="2567203" y="5697327"/>
              <a:ext cx="19681" cy="95325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" name="rc297"/>
            <p:cNvSpPr/>
            <p:nvPr/>
          </p:nvSpPr>
          <p:spPr>
            <a:xfrm>
              <a:off x="2589072" y="3911787"/>
              <a:ext cx="19681" cy="273879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" name="rc298"/>
            <p:cNvSpPr/>
            <p:nvPr/>
          </p:nvSpPr>
          <p:spPr>
            <a:xfrm>
              <a:off x="2610940" y="6621140"/>
              <a:ext cx="19681" cy="2944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" name="rc299"/>
            <p:cNvSpPr/>
            <p:nvPr/>
          </p:nvSpPr>
          <p:spPr>
            <a:xfrm>
              <a:off x="2632809" y="3916618"/>
              <a:ext cx="19681" cy="273396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" name="rc300"/>
            <p:cNvSpPr/>
            <p:nvPr/>
          </p:nvSpPr>
          <p:spPr>
            <a:xfrm>
              <a:off x="2654678" y="6458048"/>
              <a:ext cx="19681" cy="19253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" name="rc301"/>
            <p:cNvSpPr/>
            <p:nvPr/>
          </p:nvSpPr>
          <p:spPr>
            <a:xfrm>
              <a:off x="2676546" y="6613677"/>
              <a:ext cx="19681" cy="3690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" name="rc302"/>
            <p:cNvSpPr/>
            <p:nvPr/>
          </p:nvSpPr>
          <p:spPr>
            <a:xfrm>
              <a:off x="2698415" y="3909173"/>
              <a:ext cx="19681" cy="274140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" name="rc303"/>
            <p:cNvSpPr/>
            <p:nvPr/>
          </p:nvSpPr>
          <p:spPr>
            <a:xfrm>
              <a:off x="2720284" y="6620534"/>
              <a:ext cx="19681" cy="3004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" name="rc304"/>
            <p:cNvSpPr/>
            <p:nvPr/>
          </p:nvSpPr>
          <p:spPr>
            <a:xfrm>
              <a:off x="2742152" y="4118643"/>
              <a:ext cx="19681" cy="253193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" name="rc305"/>
            <p:cNvSpPr/>
            <p:nvPr/>
          </p:nvSpPr>
          <p:spPr>
            <a:xfrm>
              <a:off x="2764021" y="6631527"/>
              <a:ext cx="19681" cy="1905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" name="rc306"/>
            <p:cNvSpPr/>
            <p:nvPr/>
          </p:nvSpPr>
          <p:spPr>
            <a:xfrm>
              <a:off x="2785889" y="5947477"/>
              <a:ext cx="19681" cy="70310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" name="rc307"/>
            <p:cNvSpPr/>
            <p:nvPr/>
          </p:nvSpPr>
          <p:spPr>
            <a:xfrm>
              <a:off x="2807758" y="6635359"/>
              <a:ext cx="19681" cy="1522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" name="rc308"/>
            <p:cNvSpPr/>
            <p:nvPr/>
          </p:nvSpPr>
          <p:spPr>
            <a:xfrm>
              <a:off x="2829627" y="4714037"/>
              <a:ext cx="19681" cy="193654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" name="rc309"/>
            <p:cNvSpPr/>
            <p:nvPr/>
          </p:nvSpPr>
          <p:spPr>
            <a:xfrm>
              <a:off x="2851495" y="3911509"/>
              <a:ext cx="19681" cy="273907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" name="rc310"/>
            <p:cNvSpPr/>
            <p:nvPr/>
          </p:nvSpPr>
          <p:spPr>
            <a:xfrm>
              <a:off x="2873364" y="4186799"/>
              <a:ext cx="19681" cy="246378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" name="rc311"/>
            <p:cNvSpPr/>
            <p:nvPr/>
          </p:nvSpPr>
          <p:spPr>
            <a:xfrm>
              <a:off x="2895233" y="6518366"/>
              <a:ext cx="19681" cy="13221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" name="rc312"/>
            <p:cNvSpPr/>
            <p:nvPr/>
          </p:nvSpPr>
          <p:spPr>
            <a:xfrm>
              <a:off x="2917101" y="6638107"/>
              <a:ext cx="19681" cy="1247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" name="rc313"/>
            <p:cNvSpPr/>
            <p:nvPr/>
          </p:nvSpPr>
          <p:spPr>
            <a:xfrm>
              <a:off x="2938970" y="3920067"/>
              <a:ext cx="19681" cy="273051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" name="rc314"/>
            <p:cNvSpPr/>
            <p:nvPr/>
          </p:nvSpPr>
          <p:spPr>
            <a:xfrm>
              <a:off x="2960839" y="5936338"/>
              <a:ext cx="19681" cy="71424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" name="rc315"/>
            <p:cNvSpPr/>
            <p:nvPr/>
          </p:nvSpPr>
          <p:spPr>
            <a:xfrm>
              <a:off x="2982707" y="4366625"/>
              <a:ext cx="19681" cy="228395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" name="rc316"/>
            <p:cNvSpPr/>
            <p:nvPr/>
          </p:nvSpPr>
          <p:spPr>
            <a:xfrm>
              <a:off x="3004576" y="6535484"/>
              <a:ext cx="19681" cy="11509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" name="rc317"/>
            <p:cNvSpPr/>
            <p:nvPr/>
          </p:nvSpPr>
          <p:spPr>
            <a:xfrm>
              <a:off x="3026445" y="6587577"/>
              <a:ext cx="19681" cy="6300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" name="rc318"/>
            <p:cNvSpPr/>
            <p:nvPr/>
          </p:nvSpPr>
          <p:spPr>
            <a:xfrm>
              <a:off x="3048313" y="4384014"/>
              <a:ext cx="19681" cy="226656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" name="rc319"/>
            <p:cNvSpPr/>
            <p:nvPr/>
          </p:nvSpPr>
          <p:spPr>
            <a:xfrm>
              <a:off x="3070182" y="6636029"/>
              <a:ext cx="19681" cy="1455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" name="rc320"/>
            <p:cNvSpPr/>
            <p:nvPr/>
          </p:nvSpPr>
          <p:spPr>
            <a:xfrm>
              <a:off x="3092051" y="4065964"/>
              <a:ext cx="19681" cy="258461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" name="rc321"/>
            <p:cNvSpPr/>
            <p:nvPr/>
          </p:nvSpPr>
          <p:spPr>
            <a:xfrm>
              <a:off x="3113919" y="6598755"/>
              <a:ext cx="19681" cy="5182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" name="rc322"/>
            <p:cNvSpPr/>
            <p:nvPr/>
          </p:nvSpPr>
          <p:spPr>
            <a:xfrm>
              <a:off x="3135788" y="3988727"/>
              <a:ext cx="19681" cy="266185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" name="rc323"/>
            <p:cNvSpPr/>
            <p:nvPr/>
          </p:nvSpPr>
          <p:spPr>
            <a:xfrm>
              <a:off x="3157657" y="4915688"/>
              <a:ext cx="19681" cy="173489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" name="rc324"/>
            <p:cNvSpPr/>
            <p:nvPr/>
          </p:nvSpPr>
          <p:spPr>
            <a:xfrm>
              <a:off x="3179525" y="5833038"/>
              <a:ext cx="19681" cy="81754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" name="rc325"/>
            <p:cNvSpPr/>
            <p:nvPr/>
          </p:nvSpPr>
          <p:spPr>
            <a:xfrm>
              <a:off x="3201394" y="3957922"/>
              <a:ext cx="19681" cy="269266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" name="rc326"/>
            <p:cNvSpPr/>
            <p:nvPr/>
          </p:nvSpPr>
          <p:spPr>
            <a:xfrm>
              <a:off x="3223263" y="3967686"/>
              <a:ext cx="19681" cy="268289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" name="rc327"/>
            <p:cNvSpPr/>
            <p:nvPr/>
          </p:nvSpPr>
          <p:spPr>
            <a:xfrm>
              <a:off x="3245131" y="4275546"/>
              <a:ext cx="19681" cy="237503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" name="rc328"/>
            <p:cNvSpPr/>
            <p:nvPr/>
          </p:nvSpPr>
          <p:spPr>
            <a:xfrm>
              <a:off x="3267000" y="6637915"/>
              <a:ext cx="19681" cy="1266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" name="rc329"/>
            <p:cNvSpPr/>
            <p:nvPr/>
          </p:nvSpPr>
          <p:spPr>
            <a:xfrm>
              <a:off x="3288869" y="6586878"/>
              <a:ext cx="19681" cy="6370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" name="rc330"/>
            <p:cNvSpPr/>
            <p:nvPr/>
          </p:nvSpPr>
          <p:spPr>
            <a:xfrm>
              <a:off x="3310737" y="5896419"/>
              <a:ext cx="19681" cy="75416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" name="rc331"/>
            <p:cNvSpPr/>
            <p:nvPr/>
          </p:nvSpPr>
          <p:spPr>
            <a:xfrm>
              <a:off x="3384309" y="3906567"/>
              <a:ext cx="2366188" cy="27442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3384309" y="6650582"/>
              <a:ext cx="2366188" cy="0"/>
            </a:xfrm>
            <a:custGeom>
              <a:avLst/>
              <a:pathLst>
                <a:path w="2366188" h="0">
                  <a:moveTo>
                    <a:pt x="0" y="0"/>
                  </a:moveTo>
                  <a:lnTo>
                    <a:pt x="2366188" y="0"/>
                  </a:lnTo>
                  <a:lnTo>
                    <a:pt x="2366188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3384309" y="5964647"/>
              <a:ext cx="2366188" cy="0"/>
            </a:xfrm>
            <a:custGeom>
              <a:avLst/>
              <a:pathLst>
                <a:path w="2366188" h="0">
                  <a:moveTo>
                    <a:pt x="0" y="0"/>
                  </a:moveTo>
                  <a:lnTo>
                    <a:pt x="2366188" y="0"/>
                  </a:lnTo>
                  <a:lnTo>
                    <a:pt x="2366188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3384309" y="5278712"/>
              <a:ext cx="2366188" cy="0"/>
            </a:xfrm>
            <a:custGeom>
              <a:avLst/>
              <a:pathLst>
                <a:path w="2366188" h="0">
                  <a:moveTo>
                    <a:pt x="0" y="0"/>
                  </a:moveTo>
                  <a:lnTo>
                    <a:pt x="2366188" y="0"/>
                  </a:lnTo>
                  <a:lnTo>
                    <a:pt x="2366188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3384309" y="4592777"/>
              <a:ext cx="2366188" cy="0"/>
            </a:xfrm>
            <a:custGeom>
              <a:avLst/>
              <a:pathLst>
                <a:path w="2366188" h="0">
                  <a:moveTo>
                    <a:pt x="0" y="0"/>
                  </a:moveTo>
                  <a:lnTo>
                    <a:pt x="2366188" y="0"/>
                  </a:lnTo>
                  <a:lnTo>
                    <a:pt x="2366188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3384309" y="3906842"/>
              <a:ext cx="2366188" cy="0"/>
            </a:xfrm>
            <a:custGeom>
              <a:avLst/>
              <a:pathLst>
                <a:path w="2366188" h="0">
                  <a:moveTo>
                    <a:pt x="0" y="0"/>
                  </a:moveTo>
                  <a:lnTo>
                    <a:pt x="2366188" y="0"/>
                  </a:lnTo>
                  <a:lnTo>
                    <a:pt x="2366188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339743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341929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344116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346303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348490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350677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352864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355051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357238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359424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361611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363798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365985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368172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370359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372546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374732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376919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379106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381293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383480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8"/>
            <p:cNvSpPr/>
            <p:nvPr/>
          </p:nvSpPr>
          <p:spPr>
            <a:xfrm>
              <a:off x="385667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387854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390041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392227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394414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396601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398788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400975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403162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405349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407535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409722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411909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414096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416283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418470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420657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422843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425030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427217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429404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431591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433778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435965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438152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440338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442525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444712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446899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449086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451273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453460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455646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l391"/>
            <p:cNvSpPr/>
            <p:nvPr/>
          </p:nvSpPr>
          <p:spPr>
            <a:xfrm>
              <a:off x="457833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l392"/>
            <p:cNvSpPr/>
            <p:nvPr/>
          </p:nvSpPr>
          <p:spPr>
            <a:xfrm>
              <a:off x="460020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462207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l394"/>
            <p:cNvSpPr/>
            <p:nvPr/>
          </p:nvSpPr>
          <p:spPr>
            <a:xfrm>
              <a:off x="464394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466581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6"/>
            <p:cNvSpPr/>
            <p:nvPr/>
          </p:nvSpPr>
          <p:spPr>
            <a:xfrm>
              <a:off x="468768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7"/>
            <p:cNvSpPr/>
            <p:nvPr/>
          </p:nvSpPr>
          <p:spPr>
            <a:xfrm>
              <a:off x="470955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8"/>
            <p:cNvSpPr/>
            <p:nvPr/>
          </p:nvSpPr>
          <p:spPr>
            <a:xfrm>
              <a:off x="473141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475328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400"/>
            <p:cNvSpPr/>
            <p:nvPr/>
          </p:nvSpPr>
          <p:spPr>
            <a:xfrm>
              <a:off x="477515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1"/>
            <p:cNvSpPr/>
            <p:nvPr/>
          </p:nvSpPr>
          <p:spPr>
            <a:xfrm>
              <a:off x="479702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481889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484076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486263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488449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490636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492823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495010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497197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499384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501571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503758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505944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508131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510318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512505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l417"/>
            <p:cNvSpPr/>
            <p:nvPr/>
          </p:nvSpPr>
          <p:spPr>
            <a:xfrm>
              <a:off x="514692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516879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l419"/>
            <p:cNvSpPr/>
            <p:nvPr/>
          </p:nvSpPr>
          <p:spPr>
            <a:xfrm>
              <a:off x="519066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l420"/>
            <p:cNvSpPr/>
            <p:nvPr/>
          </p:nvSpPr>
          <p:spPr>
            <a:xfrm>
              <a:off x="521252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l421"/>
            <p:cNvSpPr/>
            <p:nvPr/>
          </p:nvSpPr>
          <p:spPr>
            <a:xfrm>
              <a:off x="523439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l422"/>
            <p:cNvSpPr/>
            <p:nvPr/>
          </p:nvSpPr>
          <p:spPr>
            <a:xfrm>
              <a:off x="525626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l423"/>
            <p:cNvSpPr/>
            <p:nvPr/>
          </p:nvSpPr>
          <p:spPr>
            <a:xfrm>
              <a:off x="527813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l424"/>
            <p:cNvSpPr/>
            <p:nvPr/>
          </p:nvSpPr>
          <p:spPr>
            <a:xfrm>
              <a:off x="530000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l425"/>
            <p:cNvSpPr/>
            <p:nvPr/>
          </p:nvSpPr>
          <p:spPr>
            <a:xfrm>
              <a:off x="532187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l426"/>
            <p:cNvSpPr/>
            <p:nvPr/>
          </p:nvSpPr>
          <p:spPr>
            <a:xfrm>
              <a:off x="534374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536560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538747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540934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543121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545308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547495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549682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551869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l435"/>
            <p:cNvSpPr/>
            <p:nvPr/>
          </p:nvSpPr>
          <p:spPr>
            <a:xfrm>
              <a:off x="554055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l436"/>
            <p:cNvSpPr/>
            <p:nvPr/>
          </p:nvSpPr>
          <p:spPr>
            <a:xfrm>
              <a:off x="556242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l437"/>
            <p:cNvSpPr/>
            <p:nvPr/>
          </p:nvSpPr>
          <p:spPr>
            <a:xfrm>
              <a:off x="558429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8"/>
            <p:cNvSpPr/>
            <p:nvPr/>
          </p:nvSpPr>
          <p:spPr>
            <a:xfrm>
              <a:off x="560616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l439"/>
            <p:cNvSpPr/>
            <p:nvPr/>
          </p:nvSpPr>
          <p:spPr>
            <a:xfrm>
              <a:off x="562803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564990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567177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569363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571550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573737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rc445"/>
            <p:cNvSpPr/>
            <p:nvPr/>
          </p:nvSpPr>
          <p:spPr>
            <a:xfrm>
              <a:off x="3387590" y="3906842"/>
              <a:ext cx="19681" cy="699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6" name="rc446"/>
            <p:cNvSpPr/>
            <p:nvPr/>
          </p:nvSpPr>
          <p:spPr>
            <a:xfrm>
              <a:off x="3409458" y="3906842"/>
              <a:ext cx="19681" cy="43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" name="rc447"/>
            <p:cNvSpPr/>
            <p:nvPr/>
          </p:nvSpPr>
          <p:spPr>
            <a:xfrm>
              <a:off x="3431327" y="3906842"/>
              <a:ext cx="19681" cy="1518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8" name="rc448"/>
            <p:cNvSpPr/>
            <p:nvPr/>
          </p:nvSpPr>
          <p:spPr>
            <a:xfrm>
              <a:off x="3453196" y="3906842"/>
              <a:ext cx="19681" cy="9105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9" name="rc449"/>
            <p:cNvSpPr/>
            <p:nvPr/>
          </p:nvSpPr>
          <p:spPr>
            <a:xfrm>
              <a:off x="3475064" y="3906842"/>
              <a:ext cx="19681" cy="37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" name="rc450"/>
            <p:cNvSpPr/>
            <p:nvPr/>
          </p:nvSpPr>
          <p:spPr>
            <a:xfrm>
              <a:off x="3496933" y="3906842"/>
              <a:ext cx="19681" cy="354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1" name="rc451"/>
            <p:cNvSpPr/>
            <p:nvPr/>
          </p:nvSpPr>
          <p:spPr>
            <a:xfrm>
              <a:off x="3518802" y="3906842"/>
              <a:ext cx="19681" cy="380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2" name="rc452"/>
            <p:cNvSpPr/>
            <p:nvPr/>
          </p:nvSpPr>
          <p:spPr>
            <a:xfrm>
              <a:off x="3540670" y="3906842"/>
              <a:ext cx="19681" cy="121422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3" name="rc453"/>
            <p:cNvSpPr/>
            <p:nvPr/>
          </p:nvSpPr>
          <p:spPr>
            <a:xfrm>
              <a:off x="3562539" y="3906842"/>
              <a:ext cx="19681" cy="2373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4" name="rc454"/>
            <p:cNvSpPr/>
            <p:nvPr/>
          </p:nvSpPr>
          <p:spPr>
            <a:xfrm>
              <a:off x="3584408" y="3906842"/>
              <a:ext cx="19681" cy="246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5" name="rc455"/>
            <p:cNvSpPr/>
            <p:nvPr/>
          </p:nvSpPr>
          <p:spPr>
            <a:xfrm>
              <a:off x="3606276" y="3906842"/>
              <a:ext cx="19681" cy="14262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6" name="rc456"/>
            <p:cNvSpPr/>
            <p:nvPr/>
          </p:nvSpPr>
          <p:spPr>
            <a:xfrm>
              <a:off x="3628145" y="3906842"/>
              <a:ext cx="19681" cy="108697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7" name="rc457"/>
            <p:cNvSpPr/>
            <p:nvPr/>
          </p:nvSpPr>
          <p:spPr>
            <a:xfrm>
              <a:off x="3650014" y="3906842"/>
              <a:ext cx="19681" cy="306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8" name="rc458"/>
            <p:cNvSpPr/>
            <p:nvPr/>
          </p:nvSpPr>
          <p:spPr>
            <a:xfrm>
              <a:off x="3671882" y="3906842"/>
              <a:ext cx="19681" cy="106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9" name="rc459"/>
            <p:cNvSpPr/>
            <p:nvPr/>
          </p:nvSpPr>
          <p:spPr>
            <a:xfrm>
              <a:off x="3693751" y="3906842"/>
              <a:ext cx="19681" cy="1925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0" name="rc460"/>
            <p:cNvSpPr/>
            <p:nvPr/>
          </p:nvSpPr>
          <p:spPr>
            <a:xfrm>
              <a:off x="3715620" y="3906842"/>
              <a:ext cx="19681" cy="448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1" name="rc461"/>
            <p:cNvSpPr/>
            <p:nvPr/>
          </p:nvSpPr>
          <p:spPr>
            <a:xfrm>
              <a:off x="3737488" y="3906842"/>
              <a:ext cx="19681" cy="1468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2" name="rc462"/>
            <p:cNvSpPr/>
            <p:nvPr/>
          </p:nvSpPr>
          <p:spPr>
            <a:xfrm>
              <a:off x="3759357" y="3906842"/>
              <a:ext cx="19681" cy="969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3" name="rc463"/>
            <p:cNvSpPr/>
            <p:nvPr/>
          </p:nvSpPr>
          <p:spPr>
            <a:xfrm>
              <a:off x="3781226" y="3906842"/>
              <a:ext cx="19681" cy="623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4" name="rc464"/>
            <p:cNvSpPr/>
            <p:nvPr/>
          </p:nvSpPr>
          <p:spPr>
            <a:xfrm>
              <a:off x="3803094" y="3906842"/>
              <a:ext cx="19681" cy="270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5" name="rc465"/>
            <p:cNvSpPr/>
            <p:nvPr/>
          </p:nvSpPr>
          <p:spPr>
            <a:xfrm>
              <a:off x="3824963" y="3906842"/>
              <a:ext cx="19681" cy="7109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6" name="rc466"/>
            <p:cNvSpPr/>
            <p:nvPr/>
          </p:nvSpPr>
          <p:spPr>
            <a:xfrm>
              <a:off x="3846831" y="3906842"/>
              <a:ext cx="19681" cy="332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7" name="rc467"/>
            <p:cNvSpPr/>
            <p:nvPr/>
          </p:nvSpPr>
          <p:spPr>
            <a:xfrm>
              <a:off x="3868700" y="3906842"/>
              <a:ext cx="19681" cy="299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8" name="rc468"/>
            <p:cNvSpPr/>
            <p:nvPr/>
          </p:nvSpPr>
          <p:spPr>
            <a:xfrm>
              <a:off x="3890569" y="3906842"/>
              <a:ext cx="19681" cy="504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" name="rc469"/>
            <p:cNvSpPr/>
            <p:nvPr/>
          </p:nvSpPr>
          <p:spPr>
            <a:xfrm>
              <a:off x="3912437" y="3906842"/>
              <a:ext cx="19681" cy="28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" name="rc470"/>
            <p:cNvSpPr/>
            <p:nvPr/>
          </p:nvSpPr>
          <p:spPr>
            <a:xfrm>
              <a:off x="3934306" y="3906842"/>
              <a:ext cx="19681" cy="213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" name="rc471"/>
            <p:cNvSpPr/>
            <p:nvPr/>
          </p:nvSpPr>
          <p:spPr>
            <a:xfrm>
              <a:off x="3956175" y="3906842"/>
              <a:ext cx="19681" cy="35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" name="rc472"/>
            <p:cNvSpPr/>
            <p:nvPr/>
          </p:nvSpPr>
          <p:spPr>
            <a:xfrm>
              <a:off x="3978043" y="3906842"/>
              <a:ext cx="19681" cy="15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" name="rc473"/>
            <p:cNvSpPr/>
            <p:nvPr/>
          </p:nvSpPr>
          <p:spPr>
            <a:xfrm>
              <a:off x="3999912" y="3906842"/>
              <a:ext cx="19681" cy="35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4" name="rc474"/>
            <p:cNvSpPr/>
            <p:nvPr/>
          </p:nvSpPr>
          <p:spPr>
            <a:xfrm>
              <a:off x="4021781" y="3906842"/>
              <a:ext cx="19681" cy="220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5" name="rc475"/>
            <p:cNvSpPr/>
            <p:nvPr/>
          </p:nvSpPr>
          <p:spPr>
            <a:xfrm>
              <a:off x="4043649" y="3906842"/>
              <a:ext cx="19681" cy="268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6" name="rc476"/>
            <p:cNvSpPr/>
            <p:nvPr/>
          </p:nvSpPr>
          <p:spPr>
            <a:xfrm>
              <a:off x="4065518" y="3906842"/>
              <a:ext cx="19681" cy="1814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7" name="rc477"/>
            <p:cNvSpPr/>
            <p:nvPr/>
          </p:nvSpPr>
          <p:spPr>
            <a:xfrm>
              <a:off x="4087387" y="3906842"/>
              <a:ext cx="19681" cy="217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8" name="rc478"/>
            <p:cNvSpPr/>
            <p:nvPr/>
          </p:nvSpPr>
          <p:spPr>
            <a:xfrm>
              <a:off x="4109255" y="3906842"/>
              <a:ext cx="19681" cy="15215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9" name="rc479"/>
            <p:cNvSpPr/>
            <p:nvPr/>
          </p:nvSpPr>
          <p:spPr>
            <a:xfrm>
              <a:off x="4131124" y="3906842"/>
              <a:ext cx="19681" cy="315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0" name="rc480"/>
            <p:cNvSpPr/>
            <p:nvPr/>
          </p:nvSpPr>
          <p:spPr>
            <a:xfrm>
              <a:off x="4152993" y="3906842"/>
              <a:ext cx="19681" cy="369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1" name="rc481"/>
            <p:cNvSpPr/>
            <p:nvPr/>
          </p:nvSpPr>
          <p:spPr>
            <a:xfrm>
              <a:off x="4174861" y="3906842"/>
              <a:ext cx="19681" cy="84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2" name="rc482"/>
            <p:cNvSpPr/>
            <p:nvPr/>
          </p:nvSpPr>
          <p:spPr>
            <a:xfrm>
              <a:off x="4196730" y="3906842"/>
              <a:ext cx="19681" cy="262473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3" name="rc483"/>
            <p:cNvSpPr/>
            <p:nvPr/>
          </p:nvSpPr>
          <p:spPr>
            <a:xfrm>
              <a:off x="4218599" y="3906842"/>
              <a:ext cx="19681" cy="4478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4" name="rc484"/>
            <p:cNvSpPr/>
            <p:nvPr/>
          </p:nvSpPr>
          <p:spPr>
            <a:xfrm>
              <a:off x="4240467" y="3906842"/>
              <a:ext cx="19681" cy="256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5" name="rc485"/>
            <p:cNvSpPr/>
            <p:nvPr/>
          </p:nvSpPr>
          <p:spPr>
            <a:xfrm>
              <a:off x="4262336" y="3906842"/>
              <a:ext cx="19681" cy="11556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6" name="rc486"/>
            <p:cNvSpPr/>
            <p:nvPr/>
          </p:nvSpPr>
          <p:spPr>
            <a:xfrm>
              <a:off x="4284205" y="3906842"/>
              <a:ext cx="19681" cy="1712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7" name="rc487"/>
            <p:cNvSpPr/>
            <p:nvPr/>
          </p:nvSpPr>
          <p:spPr>
            <a:xfrm>
              <a:off x="4306073" y="3906842"/>
              <a:ext cx="19681" cy="41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8" name="rc488"/>
            <p:cNvSpPr/>
            <p:nvPr/>
          </p:nvSpPr>
          <p:spPr>
            <a:xfrm>
              <a:off x="4327942" y="3906842"/>
              <a:ext cx="19681" cy="873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9" name="rc489"/>
            <p:cNvSpPr/>
            <p:nvPr/>
          </p:nvSpPr>
          <p:spPr>
            <a:xfrm>
              <a:off x="4349811" y="3906842"/>
              <a:ext cx="19681" cy="581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0" name="rc490"/>
            <p:cNvSpPr/>
            <p:nvPr/>
          </p:nvSpPr>
          <p:spPr>
            <a:xfrm>
              <a:off x="4371679" y="3906842"/>
              <a:ext cx="19681" cy="247382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" name="rc491"/>
            <p:cNvSpPr/>
            <p:nvPr/>
          </p:nvSpPr>
          <p:spPr>
            <a:xfrm>
              <a:off x="4393548" y="3906842"/>
              <a:ext cx="19681" cy="1030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2" name="rc492"/>
            <p:cNvSpPr/>
            <p:nvPr/>
          </p:nvSpPr>
          <p:spPr>
            <a:xfrm>
              <a:off x="4415416" y="3906842"/>
              <a:ext cx="19681" cy="144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3" name="rc493"/>
            <p:cNvSpPr/>
            <p:nvPr/>
          </p:nvSpPr>
          <p:spPr>
            <a:xfrm>
              <a:off x="4437285" y="3906842"/>
              <a:ext cx="19681" cy="116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" name="rc494"/>
            <p:cNvSpPr/>
            <p:nvPr/>
          </p:nvSpPr>
          <p:spPr>
            <a:xfrm>
              <a:off x="4459154" y="3906842"/>
              <a:ext cx="19681" cy="220765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5" name="rc495"/>
            <p:cNvSpPr/>
            <p:nvPr/>
          </p:nvSpPr>
          <p:spPr>
            <a:xfrm>
              <a:off x="4481022" y="3906842"/>
              <a:ext cx="19681" cy="197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6" name="rc496"/>
            <p:cNvSpPr/>
            <p:nvPr/>
          </p:nvSpPr>
          <p:spPr>
            <a:xfrm>
              <a:off x="4502891" y="3906842"/>
              <a:ext cx="19681" cy="326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" name="rc497"/>
            <p:cNvSpPr/>
            <p:nvPr/>
          </p:nvSpPr>
          <p:spPr>
            <a:xfrm>
              <a:off x="4524760" y="3906842"/>
              <a:ext cx="19681" cy="109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8" name="rc498"/>
            <p:cNvSpPr/>
            <p:nvPr/>
          </p:nvSpPr>
          <p:spPr>
            <a:xfrm>
              <a:off x="4546628" y="3906842"/>
              <a:ext cx="19681" cy="668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9" name="rc499"/>
            <p:cNvSpPr/>
            <p:nvPr/>
          </p:nvSpPr>
          <p:spPr>
            <a:xfrm>
              <a:off x="4568497" y="3906842"/>
              <a:ext cx="19681" cy="5422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0" name="rc500"/>
            <p:cNvSpPr/>
            <p:nvPr/>
          </p:nvSpPr>
          <p:spPr>
            <a:xfrm>
              <a:off x="4590366" y="3906842"/>
              <a:ext cx="19681" cy="24782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" name="rc501"/>
            <p:cNvSpPr/>
            <p:nvPr/>
          </p:nvSpPr>
          <p:spPr>
            <a:xfrm>
              <a:off x="4612234" y="3906842"/>
              <a:ext cx="19681" cy="157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" name="rc502"/>
            <p:cNvSpPr/>
            <p:nvPr/>
          </p:nvSpPr>
          <p:spPr>
            <a:xfrm>
              <a:off x="4634103" y="3906842"/>
              <a:ext cx="19681" cy="64307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3" name="rc503"/>
            <p:cNvSpPr/>
            <p:nvPr/>
          </p:nvSpPr>
          <p:spPr>
            <a:xfrm>
              <a:off x="4655972" y="3906842"/>
              <a:ext cx="19681" cy="703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4" name="rc504"/>
            <p:cNvSpPr/>
            <p:nvPr/>
          </p:nvSpPr>
          <p:spPr>
            <a:xfrm>
              <a:off x="4677840" y="3906842"/>
              <a:ext cx="19681" cy="887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5" name="rc505"/>
            <p:cNvSpPr/>
            <p:nvPr/>
          </p:nvSpPr>
          <p:spPr>
            <a:xfrm>
              <a:off x="4699709" y="3906842"/>
              <a:ext cx="19681" cy="871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6" name="rc506"/>
            <p:cNvSpPr/>
            <p:nvPr/>
          </p:nvSpPr>
          <p:spPr>
            <a:xfrm>
              <a:off x="4721578" y="3906842"/>
              <a:ext cx="19681" cy="1176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7" name="rc507"/>
            <p:cNvSpPr/>
            <p:nvPr/>
          </p:nvSpPr>
          <p:spPr>
            <a:xfrm>
              <a:off x="4743446" y="3906842"/>
              <a:ext cx="19681" cy="1081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8" name="rc508"/>
            <p:cNvSpPr/>
            <p:nvPr/>
          </p:nvSpPr>
          <p:spPr>
            <a:xfrm>
              <a:off x="4765315" y="3906842"/>
              <a:ext cx="19681" cy="1154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9" name="rc509"/>
            <p:cNvSpPr/>
            <p:nvPr/>
          </p:nvSpPr>
          <p:spPr>
            <a:xfrm>
              <a:off x="4787184" y="3906842"/>
              <a:ext cx="19681" cy="201272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0" name="rc510"/>
            <p:cNvSpPr/>
            <p:nvPr/>
          </p:nvSpPr>
          <p:spPr>
            <a:xfrm>
              <a:off x="4809052" y="3906842"/>
              <a:ext cx="19681" cy="1149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1" name="rc511"/>
            <p:cNvSpPr/>
            <p:nvPr/>
          </p:nvSpPr>
          <p:spPr>
            <a:xfrm>
              <a:off x="4830921" y="3906842"/>
              <a:ext cx="19681" cy="41174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2" name="rc512"/>
            <p:cNvSpPr/>
            <p:nvPr/>
          </p:nvSpPr>
          <p:spPr>
            <a:xfrm>
              <a:off x="4852790" y="3906842"/>
              <a:ext cx="19681" cy="1243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3" name="rc513"/>
            <p:cNvSpPr/>
            <p:nvPr/>
          </p:nvSpPr>
          <p:spPr>
            <a:xfrm>
              <a:off x="4874658" y="3906842"/>
              <a:ext cx="19681" cy="2048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4" name="rc514"/>
            <p:cNvSpPr/>
            <p:nvPr/>
          </p:nvSpPr>
          <p:spPr>
            <a:xfrm>
              <a:off x="4896527" y="3906842"/>
              <a:ext cx="19681" cy="875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" name="rc515"/>
            <p:cNvSpPr/>
            <p:nvPr/>
          </p:nvSpPr>
          <p:spPr>
            <a:xfrm>
              <a:off x="4918395" y="3906842"/>
              <a:ext cx="19681" cy="649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6" name="rc516"/>
            <p:cNvSpPr/>
            <p:nvPr/>
          </p:nvSpPr>
          <p:spPr>
            <a:xfrm>
              <a:off x="4940264" y="3906842"/>
              <a:ext cx="19681" cy="5814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7" name="rc517"/>
            <p:cNvSpPr/>
            <p:nvPr/>
          </p:nvSpPr>
          <p:spPr>
            <a:xfrm>
              <a:off x="4962133" y="3906842"/>
              <a:ext cx="19681" cy="12566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8" name="rc518"/>
            <p:cNvSpPr/>
            <p:nvPr/>
          </p:nvSpPr>
          <p:spPr>
            <a:xfrm>
              <a:off x="4984001" y="3906842"/>
              <a:ext cx="19681" cy="273121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9" name="rc519"/>
            <p:cNvSpPr/>
            <p:nvPr/>
          </p:nvSpPr>
          <p:spPr>
            <a:xfrm>
              <a:off x="5005870" y="3906842"/>
              <a:ext cx="19681" cy="975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0" name="rc520"/>
            <p:cNvSpPr/>
            <p:nvPr/>
          </p:nvSpPr>
          <p:spPr>
            <a:xfrm>
              <a:off x="5027739" y="3906842"/>
              <a:ext cx="19681" cy="2644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1" name="rc521"/>
            <p:cNvSpPr/>
            <p:nvPr/>
          </p:nvSpPr>
          <p:spPr>
            <a:xfrm>
              <a:off x="5049607" y="3906842"/>
              <a:ext cx="19681" cy="1640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2" name="rc522"/>
            <p:cNvSpPr/>
            <p:nvPr/>
          </p:nvSpPr>
          <p:spPr>
            <a:xfrm>
              <a:off x="5071476" y="3906842"/>
              <a:ext cx="19681" cy="1016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3" name="rc523"/>
            <p:cNvSpPr/>
            <p:nvPr/>
          </p:nvSpPr>
          <p:spPr>
            <a:xfrm>
              <a:off x="5093345" y="3906842"/>
              <a:ext cx="19681" cy="4515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4" name="rc524"/>
            <p:cNvSpPr/>
            <p:nvPr/>
          </p:nvSpPr>
          <p:spPr>
            <a:xfrm>
              <a:off x="5115213" y="3906842"/>
              <a:ext cx="19681" cy="948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5" name="rc525"/>
            <p:cNvSpPr/>
            <p:nvPr/>
          </p:nvSpPr>
          <p:spPr>
            <a:xfrm>
              <a:off x="5137082" y="3906842"/>
              <a:ext cx="19681" cy="861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" name="rc526"/>
            <p:cNvSpPr/>
            <p:nvPr/>
          </p:nvSpPr>
          <p:spPr>
            <a:xfrm>
              <a:off x="5158951" y="3906842"/>
              <a:ext cx="19681" cy="4614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7" name="rc527"/>
            <p:cNvSpPr/>
            <p:nvPr/>
          </p:nvSpPr>
          <p:spPr>
            <a:xfrm>
              <a:off x="5180819" y="3906842"/>
              <a:ext cx="19681" cy="1872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8" name="rc528"/>
            <p:cNvSpPr/>
            <p:nvPr/>
          </p:nvSpPr>
          <p:spPr>
            <a:xfrm>
              <a:off x="5202688" y="3906842"/>
              <a:ext cx="19681" cy="3159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9" name="rc529"/>
            <p:cNvSpPr/>
            <p:nvPr/>
          </p:nvSpPr>
          <p:spPr>
            <a:xfrm>
              <a:off x="5224557" y="3906842"/>
              <a:ext cx="19681" cy="140515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0" name="rc530"/>
            <p:cNvSpPr/>
            <p:nvPr/>
          </p:nvSpPr>
          <p:spPr>
            <a:xfrm>
              <a:off x="5246425" y="3906842"/>
              <a:ext cx="19681" cy="829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" name="rc531"/>
            <p:cNvSpPr/>
            <p:nvPr/>
          </p:nvSpPr>
          <p:spPr>
            <a:xfrm>
              <a:off x="5268294" y="3906842"/>
              <a:ext cx="19681" cy="745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2" name="rc532"/>
            <p:cNvSpPr/>
            <p:nvPr/>
          </p:nvSpPr>
          <p:spPr>
            <a:xfrm>
              <a:off x="5290163" y="3906842"/>
              <a:ext cx="19681" cy="4886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3" name="rc533"/>
            <p:cNvSpPr/>
            <p:nvPr/>
          </p:nvSpPr>
          <p:spPr>
            <a:xfrm>
              <a:off x="5312031" y="3906842"/>
              <a:ext cx="19681" cy="749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4" name="rc534"/>
            <p:cNvSpPr/>
            <p:nvPr/>
          </p:nvSpPr>
          <p:spPr>
            <a:xfrm>
              <a:off x="5333900" y="3906842"/>
              <a:ext cx="19681" cy="482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" name="rc535"/>
            <p:cNvSpPr/>
            <p:nvPr/>
          </p:nvSpPr>
          <p:spPr>
            <a:xfrm>
              <a:off x="5355769" y="3906842"/>
              <a:ext cx="19681" cy="4339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6" name="rc536"/>
            <p:cNvSpPr/>
            <p:nvPr/>
          </p:nvSpPr>
          <p:spPr>
            <a:xfrm>
              <a:off x="5377637" y="3906842"/>
              <a:ext cx="19681" cy="80203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7" name="rc537"/>
            <p:cNvSpPr/>
            <p:nvPr/>
          </p:nvSpPr>
          <p:spPr>
            <a:xfrm>
              <a:off x="5399506" y="3906842"/>
              <a:ext cx="19681" cy="166181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" name="rc538"/>
            <p:cNvSpPr/>
            <p:nvPr/>
          </p:nvSpPr>
          <p:spPr>
            <a:xfrm>
              <a:off x="5421375" y="3906842"/>
              <a:ext cx="19681" cy="2362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9" name="rc539"/>
            <p:cNvSpPr/>
            <p:nvPr/>
          </p:nvSpPr>
          <p:spPr>
            <a:xfrm>
              <a:off x="5443243" y="3906842"/>
              <a:ext cx="19681" cy="1231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0" name="rc540"/>
            <p:cNvSpPr/>
            <p:nvPr/>
          </p:nvSpPr>
          <p:spPr>
            <a:xfrm>
              <a:off x="5465112" y="3906842"/>
              <a:ext cx="19681" cy="808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1" name="rc541"/>
            <p:cNvSpPr/>
            <p:nvPr/>
          </p:nvSpPr>
          <p:spPr>
            <a:xfrm>
              <a:off x="5486980" y="3906842"/>
              <a:ext cx="19681" cy="843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2" name="rc542"/>
            <p:cNvSpPr/>
            <p:nvPr/>
          </p:nvSpPr>
          <p:spPr>
            <a:xfrm>
              <a:off x="5508849" y="3906842"/>
              <a:ext cx="19681" cy="593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3" name="rc543"/>
            <p:cNvSpPr/>
            <p:nvPr/>
          </p:nvSpPr>
          <p:spPr>
            <a:xfrm>
              <a:off x="5530718" y="3906842"/>
              <a:ext cx="19681" cy="13836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4" name="rc544"/>
            <p:cNvSpPr/>
            <p:nvPr/>
          </p:nvSpPr>
          <p:spPr>
            <a:xfrm>
              <a:off x="5552586" y="3906842"/>
              <a:ext cx="19681" cy="186137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5" name="rc545"/>
            <p:cNvSpPr/>
            <p:nvPr/>
          </p:nvSpPr>
          <p:spPr>
            <a:xfrm>
              <a:off x="5574455" y="3906842"/>
              <a:ext cx="19681" cy="1522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6" name="rc546"/>
            <p:cNvSpPr/>
            <p:nvPr/>
          </p:nvSpPr>
          <p:spPr>
            <a:xfrm>
              <a:off x="5596324" y="3906842"/>
              <a:ext cx="19681" cy="1492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7" name="rc547"/>
            <p:cNvSpPr/>
            <p:nvPr/>
          </p:nvSpPr>
          <p:spPr>
            <a:xfrm>
              <a:off x="5618192" y="3906842"/>
              <a:ext cx="19681" cy="2628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8" name="rc548"/>
            <p:cNvSpPr/>
            <p:nvPr/>
          </p:nvSpPr>
          <p:spPr>
            <a:xfrm>
              <a:off x="5640061" y="3906842"/>
              <a:ext cx="19681" cy="1472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9" name="rc549"/>
            <p:cNvSpPr/>
            <p:nvPr/>
          </p:nvSpPr>
          <p:spPr>
            <a:xfrm>
              <a:off x="5661930" y="3906842"/>
              <a:ext cx="19681" cy="56211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0" name="rc550"/>
            <p:cNvSpPr/>
            <p:nvPr/>
          </p:nvSpPr>
          <p:spPr>
            <a:xfrm>
              <a:off x="5683798" y="3906842"/>
              <a:ext cx="19681" cy="2987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1" name="rc551"/>
            <p:cNvSpPr/>
            <p:nvPr/>
          </p:nvSpPr>
          <p:spPr>
            <a:xfrm>
              <a:off x="5705667" y="3906842"/>
              <a:ext cx="19681" cy="170380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2" name="rc552"/>
            <p:cNvSpPr/>
            <p:nvPr/>
          </p:nvSpPr>
          <p:spPr>
            <a:xfrm>
              <a:off x="5727536" y="3906842"/>
              <a:ext cx="19681" cy="886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3" name="rc553"/>
            <p:cNvSpPr/>
            <p:nvPr/>
          </p:nvSpPr>
          <p:spPr>
            <a:xfrm>
              <a:off x="3387590" y="3913839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4" name="rc554"/>
            <p:cNvSpPr/>
            <p:nvPr/>
          </p:nvSpPr>
          <p:spPr>
            <a:xfrm>
              <a:off x="3409458" y="3907282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5" name="rc555"/>
            <p:cNvSpPr/>
            <p:nvPr/>
          </p:nvSpPr>
          <p:spPr>
            <a:xfrm>
              <a:off x="3431327" y="3922022"/>
              <a:ext cx="19681" cy="43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6" name="rc556"/>
            <p:cNvSpPr/>
            <p:nvPr/>
          </p:nvSpPr>
          <p:spPr>
            <a:xfrm>
              <a:off x="3453196" y="3997893"/>
              <a:ext cx="19681" cy="16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7" name="rc557"/>
            <p:cNvSpPr/>
            <p:nvPr/>
          </p:nvSpPr>
          <p:spPr>
            <a:xfrm>
              <a:off x="3475064" y="3907214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8" name="rc558"/>
            <p:cNvSpPr/>
            <p:nvPr/>
          </p:nvSpPr>
          <p:spPr>
            <a:xfrm>
              <a:off x="3496933" y="3910391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9" name="rc559"/>
            <p:cNvSpPr/>
            <p:nvPr/>
          </p:nvSpPr>
          <p:spPr>
            <a:xfrm>
              <a:off x="3518802" y="3910647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0" name="rc560"/>
            <p:cNvSpPr/>
            <p:nvPr/>
          </p:nvSpPr>
          <p:spPr>
            <a:xfrm>
              <a:off x="3540670" y="5121071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1" name="rc561"/>
            <p:cNvSpPr/>
            <p:nvPr/>
          </p:nvSpPr>
          <p:spPr>
            <a:xfrm>
              <a:off x="3562539" y="3930576"/>
              <a:ext cx="19681" cy="17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2" name="rc562"/>
            <p:cNvSpPr/>
            <p:nvPr/>
          </p:nvSpPr>
          <p:spPr>
            <a:xfrm>
              <a:off x="3584408" y="3909312"/>
              <a:ext cx="19681" cy="20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3" name="rc563"/>
            <p:cNvSpPr/>
            <p:nvPr/>
          </p:nvSpPr>
          <p:spPr>
            <a:xfrm>
              <a:off x="3606276" y="4049466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4" name="rc564"/>
            <p:cNvSpPr/>
            <p:nvPr/>
          </p:nvSpPr>
          <p:spPr>
            <a:xfrm>
              <a:off x="3628145" y="4993814"/>
              <a:ext cx="19681" cy="2081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5" name="rc565"/>
            <p:cNvSpPr/>
            <p:nvPr/>
          </p:nvSpPr>
          <p:spPr>
            <a:xfrm>
              <a:off x="3650014" y="3909907"/>
              <a:ext cx="19681" cy="9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6" name="rc566"/>
            <p:cNvSpPr/>
            <p:nvPr/>
          </p:nvSpPr>
          <p:spPr>
            <a:xfrm>
              <a:off x="3671882" y="3907911"/>
              <a:ext cx="19681" cy="2299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7" name="rc567"/>
            <p:cNvSpPr/>
            <p:nvPr/>
          </p:nvSpPr>
          <p:spPr>
            <a:xfrm>
              <a:off x="3693751" y="3926097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8" name="rc568"/>
            <p:cNvSpPr/>
            <p:nvPr/>
          </p:nvSpPr>
          <p:spPr>
            <a:xfrm>
              <a:off x="3715620" y="3911332"/>
              <a:ext cx="19681" cy="32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9" name="rc569"/>
            <p:cNvSpPr/>
            <p:nvPr/>
          </p:nvSpPr>
          <p:spPr>
            <a:xfrm>
              <a:off x="3737488" y="3921526"/>
              <a:ext cx="19681" cy="251196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0" name="rc570"/>
            <p:cNvSpPr/>
            <p:nvPr/>
          </p:nvSpPr>
          <p:spPr>
            <a:xfrm>
              <a:off x="3759357" y="3916532"/>
              <a:ext cx="19681" cy="58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1" name="rc571"/>
            <p:cNvSpPr/>
            <p:nvPr/>
          </p:nvSpPr>
          <p:spPr>
            <a:xfrm>
              <a:off x="3781226" y="3913079"/>
              <a:ext cx="19681" cy="62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2" name="rc572"/>
            <p:cNvSpPr/>
            <p:nvPr/>
          </p:nvSpPr>
          <p:spPr>
            <a:xfrm>
              <a:off x="3803094" y="3909549"/>
              <a:ext cx="19681" cy="39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3" name="rc573"/>
            <p:cNvSpPr/>
            <p:nvPr/>
          </p:nvSpPr>
          <p:spPr>
            <a:xfrm>
              <a:off x="3824963" y="3977941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4" name="rc574"/>
            <p:cNvSpPr/>
            <p:nvPr/>
          </p:nvSpPr>
          <p:spPr>
            <a:xfrm>
              <a:off x="3846831" y="3910170"/>
              <a:ext cx="19681" cy="68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5" name="rc575"/>
            <p:cNvSpPr/>
            <p:nvPr/>
          </p:nvSpPr>
          <p:spPr>
            <a:xfrm>
              <a:off x="3868700" y="3909840"/>
              <a:ext cx="19681" cy="63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6" name="rc576"/>
            <p:cNvSpPr/>
            <p:nvPr/>
          </p:nvSpPr>
          <p:spPr>
            <a:xfrm>
              <a:off x="3890569" y="3911883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7" name="rc577"/>
            <p:cNvSpPr/>
            <p:nvPr/>
          </p:nvSpPr>
          <p:spPr>
            <a:xfrm>
              <a:off x="3912437" y="3907127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8" name="rc578"/>
            <p:cNvSpPr/>
            <p:nvPr/>
          </p:nvSpPr>
          <p:spPr>
            <a:xfrm>
              <a:off x="3934306" y="3908978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" name="rc579"/>
            <p:cNvSpPr/>
            <p:nvPr/>
          </p:nvSpPr>
          <p:spPr>
            <a:xfrm>
              <a:off x="3956175" y="3907192"/>
              <a:ext cx="19681" cy="17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0" name="rc580"/>
            <p:cNvSpPr/>
            <p:nvPr/>
          </p:nvSpPr>
          <p:spPr>
            <a:xfrm>
              <a:off x="3978043" y="3907000"/>
              <a:ext cx="19681" cy="23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1" name="rc581"/>
            <p:cNvSpPr/>
            <p:nvPr/>
          </p:nvSpPr>
          <p:spPr>
            <a:xfrm>
              <a:off x="3999912" y="3907194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" name="rc582"/>
            <p:cNvSpPr/>
            <p:nvPr/>
          </p:nvSpPr>
          <p:spPr>
            <a:xfrm>
              <a:off x="4021781" y="3909047"/>
              <a:ext cx="19681" cy="12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3" name="rc583"/>
            <p:cNvSpPr/>
            <p:nvPr/>
          </p:nvSpPr>
          <p:spPr>
            <a:xfrm>
              <a:off x="4043649" y="3909523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4" name="rc584"/>
            <p:cNvSpPr/>
            <p:nvPr/>
          </p:nvSpPr>
          <p:spPr>
            <a:xfrm>
              <a:off x="4065518" y="3924986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5" name="rc585"/>
            <p:cNvSpPr/>
            <p:nvPr/>
          </p:nvSpPr>
          <p:spPr>
            <a:xfrm>
              <a:off x="4087387" y="3909015"/>
              <a:ext cx="19681" cy="22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6" name="rc586"/>
            <p:cNvSpPr/>
            <p:nvPr/>
          </p:nvSpPr>
          <p:spPr>
            <a:xfrm>
              <a:off x="4109255" y="4058995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7" name="rc587"/>
            <p:cNvSpPr/>
            <p:nvPr/>
          </p:nvSpPr>
          <p:spPr>
            <a:xfrm>
              <a:off x="4131124" y="3910000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8" name="rc588"/>
            <p:cNvSpPr/>
            <p:nvPr/>
          </p:nvSpPr>
          <p:spPr>
            <a:xfrm>
              <a:off x="4152993" y="3910541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9" name="rc589"/>
            <p:cNvSpPr/>
            <p:nvPr/>
          </p:nvSpPr>
          <p:spPr>
            <a:xfrm>
              <a:off x="4174861" y="3907685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0" name="rc590"/>
            <p:cNvSpPr/>
            <p:nvPr/>
          </p:nvSpPr>
          <p:spPr>
            <a:xfrm>
              <a:off x="4196730" y="6531579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1" name="rc591"/>
            <p:cNvSpPr/>
            <p:nvPr/>
          </p:nvSpPr>
          <p:spPr>
            <a:xfrm>
              <a:off x="4218599" y="3951623"/>
              <a:ext cx="19681" cy="86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2" name="rc592"/>
            <p:cNvSpPr/>
            <p:nvPr/>
          </p:nvSpPr>
          <p:spPr>
            <a:xfrm>
              <a:off x="4240467" y="3909412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3" name="rc593"/>
            <p:cNvSpPr/>
            <p:nvPr/>
          </p:nvSpPr>
          <p:spPr>
            <a:xfrm>
              <a:off x="4262336" y="4022406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4" name="rc594"/>
            <p:cNvSpPr/>
            <p:nvPr/>
          </p:nvSpPr>
          <p:spPr>
            <a:xfrm>
              <a:off x="4284205" y="3923971"/>
              <a:ext cx="19681" cy="4195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5" name="rc595"/>
            <p:cNvSpPr/>
            <p:nvPr/>
          </p:nvSpPr>
          <p:spPr>
            <a:xfrm>
              <a:off x="4306073" y="3907256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6" name="rc596"/>
            <p:cNvSpPr/>
            <p:nvPr/>
          </p:nvSpPr>
          <p:spPr>
            <a:xfrm>
              <a:off x="4327942" y="3915577"/>
              <a:ext cx="19681" cy="44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7" name="rc597"/>
            <p:cNvSpPr/>
            <p:nvPr/>
          </p:nvSpPr>
          <p:spPr>
            <a:xfrm>
              <a:off x="4349811" y="3912658"/>
              <a:ext cx="19681" cy="23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8" name="rc598"/>
            <p:cNvSpPr/>
            <p:nvPr/>
          </p:nvSpPr>
          <p:spPr>
            <a:xfrm>
              <a:off x="4371679" y="6380665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9" name="rc599"/>
            <p:cNvSpPr/>
            <p:nvPr/>
          </p:nvSpPr>
          <p:spPr>
            <a:xfrm>
              <a:off x="4393548" y="3917149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0" name="rc600"/>
            <p:cNvSpPr/>
            <p:nvPr/>
          </p:nvSpPr>
          <p:spPr>
            <a:xfrm>
              <a:off x="4415416" y="3908290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1" name="rc601"/>
            <p:cNvSpPr/>
            <p:nvPr/>
          </p:nvSpPr>
          <p:spPr>
            <a:xfrm>
              <a:off x="4437285" y="3908006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2" name="rc602"/>
            <p:cNvSpPr/>
            <p:nvPr/>
          </p:nvSpPr>
          <p:spPr>
            <a:xfrm>
              <a:off x="4459154" y="6114501"/>
              <a:ext cx="19681" cy="26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3" name="rc603"/>
            <p:cNvSpPr/>
            <p:nvPr/>
          </p:nvSpPr>
          <p:spPr>
            <a:xfrm>
              <a:off x="4481022" y="3908818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4" name="rc604"/>
            <p:cNvSpPr/>
            <p:nvPr/>
          </p:nvSpPr>
          <p:spPr>
            <a:xfrm>
              <a:off x="4502891" y="3910107"/>
              <a:ext cx="19681" cy="35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5" name="rc605"/>
            <p:cNvSpPr/>
            <p:nvPr/>
          </p:nvSpPr>
          <p:spPr>
            <a:xfrm>
              <a:off x="4524760" y="3907941"/>
              <a:ext cx="19681" cy="12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6" name="rc606"/>
            <p:cNvSpPr/>
            <p:nvPr/>
          </p:nvSpPr>
          <p:spPr>
            <a:xfrm>
              <a:off x="4546628" y="3913529"/>
              <a:ext cx="19681" cy="18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7" name="rc607"/>
            <p:cNvSpPr/>
            <p:nvPr/>
          </p:nvSpPr>
          <p:spPr>
            <a:xfrm>
              <a:off x="4568497" y="3961071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8" name="rc608"/>
            <p:cNvSpPr/>
            <p:nvPr/>
          </p:nvSpPr>
          <p:spPr>
            <a:xfrm>
              <a:off x="4590366" y="4154668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9" name="rc609"/>
            <p:cNvSpPr/>
            <p:nvPr/>
          </p:nvSpPr>
          <p:spPr>
            <a:xfrm>
              <a:off x="4612234" y="3908412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0" name="rc610"/>
            <p:cNvSpPr/>
            <p:nvPr/>
          </p:nvSpPr>
          <p:spPr>
            <a:xfrm>
              <a:off x="4634103" y="4549919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1" name="rc611"/>
            <p:cNvSpPr/>
            <p:nvPr/>
          </p:nvSpPr>
          <p:spPr>
            <a:xfrm>
              <a:off x="4655972" y="3913878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2" name="rc612"/>
            <p:cNvSpPr/>
            <p:nvPr/>
          </p:nvSpPr>
          <p:spPr>
            <a:xfrm>
              <a:off x="4677840" y="3915721"/>
              <a:ext cx="19681" cy="42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3" name="rc613"/>
            <p:cNvSpPr/>
            <p:nvPr/>
          </p:nvSpPr>
          <p:spPr>
            <a:xfrm>
              <a:off x="4699709" y="3915562"/>
              <a:ext cx="19681" cy="33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4" name="rc614"/>
            <p:cNvSpPr/>
            <p:nvPr/>
          </p:nvSpPr>
          <p:spPr>
            <a:xfrm>
              <a:off x="4721578" y="3918602"/>
              <a:ext cx="19681" cy="34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5" name="rc615"/>
            <p:cNvSpPr/>
            <p:nvPr/>
          </p:nvSpPr>
          <p:spPr>
            <a:xfrm>
              <a:off x="4743446" y="3917661"/>
              <a:ext cx="19681" cy="28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6" name="rc616"/>
            <p:cNvSpPr/>
            <p:nvPr/>
          </p:nvSpPr>
          <p:spPr>
            <a:xfrm>
              <a:off x="4765315" y="3918385"/>
              <a:ext cx="19681" cy="1473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7" name="rc617"/>
            <p:cNvSpPr/>
            <p:nvPr/>
          </p:nvSpPr>
          <p:spPr>
            <a:xfrm>
              <a:off x="4787184" y="5919565"/>
              <a:ext cx="19681" cy="10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8" name="rc618"/>
            <p:cNvSpPr/>
            <p:nvPr/>
          </p:nvSpPr>
          <p:spPr>
            <a:xfrm>
              <a:off x="4809052" y="3918333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9" name="rc619"/>
            <p:cNvSpPr/>
            <p:nvPr/>
          </p:nvSpPr>
          <p:spPr>
            <a:xfrm>
              <a:off x="4830921" y="4318590"/>
              <a:ext cx="19681" cy="35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0" name="rc620"/>
            <p:cNvSpPr/>
            <p:nvPr/>
          </p:nvSpPr>
          <p:spPr>
            <a:xfrm>
              <a:off x="4852790" y="3919273"/>
              <a:ext cx="19681" cy="13171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1" name="rc621"/>
            <p:cNvSpPr/>
            <p:nvPr/>
          </p:nvSpPr>
          <p:spPr>
            <a:xfrm>
              <a:off x="4874658" y="3927328"/>
              <a:ext cx="19681" cy="27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2" name="rc622"/>
            <p:cNvSpPr/>
            <p:nvPr/>
          </p:nvSpPr>
          <p:spPr>
            <a:xfrm>
              <a:off x="4896527" y="3915596"/>
              <a:ext cx="19681" cy="19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" name="rc623"/>
            <p:cNvSpPr/>
            <p:nvPr/>
          </p:nvSpPr>
          <p:spPr>
            <a:xfrm>
              <a:off x="4918395" y="3913333"/>
              <a:ext cx="19681" cy="29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4" name="rc624"/>
            <p:cNvSpPr/>
            <p:nvPr/>
          </p:nvSpPr>
          <p:spPr>
            <a:xfrm>
              <a:off x="4940264" y="3964991"/>
              <a:ext cx="19681" cy="25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5" name="rc625"/>
            <p:cNvSpPr/>
            <p:nvPr/>
          </p:nvSpPr>
          <p:spPr>
            <a:xfrm>
              <a:off x="4962133" y="4032511"/>
              <a:ext cx="19681" cy="60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" name="rc626"/>
            <p:cNvSpPr/>
            <p:nvPr/>
          </p:nvSpPr>
          <p:spPr>
            <a:xfrm>
              <a:off x="4984001" y="6638057"/>
              <a:ext cx="19681" cy="44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7" name="rc627"/>
            <p:cNvSpPr/>
            <p:nvPr/>
          </p:nvSpPr>
          <p:spPr>
            <a:xfrm>
              <a:off x="5005870" y="3916595"/>
              <a:ext cx="19681" cy="55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8" name="rc628"/>
            <p:cNvSpPr/>
            <p:nvPr/>
          </p:nvSpPr>
          <p:spPr>
            <a:xfrm>
              <a:off x="5027739" y="3933288"/>
              <a:ext cx="19681" cy="16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9" name="rc629"/>
            <p:cNvSpPr/>
            <p:nvPr/>
          </p:nvSpPr>
          <p:spPr>
            <a:xfrm>
              <a:off x="5049607" y="3923243"/>
              <a:ext cx="19681" cy="451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0" name="rc630"/>
            <p:cNvSpPr/>
            <p:nvPr/>
          </p:nvSpPr>
          <p:spPr>
            <a:xfrm>
              <a:off x="5071476" y="3917011"/>
              <a:ext cx="19681" cy="72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1" name="rc631"/>
            <p:cNvSpPr/>
            <p:nvPr/>
          </p:nvSpPr>
          <p:spPr>
            <a:xfrm>
              <a:off x="5093345" y="3951997"/>
              <a:ext cx="19681" cy="117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2" name="rc632"/>
            <p:cNvSpPr/>
            <p:nvPr/>
          </p:nvSpPr>
          <p:spPr>
            <a:xfrm>
              <a:off x="5115213" y="3916326"/>
              <a:ext cx="19681" cy="29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3" name="rc633"/>
            <p:cNvSpPr/>
            <p:nvPr/>
          </p:nvSpPr>
          <p:spPr>
            <a:xfrm>
              <a:off x="5137082" y="3915458"/>
              <a:ext cx="19681" cy="67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4" name="rc634"/>
            <p:cNvSpPr/>
            <p:nvPr/>
          </p:nvSpPr>
          <p:spPr>
            <a:xfrm>
              <a:off x="5158951" y="3952986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5" name="rc635"/>
            <p:cNvSpPr/>
            <p:nvPr/>
          </p:nvSpPr>
          <p:spPr>
            <a:xfrm>
              <a:off x="5180819" y="3925568"/>
              <a:ext cx="19681" cy="380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6" name="rc636"/>
            <p:cNvSpPr/>
            <p:nvPr/>
          </p:nvSpPr>
          <p:spPr>
            <a:xfrm>
              <a:off x="5202688" y="3938433"/>
              <a:ext cx="19681" cy="246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7" name="rc637"/>
            <p:cNvSpPr/>
            <p:nvPr/>
          </p:nvSpPr>
          <p:spPr>
            <a:xfrm>
              <a:off x="5224557" y="5311996"/>
              <a:ext cx="19681" cy="230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8" name="rc638"/>
            <p:cNvSpPr/>
            <p:nvPr/>
          </p:nvSpPr>
          <p:spPr>
            <a:xfrm>
              <a:off x="5246425" y="3915137"/>
              <a:ext cx="19681" cy="61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9" name="rc639"/>
            <p:cNvSpPr/>
            <p:nvPr/>
          </p:nvSpPr>
          <p:spPr>
            <a:xfrm>
              <a:off x="5268294" y="3914301"/>
              <a:ext cx="19681" cy="38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0" name="rc640"/>
            <p:cNvSpPr/>
            <p:nvPr/>
          </p:nvSpPr>
          <p:spPr>
            <a:xfrm>
              <a:off x="5290163" y="3955706"/>
              <a:ext cx="19681" cy="305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1" name="rc641"/>
            <p:cNvSpPr/>
            <p:nvPr/>
          </p:nvSpPr>
          <p:spPr>
            <a:xfrm>
              <a:off x="5312031" y="3914342"/>
              <a:ext cx="19681" cy="94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2" name="rc642"/>
            <p:cNvSpPr/>
            <p:nvPr/>
          </p:nvSpPr>
          <p:spPr>
            <a:xfrm>
              <a:off x="5333900" y="3911665"/>
              <a:ext cx="19681" cy="273639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3" name="rc643"/>
            <p:cNvSpPr/>
            <p:nvPr/>
          </p:nvSpPr>
          <p:spPr>
            <a:xfrm>
              <a:off x="5355769" y="3950232"/>
              <a:ext cx="19681" cy="345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4" name="rc644"/>
            <p:cNvSpPr/>
            <p:nvPr/>
          </p:nvSpPr>
          <p:spPr>
            <a:xfrm>
              <a:off x="5377637" y="4708873"/>
              <a:ext cx="19681" cy="10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5" name="rc645"/>
            <p:cNvSpPr/>
            <p:nvPr/>
          </p:nvSpPr>
          <p:spPr>
            <a:xfrm>
              <a:off x="5399506" y="5568658"/>
              <a:ext cx="19681" cy="658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6" name="rc646"/>
            <p:cNvSpPr/>
            <p:nvPr/>
          </p:nvSpPr>
          <p:spPr>
            <a:xfrm>
              <a:off x="5421375" y="3930463"/>
              <a:ext cx="19681" cy="42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7" name="rc647"/>
            <p:cNvSpPr/>
            <p:nvPr/>
          </p:nvSpPr>
          <p:spPr>
            <a:xfrm>
              <a:off x="5443243" y="3919152"/>
              <a:ext cx="19681" cy="32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8" name="rc648"/>
            <p:cNvSpPr/>
            <p:nvPr/>
          </p:nvSpPr>
          <p:spPr>
            <a:xfrm>
              <a:off x="5465112" y="3914930"/>
              <a:ext cx="19681" cy="33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9" name="rc649"/>
            <p:cNvSpPr/>
            <p:nvPr/>
          </p:nvSpPr>
          <p:spPr>
            <a:xfrm>
              <a:off x="5486980" y="3915272"/>
              <a:ext cx="19681" cy="58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0" name="rc650"/>
            <p:cNvSpPr/>
            <p:nvPr/>
          </p:nvSpPr>
          <p:spPr>
            <a:xfrm>
              <a:off x="5508849" y="3912774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1" name="rc651"/>
            <p:cNvSpPr/>
            <p:nvPr/>
          </p:nvSpPr>
          <p:spPr>
            <a:xfrm>
              <a:off x="5530718" y="4045209"/>
              <a:ext cx="19681" cy="550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2" name="rc652"/>
            <p:cNvSpPr/>
            <p:nvPr/>
          </p:nvSpPr>
          <p:spPr>
            <a:xfrm>
              <a:off x="5552586" y="5768216"/>
              <a:ext cx="19681" cy="35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3" name="rc653"/>
            <p:cNvSpPr/>
            <p:nvPr/>
          </p:nvSpPr>
          <p:spPr>
            <a:xfrm>
              <a:off x="5574455" y="3922067"/>
              <a:ext cx="19681" cy="74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4" name="rc654"/>
            <p:cNvSpPr/>
            <p:nvPr/>
          </p:nvSpPr>
          <p:spPr>
            <a:xfrm>
              <a:off x="5596324" y="3921768"/>
              <a:ext cx="19681" cy="75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5" name="rc655"/>
            <p:cNvSpPr/>
            <p:nvPr/>
          </p:nvSpPr>
          <p:spPr>
            <a:xfrm>
              <a:off x="5618192" y="3933124"/>
              <a:ext cx="19681" cy="37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6" name="rc656"/>
            <p:cNvSpPr/>
            <p:nvPr/>
          </p:nvSpPr>
          <p:spPr>
            <a:xfrm>
              <a:off x="5640061" y="3921563"/>
              <a:ext cx="19681" cy="66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7" name="rc657"/>
            <p:cNvSpPr/>
            <p:nvPr/>
          </p:nvSpPr>
          <p:spPr>
            <a:xfrm>
              <a:off x="5661930" y="4468953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8" name="rc658"/>
            <p:cNvSpPr/>
            <p:nvPr/>
          </p:nvSpPr>
          <p:spPr>
            <a:xfrm>
              <a:off x="5683798" y="3936720"/>
              <a:ext cx="19681" cy="399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9" name="rc659"/>
            <p:cNvSpPr/>
            <p:nvPr/>
          </p:nvSpPr>
          <p:spPr>
            <a:xfrm>
              <a:off x="5705667" y="5610649"/>
              <a:ext cx="19681" cy="94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0" name="rc660"/>
            <p:cNvSpPr/>
            <p:nvPr/>
          </p:nvSpPr>
          <p:spPr>
            <a:xfrm>
              <a:off x="5727536" y="3915706"/>
              <a:ext cx="19681" cy="35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1" name="rc661"/>
            <p:cNvSpPr/>
            <p:nvPr/>
          </p:nvSpPr>
          <p:spPr>
            <a:xfrm>
              <a:off x="3387590" y="391383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2" name="rc662"/>
            <p:cNvSpPr/>
            <p:nvPr/>
          </p:nvSpPr>
          <p:spPr>
            <a:xfrm>
              <a:off x="3409458" y="3907282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3" name="rc663"/>
            <p:cNvSpPr/>
            <p:nvPr/>
          </p:nvSpPr>
          <p:spPr>
            <a:xfrm>
              <a:off x="3431327" y="3922461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4" name="rc664"/>
            <p:cNvSpPr/>
            <p:nvPr/>
          </p:nvSpPr>
          <p:spPr>
            <a:xfrm>
              <a:off x="3453196" y="3998054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5" name="rc665"/>
            <p:cNvSpPr/>
            <p:nvPr/>
          </p:nvSpPr>
          <p:spPr>
            <a:xfrm>
              <a:off x="3475064" y="3907214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6" name="rc666"/>
            <p:cNvSpPr/>
            <p:nvPr/>
          </p:nvSpPr>
          <p:spPr>
            <a:xfrm>
              <a:off x="3496933" y="3910391"/>
              <a:ext cx="19681" cy="266171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" name="rc667"/>
            <p:cNvSpPr/>
            <p:nvPr/>
          </p:nvSpPr>
          <p:spPr>
            <a:xfrm>
              <a:off x="3518802" y="3910647"/>
              <a:ext cx="19681" cy="171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8" name="rc668"/>
            <p:cNvSpPr/>
            <p:nvPr/>
          </p:nvSpPr>
          <p:spPr>
            <a:xfrm>
              <a:off x="3540670" y="5121071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9" name="rc669"/>
            <p:cNvSpPr/>
            <p:nvPr/>
          </p:nvSpPr>
          <p:spPr>
            <a:xfrm>
              <a:off x="3562539" y="3930753"/>
              <a:ext cx="19681" cy="56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" name="rc670"/>
            <p:cNvSpPr/>
            <p:nvPr/>
          </p:nvSpPr>
          <p:spPr>
            <a:xfrm>
              <a:off x="3584408" y="3909515"/>
              <a:ext cx="19681" cy="62963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1" name="rc671"/>
            <p:cNvSpPr/>
            <p:nvPr/>
          </p:nvSpPr>
          <p:spPr>
            <a:xfrm>
              <a:off x="3606276" y="4049466"/>
              <a:ext cx="19681" cy="42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2" name="rc672"/>
            <p:cNvSpPr/>
            <p:nvPr/>
          </p:nvSpPr>
          <p:spPr>
            <a:xfrm>
              <a:off x="3628145" y="5014628"/>
              <a:ext cx="19681" cy="20480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3" name="rc673"/>
            <p:cNvSpPr/>
            <p:nvPr/>
          </p:nvSpPr>
          <p:spPr>
            <a:xfrm>
              <a:off x="3650014" y="3910003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4" name="rc674"/>
            <p:cNvSpPr/>
            <p:nvPr/>
          </p:nvSpPr>
          <p:spPr>
            <a:xfrm>
              <a:off x="3671882" y="3930903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5" name="rc675"/>
            <p:cNvSpPr/>
            <p:nvPr/>
          </p:nvSpPr>
          <p:spPr>
            <a:xfrm>
              <a:off x="3693751" y="3926097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6" name="rc676"/>
            <p:cNvSpPr/>
            <p:nvPr/>
          </p:nvSpPr>
          <p:spPr>
            <a:xfrm>
              <a:off x="3715620" y="3911655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7" name="rc677"/>
            <p:cNvSpPr/>
            <p:nvPr/>
          </p:nvSpPr>
          <p:spPr>
            <a:xfrm>
              <a:off x="3737488" y="6433488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8" name="rc678"/>
            <p:cNvSpPr/>
            <p:nvPr/>
          </p:nvSpPr>
          <p:spPr>
            <a:xfrm>
              <a:off x="3759357" y="3917112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9" name="rc679"/>
            <p:cNvSpPr/>
            <p:nvPr/>
          </p:nvSpPr>
          <p:spPr>
            <a:xfrm>
              <a:off x="3781226" y="3913703"/>
              <a:ext cx="19681" cy="65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0" name="rc680"/>
            <p:cNvSpPr/>
            <p:nvPr/>
          </p:nvSpPr>
          <p:spPr>
            <a:xfrm>
              <a:off x="3803094" y="3909948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1" name="rc681"/>
            <p:cNvSpPr/>
            <p:nvPr/>
          </p:nvSpPr>
          <p:spPr>
            <a:xfrm>
              <a:off x="3824963" y="3977941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2" name="rc682"/>
            <p:cNvSpPr/>
            <p:nvPr/>
          </p:nvSpPr>
          <p:spPr>
            <a:xfrm>
              <a:off x="3846831" y="3910855"/>
              <a:ext cx="19681" cy="659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3" name="rc683"/>
            <p:cNvSpPr/>
            <p:nvPr/>
          </p:nvSpPr>
          <p:spPr>
            <a:xfrm>
              <a:off x="3868700" y="3910474"/>
              <a:ext cx="19681" cy="60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4" name="rc684"/>
            <p:cNvSpPr/>
            <p:nvPr/>
          </p:nvSpPr>
          <p:spPr>
            <a:xfrm>
              <a:off x="3890569" y="3911883"/>
              <a:ext cx="19681" cy="15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5" name="rc685"/>
            <p:cNvSpPr/>
            <p:nvPr/>
          </p:nvSpPr>
          <p:spPr>
            <a:xfrm>
              <a:off x="3912437" y="3907127"/>
              <a:ext cx="19681" cy="60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6" name="rc686"/>
            <p:cNvSpPr/>
            <p:nvPr/>
          </p:nvSpPr>
          <p:spPr>
            <a:xfrm>
              <a:off x="3934306" y="3908978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7" name="rc687"/>
            <p:cNvSpPr/>
            <p:nvPr/>
          </p:nvSpPr>
          <p:spPr>
            <a:xfrm>
              <a:off x="3956175" y="3907367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8" name="rc688"/>
            <p:cNvSpPr/>
            <p:nvPr/>
          </p:nvSpPr>
          <p:spPr>
            <a:xfrm>
              <a:off x="3978043" y="3907237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9" name="rc689"/>
            <p:cNvSpPr/>
            <p:nvPr/>
          </p:nvSpPr>
          <p:spPr>
            <a:xfrm>
              <a:off x="3999912" y="3907194"/>
              <a:ext cx="19681" cy="22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0" name="rc690"/>
            <p:cNvSpPr/>
            <p:nvPr/>
          </p:nvSpPr>
          <p:spPr>
            <a:xfrm>
              <a:off x="4021781" y="3909174"/>
              <a:ext cx="19681" cy="28075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1" name="rc691"/>
            <p:cNvSpPr/>
            <p:nvPr/>
          </p:nvSpPr>
          <p:spPr>
            <a:xfrm>
              <a:off x="4043649" y="3909523"/>
              <a:ext cx="19681" cy="28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2" name="rc692"/>
            <p:cNvSpPr/>
            <p:nvPr/>
          </p:nvSpPr>
          <p:spPr>
            <a:xfrm>
              <a:off x="4065518" y="3924986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3" name="rc693"/>
            <p:cNvSpPr/>
            <p:nvPr/>
          </p:nvSpPr>
          <p:spPr>
            <a:xfrm>
              <a:off x="4087387" y="3909236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4" name="rc694"/>
            <p:cNvSpPr/>
            <p:nvPr/>
          </p:nvSpPr>
          <p:spPr>
            <a:xfrm>
              <a:off x="4109255" y="4058995"/>
              <a:ext cx="19681" cy="44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5" name="rc695"/>
            <p:cNvSpPr/>
            <p:nvPr/>
          </p:nvSpPr>
          <p:spPr>
            <a:xfrm>
              <a:off x="4131124" y="3910000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6" name="rc696"/>
            <p:cNvSpPr/>
            <p:nvPr/>
          </p:nvSpPr>
          <p:spPr>
            <a:xfrm>
              <a:off x="4152993" y="3910541"/>
              <a:ext cx="19681" cy="29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7" name="rc697"/>
            <p:cNvSpPr/>
            <p:nvPr/>
          </p:nvSpPr>
          <p:spPr>
            <a:xfrm>
              <a:off x="4174861" y="3907685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8" name="rc698"/>
            <p:cNvSpPr/>
            <p:nvPr/>
          </p:nvSpPr>
          <p:spPr>
            <a:xfrm>
              <a:off x="4196730" y="653157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9" name="rc699"/>
            <p:cNvSpPr/>
            <p:nvPr/>
          </p:nvSpPr>
          <p:spPr>
            <a:xfrm>
              <a:off x="4218599" y="3952487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0" name="rc700"/>
            <p:cNvSpPr/>
            <p:nvPr/>
          </p:nvSpPr>
          <p:spPr>
            <a:xfrm>
              <a:off x="4240467" y="3909412"/>
              <a:ext cx="19681" cy="137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1" name="rc701"/>
            <p:cNvSpPr/>
            <p:nvPr/>
          </p:nvSpPr>
          <p:spPr>
            <a:xfrm>
              <a:off x="4262336" y="4022406"/>
              <a:ext cx="19681" cy="253102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2" name="rc702"/>
            <p:cNvSpPr/>
            <p:nvPr/>
          </p:nvSpPr>
          <p:spPr>
            <a:xfrm>
              <a:off x="4284205" y="3965930"/>
              <a:ext cx="19681" cy="42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3" name="rc703"/>
            <p:cNvSpPr/>
            <p:nvPr/>
          </p:nvSpPr>
          <p:spPr>
            <a:xfrm>
              <a:off x="4306073" y="3907256"/>
              <a:ext cx="19681" cy="17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4" name="rc704"/>
            <p:cNvSpPr/>
            <p:nvPr/>
          </p:nvSpPr>
          <p:spPr>
            <a:xfrm>
              <a:off x="4327942" y="3916025"/>
              <a:ext cx="19681" cy="117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5" name="rc705"/>
            <p:cNvSpPr/>
            <p:nvPr/>
          </p:nvSpPr>
          <p:spPr>
            <a:xfrm>
              <a:off x="4349811" y="3912896"/>
              <a:ext cx="19681" cy="85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6" name="rc706"/>
            <p:cNvSpPr/>
            <p:nvPr/>
          </p:nvSpPr>
          <p:spPr>
            <a:xfrm>
              <a:off x="4371679" y="6380665"/>
              <a:ext cx="19681" cy="22212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7" name="rc707"/>
            <p:cNvSpPr/>
            <p:nvPr/>
          </p:nvSpPr>
          <p:spPr>
            <a:xfrm>
              <a:off x="4393548" y="3917149"/>
              <a:ext cx="19681" cy="32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8" name="rc708"/>
            <p:cNvSpPr/>
            <p:nvPr/>
          </p:nvSpPr>
          <p:spPr>
            <a:xfrm>
              <a:off x="4415416" y="3908290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9" name="rc709"/>
            <p:cNvSpPr/>
            <p:nvPr/>
          </p:nvSpPr>
          <p:spPr>
            <a:xfrm>
              <a:off x="4437285" y="3908006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0" name="rc710"/>
            <p:cNvSpPr/>
            <p:nvPr/>
          </p:nvSpPr>
          <p:spPr>
            <a:xfrm>
              <a:off x="4459154" y="6114771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1" name="rc711"/>
            <p:cNvSpPr/>
            <p:nvPr/>
          </p:nvSpPr>
          <p:spPr>
            <a:xfrm>
              <a:off x="4481022" y="3908818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2" name="rc712"/>
            <p:cNvSpPr/>
            <p:nvPr/>
          </p:nvSpPr>
          <p:spPr>
            <a:xfrm>
              <a:off x="4502891" y="3910462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3" name="rc713"/>
            <p:cNvSpPr/>
            <p:nvPr/>
          </p:nvSpPr>
          <p:spPr>
            <a:xfrm>
              <a:off x="4524760" y="3908067"/>
              <a:ext cx="19681" cy="53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4" name="rc714"/>
            <p:cNvSpPr/>
            <p:nvPr/>
          </p:nvSpPr>
          <p:spPr>
            <a:xfrm>
              <a:off x="4546628" y="3913719"/>
              <a:ext cx="19681" cy="51971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5" name="rc715"/>
            <p:cNvSpPr/>
            <p:nvPr/>
          </p:nvSpPr>
          <p:spPr>
            <a:xfrm>
              <a:off x="4568497" y="3961071"/>
              <a:ext cx="19681" cy="522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" name="rc716"/>
            <p:cNvSpPr/>
            <p:nvPr/>
          </p:nvSpPr>
          <p:spPr>
            <a:xfrm>
              <a:off x="4590366" y="4154668"/>
              <a:ext cx="19681" cy="20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" name="rc717"/>
            <p:cNvSpPr/>
            <p:nvPr/>
          </p:nvSpPr>
          <p:spPr>
            <a:xfrm>
              <a:off x="4612234" y="3908412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" name="rc718"/>
            <p:cNvSpPr/>
            <p:nvPr/>
          </p:nvSpPr>
          <p:spPr>
            <a:xfrm>
              <a:off x="4634103" y="454991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" name="rc719"/>
            <p:cNvSpPr/>
            <p:nvPr/>
          </p:nvSpPr>
          <p:spPr>
            <a:xfrm>
              <a:off x="4655972" y="3913878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" name="rc720"/>
            <p:cNvSpPr/>
            <p:nvPr/>
          </p:nvSpPr>
          <p:spPr>
            <a:xfrm>
              <a:off x="4677840" y="3916150"/>
              <a:ext cx="19681" cy="29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" name="rc721"/>
            <p:cNvSpPr/>
            <p:nvPr/>
          </p:nvSpPr>
          <p:spPr>
            <a:xfrm>
              <a:off x="4699709" y="3915901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" name="rc722"/>
            <p:cNvSpPr/>
            <p:nvPr/>
          </p:nvSpPr>
          <p:spPr>
            <a:xfrm>
              <a:off x="4721578" y="3918943"/>
              <a:ext cx="19681" cy="52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" name="rc723"/>
            <p:cNvSpPr/>
            <p:nvPr/>
          </p:nvSpPr>
          <p:spPr>
            <a:xfrm>
              <a:off x="4743446" y="3917946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" name="rc724"/>
            <p:cNvSpPr/>
            <p:nvPr/>
          </p:nvSpPr>
          <p:spPr>
            <a:xfrm>
              <a:off x="4765315" y="3933118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" name="rc725"/>
            <p:cNvSpPr/>
            <p:nvPr/>
          </p:nvSpPr>
          <p:spPr>
            <a:xfrm>
              <a:off x="4787184" y="5919673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" name="rc726"/>
            <p:cNvSpPr/>
            <p:nvPr/>
          </p:nvSpPr>
          <p:spPr>
            <a:xfrm>
              <a:off x="4809052" y="3918333"/>
              <a:ext cx="19681" cy="31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" name="rc727"/>
            <p:cNvSpPr/>
            <p:nvPr/>
          </p:nvSpPr>
          <p:spPr>
            <a:xfrm>
              <a:off x="4830921" y="4318940"/>
              <a:ext cx="19681" cy="131536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" name="rc728"/>
            <p:cNvSpPr/>
            <p:nvPr/>
          </p:nvSpPr>
          <p:spPr>
            <a:xfrm>
              <a:off x="4852790" y="4050984"/>
              <a:ext cx="19681" cy="118062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" name="rc729"/>
            <p:cNvSpPr/>
            <p:nvPr/>
          </p:nvSpPr>
          <p:spPr>
            <a:xfrm>
              <a:off x="4874658" y="3927606"/>
              <a:ext cx="19681" cy="31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" name="rc730"/>
            <p:cNvSpPr/>
            <p:nvPr/>
          </p:nvSpPr>
          <p:spPr>
            <a:xfrm>
              <a:off x="4896527" y="3915788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" name="rc731"/>
            <p:cNvSpPr/>
            <p:nvPr/>
          </p:nvSpPr>
          <p:spPr>
            <a:xfrm>
              <a:off x="4918395" y="3913631"/>
              <a:ext cx="19681" cy="29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" name="rc732"/>
            <p:cNvSpPr/>
            <p:nvPr/>
          </p:nvSpPr>
          <p:spPr>
            <a:xfrm>
              <a:off x="4940264" y="3965248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" name="rc733"/>
            <p:cNvSpPr/>
            <p:nvPr/>
          </p:nvSpPr>
          <p:spPr>
            <a:xfrm>
              <a:off x="4962133" y="4033119"/>
              <a:ext cx="19681" cy="451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" name="rc734"/>
            <p:cNvSpPr/>
            <p:nvPr/>
          </p:nvSpPr>
          <p:spPr>
            <a:xfrm>
              <a:off x="4984001" y="6638501"/>
              <a:ext cx="19681" cy="17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" name="rc735"/>
            <p:cNvSpPr/>
            <p:nvPr/>
          </p:nvSpPr>
          <p:spPr>
            <a:xfrm>
              <a:off x="5005870" y="3917151"/>
              <a:ext cx="19681" cy="40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" name="rc736"/>
            <p:cNvSpPr/>
            <p:nvPr/>
          </p:nvSpPr>
          <p:spPr>
            <a:xfrm>
              <a:off x="5027739" y="393344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" name="rc737"/>
            <p:cNvSpPr/>
            <p:nvPr/>
          </p:nvSpPr>
          <p:spPr>
            <a:xfrm>
              <a:off x="5049607" y="3927756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" name="rc738"/>
            <p:cNvSpPr/>
            <p:nvPr/>
          </p:nvSpPr>
          <p:spPr>
            <a:xfrm>
              <a:off x="5071476" y="3917733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" name="rc739"/>
            <p:cNvSpPr/>
            <p:nvPr/>
          </p:nvSpPr>
          <p:spPr>
            <a:xfrm>
              <a:off x="5093345" y="3953172"/>
              <a:ext cx="19681" cy="164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" name="rc740"/>
            <p:cNvSpPr/>
            <p:nvPr/>
          </p:nvSpPr>
          <p:spPr>
            <a:xfrm>
              <a:off x="5115213" y="3916621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" name="rc741"/>
            <p:cNvSpPr/>
            <p:nvPr/>
          </p:nvSpPr>
          <p:spPr>
            <a:xfrm>
              <a:off x="5137082" y="391612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" name="rc742"/>
            <p:cNvSpPr/>
            <p:nvPr/>
          </p:nvSpPr>
          <p:spPr>
            <a:xfrm>
              <a:off x="5158951" y="3952986"/>
              <a:ext cx="19681" cy="36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" name="rc743"/>
            <p:cNvSpPr/>
            <p:nvPr/>
          </p:nvSpPr>
          <p:spPr>
            <a:xfrm>
              <a:off x="5180819" y="3929373"/>
              <a:ext cx="19681" cy="13103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" name="rc744"/>
            <p:cNvSpPr/>
            <p:nvPr/>
          </p:nvSpPr>
          <p:spPr>
            <a:xfrm>
              <a:off x="5202688" y="3940894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" name="rc745"/>
            <p:cNvSpPr/>
            <p:nvPr/>
          </p:nvSpPr>
          <p:spPr>
            <a:xfrm>
              <a:off x="5224557" y="5314302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" name="rc746"/>
            <p:cNvSpPr/>
            <p:nvPr/>
          </p:nvSpPr>
          <p:spPr>
            <a:xfrm>
              <a:off x="5246425" y="3915753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" name="rc747"/>
            <p:cNvSpPr/>
            <p:nvPr/>
          </p:nvSpPr>
          <p:spPr>
            <a:xfrm>
              <a:off x="5268294" y="3914690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" name="rc748"/>
            <p:cNvSpPr/>
            <p:nvPr/>
          </p:nvSpPr>
          <p:spPr>
            <a:xfrm>
              <a:off x="5290163" y="3958760"/>
              <a:ext cx="19681" cy="35836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" name="rc749"/>
            <p:cNvSpPr/>
            <p:nvPr/>
          </p:nvSpPr>
          <p:spPr>
            <a:xfrm>
              <a:off x="5312031" y="3915289"/>
              <a:ext cx="19681" cy="18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" name="rc750"/>
            <p:cNvSpPr/>
            <p:nvPr/>
          </p:nvSpPr>
          <p:spPr>
            <a:xfrm>
              <a:off x="5333900" y="6648061"/>
              <a:ext cx="19681" cy="9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" name="rc751"/>
            <p:cNvSpPr/>
            <p:nvPr/>
          </p:nvSpPr>
          <p:spPr>
            <a:xfrm>
              <a:off x="5355769" y="3953691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" name="rc752"/>
            <p:cNvSpPr/>
            <p:nvPr/>
          </p:nvSpPr>
          <p:spPr>
            <a:xfrm>
              <a:off x="5377637" y="4708979"/>
              <a:ext cx="19681" cy="189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" name="rc753"/>
            <p:cNvSpPr/>
            <p:nvPr/>
          </p:nvSpPr>
          <p:spPr>
            <a:xfrm>
              <a:off x="5399506" y="5575245"/>
              <a:ext cx="19681" cy="37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" name="rc754"/>
            <p:cNvSpPr/>
            <p:nvPr/>
          </p:nvSpPr>
          <p:spPr>
            <a:xfrm>
              <a:off x="5421375" y="3930893"/>
              <a:ext cx="19681" cy="40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" name="rc755"/>
            <p:cNvSpPr/>
            <p:nvPr/>
          </p:nvSpPr>
          <p:spPr>
            <a:xfrm>
              <a:off x="5443243" y="3919481"/>
              <a:ext cx="19681" cy="46931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" name="rc756"/>
            <p:cNvSpPr/>
            <p:nvPr/>
          </p:nvSpPr>
          <p:spPr>
            <a:xfrm>
              <a:off x="5465112" y="3915268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" name="rc757"/>
            <p:cNvSpPr/>
            <p:nvPr/>
          </p:nvSpPr>
          <p:spPr>
            <a:xfrm>
              <a:off x="5486980" y="3915856"/>
              <a:ext cx="19681" cy="39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" name="rc758"/>
            <p:cNvSpPr/>
            <p:nvPr/>
          </p:nvSpPr>
          <p:spPr>
            <a:xfrm>
              <a:off x="5508849" y="3912774"/>
              <a:ext cx="19681" cy="24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" name="rc759"/>
            <p:cNvSpPr/>
            <p:nvPr/>
          </p:nvSpPr>
          <p:spPr>
            <a:xfrm>
              <a:off x="5530718" y="4050715"/>
              <a:ext cx="19681" cy="251373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" name="rc760"/>
            <p:cNvSpPr/>
            <p:nvPr/>
          </p:nvSpPr>
          <p:spPr>
            <a:xfrm>
              <a:off x="5552586" y="576856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" name="rc761"/>
            <p:cNvSpPr/>
            <p:nvPr/>
          </p:nvSpPr>
          <p:spPr>
            <a:xfrm>
              <a:off x="5574455" y="3922808"/>
              <a:ext cx="19681" cy="102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" name="rc762"/>
            <p:cNvSpPr/>
            <p:nvPr/>
          </p:nvSpPr>
          <p:spPr>
            <a:xfrm>
              <a:off x="5596324" y="3922522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" name="rc763"/>
            <p:cNvSpPr/>
            <p:nvPr/>
          </p:nvSpPr>
          <p:spPr>
            <a:xfrm>
              <a:off x="5618192" y="3933504"/>
              <a:ext cx="19681" cy="30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" name="rc764"/>
            <p:cNvSpPr/>
            <p:nvPr/>
          </p:nvSpPr>
          <p:spPr>
            <a:xfrm>
              <a:off x="5640061" y="392222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" name="rc765"/>
            <p:cNvSpPr/>
            <p:nvPr/>
          </p:nvSpPr>
          <p:spPr>
            <a:xfrm>
              <a:off x="5661930" y="4468953"/>
              <a:ext cx="19681" cy="18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" name="rc766"/>
            <p:cNvSpPr/>
            <p:nvPr/>
          </p:nvSpPr>
          <p:spPr>
            <a:xfrm>
              <a:off x="5683798" y="3940715"/>
              <a:ext cx="19681" cy="13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" name="rc767"/>
            <p:cNvSpPr/>
            <p:nvPr/>
          </p:nvSpPr>
          <p:spPr>
            <a:xfrm>
              <a:off x="5705667" y="5611598"/>
              <a:ext cx="19681" cy="805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" name="rc768"/>
            <p:cNvSpPr/>
            <p:nvPr/>
          </p:nvSpPr>
          <p:spPr>
            <a:xfrm>
              <a:off x="5727536" y="3916066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" name="rc769"/>
            <p:cNvSpPr/>
            <p:nvPr/>
          </p:nvSpPr>
          <p:spPr>
            <a:xfrm>
              <a:off x="3387590" y="3913839"/>
              <a:ext cx="19681" cy="24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" name="rc770"/>
            <p:cNvSpPr/>
            <p:nvPr/>
          </p:nvSpPr>
          <p:spPr>
            <a:xfrm>
              <a:off x="3409458" y="3907282"/>
              <a:ext cx="19681" cy="54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" name="rc771"/>
            <p:cNvSpPr/>
            <p:nvPr/>
          </p:nvSpPr>
          <p:spPr>
            <a:xfrm>
              <a:off x="3431327" y="3922461"/>
              <a:ext cx="19681" cy="103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" name="rc772"/>
            <p:cNvSpPr/>
            <p:nvPr/>
          </p:nvSpPr>
          <p:spPr>
            <a:xfrm>
              <a:off x="3453196" y="3998054"/>
              <a:ext cx="19681" cy="45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" name="rc773"/>
            <p:cNvSpPr/>
            <p:nvPr/>
          </p:nvSpPr>
          <p:spPr>
            <a:xfrm>
              <a:off x="3475064" y="3907214"/>
              <a:ext cx="19681" cy="40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" name="rc774"/>
            <p:cNvSpPr/>
            <p:nvPr/>
          </p:nvSpPr>
          <p:spPr>
            <a:xfrm>
              <a:off x="3496933" y="6572105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" name="rc775"/>
            <p:cNvSpPr/>
            <p:nvPr/>
          </p:nvSpPr>
          <p:spPr>
            <a:xfrm>
              <a:off x="3518802" y="3912359"/>
              <a:ext cx="19681" cy="41153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" name="rc776"/>
            <p:cNvSpPr/>
            <p:nvPr/>
          </p:nvSpPr>
          <p:spPr>
            <a:xfrm>
              <a:off x="3540670" y="5121071"/>
              <a:ext cx="19681" cy="15894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" name="rc777"/>
            <p:cNvSpPr/>
            <p:nvPr/>
          </p:nvSpPr>
          <p:spPr>
            <a:xfrm>
              <a:off x="3562539" y="3931314"/>
              <a:ext cx="19681" cy="1540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" name="rc778"/>
            <p:cNvSpPr/>
            <p:nvPr/>
          </p:nvSpPr>
          <p:spPr>
            <a:xfrm>
              <a:off x="3584408" y="4539154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" name="rc779"/>
            <p:cNvSpPr/>
            <p:nvPr/>
          </p:nvSpPr>
          <p:spPr>
            <a:xfrm>
              <a:off x="3606276" y="4049892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" name="rc780"/>
            <p:cNvSpPr/>
            <p:nvPr/>
          </p:nvSpPr>
          <p:spPr>
            <a:xfrm>
              <a:off x="3628145" y="5219435"/>
              <a:ext cx="19681" cy="532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" name="rc781"/>
            <p:cNvSpPr/>
            <p:nvPr/>
          </p:nvSpPr>
          <p:spPr>
            <a:xfrm>
              <a:off x="3650014" y="3910003"/>
              <a:ext cx="19681" cy="51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" name="rc782"/>
            <p:cNvSpPr/>
            <p:nvPr/>
          </p:nvSpPr>
          <p:spPr>
            <a:xfrm>
              <a:off x="3671882" y="3930903"/>
              <a:ext cx="19681" cy="73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" name="rc783"/>
            <p:cNvSpPr/>
            <p:nvPr/>
          </p:nvSpPr>
          <p:spPr>
            <a:xfrm>
              <a:off x="3693751" y="3926097"/>
              <a:ext cx="19681" cy="31872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" name="rc784"/>
            <p:cNvSpPr/>
            <p:nvPr/>
          </p:nvSpPr>
          <p:spPr>
            <a:xfrm>
              <a:off x="3715620" y="3911655"/>
              <a:ext cx="19681" cy="29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" name="rc785"/>
            <p:cNvSpPr/>
            <p:nvPr/>
          </p:nvSpPr>
          <p:spPr>
            <a:xfrm>
              <a:off x="3737488" y="6433488"/>
              <a:ext cx="19681" cy="224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" name="rc786"/>
            <p:cNvSpPr/>
            <p:nvPr/>
          </p:nvSpPr>
          <p:spPr>
            <a:xfrm>
              <a:off x="3759357" y="3917112"/>
              <a:ext cx="19681" cy="37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" name="rc787"/>
            <p:cNvSpPr/>
            <p:nvPr/>
          </p:nvSpPr>
          <p:spPr>
            <a:xfrm>
              <a:off x="3781226" y="3914357"/>
              <a:ext cx="19681" cy="46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" name="rc788"/>
            <p:cNvSpPr/>
            <p:nvPr/>
          </p:nvSpPr>
          <p:spPr>
            <a:xfrm>
              <a:off x="3803094" y="3909948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" name="rc789"/>
            <p:cNvSpPr/>
            <p:nvPr/>
          </p:nvSpPr>
          <p:spPr>
            <a:xfrm>
              <a:off x="3824963" y="3977941"/>
              <a:ext cx="19681" cy="91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" name="rc790"/>
            <p:cNvSpPr/>
            <p:nvPr/>
          </p:nvSpPr>
          <p:spPr>
            <a:xfrm>
              <a:off x="3846831" y="3917449"/>
              <a:ext cx="19681" cy="102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" name="rc791"/>
            <p:cNvSpPr/>
            <p:nvPr/>
          </p:nvSpPr>
          <p:spPr>
            <a:xfrm>
              <a:off x="3868700" y="3911080"/>
              <a:ext cx="19681" cy="1383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" name="rc792"/>
            <p:cNvSpPr/>
            <p:nvPr/>
          </p:nvSpPr>
          <p:spPr>
            <a:xfrm>
              <a:off x="3890569" y="3912039"/>
              <a:ext cx="19681" cy="49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" name="rc793"/>
            <p:cNvSpPr/>
            <p:nvPr/>
          </p:nvSpPr>
          <p:spPr>
            <a:xfrm>
              <a:off x="3912437" y="3907733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" name="rc794"/>
            <p:cNvSpPr/>
            <p:nvPr/>
          </p:nvSpPr>
          <p:spPr>
            <a:xfrm>
              <a:off x="3934306" y="3908978"/>
              <a:ext cx="19681" cy="84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" name="rc795"/>
            <p:cNvSpPr/>
            <p:nvPr/>
          </p:nvSpPr>
          <p:spPr>
            <a:xfrm>
              <a:off x="3956175" y="3907367"/>
              <a:ext cx="19681" cy="45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" name="rc796"/>
            <p:cNvSpPr/>
            <p:nvPr/>
          </p:nvSpPr>
          <p:spPr>
            <a:xfrm>
              <a:off x="3978043" y="3907237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" name="rc797"/>
            <p:cNvSpPr/>
            <p:nvPr/>
          </p:nvSpPr>
          <p:spPr>
            <a:xfrm>
              <a:off x="3999912" y="3907414"/>
              <a:ext cx="19681" cy="44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" name="rc798"/>
            <p:cNvSpPr/>
            <p:nvPr/>
          </p:nvSpPr>
          <p:spPr>
            <a:xfrm>
              <a:off x="4021781" y="4189930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" name="rc799"/>
            <p:cNvSpPr/>
            <p:nvPr/>
          </p:nvSpPr>
          <p:spPr>
            <a:xfrm>
              <a:off x="4043649" y="3909803"/>
              <a:ext cx="19681" cy="52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" name="rc800"/>
            <p:cNvSpPr/>
            <p:nvPr/>
          </p:nvSpPr>
          <p:spPr>
            <a:xfrm>
              <a:off x="4065518" y="3924986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" name="rc801"/>
            <p:cNvSpPr/>
            <p:nvPr/>
          </p:nvSpPr>
          <p:spPr>
            <a:xfrm>
              <a:off x="4087387" y="3909236"/>
              <a:ext cx="19681" cy="14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" name="rc802"/>
            <p:cNvSpPr/>
            <p:nvPr/>
          </p:nvSpPr>
          <p:spPr>
            <a:xfrm>
              <a:off x="4109255" y="4059441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" name="rc803"/>
            <p:cNvSpPr/>
            <p:nvPr/>
          </p:nvSpPr>
          <p:spPr>
            <a:xfrm>
              <a:off x="4131124" y="3910000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" name="rc804"/>
            <p:cNvSpPr/>
            <p:nvPr/>
          </p:nvSpPr>
          <p:spPr>
            <a:xfrm>
              <a:off x="4152993" y="3910833"/>
              <a:ext cx="19681" cy="38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" name="rc805"/>
            <p:cNvSpPr/>
            <p:nvPr/>
          </p:nvSpPr>
          <p:spPr>
            <a:xfrm>
              <a:off x="4174861" y="3907685"/>
              <a:ext cx="19681" cy="22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" name="rc806"/>
            <p:cNvSpPr/>
            <p:nvPr/>
          </p:nvSpPr>
          <p:spPr>
            <a:xfrm>
              <a:off x="4196730" y="6531579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" name="rc807"/>
            <p:cNvSpPr/>
            <p:nvPr/>
          </p:nvSpPr>
          <p:spPr>
            <a:xfrm>
              <a:off x="4218599" y="3952487"/>
              <a:ext cx="19681" cy="234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" name="rc808"/>
            <p:cNvSpPr/>
            <p:nvPr/>
          </p:nvSpPr>
          <p:spPr>
            <a:xfrm>
              <a:off x="4240467" y="3910788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" name="rc809"/>
            <p:cNvSpPr/>
            <p:nvPr/>
          </p:nvSpPr>
          <p:spPr>
            <a:xfrm>
              <a:off x="4262336" y="6553433"/>
              <a:ext cx="19681" cy="405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" name="rc810"/>
            <p:cNvSpPr/>
            <p:nvPr/>
          </p:nvSpPr>
          <p:spPr>
            <a:xfrm>
              <a:off x="4284205" y="3966351"/>
              <a:ext cx="19681" cy="54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" name="rc811"/>
            <p:cNvSpPr/>
            <p:nvPr/>
          </p:nvSpPr>
          <p:spPr>
            <a:xfrm>
              <a:off x="4306073" y="3907428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" name="rc812"/>
            <p:cNvSpPr/>
            <p:nvPr/>
          </p:nvSpPr>
          <p:spPr>
            <a:xfrm>
              <a:off x="4327942" y="3917201"/>
              <a:ext cx="19681" cy="72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" name="rc813"/>
            <p:cNvSpPr/>
            <p:nvPr/>
          </p:nvSpPr>
          <p:spPr>
            <a:xfrm>
              <a:off x="4349811" y="3913746"/>
              <a:ext cx="19681" cy="268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" name="rc814"/>
            <p:cNvSpPr/>
            <p:nvPr/>
          </p:nvSpPr>
          <p:spPr>
            <a:xfrm>
              <a:off x="4371679" y="6602792"/>
              <a:ext cx="19681" cy="47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" name="rc815"/>
            <p:cNvSpPr/>
            <p:nvPr/>
          </p:nvSpPr>
          <p:spPr>
            <a:xfrm>
              <a:off x="4393548" y="3917471"/>
              <a:ext cx="19681" cy="60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" name="rc816"/>
            <p:cNvSpPr/>
            <p:nvPr/>
          </p:nvSpPr>
          <p:spPr>
            <a:xfrm>
              <a:off x="4415416" y="3908290"/>
              <a:ext cx="19681" cy="53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" name="rc817"/>
            <p:cNvSpPr/>
            <p:nvPr/>
          </p:nvSpPr>
          <p:spPr>
            <a:xfrm>
              <a:off x="4437285" y="3908006"/>
              <a:ext cx="19681" cy="32865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" name="rc818"/>
            <p:cNvSpPr/>
            <p:nvPr/>
          </p:nvSpPr>
          <p:spPr>
            <a:xfrm>
              <a:off x="4459154" y="6114771"/>
              <a:ext cx="19681" cy="11805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" name="rc819"/>
            <p:cNvSpPr/>
            <p:nvPr/>
          </p:nvSpPr>
          <p:spPr>
            <a:xfrm>
              <a:off x="4481022" y="3908818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" name="rc820"/>
            <p:cNvSpPr/>
            <p:nvPr/>
          </p:nvSpPr>
          <p:spPr>
            <a:xfrm>
              <a:off x="4502891" y="3910462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" name="rc821"/>
            <p:cNvSpPr/>
            <p:nvPr/>
          </p:nvSpPr>
          <p:spPr>
            <a:xfrm>
              <a:off x="4524760" y="3908601"/>
              <a:ext cx="19681" cy="1092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" name="rc822"/>
            <p:cNvSpPr/>
            <p:nvPr/>
          </p:nvSpPr>
          <p:spPr>
            <a:xfrm>
              <a:off x="4546628" y="4433432"/>
              <a:ext cx="19681" cy="347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" name="rc823"/>
            <p:cNvSpPr/>
            <p:nvPr/>
          </p:nvSpPr>
          <p:spPr>
            <a:xfrm>
              <a:off x="4568497" y="3966294"/>
              <a:ext cx="19681" cy="14020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" name="rc824"/>
            <p:cNvSpPr/>
            <p:nvPr/>
          </p:nvSpPr>
          <p:spPr>
            <a:xfrm>
              <a:off x="4590366" y="4154871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" name="rc825"/>
            <p:cNvSpPr/>
            <p:nvPr/>
          </p:nvSpPr>
          <p:spPr>
            <a:xfrm>
              <a:off x="4612234" y="3908412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" name="rc826"/>
            <p:cNvSpPr/>
            <p:nvPr/>
          </p:nvSpPr>
          <p:spPr>
            <a:xfrm>
              <a:off x="4634103" y="4549919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" name="rc827"/>
            <p:cNvSpPr/>
            <p:nvPr/>
          </p:nvSpPr>
          <p:spPr>
            <a:xfrm>
              <a:off x="4655972" y="3913878"/>
              <a:ext cx="19681" cy="38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" name="rc828"/>
            <p:cNvSpPr/>
            <p:nvPr/>
          </p:nvSpPr>
          <p:spPr>
            <a:xfrm>
              <a:off x="4677840" y="3916445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" name="rc829"/>
            <p:cNvSpPr/>
            <p:nvPr/>
          </p:nvSpPr>
          <p:spPr>
            <a:xfrm>
              <a:off x="4699709" y="3915901"/>
              <a:ext cx="19681" cy="31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" name="rc830"/>
            <p:cNvSpPr/>
            <p:nvPr/>
          </p:nvSpPr>
          <p:spPr>
            <a:xfrm>
              <a:off x="4721578" y="3919472"/>
              <a:ext cx="19681" cy="67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" name="rc831"/>
            <p:cNvSpPr/>
            <p:nvPr/>
          </p:nvSpPr>
          <p:spPr>
            <a:xfrm>
              <a:off x="4743446" y="3917946"/>
              <a:ext cx="19681" cy="183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" name="rc832"/>
            <p:cNvSpPr/>
            <p:nvPr/>
          </p:nvSpPr>
          <p:spPr>
            <a:xfrm>
              <a:off x="4765315" y="3933118"/>
              <a:ext cx="19681" cy="77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" name="rc833"/>
            <p:cNvSpPr/>
            <p:nvPr/>
          </p:nvSpPr>
          <p:spPr>
            <a:xfrm>
              <a:off x="4787184" y="5919673"/>
              <a:ext cx="19681" cy="68272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" name="rc834"/>
            <p:cNvSpPr/>
            <p:nvPr/>
          </p:nvSpPr>
          <p:spPr>
            <a:xfrm>
              <a:off x="4809052" y="3918645"/>
              <a:ext cx="19681" cy="49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" name="rc835"/>
            <p:cNvSpPr/>
            <p:nvPr/>
          </p:nvSpPr>
          <p:spPr>
            <a:xfrm>
              <a:off x="4830921" y="5634308"/>
              <a:ext cx="19681" cy="532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" name="rc836"/>
            <p:cNvSpPr/>
            <p:nvPr/>
          </p:nvSpPr>
          <p:spPr>
            <a:xfrm>
              <a:off x="4852790" y="5231605"/>
              <a:ext cx="19681" cy="65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" name="rc837"/>
            <p:cNvSpPr/>
            <p:nvPr/>
          </p:nvSpPr>
          <p:spPr>
            <a:xfrm>
              <a:off x="4874658" y="3927920"/>
              <a:ext cx="19681" cy="45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" name="rc838"/>
            <p:cNvSpPr/>
            <p:nvPr/>
          </p:nvSpPr>
          <p:spPr>
            <a:xfrm>
              <a:off x="4896527" y="3915788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" name="rc839"/>
            <p:cNvSpPr/>
            <p:nvPr/>
          </p:nvSpPr>
          <p:spPr>
            <a:xfrm>
              <a:off x="4918395" y="3913929"/>
              <a:ext cx="19681" cy="1011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" name="rc840"/>
            <p:cNvSpPr/>
            <p:nvPr/>
          </p:nvSpPr>
          <p:spPr>
            <a:xfrm>
              <a:off x="4940264" y="3965248"/>
              <a:ext cx="19681" cy="1400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" name="rc841"/>
            <p:cNvSpPr/>
            <p:nvPr/>
          </p:nvSpPr>
          <p:spPr>
            <a:xfrm>
              <a:off x="4962133" y="4037635"/>
              <a:ext cx="19681" cy="204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" name="rc842"/>
            <p:cNvSpPr/>
            <p:nvPr/>
          </p:nvSpPr>
          <p:spPr>
            <a:xfrm>
              <a:off x="4984001" y="6638671"/>
              <a:ext cx="19681" cy="163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" name="rc843"/>
            <p:cNvSpPr/>
            <p:nvPr/>
          </p:nvSpPr>
          <p:spPr>
            <a:xfrm>
              <a:off x="5005870" y="3917555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" name="rc844"/>
            <p:cNvSpPr/>
            <p:nvPr/>
          </p:nvSpPr>
          <p:spPr>
            <a:xfrm>
              <a:off x="5027739" y="3933449"/>
              <a:ext cx="19681" cy="6143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" name="rc845"/>
            <p:cNvSpPr/>
            <p:nvPr/>
          </p:nvSpPr>
          <p:spPr>
            <a:xfrm>
              <a:off x="5049607" y="3927756"/>
              <a:ext cx="19681" cy="156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" name="rc846"/>
            <p:cNvSpPr/>
            <p:nvPr/>
          </p:nvSpPr>
          <p:spPr>
            <a:xfrm>
              <a:off x="5071476" y="3917733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" name="rc847"/>
            <p:cNvSpPr/>
            <p:nvPr/>
          </p:nvSpPr>
          <p:spPr>
            <a:xfrm>
              <a:off x="5093345" y="3954819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" name="rc848"/>
            <p:cNvSpPr/>
            <p:nvPr/>
          </p:nvSpPr>
          <p:spPr>
            <a:xfrm>
              <a:off x="5115213" y="3916621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" name="rc849"/>
            <p:cNvSpPr/>
            <p:nvPr/>
          </p:nvSpPr>
          <p:spPr>
            <a:xfrm>
              <a:off x="5137082" y="3916129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" name="rc850"/>
            <p:cNvSpPr/>
            <p:nvPr/>
          </p:nvSpPr>
          <p:spPr>
            <a:xfrm>
              <a:off x="5158951" y="3953350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" name="rc851"/>
            <p:cNvSpPr/>
            <p:nvPr/>
          </p:nvSpPr>
          <p:spPr>
            <a:xfrm>
              <a:off x="5180819" y="4060408"/>
              <a:ext cx="19681" cy="108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" name="rc852"/>
            <p:cNvSpPr/>
            <p:nvPr/>
          </p:nvSpPr>
          <p:spPr>
            <a:xfrm>
              <a:off x="5202688" y="3940894"/>
              <a:ext cx="19681" cy="106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" name="rc853"/>
            <p:cNvSpPr/>
            <p:nvPr/>
          </p:nvSpPr>
          <p:spPr>
            <a:xfrm>
              <a:off x="5224557" y="5314302"/>
              <a:ext cx="19681" cy="2319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" name="rc854"/>
            <p:cNvSpPr/>
            <p:nvPr/>
          </p:nvSpPr>
          <p:spPr>
            <a:xfrm>
              <a:off x="5246425" y="3915753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" name="rc855"/>
            <p:cNvSpPr/>
            <p:nvPr/>
          </p:nvSpPr>
          <p:spPr>
            <a:xfrm>
              <a:off x="5268294" y="3914690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" name="rc856"/>
            <p:cNvSpPr/>
            <p:nvPr/>
          </p:nvSpPr>
          <p:spPr>
            <a:xfrm>
              <a:off x="5290163" y="4317129"/>
              <a:ext cx="19681" cy="314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" name="rc857"/>
            <p:cNvSpPr/>
            <p:nvPr/>
          </p:nvSpPr>
          <p:spPr>
            <a:xfrm>
              <a:off x="5312031" y="3915473"/>
              <a:ext cx="19681" cy="92517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" name="rc858"/>
            <p:cNvSpPr/>
            <p:nvPr/>
          </p:nvSpPr>
          <p:spPr>
            <a:xfrm>
              <a:off x="5333900" y="6648158"/>
              <a:ext cx="19681" cy="19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" name="rc859"/>
            <p:cNvSpPr/>
            <p:nvPr/>
          </p:nvSpPr>
          <p:spPr>
            <a:xfrm>
              <a:off x="5355769" y="3953691"/>
              <a:ext cx="19681" cy="503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" name="rc860"/>
            <p:cNvSpPr/>
            <p:nvPr/>
          </p:nvSpPr>
          <p:spPr>
            <a:xfrm>
              <a:off x="5377637" y="4710876"/>
              <a:ext cx="19681" cy="115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" name="rc861"/>
            <p:cNvSpPr/>
            <p:nvPr/>
          </p:nvSpPr>
          <p:spPr>
            <a:xfrm>
              <a:off x="5399506" y="5575622"/>
              <a:ext cx="19681" cy="978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" name="rc862"/>
            <p:cNvSpPr/>
            <p:nvPr/>
          </p:nvSpPr>
          <p:spPr>
            <a:xfrm>
              <a:off x="5421375" y="3931294"/>
              <a:ext cx="19681" cy="329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" name="rc863"/>
            <p:cNvSpPr/>
            <p:nvPr/>
          </p:nvSpPr>
          <p:spPr>
            <a:xfrm>
              <a:off x="5443243" y="4388793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" name="rc864"/>
            <p:cNvSpPr/>
            <p:nvPr/>
          </p:nvSpPr>
          <p:spPr>
            <a:xfrm>
              <a:off x="5465112" y="3915268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" name="rc865"/>
            <p:cNvSpPr/>
            <p:nvPr/>
          </p:nvSpPr>
          <p:spPr>
            <a:xfrm>
              <a:off x="5486980" y="3916253"/>
              <a:ext cx="19681" cy="68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" name="rc866"/>
            <p:cNvSpPr/>
            <p:nvPr/>
          </p:nvSpPr>
          <p:spPr>
            <a:xfrm>
              <a:off x="5508849" y="3913016"/>
              <a:ext cx="19681" cy="26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" name="rc867"/>
            <p:cNvSpPr/>
            <p:nvPr/>
          </p:nvSpPr>
          <p:spPr>
            <a:xfrm>
              <a:off x="5530718" y="6564454"/>
              <a:ext cx="19681" cy="5750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" name="rc868"/>
            <p:cNvSpPr/>
            <p:nvPr/>
          </p:nvSpPr>
          <p:spPr>
            <a:xfrm>
              <a:off x="5552586" y="5768569"/>
              <a:ext cx="19681" cy="87718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" name="rc869"/>
            <p:cNvSpPr/>
            <p:nvPr/>
          </p:nvSpPr>
          <p:spPr>
            <a:xfrm>
              <a:off x="5574455" y="3923834"/>
              <a:ext cx="19681" cy="96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" name="rc870"/>
            <p:cNvSpPr/>
            <p:nvPr/>
          </p:nvSpPr>
          <p:spPr>
            <a:xfrm>
              <a:off x="5596324" y="3922522"/>
              <a:ext cx="19681" cy="3005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" name="rc871"/>
            <p:cNvSpPr/>
            <p:nvPr/>
          </p:nvSpPr>
          <p:spPr>
            <a:xfrm>
              <a:off x="5618192" y="3933808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" name="rc872"/>
            <p:cNvSpPr/>
            <p:nvPr/>
          </p:nvSpPr>
          <p:spPr>
            <a:xfrm>
              <a:off x="5640061" y="3922229"/>
              <a:ext cx="19681" cy="111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" name="rc873"/>
            <p:cNvSpPr/>
            <p:nvPr/>
          </p:nvSpPr>
          <p:spPr>
            <a:xfrm>
              <a:off x="5661930" y="4469141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" name="rc874"/>
            <p:cNvSpPr/>
            <p:nvPr/>
          </p:nvSpPr>
          <p:spPr>
            <a:xfrm>
              <a:off x="5683798" y="3942047"/>
              <a:ext cx="19681" cy="104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" name="rc875"/>
            <p:cNvSpPr/>
            <p:nvPr/>
          </p:nvSpPr>
          <p:spPr>
            <a:xfrm>
              <a:off x="5705667" y="5619651"/>
              <a:ext cx="19681" cy="93959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6" name="rc876"/>
            <p:cNvSpPr/>
            <p:nvPr/>
          </p:nvSpPr>
          <p:spPr>
            <a:xfrm>
              <a:off x="5727536" y="3916066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7" name="rc877"/>
            <p:cNvSpPr/>
            <p:nvPr/>
          </p:nvSpPr>
          <p:spPr>
            <a:xfrm>
              <a:off x="3387590" y="3914086"/>
              <a:ext cx="19681" cy="70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8" name="rc878"/>
            <p:cNvSpPr/>
            <p:nvPr/>
          </p:nvSpPr>
          <p:spPr>
            <a:xfrm>
              <a:off x="3409458" y="3907823"/>
              <a:ext cx="19681" cy="47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9" name="rc879"/>
            <p:cNvSpPr/>
            <p:nvPr/>
          </p:nvSpPr>
          <p:spPr>
            <a:xfrm>
              <a:off x="3431327" y="3923494"/>
              <a:ext cx="19681" cy="247468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0" name="rc880"/>
            <p:cNvSpPr/>
            <p:nvPr/>
          </p:nvSpPr>
          <p:spPr>
            <a:xfrm>
              <a:off x="3453196" y="3998505"/>
              <a:ext cx="19681" cy="57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1" name="rc881"/>
            <p:cNvSpPr/>
            <p:nvPr/>
          </p:nvSpPr>
          <p:spPr>
            <a:xfrm>
              <a:off x="3475064" y="3907620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2" name="rc882"/>
            <p:cNvSpPr/>
            <p:nvPr/>
          </p:nvSpPr>
          <p:spPr>
            <a:xfrm>
              <a:off x="3496933" y="6572105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3" name="rc883"/>
            <p:cNvSpPr/>
            <p:nvPr/>
          </p:nvSpPr>
          <p:spPr>
            <a:xfrm>
              <a:off x="3518802" y="4323892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4" name="rc884"/>
            <p:cNvSpPr/>
            <p:nvPr/>
          </p:nvSpPr>
          <p:spPr>
            <a:xfrm>
              <a:off x="3540670" y="5280015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5" name="rc885"/>
            <p:cNvSpPr/>
            <p:nvPr/>
          </p:nvSpPr>
          <p:spPr>
            <a:xfrm>
              <a:off x="3562539" y="3946723"/>
              <a:ext cx="19681" cy="14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6" name="rc886"/>
            <p:cNvSpPr/>
            <p:nvPr/>
          </p:nvSpPr>
          <p:spPr>
            <a:xfrm>
              <a:off x="3584408" y="4539154"/>
              <a:ext cx="19681" cy="11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7" name="rc887"/>
            <p:cNvSpPr/>
            <p:nvPr/>
          </p:nvSpPr>
          <p:spPr>
            <a:xfrm>
              <a:off x="3606276" y="4049892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8" name="rc888"/>
            <p:cNvSpPr/>
            <p:nvPr/>
          </p:nvSpPr>
          <p:spPr>
            <a:xfrm>
              <a:off x="3628145" y="5224763"/>
              <a:ext cx="19681" cy="2797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9" name="rc889"/>
            <p:cNvSpPr/>
            <p:nvPr/>
          </p:nvSpPr>
          <p:spPr>
            <a:xfrm>
              <a:off x="3650014" y="3910514"/>
              <a:ext cx="19681" cy="25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0" name="rc890"/>
            <p:cNvSpPr/>
            <p:nvPr/>
          </p:nvSpPr>
          <p:spPr>
            <a:xfrm>
              <a:off x="3671882" y="3931636"/>
              <a:ext cx="19681" cy="58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1" name="rc891"/>
            <p:cNvSpPr/>
            <p:nvPr/>
          </p:nvSpPr>
          <p:spPr>
            <a:xfrm>
              <a:off x="3693751" y="4244819"/>
              <a:ext cx="19681" cy="15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2" name="rc892"/>
            <p:cNvSpPr/>
            <p:nvPr/>
          </p:nvSpPr>
          <p:spPr>
            <a:xfrm>
              <a:off x="3715620" y="3911945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3" name="rc893"/>
            <p:cNvSpPr/>
            <p:nvPr/>
          </p:nvSpPr>
          <p:spPr>
            <a:xfrm>
              <a:off x="3737488" y="6435737"/>
              <a:ext cx="19681" cy="105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4" name="rc894"/>
            <p:cNvSpPr/>
            <p:nvPr/>
          </p:nvSpPr>
          <p:spPr>
            <a:xfrm>
              <a:off x="3759357" y="3917488"/>
              <a:ext cx="19681" cy="37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5" name="rc895"/>
            <p:cNvSpPr/>
            <p:nvPr/>
          </p:nvSpPr>
          <p:spPr>
            <a:xfrm>
              <a:off x="3781226" y="3914825"/>
              <a:ext cx="19681" cy="24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6" name="rc896"/>
            <p:cNvSpPr/>
            <p:nvPr/>
          </p:nvSpPr>
          <p:spPr>
            <a:xfrm>
              <a:off x="3803094" y="3909948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7" name="rc897"/>
            <p:cNvSpPr/>
            <p:nvPr/>
          </p:nvSpPr>
          <p:spPr>
            <a:xfrm>
              <a:off x="3824963" y="3978853"/>
              <a:ext cx="19681" cy="22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8" name="rc898"/>
            <p:cNvSpPr/>
            <p:nvPr/>
          </p:nvSpPr>
          <p:spPr>
            <a:xfrm>
              <a:off x="3846831" y="3918476"/>
              <a:ext cx="19681" cy="27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9" name="rc899"/>
            <p:cNvSpPr/>
            <p:nvPr/>
          </p:nvSpPr>
          <p:spPr>
            <a:xfrm>
              <a:off x="3868700" y="3924919"/>
              <a:ext cx="19681" cy="112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0" name="rc900"/>
            <p:cNvSpPr/>
            <p:nvPr/>
          </p:nvSpPr>
          <p:spPr>
            <a:xfrm>
              <a:off x="3890569" y="3912536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1" name="rc901"/>
            <p:cNvSpPr/>
            <p:nvPr/>
          </p:nvSpPr>
          <p:spPr>
            <a:xfrm>
              <a:off x="3912437" y="3907733"/>
              <a:ext cx="19681" cy="39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2" name="rc902"/>
            <p:cNvSpPr/>
            <p:nvPr/>
          </p:nvSpPr>
          <p:spPr>
            <a:xfrm>
              <a:off x="3934306" y="3909818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3" name="rc903"/>
            <p:cNvSpPr/>
            <p:nvPr/>
          </p:nvSpPr>
          <p:spPr>
            <a:xfrm>
              <a:off x="3956175" y="3907822"/>
              <a:ext cx="19681" cy="28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4" name="rc904"/>
            <p:cNvSpPr/>
            <p:nvPr/>
          </p:nvSpPr>
          <p:spPr>
            <a:xfrm>
              <a:off x="3978043" y="3907237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5" name="rc905"/>
            <p:cNvSpPr/>
            <p:nvPr/>
          </p:nvSpPr>
          <p:spPr>
            <a:xfrm>
              <a:off x="3999912" y="3907855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6" name="rc906"/>
            <p:cNvSpPr/>
            <p:nvPr/>
          </p:nvSpPr>
          <p:spPr>
            <a:xfrm>
              <a:off x="4021781" y="4189930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7" name="rc907"/>
            <p:cNvSpPr/>
            <p:nvPr/>
          </p:nvSpPr>
          <p:spPr>
            <a:xfrm>
              <a:off x="4043649" y="3910323"/>
              <a:ext cx="19681" cy="28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8" name="rc908"/>
            <p:cNvSpPr/>
            <p:nvPr/>
          </p:nvSpPr>
          <p:spPr>
            <a:xfrm>
              <a:off x="4065518" y="3924986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9" name="rc909"/>
            <p:cNvSpPr/>
            <p:nvPr/>
          </p:nvSpPr>
          <p:spPr>
            <a:xfrm>
              <a:off x="4087387" y="3909383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0" name="rc910"/>
            <p:cNvSpPr/>
            <p:nvPr/>
          </p:nvSpPr>
          <p:spPr>
            <a:xfrm>
              <a:off x="4109255" y="4059441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1" name="rc911"/>
            <p:cNvSpPr/>
            <p:nvPr/>
          </p:nvSpPr>
          <p:spPr>
            <a:xfrm>
              <a:off x="4131124" y="3910000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2" name="rc912"/>
            <p:cNvSpPr/>
            <p:nvPr/>
          </p:nvSpPr>
          <p:spPr>
            <a:xfrm>
              <a:off x="4152993" y="3911222"/>
              <a:ext cx="19681" cy="71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3" name="rc913"/>
            <p:cNvSpPr/>
            <p:nvPr/>
          </p:nvSpPr>
          <p:spPr>
            <a:xfrm>
              <a:off x="4174861" y="3907912"/>
              <a:ext cx="19681" cy="9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4" name="rc914"/>
            <p:cNvSpPr/>
            <p:nvPr/>
          </p:nvSpPr>
          <p:spPr>
            <a:xfrm>
              <a:off x="4196730" y="6531579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5" name="rc915"/>
            <p:cNvSpPr/>
            <p:nvPr/>
          </p:nvSpPr>
          <p:spPr>
            <a:xfrm>
              <a:off x="4218599" y="3954830"/>
              <a:ext cx="19681" cy="61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6" name="rc916"/>
            <p:cNvSpPr/>
            <p:nvPr/>
          </p:nvSpPr>
          <p:spPr>
            <a:xfrm>
              <a:off x="4240467" y="3910788"/>
              <a:ext cx="19681" cy="100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7" name="rc917"/>
            <p:cNvSpPr/>
            <p:nvPr/>
          </p:nvSpPr>
          <p:spPr>
            <a:xfrm>
              <a:off x="4262336" y="6557490"/>
              <a:ext cx="19681" cy="6609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8" name="rc918"/>
            <p:cNvSpPr/>
            <p:nvPr/>
          </p:nvSpPr>
          <p:spPr>
            <a:xfrm>
              <a:off x="4284205" y="3966898"/>
              <a:ext cx="19681" cy="21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9" name="rc919"/>
            <p:cNvSpPr/>
            <p:nvPr/>
          </p:nvSpPr>
          <p:spPr>
            <a:xfrm>
              <a:off x="4306073" y="3907428"/>
              <a:ext cx="19681" cy="44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0" name="rc920"/>
            <p:cNvSpPr/>
            <p:nvPr/>
          </p:nvSpPr>
          <p:spPr>
            <a:xfrm>
              <a:off x="4327942" y="3917929"/>
              <a:ext cx="19681" cy="111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1" name="rc921"/>
            <p:cNvSpPr/>
            <p:nvPr/>
          </p:nvSpPr>
          <p:spPr>
            <a:xfrm>
              <a:off x="4349811" y="3916433"/>
              <a:ext cx="19681" cy="51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2" name="rc922"/>
            <p:cNvSpPr/>
            <p:nvPr/>
          </p:nvSpPr>
          <p:spPr>
            <a:xfrm>
              <a:off x="4371679" y="6603269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3" name="rc923"/>
            <p:cNvSpPr/>
            <p:nvPr/>
          </p:nvSpPr>
          <p:spPr>
            <a:xfrm>
              <a:off x="4393548" y="3918079"/>
              <a:ext cx="19681" cy="18789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4" name="rc924"/>
            <p:cNvSpPr/>
            <p:nvPr/>
          </p:nvSpPr>
          <p:spPr>
            <a:xfrm>
              <a:off x="4415416" y="3908829"/>
              <a:ext cx="19681" cy="8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5" name="rc925"/>
            <p:cNvSpPr/>
            <p:nvPr/>
          </p:nvSpPr>
          <p:spPr>
            <a:xfrm>
              <a:off x="4437285" y="4236664"/>
              <a:ext cx="19681" cy="42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6" name="rc926"/>
            <p:cNvSpPr/>
            <p:nvPr/>
          </p:nvSpPr>
          <p:spPr>
            <a:xfrm>
              <a:off x="4459154" y="6232822"/>
              <a:ext cx="19681" cy="161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7" name="rc927"/>
            <p:cNvSpPr/>
            <p:nvPr/>
          </p:nvSpPr>
          <p:spPr>
            <a:xfrm>
              <a:off x="4481022" y="3908818"/>
              <a:ext cx="19681" cy="47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8" name="rc928"/>
            <p:cNvSpPr/>
            <p:nvPr/>
          </p:nvSpPr>
          <p:spPr>
            <a:xfrm>
              <a:off x="4502891" y="3910462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9" name="rc929"/>
            <p:cNvSpPr/>
            <p:nvPr/>
          </p:nvSpPr>
          <p:spPr>
            <a:xfrm>
              <a:off x="4524760" y="3919530"/>
              <a:ext cx="19681" cy="9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0" name="rc930"/>
            <p:cNvSpPr/>
            <p:nvPr/>
          </p:nvSpPr>
          <p:spPr>
            <a:xfrm>
              <a:off x="4546628" y="4436902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1" name="rc931"/>
            <p:cNvSpPr/>
            <p:nvPr/>
          </p:nvSpPr>
          <p:spPr>
            <a:xfrm>
              <a:off x="4568497" y="4106501"/>
              <a:ext cx="19681" cy="44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2" name="rc932"/>
            <p:cNvSpPr/>
            <p:nvPr/>
          </p:nvSpPr>
          <p:spPr>
            <a:xfrm>
              <a:off x="4590366" y="4154871"/>
              <a:ext cx="19681" cy="31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3" name="rc933"/>
            <p:cNvSpPr/>
            <p:nvPr/>
          </p:nvSpPr>
          <p:spPr>
            <a:xfrm>
              <a:off x="4612234" y="3908412"/>
              <a:ext cx="19681" cy="39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4" name="rc934"/>
            <p:cNvSpPr/>
            <p:nvPr/>
          </p:nvSpPr>
          <p:spPr>
            <a:xfrm>
              <a:off x="4634103" y="4549919"/>
              <a:ext cx="19681" cy="205946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5" name="rc935"/>
            <p:cNvSpPr/>
            <p:nvPr/>
          </p:nvSpPr>
          <p:spPr>
            <a:xfrm>
              <a:off x="4655972" y="3914266"/>
              <a:ext cx="19681" cy="14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6" name="rc936"/>
            <p:cNvSpPr/>
            <p:nvPr/>
          </p:nvSpPr>
          <p:spPr>
            <a:xfrm>
              <a:off x="4677840" y="3916445"/>
              <a:ext cx="19681" cy="99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7" name="rc937"/>
            <p:cNvSpPr/>
            <p:nvPr/>
          </p:nvSpPr>
          <p:spPr>
            <a:xfrm>
              <a:off x="4699709" y="3916216"/>
              <a:ext cx="19681" cy="12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8" name="rc938"/>
            <p:cNvSpPr/>
            <p:nvPr/>
          </p:nvSpPr>
          <p:spPr>
            <a:xfrm>
              <a:off x="4721578" y="3926203"/>
              <a:ext cx="19681" cy="544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9" name="rc939"/>
            <p:cNvSpPr/>
            <p:nvPr/>
          </p:nvSpPr>
          <p:spPr>
            <a:xfrm>
              <a:off x="4743446" y="3919786"/>
              <a:ext cx="19681" cy="35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0" name="rc940"/>
            <p:cNvSpPr/>
            <p:nvPr/>
          </p:nvSpPr>
          <p:spPr>
            <a:xfrm>
              <a:off x="4765315" y="3933891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1" name="rc941"/>
            <p:cNvSpPr/>
            <p:nvPr/>
          </p:nvSpPr>
          <p:spPr>
            <a:xfrm>
              <a:off x="4787184" y="6602401"/>
              <a:ext cx="19681" cy="4447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2" name="rc942"/>
            <p:cNvSpPr/>
            <p:nvPr/>
          </p:nvSpPr>
          <p:spPr>
            <a:xfrm>
              <a:off x="4809052" y="3919138"/>
              <a:ext cx="19681" cy="31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3" name="rc943"/>
            <p:cNvSpPr/>
            <p:nvPr/>
          </p:nvSpPr>
          <p:spPr>
            <a:xfrm>
              <a:off x="4830921" y="5639631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4" name="rc944"/>
            <p:cNvSpPr/>
            <p:nvPr/>
          </p:nvSpPr>
          <p:spPr>
            <a:xfrm>
              <a:off x="4852790" y="5232259"/>
              <a:ext cx="19681" cy="61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5" name="rc945"/>
            <p:cNvSpPr/>
            <p:nvPr/>
          </p:nvSpPr>
          <p:spPr>
            <a:xfrm>
              <a:off x="4874658" y="3928373"/>
              <a:ext cx="19681" cy="101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6" name="rc946"/>
            <p:cNvSpPr/>
            <p:nvPr/>
          </p:nvSpPr>
          <p:spPr>
            <a:xfrm>
              <a:off x="4896527" y="3915788"/>
              <a:ext cx="19681" cy="34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7" name="rc947"/>
            <p:cNvSpPr/>
            <p:nvPr/>
          </p:nvSpPr>
          <p:spPr>
            <a:xfrm>
              <a:off x="4918395" y="3924045"/>
              <a:ext cx="19681" cy="98161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8" name="rc948"/>
            <p:cNvSpPr/>
            <p:nvPr/>
          </p:nvSpPr>
          <p:spPr>
            <a:xfrm>
              <a:off x="4940264" y="3979257"/>
              <a:ext cx="19681" cy="19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9" name="rc949"/>
            <p:cNvSpPr/>
            <p:nvPr/>
          </p:nvSpPr>
          <p:spPr>
            <a:xfrm>
              <a:off x="4962133" y="4039676"/>
              <a:ext cx="19681" cy="34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0" name="rc950"/>
            <p:cNvSpPr/>
            <p:nvPr/>
          </p:nvSpPr>
          <p:spPr>
            <a:xfrm>
              <a:off x="4984001" y="6640310"/>
              <a:ext cx="19681" cy="27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1" name="rc951"/>
            <p:cNvSpPr/>
            <p:nvPr/>
          </p:nvSpPr>
          <p:spPr>
            <a:xfrm>
              <a:off x="5005870" y="3917555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2" name="rc952"/>
            <p:cNvSpPr/>
            <p:nvPr/>
          </p:nvSpPr>
          <p:spPr>
            <a:xfrm>
              <a:off x="5027739" y="3994888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3" name="rc953"/>
            <p:cNvSpPr/>
            <p:nvPr/>
          </p:nvSpPr>
          <p:spPr>
            <a:xfrm>
              <a:off x="5049607" y="3929323"/>
              <a:ext cx="19681" cy="48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4" name="rc954"/>
            <p:cNvSpPr/>
            <p:nvPr/>
          </p:nvSpPr>
          <p:spPr>
            <a:xfrm>
              <a:off x="5071476" y="3917733"/>
              <a:ext cx="19681" cy="27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5" name="rc955"/>
            <p:cNvSpPr/>
            <p:nvPr/>
          </p:nvSpPr>
          <p:spPr>
            <a:xfrm>
              <a:off x="5093345" y="3954819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6" name="rc956"/>
            <p:cNvSpPr/>
            <p:nvPr/>
          </p:nvSpPr>
          <p:spPr>
            <a:xfrm>
              <a:off x="5115213" y="3916621"/>
              <a:ext cx="19681" cy="29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7" name="rc957"/>
            <p:cNvSpPr/>
            <p:nvPr/>
          </p:nvSpPr>
          <p:spPr>
            <a:xfrm>
              <a:off x="5137082" y="3916129"/>
              <a:ext cx="19681" cy="16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8" name="rc958"/>
            <p:cNvSpPr/>
            <p:nvPr/>
          </p:nvSpPr>
          <p:spPr>
            <a:xfrm>
              <a:off x="5158951" y="3953350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9" name="rc959"/>
            <p:cNvSpPr/>
            <p:nvPr/>
          </p:nvSpPr>
          <p:spPr>
            <a:xfrm>
              <a:off x="5180819" y="4061495"/>
              <a:ext cx="19681" cy="2297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0" name="rc960"/>
            <p:cNvSpPr/>
            <p:nvPr/>
          </p:nvSpPr>
          <p:spPr>
            <a:xfrm>
              <a:off x="5202688" y="3941958"/>
              <a:ext cx="19681" cy="106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1" name="rc961"/>
            <p:cNvSpPr/>
            <p:nvPr/>
          </p:nvSpPr>
          <p:spPr>
            <a:xfrm>
              <a:off x="5224557" y="5337500"/>
              <a:ext cx="19681" cy="47405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2" name="rc962"/>
            <p:cNvSpPr/>
            <p:nvPr/>
          </p:nvSpPr>
          <p:spPr>
            <a:xfrm>
              <a:off x="5246425" y="3915753"/>
              <a:ext cx="19681" cy="92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3" name="rc963"/>
            <p:cNvSpPr/>
            <p:nvPr/>
          </p:nvSpPr>
          <p:spPr>
            <a:xfrm>
              <a:off x="5268294" y="3914690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4" name="rc964"/>
            <p:cNvSpPr/>
            <p:nvPr/>
          </p:nvSpPr>
          <p:spPr>
            <a:xfrm>
              <a:off x="5290163" y="4320270"/>
              <a:ext cx="19681" cy="5357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5" name="rc965"/>
            <p:cNvSpPr/>
            <p:nvPr/>
          </p:nvSpPr>
          <p:spPr>
            <a:xfrm>
              <a:off x="5312031" y="4840649"/>
              <a:ext cx="19681" cy="1365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6" name="rc966"/>
            <p:cNvSpPr/>
            <p:nvPr/>
          </p:nvSpPr>
          <p:spPr>
            <a:xfrm>
              <a:off x="5333900" y="6648352"/>
              <a:ext cx="19681" cy="7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7" name="rc967"/>
            <p:cNvSpPr/>
            <p:nvPr/>
          </p:nvSpPr>
          <p:spPr>
            <a:xfrm>
              <a:off x="5355769" y="3958721"/>
              <a:ext cx="19681" cy="267593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8" name="rc968"/>
            <p:cNvSpPr/>
            <p:nvPr/>
          </p:nvSpPr>
          <p:spPr>
            <a:xfrm>
              <a:off x="5377637" y="4712035"/>
              <a:ext cx="19681" cy="10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9" name="rc969"/>
            <p:cNvSpPr/>
            <p:nvPr/>
          </p:nvSpPr>
          <p:spPr>
            <a:xfrm>
              <a:off x="5399506" y="5585409"/>
              <a:ext cx="19681" cy="56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0" name="rc970"/>
            <p:cNvSpPr/>
            <p:nvPr/>
          </p:nvSpPr>
          <p:spPr>
            <a:xfrm>
              <a:off x="5421375" y="3934591"/>
              <a:ext cx="19681" cy="14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1" name="rc971"/>
            <p:cNvSpPr/>
            <p:nvPr/>
          </p:nvSpPr>
          <p:spPr>
            <a:xfrm>
              <a:off x="5443243" y="4388793"/>
              <a:ext cx="19681" cy="49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2" name="rc972"/>
            <p:cNvSpPr/>
            <p:nvPr/>
          </p:nvSpPr>
          <p:spPr>
            <a:xfrm>
              <a:off x="5465112" y="3915268"/>
              <a:ext cx="19681" cy="53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3" name="rc973"/>
            <p:cNvSpPr/>
            <p:nvPr/>
          </p:nvSpPr>
          <p:spPr>
            <a:xfrm>
              <a:off x="5486980" y="3916943"/>
              <a:ext cx="19681" cy="1275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4" name="rc974"/>
            <p:cNvSpPr/>
            <p:nvPr/>
          </p:nvSpPr>
          <p:spPr>
            <a:xfrm>
              <a:off x="5508849" y="3913284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5" name="rc975"/>
            <p:cNvSpPr/>
            <p:nvPr/>
          </p:nvSpPr>
          <p:spPr>
            <a:xfrm>
              <a:off x="5530718" y="6621954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6" name="rc976"/>
            <p:cNvSpPr/>
            <p:nvPr/>
          </p:nvSpPr>
          <p:spPr>
            <a:xfrm>
              <a:off x="5552586" y="6645756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7" name="rc977"/>
            <p:cNvSpPr/>
            <p:nvPr/>
          </p:nvSpPr>
          <p:spPr>
            <a:xfrm>
              <a:off x="5574455" y="3924804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8" name="rc978"/>
            <p:cNvSpPr/>
            <p:nvPr/>
          </p:nvSpPr>
          <p:spPr>
            <a:xfrm>
              <a:off x="5596324" y="3952581"/>
              <a:ext cx="19681" cy="10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9" name="rc979"/>
            <p:cNvSpPr/>
            <p:nvPr/>
          </p:nvSpPr>
          <p:spPr>
            <a:xfrm>
              <a:off x="5618192" y="3933808"/>
              <a:ext cx="19681" cy="129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0" name="rc980"/>
            <p:cNvSpPr/>
            <p:nvPr/>
          </p:nvSpPr>
          <p:spPr>
            <a:xfrm>
              <a:off x="5640061" y="3923339"/>
              <a:ext cx="19681" cy="17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1" name="rc981"/>
            <p:cNvSpPr/>
            <p:nvPr/>
          </p:nvSpPr>
          <p:spPr>
            <a:xfrm>
              <a:off x="5661930" y="4469141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2" name="rc982"/>
            <p:cNvSpPr/>
            <p:nvPr/>
          </p:nvSpPr>
          <p:spPr>
            <a:xfrm>
              <a:off x="5683798" y="3943089"/>
              <a:ext cx="19681" cy="301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3" name="rc983"/>
            <p:cNvSpPr/>
            <p:nvPr/>
          </p:nvSpPr>
          <p:spPr>
            <a:xfrm>
              <a:off x="5705667" y="6559246"/>
              <a:ext cx="19681" cy="385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4" name="rc984"/>
            <p:cNvSpPr/>
            <p:nvPr/>
          </p:nvSpPr>
          <p:spPr>
            <a:xfrm>
              <a:off x="5727536" y="3916066"/>
              <a:ext cx="19681" cy="69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5" name="rc985"/>
            <p:cNvSpPr/>
            <p:nvPr/>
          </p:nvSpPr>
          <p:spPr>
            <a:xfrm>
              <a:off x="3387590" y="3914795"/>
              <a:ext cx="19681" cy="188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6" name="rc986"/>
            <p:cNvSpPr/>
            <p:nvPr/>
          </p:nvSpPr>
          <p:spPr>
            <a:xfrm>
              <a:off x="3409458" y="3908297"/>
              <a:ext cx="19681" cy="385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7" name="rc987"/>
            <p:cNvSpPr/>
            <p:nvPr/>
          </p:nvSpPr>
          <p:spPr>
            <a:xfrm>
              <a:off x="3431327" y="6398178"/>
              <a:ext cx="19681" cy="2635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8" name="rc988"/>
            <p:cNvSpPr/>
            <p:nvPr/>
          </p:nvSpPr>
          <p:spPr>
            <a:xfrm>
              <a:off x="3453196" y="3999085"/>
              <a:ext cx="19681" cy="396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9" name="rc989"/>
            <p:cNvSpPr/>
            <p:nvPr/>
          </p:nvSpPr>
          <p:spPr>
            <a:xfrm>
              <a:off x="3475064" y="3907620"/>
              <a:ext cx="19681" cy="47898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0" name="rc990"/>
            <p:cNvSpPr/>
            <p:nvPr/>
          </p:nvSpPr>
          <p:spPr>
            <a:xfrm>
              <a:off x="3496933" y="6572105"/>
              <a:ext cx="19681" cy="1005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1" name="rc991"/>
            <p:cNvSpPr/>
            <p:nvPr/>
          </p:nvSpPr>
          <p:spPr>
            <a:xfrm>
              <a:off x="3518802" y="4323892"/>
              <a:ext cx="19681" cy="146348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2" name="rc992"/>
            <p:cNvSpPr/>
            <p:nvPr/>
          </p:nvSpPr>
          <p:spPr>
            <a:xfrm>
              <a:off x="3540670" y="5280015"/>
              <a:ext cx="19681" cy="16676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3" name="rc993"/>
            <p:cNvSpPr/>
            <p:nvPr/>
          </p:nvSpPr>
          <p:spPr>
            <a:xfrm>
              <a:off x="3562539" y="3946871"/>
              <a:ext cx="19681" cy="11309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4" name="rc994"/>
            <p:cNvSpPr/>
            <p:nvPr/>
          </p:nvSpPr>
          <p:spPr>
            <a:xfrm>
              <a:off x="3584408" y="4539271"/>
              <a:ext cx="19681" cy="276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5" name="rc995"/>
            <p:cNvSpPr/>
            <p:nvPr/>
          </p:nvSpPr>
          <p:spPr>
            <a:xfrm>
              <a:off x="3606276" y="4049892"/>
              <a:ext cx="19681" cy="528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6" name="rc996"/>
            <p:cNvSpPr/>
            <p:nvPr/>
          </p:nvSpPr>
          <p:spPr>
            <a:xfrm>
              <a:off x="3628145" y="5252736"/>
              <a:ext cx="19681" cy="57978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7" name="rc997"/>
            <p:cNvSpPr/>
            <p:nvPr/>
          </p:nvSpPr>
          <p:spPr>
            <a:xfrm>
              <a:off x="3650014" y="3910769"/>
              <a:ext cx="19681" cy="64303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8" name="rc998"/>
            <p:cNvSpPr/>
            <p:nvPr/>
          </p:nvSpPr>
          <p:spPr>
            <a:xfrm>
              <a:off x="3671882" y="3932216"/>
              <a:ext cx="19681" cy="270306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9" name="rc999"/>
            <p:cNvSpPr/>
            <p:nvPr/>
          </p:nvSpPr>
          <p:spPr>
            <a:xfrm>
              <a:off x="3693751" y="4244969"/>
              <a:ext cx="19681" cy="276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0" name="rc1000"/>
            <p:cNvSpPr/>
            <p:nvPr/>
          </p:nvSpPr>
          <p:spPr>
            <a:xfrm>
              <a:off x="3715620" y="3911945"/>
              <a:ext cx="19681" cy="274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1" name="rc1001"/>
            <p:cNvSpPr/>
            <p:nvPr/>
          </p:nvSpPr>
          <p:spPr>
            <a:xfrm>
              <a:off x="3737488" y="6436795"/>
              <a:ext cx="19681" cy="1236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2" name="rc1002"/>
            <p:cNvSpPr/>
            <p:nvPr/>
          </p:nvSpPr>
          <p:spPr>
            <a:xfrm>
              <a:off x="3759357" y="3917863"/>
              <a:ext cx="19681" cy="269893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3" name="rc1003"/>
            <p:cNvSpPr/>
            <p:nvPr/>
          </p:nvSpPr>
          <p:spPr>
            <a:xfrm>
              <a:off x="3781226" y="3915075"/>
              <a:ext cx="19681" cy="1549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4" name="rc1004"/>
            <p:cNvSpPr/>
            <p:nvPr/>
          </p:nvSpPr>
          <p:spPr>
            <a:xfrm>
              <a:off x="3803094" y="3909948"/>
              <a:ext cx="19681" cy="6944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5" name="rc1005"/>
            <p:cNvSpPr/>
            <p:nvPr/>
          </p:nvSpPr>
          <p:spPr>
            <a:xfrm>
              <a:off x="3824963" y="3979081"/>
              <a:ext cx="19681" cy="254281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6" name="rc1006"/>
            <p:cNvSpPr/>
            <p:nvPr/>
          </p:nvSpPr>
          <p:spPr>
            <a:xfrm>
              <a:off x="3846831" y="3918756"/>
              <a:ext cx="19681" cy="202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7" name="rc1007"/>
            <p:cNvSpPr/>
            <p:nvPr/>
          </p:nvSpPr>
          <p:spPr>
            <a:xfrm>
              <a:off x="3868700" y="3926043"/>
              <a:ext cx="19681" cy="268253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8" name="rc1008"/>
            <p:cNvSpPr/>
            <p:nvPr/>
          </p:nvSpPr>
          <p:spPr>
            <a:xfrm>
              <a:off x="3890569" y="3912536"/>
              <a:ext cx="19681" cy="248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9" name="rc1009"/>
            <p:cNvSpPr/>
            <p:nvPr/>
          </p:nvSpPr>
          <p:spPr>
            <a:xfrm>
              <a:off x="3912437" y="3908126"/>
              <a:ext cx="19681" cy="185259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0" name="rc1010"/>
            <p:cNvSpPr/>
            <p:nvPr/>
          </p:nvSpPr>
          <p:spPr>
            <a:xfrm>
              <a:off x="3934306" y="3909818"/>
              <a:ext cx="19681" cy="194336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1" name="rc1011"/>
            <p:cNvSpPr/>
            <p:nvPr/>
          </p:nvSpPr>
          <p:spPr>
            <a:xfrm>
              <a:off x="3956175" y="3908102"/>
              <a:ext cx="19681" cy="196218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2" name="rc1012"/>
            <p:cNvSpPr/>
            <p:nvPr/>
          </p:nvSpPr>
          <p:spPr>
            <a:xfrm>
              <a:off x="3978043" y="3907237"/>
              <a:ext cx="19681" cy="188193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3" name="rc1013"/>
            <p:cNvSpPr/>
            <p:nvPr/>
          </p:nvSpPr>
          <p:spPr>
            <a:xfrm>
              <a:off x="3999912" y="3907855"/>
              <a:ext cx="19681" cy="235898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4" name="rc1014"/>
            <p:cNvSpPr/>
            <p:nvPr/>
          </p:nvSpPr>
          <p:spPr>
            <a:xfrm>
              <a:off x="4021781" y="4189930"/>
              <a:ext cx="19681" cy="115966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5" name="rc1015"/>
            <p:cNvSpPr/>
            <p:nvPr/>
          </p:nvSpPr>
          <p:spPr>
            <a:xfrm>
              <a:off x="4043649" y="3910604"/>
              <a:ext cx="19681" cy="191407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6" name="rc1016"/>
            <p:cNvSpPr/>
            <p:nvPr/>
          </p:nvSpPr>
          <p:spPr>
            <a:xfrm>
              <a:off x="4065518" y="3924986"/>
              <a:ext cx="19681" cy="15829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7" name="rc1017"/>
            <p:cNvSpPr/>
            <p:nvPr/>
          </p:nvSpPr>
          <p:spPr>
            <a:xfrm>
              <a:off x="4087387" y="3909383"/>
              <a:ext cx="19681" cy="189232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8" name="rc1018"/>
            <p:cNvSpPr/>
            <p:nvPr/>
          </p:nvSpPr>
          <p:spPr>
            <a:xfrm>
              <a:off x="4109255" y="4059441"/>
              <a:ext cx="19681" cy="166718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9" name="rc1019"/>
            <p:cNvSpPr/>
            <p:nvPr/>
          </p:nvSpPr>
          <p:spPr>
            <a:xfrm>
              <a:off x="4131124" y="3910000"/>
              <a:ext cx="19681" cy="176747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0" name="rc1020"/>
            <p:cNvSpPr/>
            <p:nvPr/>
          </p:nvSpPr>
          <p:spPr>
            <a:xfrm>
              <a:off x="4152993" y="3911936"/>
              <a:ext cx="19681" cy="193770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1" name="rc1021"/>
            <p:cNvSpPr/>
            <p:nvPr/>
          </p:nvSpPr>
          <p:spPr>
            <a:xfrm>
              <a:off x="4174861" y="3908010"/>
              <a:ext cx="19681" cy="188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2" name="rc1022"/>
            <p:cNvSpPr/>
            <p:nvPr/>
          </p:nvSpPr>
          <p:spPr>
            <a:xfrm>
              <a:off x="4196730" y="6531579"/>
              <a:ext cx="19681" cy="1380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3" name="rc1023"/>
            <p:cNvSpPr/>
            <p:nvPr/>
          </p:nvSpPr>
          <p:spPr>
            <a:xfrm>
              <a:off x="4218599" y="3955447"/>
              <a:ext cx="19681" cy="264911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4" name="rc1024"/>
            <p:cNvSpPr/>
            <p:nvPr/>
          </p:nvSpPr>
          <p:spPr>
            <a:xfrm>
              <a:off x="4240467" y="3911798"/>
              <a:ext cx="19681" cy="226219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5" name="rc1025"/>
            <p:cNvSpPr/>
            <p:nvPr/>
          </p:nvSpPr>
          <p:spPr>
            <a:xfrm>
              <a:off x="4262336" y="6623583"/>
              <a:ext cx="19681" cy="265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6" name="rc1026"/>
            <p:cNvSpPr/>
            <p:nvPr/>
          </p:nvSpPr>
          <p:spPr>
            <a:xfrm>
              <a:off x="4284205" y="3967109"/>
              <a:ext cx="19681" cy="244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7" name="rc1027"/>
            <p:cNvSpPr/>
            <p:nvPr/>
          </p:nvSpPr>
          <p:spPr>
            <a:xfrm>
              <a:off x="4306073" y="3907877"/>
              <a:ext cx="19681" cy="403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8" name="rc1028"/>
            <p:cNvSpPr/>
            <p:nvPr/>
          </p:nvSpPr>
          <p:spPr>
            <a:xfrm>
              <a:off x="4327942" y="3919049"/>
              <a:ext cx="19681" cy="1915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9" name="rc1029"/>
            <p:cNvSpPr/>
            <p:nvPr/>
          </p:nvSpPr>
          <p:spPr>
            <a:xfrm>
              <a:off x="4349811" y="3916943"/>
              <a:ext cx="19681" cy="1581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0" name="rc1030"/>
            <p:cNvSpPr/>
            <p:nvPr/>
          </p:nvSpPr>
          <p:spPr>
            <a:xfrm>
              <a:off x="4371679" y="6603269"/>
              <a:ext cx="19681" cy="354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1" name="rc1031"/>
            <p:cNvSpPr/>
            <p:nvPr/>
          </p:nvSpPr>
          <p:spPr>
            <a:xfrm>
              <a:off x="4393548" y="4105970"/>
              <a:ext cx="19681" cy="221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2" name="rc1032"/>
            <p:cNvSpPr/>
            <p:nvPr/>
          </p:nvSpPr>
          <p:spPr>
            <a:xfrm>
              <a:off x="4415416" y="3908914"/>
              <a:ext cx="19681" cy="105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3" name="rc1033"/>
            <p:cNvSpPr/>
            <p:nvPr/>
          </p:nvSpPr>
          <p:spPr>
            <a:xfrm>
              <a:off x="4437285" y="4237093"/>
              <a:ext cx="19681" cy="217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4" name="rc1034"/>
            <p:cNvSpPr/>
            <p:nvPr/>
          </p:nvSpPr>
          <p:spPr>
            <a:xfrm>
              <a:off x="4459154" y="6234439"/>
              <a:ext cx="19681" cy="1172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5" name="rc1035"/>
            <p:cNvSpPr/>
            <p:nvPr/>
          </p:nvSpPr>
          <p:spPr>
            <a:xfrm>
              <a:off x="4481022" y="3909288"/>
              <a:ext cx="19681" cy="116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6" name="rc1036"/>
            <p:cNvSpPr/>
            <p:nvPr/>
          </p:nvSpPr>
          <p:spPr>
            <a:xfrm>
              <a:off x="4502891" y="3910462"/>
              <a:ext cx="19681" cy="161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7" name="rc1037"/>
            <p:cNvSpPr/>
            <p:nvPr/>
          </p:nvSpPr>
          <p:spPr>
            <a:xfrm>
              <a:off x="4524760" y="3919624"/>
              <a:ext cx="19681" cy="53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8" name="rc1038"/>
            <p:cNvSpPr/>
            <p:nvPr/>
          </p:nvSpPr>
          <p:spPr>
            <a:xfrm>
              <a:off x="4546628" y="4436902"/>
              <a:ext cx="19681" cy="201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9" name="rc1039"/>
            <p:cNvSpPr/>
            <p:nvPr/>
          </p:nvSpPr>
          <p:spPr>
            <a:xfrm>
              <a:off x="4568497" y="4106947"/>
              <a:ext cx="19681" cy="73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0" name="rc1040"/>
            <p:cNvSpPr/>
            <p:nvPr/>
          </p:nvSpPr>
          <p:spPr>
            <a:xfrm>
              <a:off x="4590366" y="4155190"/>
              <a:ext cx="19681" cy="142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1" name="rc1041"/>
            <p:cNvSpPr/>
            <p:nvPr/>
          </p:nvSpPr>
          <p:spPr>
            <a:xfrm>
              <a:off x="4612234" y="3908805"/>
              <a:ext cx="19681" cy="58632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2" name="rc1042"/>
            <p:cNvSpPr/>
            <p:nvPr/>
          </p:nvSpPr>
          <p:spPr>
            <a:xfrm>
              <a:off x="4634103" y="6609389"/>
              <a:ext cx="19681" cy="562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3" name="rc1043"/>
            <p:cNvSpPr/>
            <p:nvPr/>
          </p:nvSpPr>
          <p:spPr>
            <a:xfrm>
              <a:off x="4655972" y="3914415"/>
              <a:ext cx="19681" cy="272922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4" name="rc1044"/>
            <p:cNvSpPr/>
            <p:nvPr/>
          </p:nvSpPr>
          <p:spPr>
            <a:xfrm>
              <a:off x="4677840" y="3917438"/>
              <a:ext cx="19681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5" name="rc1045"/>
            <p:cNvSpPr/>
            <p:nvPr/>
          </p:nvSpPr>
          <p:spPr>
            <a:xfrm>
              <a:off x="4699709" y="3916337"/>
              <a:ext cx="19681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6" name="rc1046"/>
            <p:cNvSpPr/>
            <p:nvPr/>
          </p:nvSpPr>
          <p:spPr>
            <a:xfrm>
              <a:off x="4721578" y="3931648"/>
              <a:ext cx="19681" cy="230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7" name="rc1047"/>
            <p:cNvSpPr/>
            <p:nvPr/>
          </p:nvSpPr>
          <p:spPr>
            <a:xfrm>
              <a:off x="4743446" y="3920136"/>
              <a:ext cx="19681" cy="87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8" name="rc1048"/>
            <p:cNvSpPr/>
            <p:nvPr/>
          </p:nvSpPr>
          <p:spPr>
            <a:xfrm>
              <a:off x="4765315" y="3933891"/>
              <a:ext cx="19681" cy="47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9" name="rc1049"/>
            <p:cNvSpPr/>
            <p:nvPr/>
          </p:nvSpPr>
          <p:spPr>
            <a:xfrm>
              <a:off x="4787184" y="6646872"/>
              <a:ext cx="19681" cy="21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0" name="rc1050"/>
            <p:cNvSpPr/>
            <p:nvPr/>
          </p:nvSpPr>
          <p:spPr>
            <a:xfrm>
              <a:off x="4809052" y="3919449"/>
              <a:ext cx="19681" cy="2622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1" name="rc1051"/>
            <p:cNvSpPr/>
            <p:nvPr/>
          </p:nvSpPr>
          <p:spPr>
            <a:xfrm>
              <a:off x="4830921" y="5639631"/>
              <a:ext cx="19681" cy="455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2" name="rc1052"/>
            <p:cNvSpPr/>
            <p:nvPr/>
          </p:nvSpPr>
          <p:spPr>
            <a:xfrm>
              <a:off x="4852790" y="5232872"/>
              <a:ext cx="19681" cy="523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3" name="rc1053"/>
            <p:cNvSpPr/>
            <p:nvPr/>
          </p:nvSpPr>
          <p:spPr>
            <a:xfrm>
              <a:off x="4874658" y="3929383"/>
              <a:ext cx="19681" cy="30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4" name="rc1054"/>
            <p:cNvSpPr/>
            <p:nvPr/>
          </p:nvSpPr>
          <p:spPr>
            <a:xfrm>
              <a:off x="4896527" y="3916131"/>
              <a:ext cx="19681" cy="303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5" name="rc1055"/>
            <p:cNvSpPr/>
            <p:nvPr/>
          </p:nvSpPr>
          <p:spPr>
            <a:xfrm>
              <a:off x="4918395" y="4905660"/>
              <a:ext cx="19681" cy="16266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6" name="rc1056"/>
            <p:cNvSpPr/>
            <p:nvPr/>
          </p:nvSpPr>
          <p:spPr>
            <a:xfrm>
              <a:off x="4940264" y="3979457"/>
              <a:ext cx="19681" cy="66637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7" name="rc1057"/>
            <p:cNvSpPr/>
            <p:nvPr/>
          </p:nvSpPr>
          <p:spPr>
            <a:xfrm>
              <a:off x="4962133" y="4040023"/>
              <a:ext cx="19681" cy="221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8" name="rc1058"/>
            <p:cNvSpPr/>
            <p:nvPr/>
          </p:nvSpPr>
          <p:spPr>
            <a:xfrm>
              <a:off x="4984001" y="6640583"/>
              <a:ext cx="19681" cy="167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9" name="rc1059"/>
            <p:cNvSpPr/>
            <p:nvPr/>
          </p:nvSpPr>
          <p:spPr>
            <a:xfrm>
              <a:off x="5005870" y="3917555"/>
              <a:ext cx="19681" cy="507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0" name="rc1060"/>
            <p:cNvSpPr/>
            <p:nvPr/>
          </p:nvSpPr>
          <p:spPr>
            <a:xfrm>
              <a:off x="5027739" y="3994888"/>
              <a:ext cx="19681" cy="211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1" name="rc1061"/>
            <p:cNvSpPr/>
            <p:nvPr/>
          </p:nvSpPr>
          <p:spPr>
            <a:xfrm>
              <a:off x="5049607" y="3929809"/>
              <a:ext cx="19681" cy="34400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2" name="rc1062"/>
            <p:cNvSpPr/>
            <p:nvPr/>
          </p:nvSpPr>
          <p:spPr>
            <a:xfrm>
              <a:off x="5071476" y="3918007"/>
              <a:ext cx="19681" cy="175618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3" name="rc1063"/>
            <p:cNvSpPr/>
            <p:nvPr/>
          </p:nvSpPr>
          <p:spPr>
            <a:xfrm>
              <a:off x="5093345" y="3954819"/>
              <a:ext cx="19681" cy="893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4" name="rc1064"/>
            <p:cNvSpPr/>
            <p:nvPr/>
          </p:nvSpPr>
          <p:spPr>
            <a:xfrm>
              <a:off x="5115213" y="3916916"/>
              <a:ext cx="19681" cy="169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5" name="rc1065"/>
            <p:cNvSpPr/>
            <p:nvPr/>
          </p:nvSpPr>
          <p:spPr>
            <a:xfrm>
              <a:off x="5137082" y="3916297"/>
              <a:ext cx="19681" cy="123104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6" name="rc1066"/>
            <p:cNvSpPr/>
            <p:nvPr/>
          </p:nvSpPr>
          <p:spPr>
            <a:xfrm>
              <a:off x="5158951" y="3953350"/>
              <a:ext cx="19681" cy="23413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7" name="rc1067"/>
            <p:cNvSpPr/>
            <p:nvPr/>
          </p:nvSpPr>
          <p:spPr>
            <a:xfrm>
              <a:off x="5180819" y="4084471"/>
              <a:ext cx="19681" cy="157128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8" name="rc1068"/>
            <p:cNvSpPr/>
            <p:nvPr/>
          </p:nvSpPr>
          <p:spPr>
            <a:xfrm>
              <a:off x="5202688" y="3943022"/>
              <a:ext cx="19681" cy="3790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9" name="rc1069"/>
            <p:cNvSpPr/>
            <p:nvPr/>
          </p:nvSpPr>
          <p:spPr>
            <a:xfrm>
              <a:off x="5224557" y="5811552"/>
              <a:ext cx="19681" cy="734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0" name="rc1070"/>
            <p:cNvSpPr/>
            <p:nvPr/>
          </p:nvSpPr>
          <p:spPr>
            <a:xfrm>
              <a:off x="5246425" y="3916678"/>
              <a:ext cx="19681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1" name="rc1071"/>
            <p:cNvSpPr/>
            <p:nvPr/>
          </p:nvSpPr>
          <p:spPr>
            <a:xfrm>
              <a:off x="5268294" y="3914690"/>
              <a:ext cx="19681" cy="97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2" name="rc1072"/>
            <p:cNvSpPr/>
            <p:nvPr/>
          </p:nvSpPr>
          <p:spPr>
            <a:xfrm>
              <a:off x="5290163" y="4373847"/>
              <a:ext cx="19681" cy="81577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3" name="rc1073"/>
            <p:cNvSpPr/>
            <p:nvPr/>
          </p:nvSpPr>
          <p:spPr>
            <a:xfrm>
              <a:off x="5312031" y="4854307"/>
              <a:ext cx="19681" cy="78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4" name="rc1074"/>
            <p:cNvSpPr/>
            <p:nvPr/>
          </p:nvSpPr>
          <p:spPr>
            <a:xfrm>
              <a:off x="5333900" y="6648425"/>
              <a:ext cx="19681" cy="33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5" name="rc1075"/>
            <p:cNvSpPr/>
            <p:nvPr/>
          </p:nvSpPr>
          <p:spPr>
            <a:xfrm>
              <a:off x="5355769" y="6634651"/>
              <a:ext cx="19681" cy="492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6" name="rc1076"/>
            <p:cNvSpPr/>
            <p:nvPr/>
          </p:nvSpPr>
          <p:spPr>
            <a:xfrm>
              <a:off x="5377637" y="4712140"/>
              <a:ext cx="19681" cy="27676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7" name="rc1077"/>
            <p:cNvSpPr/>
            <p:nvPr/>
          </p:nvSpPr>
          <p:spPr>
            <a:xfrm>
              <a:off x="5399506" y="5585973"/>
              <a:ext cx="19681" cy="105795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8" name="rc1078"/>
            <p:cNvSpPr/>
            <p:nvPr/>
          </p:nvSpPr>
          <p:spPr>
            <a:xfrm>
              <a:off x="5421375" y="3934734"/>
              <a:ext cx="19681" cy="54840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9" name="rc1079"/>
            <p:cNvSpPr/>
            <p:nvPr/>
          </p:nvSpPr>
          <p:spPr>
            <a:xfrm>
              <a:off x="5443243" y="4389288"/>
              <a:ext cx="19681" cy="111973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0" name="rc1080"/>
            <p:cNvSpPr/>
            <p:nvPr/>
          </p:nvSpPr>
          <p:spPr>
            <a:xfrm>
              <a:off x="5465112" y="3915803"/>
              <a:ext cx="19681" cy="48428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1" name="rc1081"/>
            <p:cNvSpPr/>
            <p:nvPr/>
          </p:nvSpPr>
          <p:spPr>
            <a:xfrm>
              <a:off x="5486980" y="3929695"/>
              <a:ext cx="19681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2" name="rc1082"/>
            <p:cNvSpPr/>
            <p:nvPr/>
          </p:nvSpPr>
          <p:spPr>
            <a:xfrm>
              <a:off x="5508849" y="3913284"/>
              <a:ext cx="19681" cy="150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3" name="rc1083"/>
            <p:cNvSpPr/>
            <p:nvPr/>
          </p:nvSpPr>
          <p:spPr>
            <a:xfrm>
              <a:off x="5530718" y="6621954"/>
              <a:ext cx="19681" cy="611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4" name="rc1084"/>
            <p:cNvSpPr/>
            <p:nvPr/>
          </p:nvSpPr>
          <p:spPr>
            <a:xfrm>
              <a:off x="5552586" y="6645756"/>
              <a:ext cx="19681" cy="232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5" name="rc1085"/>
            <p:cNvSpPr/>
            <p:nvPr/>
          </p:nvSpPr>
          <p:spPr>
            <a:xfrm>
              <a:off x="5574455" y="3924804"/>
              <a:ext cx="19681" cy="244488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6" name="rc1086"/>
            <p:cNvSpPr/>
            <p:nvPr/>
          </p:nvSpPr>
          <p:spPr>
            <a:xfrm>
              <a:off x="5596324" y="3952685"/>
              <a:ext cx="19681" cy="23714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7" name="rc1087"/>
            <p:cNvSpPr/>
            <p:nvPr/>
          </p:nvSpPr>
          <p:spPr>
            <a:xfrm>
              <a:off x="5618192" y="3935099"/>
              <a:ext cx="19681" cy="268745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8" name="rc1088"/>
            <p:cNvSpPr/>
            <p:nvPr/>
          </p:nvSpPr>
          <p:spPr>
            <a:xfrm>
              <a:off x="5640061" y="3923517"/>
              <a:ext cx="19681" cy="37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9" name="rc1089"/>
            <p:cNvSpPr/>
            <p:nvPr/>
          </p:nvSpPr>
          <p:spPr>
            <a:xfrm>
              <a:off x="5661930" y="4469141"/>
              <a:ext cx="19681" cy="278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0" name="rc1090"/>
            <p:cNvSpPr/>
            <p:nvPr/>
          </p:nvSpPr>
          <p:spPr>
            <a:xfrm>
              <a:off x="5683798" y="3946100"/>
              <a:ext cx="19681" cy="1082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1" name="rc1091"/>
            <p:cNvSpPr/>
            <p:nvPr/>
          </p:nvSpPr>
          <p:spPr>
            <a:xfrm>
              <a:off x="5705667" y="6563104"/>
              <a:ext cx="19681" cy="774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2" name="rc1092"/>
            <p:cNvSpPr/>
            <p:nvPr/>
          </p:nvSpPr>
          <p:spPr>
            <a:xfrm>
              <a:off x="5727536" y="3916759"/>
              <a:ext cx="19681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3" name="rc1093"/>
            <p:cNvSpPr/>
            <p:nvPr/>
          </p:nvSpPr>
          <p:spPr>
            <a:xfrm>
              <a:off x="3387590" y="3916675"/>
              <a:ext cx="19681" cy="273390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4" name="rc1094"/>
            <p:cNvSpPr/>
            <p:nvPr/>
          </p:nvSpPr>
          <p:spPr>
            <a:xfrm>
              <a:off x="3409458" y="3912154"/>
              <a:ext cx="19681" cy="273842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5" name="rc1095"/>
            <p:cNvSpPr/>
            <p:nvPr/>
          </p:nvSpPr>
          <p:spPr>
            <a:xfrm>
              <a:off x="3431327" y="6424532"/>
              <a:ext cx="19681" cy="22604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6" name="rc1096"/>
            <p:cNvSpPr/>
            <p:nvPr/>
          </p:nvSpPr>
          <p:spPr>
            <a:xfrm>
              <a:off x="3453196" y="4003048"/>
              <a:ext cx="19681" cy="264753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7" name="rc1097"/>
            <p:cNvSpPr/>
            <p:nvPr/>
          </p:nvSpPr>
          <p:spPr>
            <a:xfrm>
              <a:off x="3475064" y="4386609"/>
              <a:ext cx="19681" cy="226397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8" name="rc1098"/>
            <p:cNvSpPr/>
            <p:nvPr/>
          </p:nvSpPr>
          <p:spPr>
            <a:xfrm>
              <a:off x="3496933" y="6582161"/>
              <a:ext cx="19681" cy="6842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9" name="rc1099"/>
            <p:cNvSpPr/>
            <p:nvPr/>
          </p:nvSpPr>
          <p:spPr>
            <a:xfrm>
              <a:off x="3518802" y="5787372"/>
              <a:ext cx="19681" cy="86320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0" name="rc1100"/>
            <p:cNvSpPr/>
            <p:nvPr/>
          </p:nvSpPr>
          <p:spPr>
            <a:xfrm>
              <a:off x="3540670" y="5446776"/>
              <a:ext cx="19681" cy="120380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1" name="rc1101"/>
            <p:cNvSpPr/>
            <p:nvPr/>
          </p:nvSpPr>
          <p:spPr>
            <a:xfrm>
              <a:off x="3562539" y="4059961"/>
              <a:ext cx="19681" cy="259062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2" name="rc1102"/>
            <p:cNvSpPr/>
            <p:nvPr/>
          </p:nvSpPr>
          <p:spPr>
            <a:xfrm>
              <a:off x="3584408" y="4542031"/>
              <a:ext cx="19681" cy="210855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3" name="rc1103"/>
            <p:cNvSpPr/>
            <p:nvPr/>
          </p:nvSpPr>
          <p:spPr>
            <a:xfrm>
              <a:off x="3606276" y="4055175"/>
              <a:ext cx="19681" cy="259540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4" name="rc1104"/>
            <p:cNvSpPr/>
            <p:nvPr/>
          </p:nvSpPr>
          <p:spPr>
            <a:xfrm>
              <a:off x="3628145" y="5832522"/>
              <a:ext cx="19681" cy="81806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5" name="rc1105"/>
            <p:cNvSpPr/>
            <p:nvPr/>
          </p:nvSpPr>
          <p:spPr>
            <a:xfrm>
              <a:off x="3650014" y="4553808"/>
              <a:ext cx="19681" cy="209677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6" name="rc1106"/>
            <p:cNvSpPr/>
            <p:nvPr/>
          </p:nvSpPr>
          <p:spPr>
            <a:xfrm>
              <a:off x="3671882" y="6635284"/>
              <a:ext cx="19681" cy="1529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7" name="rc1107"/>
            <p:cNvSpPr/>
            <p:nvPr/>
          </p:nvSpPr>
          <p:spPr>
            <a:xfrm>
              <a:off x="3693751" y="4247733"/>
              <a:ext cx="19681" cy="240284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8" name="rc1108"/>
            <p:cNvSpPr/>
            <p:nvPr/>
          </p:nvSpPr>
          <p:spPr>
            <a:xfrm>
              <a:off x="3715620" y="3914691"/>
              <a:ext cx="19681" cy="273589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9" name="rc1109"/>
            <p:cNvSpPr/>
            <p:nvPr/>
          </p:nvSpPr>
          <p:spPr>
            <a:xfrm>
              <a:off x="3737488" y="6449165"/>
              <a:ext cx="19681" cy="20141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0" name="rc1110"/>
            <p:cNvSpPr/>
            <p:nvPr/>
          </p:nvSpPr>
          <p:spPr>
            <a:xfrm>
              <a:off x="3759357" y="6616802"/>
              <a:ext cx="19681" cy="3378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1" name="rc1111"/>
            <p:cNvSpPr/>
            <p:nvPr/>
          </p:nvSpPr>
          <p:spPr>
            <a:xfrm>
              <a:off x="3781226" y="3930574"/>
              <a:ext cx="19681" cy="272000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2" name="rc1112"/>
            <p:cNvSpPr/>
            <p:nvPr/>
          </p:nvSpPr>
          <p:spPr>
            <a:xfrm>
              <a:off x="3803094" y="3979389"/>
              <a:ext cx="19681" cy="267119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3" name="rc1113"/>
            <p:cNvSpPr/>
            <p:nvPr/>
          </p:nvSpPr>
          <p:spPr>
            <a:xfrm>
              <a:off x="3824963" y="6521893"/>
              <a:ext cx="19681" cy="12868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4" name="rc1114"/>
            <p:cNvSpPr/>
            <p:nvPr/>
          </p:nvSpPr>
          <p:spPr>
            <a:xfrm>
              <a:off x="3846831" y="3920778"/>
              <a:ext cx="19681" cy="272980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5" name="rc1115"/>
            <p:cNvSpPr/>
            <p:nvPr/>
          </p:nvSpPr>
          <p:spPr>
            <a:xfrm>
              <a:off x="3868700" y="6608576"/>
              <a:ext cx="19681" cy="4200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6" name="rc1116"/>
            <p:cNvSpPr/>
            <p:nvPr/>
          </p:nvSpPr>
          <p:spPr>
            <a:xfrm>
              <a:off x="3890569" y="3915017"/>
              <a:ext cx="19681" cy="273556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7" name="rc1117"/>
            <p:cNvSpPr/>
            <p:nvPr/>
          </p:nvSpPr>
          <p:spPr>
            <a:xfrm>
              <a:off x="3912437" y="5760716"/>
              <a:ext cx="19681" cy="88986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8" name="rc1118"/>
            <p:cNvSpPr/>
            <p:nvPr/>
          </p:nvSpPr>
          <p:spPr>
            <a:xfrm>
              <a:off x="3934306" y="5853185"/>
              <a:ext cx="19681" cy="79739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9" name="rc1119"/>
            <p:cNvSpPr/>
            <p:nvPr/>
          </p:nvSpPr>
          <p:spPr>
            <a:xfrm>
              <a:off x="3956175" y="5870292"/>
              <a:ext cx="19681" cy="78029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0" name="rc1120"/>
            <p:cNvSpPr/>
            <p:nvPr/>
          </p:nvSpPr>
          <p:spPr>
            <a:xfrm>
              <a:off x="3978043" y="5789176"/>
              <a:ext cx="19681" cy="86140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1" name="rc1121"/>
            <p:cNvSpPr/>
            <p:nvPr/>
          </p:nvSpPr>
          <p:spPr>
            <a:xfrm>
              <a:off x="3999912" y="6266842"/>
              <a:ext cx="19681" cy="38373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2" name="rc1122"/>
            <p:cNvSpPr/>
            <p:nvPr/>
          </p:nvSpPr>
          <p:spPr>
            <a:xfrm>
              <a:off x="4021781" y="5349590"/>
              <a:ext cx="19681" cy="130099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3" name="rc1123"/>
            <p:cNvSpPr/>
            <p:nvPr/>
          </p:nvSpPr>
          <p:spPr>
            <a:xfrm>
              <a:off x="4043649" y="5824683"/>
              <a:ext cx="19681" cy="82589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4" name="rc1124"/>
            <p:cNvSpPr/>
            <p:nvPr/>
          </p:nvSpPr>
          <p:spPr>
            <a:xfrm>
              <a:off x="4065518" y="5507887"/>
              <a:ext cx="19681" cy="114269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5" name="rc1125"/>
            <p:cNvSpPr/>
            <p:nvPr/>
          </p:nvSpPr>
          <p:spPr>
            <a:xfrm>
              <a:off x="4087387" y="5801705"/>
              <a:ext cx="19681" cy="84887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6" name="rc1126"/>
            <p:cNvSpPr/>
            <p:nvPr/>
          </p:nvSpPr>
          <p:spPr>
            <a:xfrm>
              <a:off x="4109255" y="5726626"/>
              <a:ext cx="19681" cy="92395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7" name="rc1127"/>
            <p:cNvSpPr/>
            <p:nvPr/>
          </p:nvSpPr>
          <p:spPr>
            <a:xfrm>
              <a:off x="4131124" y="5677477"/>
              <a:ext cx="19681" cy="97310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8" name="rc1128"/>
            <p:cNvSpPr/>
            <p:nvPr/>
          </p:nvSpPr>
          <p:spPr>
            <a:xfrm>
              <a:off x="4152993" y="5849639"/>
              <a:ext cx="19681" cy="80094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9" name="rc1129"/>
            <p:cNvSpPr/>
            <p:nvPr/>
          </p:nvSpPr>
          <p:spPr>
            <a:xfrm>
              <a:off x="4174861" y="3909891"/>
              <a:ext cx="19681" cy="274069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0" name="rc1130"/>
            <p:cNvSpPr/>
            <p:nvPr/>
          </p:nvSpPr>
          <p:spPr>
            <a:xfrm>
              <a:off x="4196730" y="6545383"/>
              <a:ext cx="19681" cy="10519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1" name="rc1131"/>
            <p:cNvSpPr/>
            <p:nvPr/>
          </p:nvSpPr>
          <p:spPr>
            <a:xfrm>
              <a:off x="4218599" y="6604567"/>
              <a:ext cx="19681" cy="4601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2" name="rc1132"/>
            <p:cNvSpPr/>
            <p:nvPr/>
          </p:nvSpPr>
          <p:spPr>
            <a:xfrm>
              <a:off x="4240467" y="6173988"/>
              <a:ext cx="19681" cy="47659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3" name="rc1133"/>
            <p:cNvSpPr/>
            <p:nvPr/>
          </p:nvSpPr>
          <p:spPr>
            <a:xfrm>
              <a:off x="4262336" y="6626236"/>
              <a:ext cx="19681" cy="2434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4" name="rc1134"/>
            <p:cNvSpPr/>
            <p:nvPr/>
          </p:nvSpPr>
          <p:spPr>
            <a:xfrm>
              <a:off x="4284205" y="3969550"/>
              <a:ext cx="19681" cy="268103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5" name="rc1135"/>
            <p:cNvSpPr/>
            <p:nvPr/>
          </p:nvSpPr>
          <p:spPr>
            <a:xfrm>
              <a:off x="4306073" y="3911914"/>
              <a:ext cx="19681" cy="273866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6" name="rc1136"/>
            <p:cNvSpPr/>
            <p:nvPr/>
          </p:nvSpPr>
          <p:spPr>
            <a:xfrm>
              <a:off x="4327942" y="3938199"/>
              <a:ext cx="19681" cy="271238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7" name="rc1137"/>
            <p:cNvSpPr/>
            <p:nvPr/>
          </p:nvSpPr>
          <p:spPr>
            <a:xfrm>
              <a:off x="4349811" y="3932758"/>
              <a:ext cx="19681" cy="271782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8" name="rc1138"/>
            <p:cNvSpPr/>
            <p:nvPr/>
          </p:nvSpPr>
          <p:spPr>
            <a:xfrm>
              <a:off x="4371679" y="6606819"/>
              <a:ext cx="19681" cy="4376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9" name="rc1139"/>
            <p:cNvSpPr/>
            <p:nvPr/>
          </p:nvSpPr>
          <p:spPr>
            <a:xfrm>
              <a:off x="4393548" y="4108189"/>
              <a:ext cx="19681" cy="254239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0" name="rc1140"/>
            <p:cNvSpPr/>
            <p:nvPr/>
          </p:nvSpPr>
          <p:spPr>
            <a:xfrm>
              <a:off x="4415416" y="3909965"/>
              <a:ext cx="19681" cy="274061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1" name="rc1141"/>
            <p:cNvSpPr/>
            <p:nvPr/>
          </p:nvSpPr>
          <p:spPr>
            <a:xfrm>
              <a:off x="4437285" y="4239268"/>
              <a:ext cx="19681" cy="241131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2" name="rc1142"/>
            <p:cNvSpPr/>
            <p:nvPr/>
          </p:nvSpPr>
          <p:spPr>
            <a:xfrm>
              <a:off x="4459154" y="6246163"/>
              <a:ext cx="19681" cy="40441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3" name="rc1143"/>
            <p:cNvSpPr/>
            <p:nvPr/>
          </p:nvSpPr>
          <p:spPr>
            <a:xfrm>
              <a:off x="4481022" y="3910449"/>
              <a:ext cx="19681" cy="274013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4" name="rc1144"/>
            <p:cNvSpPr/>
            <p:nvPr/>
          </p:nvSpPr>
          <p:spPr>
            <a:xfrm>
              <a:off x="4502891" y="3912079"/>
              <a:ext cx="19681" cy="273850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5" name="rc1145"/>
            <p:cNvSpPr/>
            <p:nvPr/>
          </p:nvSpPr>
          <p:spPr>
            <a:xfrm>
              <a:off x="4524760" y="3920158"/>
              <a:ext cx="19681" cy="273042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6" name="rc1146"/>
            <p:cNvSpPr/>
            <p:nvPr/>
          </p:nvSpPr>
          <p:spPr>
            <a:xfrm>
              <a:off x="4546628" y="4438921"/>
              <a:ext cx="19681" cy="221166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7" name="rc1147"/>
            <p:cNvSpPr/>
            <p:nvPr/>
          </p:nvSpPr>
          <p:spPr>
            <a:xfrm>
              <a:off x="4568497" y="4107679"/>
              <a:ext cx="19681" cy="254290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8" name="rc1148"/>
            <p:cNvSpPr/>
            <p:nvPr/>
          </p:nvSpPr>
          <p:spPr>
            <a:xfrm>
              <a:off x="4590366" y="4156613"/>
              <a:ext cx="19681" cy="249396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9" name="rc1149"/>
            <p:cNvSpPr/>
            <p:nvPr/>
          </p:nvSpPr>
          <p:spPr>
            <a:xfrm>
              <a:off x="4612234" y="4495131"/>
              <a:ext cx="19681" cy="215545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0" name="rc1150"/>
            <p:cNvSpPr/>
            <p:nvPr/>
          </p:nvSpPr>
          <p:spPr>
            <a:xfrm>
              <a:off x="4634103" y="6615014"/>
              <a:ext cx="19681" cy="3556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1" name="rc1151"/>
            <p:cNvSpPr/>
            <p:nvPr/>
          </p:nvSpPr>
          <p:spPr>
            <a:xfrm>
              <a:off x="4655972" y="6643635"/>
              <a:ext cx="19681" cy="694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2" name="rc1152"/>
            <p:cNvSpPr/>
            <p:nvPr/>
          </p:nvSpPr>
          <p:spPr>
            <a:xfrm>
              <a:off x="4677840" y="3917438"/>
              <a:ext cx="19681" cy="273314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3" name="rc1153"/>
            <p:cNvSpPr/>
            <p:nvPr/>
          </p:nvSpPr>
          <p:spPr>
            <a:xfrm>
              <a:off x="4699709" y="3916337"/>
              <a:ext cx="19681" cy="273424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4" name="rc1154"/>
            <p:cNvSpPr/>
            <p:nvPr/>
          </p:nvSpPr>
          <p:spPr>
            <a:xfrm>
              <a:off x="4721578" y="3933955"/>
              <a:ext cx="19681" cy="271662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5" name="rc1155"/>
            <p:cNvSpPr/>
            <p:nvPr/>
          </p:nvSpPr>
          <p:spPr>
            <a:xfrm>
              <a:off x="4743446" y="3921012"/>
              <a:ext cx="19681" cy="272956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6" name="rc1156"/>
            <p:cNvSpPr/>
            <p:nvPr/>
          </p:nvSpPr>
          <p:spPr>
            <a:xfrm>
              <a:off x="4765315" y="3934365"/>
              <a:ext cx="19681" cy="271621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7" name="rc1157"/>
            <p:cNvSpPr/>
            <p:nvPr/>
          </p:nvSpPr>
          <p:spPr>
            <a:xfrm>
              <a:off x="4787184" y="6647087"/>
              <a:ext cx="19681" cy="349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8" name="rc1158"/>
            <p:cNvSpPr/>
            <p:nvPr/>
          </p:nvSpPr>
          <p:spPr>
            <a:xfrm>
              <a:off x="4809052" y="4181680"/>
              <a:ext cx="19681" cy="246890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9" name="rc1159"/>
            <p:cNvSpPr/>
            <p:nvPr/>
          </p:nvSpPr>
          <p:spPr>
            <a:xfrm>
              <a:off x="4830921" y="5644183"/>
              <a:ext cx="19681" cy="100639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0" name="rc1160"/>
            <p:cNvSpPr/>
            <p:nvPr/>
          </p:nvSpPr>
          <p:spPr>
            <a:xfrm>
              <a:off x="4852790" y="5238107"/>
              <a:ext cx="19681" cy="141247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1" name="rc1161"/>
            <p:cNvSpPr/>
            <p:nvPr/>
          </p:nvSpPr>
          <p:spPr>
            <a:xfrm>
              <a:off x="4874658" y="3932414"/>
              <a:ext cx="19681" cy="271816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2" name="rc1162"/>
            <p:cNvSpPr/>
            <p:nvPr/>
          </p:nvSpPr>
          <p:spPr>
            <a:xfrm>
              <a:off x="4896527" y="3919170"/>
              <a:ext cx="19681" cy="273141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3" name="rc1163"/>
            <p:cNvSpPr/>
            <p:nvPr/>
          </p:nvSpPr>
          <p:spPr>
            <a:xfrm>
              <a:off x="4918395" y="5068329"/>
              <a:ext cx="19681" cy="158225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4" name="rc1164"/>
            <p:cNvSpPr/>
            <p:nvPr/>
          </p:nvSpPr>
          <p:spPr>
            <a:xfrm>
              <a:off x="4940264" y="4645833"/>
              <a:ext cx="19681" cy="200474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5" name="rc1165"/>
            <p:cNvSpPr/>
            <p:nvPr/>
          </p:nvSpPr>
          <p:spPr>
            <a:xfrm>
              <a:off x="4962133" y="4042238"/>
              <a:ext cx="19681" cy="260834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6" name="rc1166"/>
            <p:cNvSpPr/>
            <p:nvPr/>
          </p:nvSpPr>
          <p:spPr>
            <a:xfrm>
              <a:off x="4984001" y="6642255"/>
              <a:ext cx="19681" cy="832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7" name="rc1167"/>
            <p:cNvSpPr/>
            <p:nvPr/>
          </p:nvSpPr>
          <p:spPr>
            <a:xfrm>
              <a:off x="5005870" y="3922634"/>
              <a:ext cx="19681" cy="272794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8" name="rc1168"/>
            <p:cNvSpPr/>
            <p:nvPr/>
          </p:nvSpPr>
          <p:spPr>
            <a:xfrm>
              <a:off x="5027739" y="3997005"/>
              <a:ext cx="19681" cy="265357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9" name="rc1169"/>
            <p:cNvSpPr/>
            <p:nvPr/>
          </p:nvSpPr>
          <p:spPr>
            <a:xfrm>
              <a:off x="5049607" y="4273811"/>
              <a:ext cx="19681" cy="237677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0" name="rc1170"/>
            <p:cNvSpPr/>
            <p:nvPr/>
          </p:nvSpPr>
          <p:spPr>
            <a:xfrm>
              <a:off x="5071476" y="5674196"/>
              <a:ext cx="19681" cy="97638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1" name="rc1171"/>
            <p:cNvSpPr/>
            <p:nvPr/>
          </p:nvSpPr>
          <p:spPr>
            <a:xfrm>
              <a:off x="5093345" y="3963756"/>
              <a:ext cx="19681" cy="268682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2" name="rc1172"/>
            <p:cNvSpPr/>
            <p:nvPr/>
          </p:nvSpPr>
          <p:spPr>
            <a:xfrm>
              <a:off x="5115213" y="3918613"/>
              <a:ext cx="19681" cy="273196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3" name="rc1173"/>
            <p:cNvSpPr/>
            <p:nvPr/>
          </p:nvSpPr>
          <p:spPr>
            <a:xfrm>
              <a:off x="5137082" y="5147344"/>
              <a:ext cx="19681" cy="150323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4" name="rc1174"/>
            <p:cNvSpPr/>
            <p:nvPr/>
          </p:nvSpPr>
          <p:spPr>
            <a:xfrm>
              <a:off x="5158951" y="4187484"/>
              <a:ext cx="19681" cy="246309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5" name="rc1175"/>
            <p:cNvSpPr/>
            <p:nvPr/>
          </p:nvSpPr>
          <p:spPr>
            <a:xfrm>
              <a:off x="5180819" y="5655760"/>
              <a:ext cx="19681" cy="99482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6" name="rc1176"/>
            <p:cNvSpPr/>
            <p:nvPr/>
          </p:nvSpPr>
          <p:spPr>
            <a:xfrm>
              <a:off x="5202688" y="3980932"/>
              <a:ext cx="19681" cy="266964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7" name="rc1177"/>
            <p:cNvSpPr/>
            <p:nvPr/>
          </p:nvSpPr>
          <p:spPr>
            <a:xfrm>
              <a:off x="5224557" y="5818901"/>
              <a:ext cx="19681" cy="83168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8" name="rc1178"/>
            <p:cNvSpPr/>
            <p:nvPr/>
          </p:nvSpPr>
          <p:spPr>
            <a:xfrm>
              <a:off x="5246425" y="3916678"/>
              <a:ext cx="19681" cy="273390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9" name="rc1179"/>
            <p:cNvSpPr/>
            <p:nvPr/>
          </p:nvSpPr>
          <p:spPr>
            <a:xfrm>
              <a:off x="5268294" y="3915664"/>
              <a:ext cx="19681" cy="273491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0" name="rc1180"/>
            <p:cNvSpPr/>
            <p:nvPr/>
          </p:nvSpPr>
          <p:spPr>
            <a:xfrm>
              <a:off x="5290163" y="5189621"/>
              <a:ext cx="19681" cy="146096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1" name="rc1181"/>
            <p:cNvSpPr/>
            <p:nvPr/>
          </p:nvSpPr>
          <p:spPr>
            <a:xfrm>
              <a:off x="5312031" y="4855096"/>
              <a:ext cx="19681" cy="179548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2" name="rc1182"/>
            <p:cNvSpPr/>
            <p:nvPr/>
          </p:nvSpPr>
          <p:spPr>
            <a:xfrm>
              <a:off x="5333900" y="6648764"/>
              <a:ext cx="19681" cy="181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3" name="rc1183"/>
            <p:cNvSpPr/>
            <p:nvPr/>
          </p:nvSpPr>
          <p:spPr>
            <a:xfrm>
              <a:off x="5355769" y="6639577"/>
              <a:ext cx="19681" cy="1100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4" name="rc1184"/>
            <p:cNvSpPr/>
            <p:nvPr/>
          </p:nvSpPr>
          <p:spPr>
            <a:xfrm>
              <a:off x="5377637" y="4988910"/>
              <a:ext cx="19681" cy="166167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5" name="rc1185"/>
            <p:cNvSpPr/>
            <p:nvPr/>
          </p:nvSpPr>
          <p:spPr>
            <a:xfrm>
              <a:off x="5399506" y="6643932"/>
              <a:ext cx="19681" cy="665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6" name="rc1186"/>
            <p:cNvSpPr/>
            <p:nvPr/>
          </p:nvSpPr>
          <p:spPr>
            <a:xfrm>
              <a:off x="5421375" y="4483144"/>
              <a:ext cx="19681" cy="216743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7" name="rc1187"/>
            <p:cNvSpPr/>
            <p:nvPr/>
          </p:nvSpPr>
          <p:spPr>
            <a:xfrm>
              <a:off x="5443243" y="5509024"/>
              <a:ext cx="19681" cy="114155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8" name="rc1188"/>
            <p:cNvSpPr/>
            <p:nvPr/>
          </p:nvSpPr>
          <p:spPr>
            <a:xfrm>
              <a:off x="5465112" y="4400085"/>
              <a:ext cx="19681" cy="225049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9" name="rc1189"/>
            <p:cNvSpPr/>
            <p:nvPr/>
          </p:nvSpPr>
          <p:spPr>
            <a:xfrm>
              <a:off x="5486980" y="3929695"/>
              <a:ext cx="19681" cy="272088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0" name="rc1190"/>
            <p:cNvSpPr/>
            <p:nvPr/>
          </p:nvSpPr>
          <p:spPr>
            <a:xfrm>
              <a:off x="5508849" y="3914787"/>
              <a:ext cx="19681" cy="273579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1" name="rc1191"/>
            <p:cNvSpPr/>
            <p:nvPr/>
          </p:nvSpPr>
          <p:spPr>
            <a:xfrm>
              <a:off x="5530718" y="6628071"/>
              <a:ext cx="19681" cy="2251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2" name="rc1192"/>
            <p:cNvSpPr/>
            <p:nvPr/>
          </p:nvSpPr>
          <p:spPr>
            <a:xfrm>
              <a:off x="5552586" y="6648081"/>
              <a:ext cx="19681" cy="250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3" name="rc1193"/>
            <p:cNvSpPr/>
            <p:nvPr/>
          </p:nvSpPr>
          <p:spPr>
            <a:xfrm>
              <a:off x="5574455" y="6369690"/>
              <a:ext cx="19681" cy="28089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4" name="rc1194"/>
            <p:cNvSpPr/>
            <p:nvPr/>
          </p:nvSpPr>
          <p:spPr>
            <a:xfrm>
              <a:off x="5596324" y="4189833"/>
              <a:ext cx="19681" cy="246074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5" name="rc1195"/>
            <p:cNvSpPr/>
            <p:nvPr/>
          </p:nvSpPr>
          <p:spPr>
            <a:xfrm>
              <a:off x="5618192" y="6622553"/>
              <a:ext cx="19681" cy="2802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6" name="rc1196"/>
            <p:cNvSpPr/>
            <p:nvPr/>
          </p:nvSpPr>
          <p:spPr>
            <a:xfrm>
              <a:off x="5640061" y="3923894"/>
              <a:ext cx="19681" cy="272668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7" name="rc1197"/>
            <p:cNvSpPr/>
            <p:nvPr/>
          </p:nvSpPr>
          <p:spPr>
            <a:xfrm>
              <a:off x="5661930" y="4471921"/>
              <a:ext cx="19681" cy="217866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8" name="rc1198"/>
            <p:cNvSpPr/>
            <p:nvPr/>
          </p:nvSpPr>
          <p:spPr>
            <a:xfrm>
              <a:off x="5683798" y="3956928"/>
              <a:ext cx="19681" cy="269365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9" name="rc1199"/>
            <p:cNvSpPr/>
            <p:nvPr/>
          </p:nvSpPr>
          <p:spPr>
            <a:xfrm>
              <a:off x="5705667" y="6570851"/>
              <a:ext cx="19681" cy="797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0" name="rc1200"/>
            <p:cNvSpPr/>
            <p:nvPr/>
          </p:nvSpPr>
          <p:spPr>
            <a:xfrm>
              <a:off x="5727536" y="3916759"/>
              <a:ext cx="19681" cy="273382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1" name="rc1201"/>
            <p:cNvSpPr/>
            <p:nvPr/>
          </p:nvSpPr>
          <p:spPr>
            <a:xfrm>
              <a:off x="5801108" y="3906567"/>
              <a:ext cx="1557048" cy="27442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2" name="pl1202"/>
            <p:cNvSpPr/>
            <p:nvPr/>
          </p:nvSpPr>
          <p:spPr>
            <a:xfrm>
              <a:off x="5801108" y="6650582"/>
              <a:ext cx="1557048" cy="0"/>
            </a:xfrm>
            <a:custGeom>
              <a:avLst/>
              <a:pathLst>
                <a:path w="1557048" h="0">
                  <a:moveTo>
                    <a:pt x="0" y="0"/>
                  </a:moveTo>
                  <a:lnTo>
                    <a:pt x="1557048" y="0"/>
                  </a:lnTo>
                  <a:lnTo>
                    <a:pt x="1557048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l1203"/>
            <p:cNvSpPr/>
            <p:nvPr/>
          </p:nvSpPr>
          <p:spPr>
            <a:xfrm>
              <a:off x="5801108" y="5964647"/>
              <a:ext cx="1557048" cy="0"/>
            </a:xfrm>
            <a:custGeom>
              <a:avLst/>
              <a:pathLst>
                <a:path w="1557048" h="0">
                  <a:moveTo>
                    <a:pt x="0" y="0"/>
                  </a:moveTo>
                  <a:lnTo>
                    <a:pt x="1557048" y="0"/>
                  </a:lnTo>
                  <a:lnTo>
                    <a:pt x="1557048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l1204"/>
            <p:cNvSpPr/>
            <p:nvPr/>
          </p:nvSpPr>
          <p:spPr>
            <a:xfrm>
              <a:off x="5801108" y="5278712"/>
              <a:ext cx="1557048" cy="0"/>
            </a:xfrm>
            <a:custGeom>
              <a:avLst/>
              <a:pathLst>
                <a:path w="1557048" h="0">
                  <a:moveTo>
                    <a:pt x="0" y="0"/>
                  </a:moveTo>
                  <a:lnTo>
                    <a:pt x="1557048" y="0"/>
                  </a:lnTo>
                  <a:lnTo>
                    <a:pt x="1557048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l1205"/>
            <p:cNvSpPr/>
            <p:nvPr/>
          </p:nvSpPr>
          <p:spPr>
            <a:xfrm>
              <a:off x="5801108" y="4592777"/>
              <a:ext cx="1557048" cy="0"/>
            </a:xfrm>
            <a:custGeom>
              <a:avLst/>
              <a:pathLst>
                <a:path w="1557048" h="0">
                  <a:moveTo>
                    <a:pt x="0" y="0"/>
                  </a:moveTo>
                  <a:lnTo>
                    <a:pt x="1557048" y="0"/>
                  </a:lnTo>
                  <a:lnTo>
                    <a:pt x="1557048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l1206"/>
            <p:cNvSpPr/>
            <p:nvPr/>
          </p:nvSpPr>
          <p:spPr>
            <a:xfrm>
              <a:off x="5801108" y="3906842"/>
              <a:ext cx="1557048" cy="0"/>
            </a:xfrm>
            <a:custGeom>
              <a:avLst/>
              <a:pathLst>
                <a:path w="1557048" h="0">
                  <a:moveTo>
                    <a:pt x="0" y="0"/>
                  </a:moveTo>
                  <a:lnTo>
                    <a:pt x="1557048" y="0"/>
                  </a:lnTo>
                  <a:lnTo>
                    <a:pt x="1557048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l1207"/>
            <p:cNvSpPr/>
            <p:nvPr/>
          </p:nvSpPr>
          <p:spPr>
            <a:xfrm>
              <a:off x="581422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l1208"/>
            <p:cNvSpPr/>
            <p:nvPr/>
          </p:nvSpPr>
          <p:spPr>
            <a:xfrm>
              <a:off x="583609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l1209"/>
            <p:cNvSpPr/>
            <p:nvPr/>
          </p:nvSpPr>
          <p:spPr>
            <a:xfrm>
              <a:off x="585796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l1210"/>
            <p:cNvSpPr/>
            <p:nvPr/>
          </p:nvSpPr>
          <p:spPr>
            <a:xfrm>
              <a:off x="587983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l1211"/>
            <p:cNvSpPr/>
            <p:nvPr/>
          </p:nvSpPr>
          <p:spPr>
            <a:xfrm>
              <a:off x="590170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l1212"/>
            <p:cNvSpPr/>
            <p:nvPr/>
          </p:nvSpPr>
          <p:spPr>
            <a:xfrm>
              <a:off x="592357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l1213"/>
            <p:cNvSpPr/>
            <p:nvPr/>
          </p:nvSpPr>
          <p:spPr>
            <a:xfrm>
              <a:off x="594544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l1214"/>
            <p:cNvSpPr/>
            <p:nvPr/>
          </p:nvSpPr>
          <p:spPr>
            <a:xfrm>
              <a:off x="596731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l1215"/>
            <p:cNvSpPr/>
            <p:nvPr/>
          </p:nvSpPr>
          <p:spPr>
            <a:xfrm>
              <a:off x="598917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l1216"/>
            <p:cNvSpPr/>
            <p:nvPr/>
          </p:nvSpPr>
          <p:spPr>
            <a:xfrm>
              <a:off x="601104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l1217"/>
            <p:cNvSpPr/>
            <p:nvPr/>
          </p:nvSpPr>
          <p:spPr>
            <a:xfrm>
              <a:off x="603291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l1218"/>
            <p:cNvSpPr/>
            <p:nvPr/>
          </p:nvSpPr>
          <p:spPr>
            <a:xfrm>
              <a:off x="605478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l1219"/>
            <p:cNvSpPr/>
            <p:nvPr/>
          </p:nvSpPr>
          <p:spPr>
            <a:xfrm>
              <a:off x="607665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l1220"/>
            <p:cNvSpPr/>
            <p:nvPr/>
          </p:nvSpPr>
          <p:spPr>
            <a:xfrm>
              <a:off x="609852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l1221"/>
            <p:cNvSpPr/>
            <p:nvPr/>
          </p:nvSpPr>
          <p:spPr>
            <a:xfrm>
              <a:off x="612039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l1222"/>
            <p:cNvSpPr/>
            <p:nvPr/>
          </p:nvSpPr>
          <p:spPr>
            <a:xfrm>
              <a:off x="614225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l1223"/>
            <p:cNvSpPr/>
            <p:nvPr/>
          </p:nvSpPr>
          <p:spPr>
            <a:xfrm>
              <a:off x="616412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l1224"/>
            <p:cNvSpPr/>
            <p:nvPr/>
          </p:nvSpPr>
          <p:spPr>
            <a:xfrm>
              <a:off x="618599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l1225"/>
            <p:cNvSpPr/>
            <p:nvPr/>
          </p:nvSpPr>
          <p:spPr>
            <a:xfrm>
              <a:off x="620786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l1226"/>
            <p:cNvSpPr/>
            <p:nvPr/>
          </p:nvSpPr>
          <p:spPr>
            <a:xfrm>
              <a:off x="622973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l1227"/>
            <p:cNvSpPr/>
            <p:nvPr/>
          </p:nvSpPr>
          <p:spPr>
            <a:xfrm>
              <a:off x="625160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l1228"/>
            <p:cNvSpPr/>
            <p:nvPr/>
          </p:nvSpPr>
          <p:spPr>
            <a:xfrm>
              <a:off x="627347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l1229"/>
            <p:cNvSpPr/>
            <p:nvPr/>
          </p:nvSpPr>
          <p:spPr>
            <a:xfrm>
              <a:off x="629534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l1230"/>
            <p:cNvSpPr/>
            <p:nvPr/>
          </p:nvSpPr>
          <p:spPr>
            <a:xfrm>
              <a:off x="631720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l1231"/>
            <p:cNvSpPr/>
            <p:nvPr/>
          </p:nvSpPr>
          <p:spPr>
            <a:xfrm>
              <a:off x="633907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l1232"/>
            <p:cNvSpPr/>
            <p:nvPr/>
          </p:nvSpPr>
          <p:spPr>
            <a:xfrm>
              <a:off x="636094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l1233"/>
            <p:cNvSpPr/>
            <p:nvPr/>
          </p:nvSpPr>
          <p:spPr>
            <a:xfrm>
              <a:off x="638281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l1234"/>
            <p:cNvSpPr/>
            <p:nvPr/>
          </p:nvSpPr>
          <p:spPr>
            <a:xfrm>
              <a:off x="640468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l1235"/>
            <p:cNvSpPr/>
            <p:nvPr/>
          </p:nvSpPr>
          <p:spPr>
            <a:xfrm>
              <a:off x="642655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l1236"/>
            <p:cNvSpPr/>
            <p:nvPr/>
          </p:nvSpPr>
          <p:spPr>
            <a:xfrm>
              <a:off x="644842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l1237"/>
            <p:cNvSpPr/>
            <p:nvPr/>
          </p:nvSpPr>
          <p:spPr>
            <a:xfrm>
              <a:off x="647028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l1238"/>
            <p:cNvSpPr/>
            <p:nvPr/>
          </p:nvSpPr>
          <p:spPr>
            <a:xfrm>
              <a:off x="649215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l1239"/>
            <p:cNvSpPr/>
            <p:nvPr/>
          </p:nvSpPr>
          <p:spPr>
            <a:xfrm>
              <a:off x="651402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l1240"/>
            <p:cNvSpPr/>
            <p:nvPr/>
          </p:nvSpPr>
          <p:spPr>
            <a:xfrm>
              <a:off x="653589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l1241"/>
            <p:cNvSpPr/>
            <p:nvPr/>
          </p:nvSpPr>
          <p:spPr>
            <a:xfrm>
              <a:off x="655776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l1242"/>
            <p:cNvSpPr/>
            <p:nvPr/>
          </p:nvSpPr>
          <p:spPr>
            <a:xfrm>
              <a:off x="657963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l1243"/>
            <p:cNvSpPr/>
            <p:nvPr/>
          </p:nvSpPr>
          <p:spPr>
            <a:xfrm>
              <a:off x="660150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l1244"/>
            <p:cNvSpPr/>
            <p:nvPr/>
          </p:nvSpPr>
          <p:spPr>
            <a:xfrm>
              <a:off x="662336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l1245"/>
            <p:cNvSpPr/>
            <p:nvPr/>
          </p:nvSpPr>
          <p:spPr>
            <a:xfrm>
              <a:off x="664523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l1246"/>
            <p:cNvSpPr/>
            <p:nvPr/>
          </p:nvSpPr>
          <p:spPr>
            <a:xfrm>
              <a:off x="666710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l1247"/>
            <p:cNvSpPr/>
            <p:nvPr/>
          </p:nvSpPr>
          <p:spPr>
            <a:xfrm>
              <a:off x="668897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l1248"/>
            <p:cNvSpPr/>
            <p:nvPr/>
          </p:nvSpPr>
          <p:spPr>
            <a:xfrm>
              <a:off x="671084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l1249"/>
            <p:cNvSpPr/>
            <p:nvPr/>
          </p:nvSpPr>
          <p:spPr>
            <a:xfrm>
              <a:off x="673271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l1250"/>
            <p:cNvSpPr/>
            <p:nvPr/>
          </p:nvSpPr>
          <p:spPr>
            <a:xfrm>
              <a:off x="675458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l1251"/>
            <p:cNvSpPr/>
            <p:nvPr/>
          </p:nvSpPr>
          <p:spPr>
            <a:xfrm>
              <a:off x="677645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l1252"/>
            <p:cNvSpPr/>
            <p:nvPr/>
          </p:nvSpPr>
          <p:spPr>
            <a:xfrm>
              <a:off x="679831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l1253"/>
            <p:cNvSpPr/>
            <p:nvPr/>
          </p:nvSpPr>
          <p:spPr>
            <a:xfrm>
              <a:off x="682018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l1254"/>
            <p:cNvSpPr/>
            <p:nvPr/>
          </p:nvSpPr>
          <p:spPr>
            <a:xfrm>
              <a:off x="684205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l1255"/>
            <p:cNvSpPr/>
            <p:nvPr/>
          </p:nvSpPr>
          <p:spPr>
            <a:xfrm>
              <a:off x="686392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l1256"/>
            <p:cNvSpPr/>
            <p:nvPr/>
          </p:nvSpPr>
          <p:spPr>
            <a:xfrm>
              <a:off x="688579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l1257"/>
            <p:cNvSpPr/>
            <p:nvPr/>
          </p:nvSpPr>
          <p:spPr>
            <a:xfrm>
              <a:off x="690766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l1258"/>
            <p:cNvSpPr/>
            <p:nvPr/>
          </p:nvSpPr>
          <p:spPr>
            <a:xfrm>
              <a:off x="692953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l1259"/>
            <p:cNvSpPr/>
            <p:nvPr/>
          </p:nvSpPr>
          <p:spPr>
            <a:xfrm>
              <a:off x="695139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l1260"/>
            <p:cNvSpPr/>
            <p:nvPr/>
          </p:nvSpPr>
          <p:spPr>
            <a:xfrm>
              <a:off x="697326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l1261"/>
            <p:cNvSpPr/>
            <p:nvPr/>
          </p:nvSpPr>
          <p:spPr>
            <a:xfrm>
              <a:off x="699513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l1262"/>
            <p:cNvSpPr/>
            <p:nvPr/>
          </p:nvSpPr>
          <p:spPr>
            <a:xfrm>
              <a:off x="701700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l1263"/>
            <p:cNvSpPr/>
            <p:nvPr/>
          </p:nvSpPr>
          <p:spPr>
            <a:xfrm>
              <a:off x="703887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l1264"/>
            <p:cNvSpPr/>
            <p:nvPr/>
          </p:nvSpPr>
          <p:spPr>
            <a:xfrm>
              <a:off x="706074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l1265"/>
            <p:cNvSpPr/>
            <p:nvPr/>
          </p:nvSpPr>
          <p:spPr>
            <a:xfrm>
              <a:off x="708261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l1266"/>
            <p:cNvSpPr/>
            <p:nvPr/>
          </p:nvSpPr>
          <p:spPr>
            <a:xfrm>
              <a:off x="710448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l1267"/>
            <p:cNvSpPr/>
            <p:nvPr/>
          </p:nvSpPr>
          <p:spPr>
            <a:xfrm>
              <a:off x="712634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l1268"/>
            <p:cNvSpPr/>
            <p:nvPr/>
          </p:nvSpPr>
          <p:spPr>
            <a:xfrm>
              <a:off x="714821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l1269"/>
            <p:cNvSpPr/>
            <p:nvPr/>
          </p:nvSpPr>
          <p:spPr>
            <a:xfrm>
              <a:off x="717008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l1270"/>
            <p:cNvSpPr/>
            <p:nvPr/>
          </p:nvSpPr>
          <p:spPr>
            <a:xfrm>
              <a:off x="719195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l1271"/>
            <p:cNvSpPr/>
            <p:nvPr/>
          </p:nvSpPr>
          <p:spPr>
            <a:xfrm>
              <a:off x="721382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l1272"/>
            <p:cNvSpPr/>
            <p:nvPr/>
          </p:nvSpPr>
          <p:spPr>
            <a:xfrm>
              <a:off x="723569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l1273"/>
            <p:cNvSpPr/>
            <p:nvPr/>
          </p:nvSpPr>
          <p:spPr>
            <a:xfrm>
              <a:off x="725756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l1274"/>
            <p:cNvSpPr/>
            <p:nvPr/>
          </p:nvSpPr>
          <p:spPr>
            <a:xfrm>
              <a:off x="727942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l1275"/>
            <p:cNvSpPr/>
            <p:nvPr/>
          </p:nvSpPr>
          <p:spPr>
            <a:xfrm>
              <a:off x="730129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l1276"/>
            <p:cNvSpPr/>
            <p:nvPr/>
          </p:nvSpPr>
          <p:spPr>
            <a:xfrm>
              <a:off x="732316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l1277"/>
            <p:cNvSpPr/>
            <p:nvPr/>
          </p:nvSpPr>
          <p:spPr>
            <a:xfrm>
              <a:off x="734503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rc1278"/>
            <p:cNvSpPr/>
            <p:nvPr/>
          </p:nvSpPr>
          <p:spPr>
            <a:xfrm>
              <a:off x="5804388" y="3906842"/>
              <a:ext cx="19681" cy="35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9" name="rc1279"/>
            <p:cNvSpPr/>
            <p:nvPr/>
          </p:nvSpPr>
          <p:spPr>
            <a:xfrm>
              <a:off x="5826257" y="3906842"/>
              <a:ext cx="19681" cy="676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0" name="rc1280"/>
            <p:cNvSpPr/>
            <p:nvPr/>
          </p:nvSpPr>
          <p:spPr>
            <a:xfrm>
              <a:off x="5848126" y="3906842"/>
              <a:ext cx="19681" cy="130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1" name="rc1281"/>
            <p:cNvSpPr/>
            <p:nvPr/>
          </p:nvSpPr>
          <p:spPr>
            <a:xfrm>
              <a:off x="5869994" y="3906842"/>
              <a:ext cx="19681" cy="2007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2" name="rc1282"/>
            <p:cNvSpPr/>
            <p:nvPr/>
          </p:nvSpPr>
          <p:spPr>
            <a:xfrm>
              <a:off x="5891863" y="3906842"/>
              <a:ext cx="19681" cy="116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3" name="rc1283"/>
            <p:cNvSpPr/>
            <p:nvPr/>
          </p:nvSpPr>
          <p:spPr>
            <a:xfrm>
              <a:off x="5913732" y="3906842"/>
              <a:ext cx="19681" cy="45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4" name="rc1284"/>
            <p:cNvSpPr/>
            <p:nvPr/>
          </p:nvSpPr>
          <p:spPr>
            <a:xfrm>
              <a:off x="5935600" y="3906842"/>
              <a:ext cx="19681" cy="128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5" name="rc1285"/>
            <p:cNvSpPr/>
            <p:nvPr/>
          </p:nvSpPr>
          <p:spPr>
            <a:xfrm>
              <a:off x="5957469" y="3906842"/>
              <a:ext cx="19681" cy="51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6" name="rc1286"/>
            <p:cNvSpPr/>
            <p:nvPr/>
          </p:nvSpPr>
          <p:spPr>
            <a:xfrm>
              <a:off x="5979337" y="3906842"/>
              <a:ext cx="19681" cy="48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7" name="rc1287"/>
            <p:cNvSpPr/>
            <p:nvPr/>
          </p:nvSpPr>
          <p:spPr>
            <a:xfrm>
              <a:off x="6001206" y="3906842"/>
              <a:ext cx="19681" cy="2117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8" name="rc1288"/>
            <p:cNvSpPr/>
            <p:nvPr/>
          </p:nvSpPr>
          <p:spPr>
            <a:xfrm>
              <a:off x="6023075" y="3906842"/>
              <a:ext cx="19681" cy="578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9" name="rc1289"/>
            <p:cNvSpPr/>
            <p:nvPr/>
          </p:nvSpPr>
          <p:spPr>
            <a:xfrm>
              <a:off x="6044943" y="3906842"/>
              <a:ext cx="19681" cy="632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0" name="rc1290"/>
            <p:cNvSpPr/>
            <p:nvPr/>
          </p:nvSpPr>
          <p:spPr>
            <a:xfrm>
              <a:off x="6066812" y="3906842"/>
              <a:ext cx="19681" cy="571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1" name="rc1291"/>
            <p:cNvSpPr/>
            <p:nvPr/>
          </p:nvSpPr>
          <p:spPr>
            <a:xfrm>
              <a:off x="6088681" y="3906842"/>
              <a:ext cx="19681" cy="34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2" name="rc1292"/>
            <p:cNvSpPr/>
            <p:nvPr/>
          </p:nvSpPr>
          <p:spPr>
            <a:xfrm>
              <a:off x="6110549" y="3906842"/>
              <a:ext cx="19681" cy="20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3" name="rc1293"/>
            <p:cNvSpPr/>
            <p:nvPr/>
          </p:nvSpPr>
          <p:spPr>
            <a:xfrm>
              <a:off x="6132418" y="3906842"/>
              <a:ext cx="19681" cy="66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4" name="rc1294"/>
            <p:cNvSpPr/>
            <p:nvPr/>
          </p:nvSpPr>
          <p:spPr>
            <a:xfrm>
              <a:off x="6154287" y="3906842"/>
              <a:ext cx="19681" cy="459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5" name="rc1295"/>
            <p:cNvSpPr/>
            <p:nvPr/>
          </p:nvSpPr>
          <p:spPr>
            <a:xfrm>
              <a:off x="6176155" y="3906842"/>
              <a:ext cx="19681" cy="120885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6" name="rc1296"/>
            <p:cNvSpPr/>
            <p:nvPr/>
          </p:nvSpPr>
          <p:spPr>
            <a:xfrm>
              <a:off x="6198024" y="3906842"/>
              <a:ext cx="19681" cy="4055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7" name="rc1297"/>
            <p:cNvSpPr/>
            <p:nvPr/>
          </p:nvSpPr>
          <p:spPr>
            <a:xfrm>
              <a:off x="6219893" y="3906842"/>
              <a:ext cx="19681" cy="707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8" name="rc1298"/>
            <p:cNvSpPr/>
            <p:nvPr/>
          </p:nvSpPr>
          <p:spPr>
            <a:xfrm>
              <a:off x="6241761" y="3906842"/>
              <a:ext cx="19681" cy="331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9" name="rc1299"/>
            <p:cNvSpPr/>
            <p:nvPr/>
          </p:nvSpPr>
          <p:spPr>
            <a:xfrm>
              <a:off x="6263630" y="3906842"/>
              <a:ext cx="19681" cy="24418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0" name="rc1300"/>
            <p:cNvSpPr/>
            <p:nvPr/>
          </p:nvSpPr>
          <p:spPr>
            <a:xfrm>
              <a:off x="6285499" y="3906842"/>
              <a:ext cx="19681" cy="256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1" name="rc1301"/>
            <p:cNvSpPr/>
            <p:nvPr/>
          </p:nvSpPr>
          <p:spPr>
            <a:xfrm>
              <a:off x="6307367" y="3906842"/>
              <a:ext cx="19681" cy="126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2" name="rc1302"/>
            <p:cNvSpPr/>
            <p:nvPr/>
          </p:nvSpPr>
          <p:spPr>
            <a:xfrm>
              <a:off x="6329236" y="3906842"/>
              <a:ext cx="19681" cy="191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3" name="rc1303"/>
            <p:cNvSpPr/>
            <p:nvPr/>
          </p:nvSpPr>
          <p:spPr>
            <a:xfrm>
              <a:off x="6351105" y="3906842"/>
              <a:ext cx="19681" cy="232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4" name="rc1304"/>
            <p:cNvSpPr/>
            <p:nvPr/>
          </p:nvSpPr>
          <p:spPr>
            <a:xfrm>
              <a:off x="6372973" y="3906842"/>
              <a:ext cx="19681" cy="22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5" name="rc1305"/>
            <p:cNvSpPr/>
            <p:nvPr/>
          </p:nvSpPr>
          <p:spPr>
            <a:xfrm>
              <a:off x="6394842" y="3906842"/>
              <a:ext cx="19681" cy="61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6" name="rc1306"/>
            <p:cNvSpPr/>
            <p:nvPr/>
          </p:nvSpPr>
          <p:spPr>
            <a:xfrm>
              <a:off x="6416711" y="3906842"/>
              <a:ext cx="19681" cy="1269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7" name="rc1307"/>
            <p:cNvSpPr/>
            <p:nvPr/>
          </p:nvSpPr>
          <p:spPr>
            <a:xfrm>
              <a:off x="6438579" y="3906842"/>
              <a:ext cx="19681" cy="319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8" name="rc1308"/>
            <p:cNvSpPr/>
            <p:nvPr/>
          </p:nvSpPr>
          <p:spPr>
            <a:xfrm>
              <a:off x="6460448" y="3906842"/>
              <a:ext cx="19681" cy="521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9" name="rc1309"/>
            <p:cNvSpPr/>
            <p:nvPr/>
          </p:nvSpPr>
          <p:spPr>
            <a:xfrm>
              <a:off x="6482317" y="3906842"/>
              <a:ext cx="19681" cy="55347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0" name="rc1310"/>
            <p:cNvSpPr/>
            <p:nvPr/>
          </p:nvSpPr>
          <p:spPr>
            <a:xfrm>
              <a:off x="6504185" y="3906842"/>
              <a:ext cx="19681" cy="3632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1" name="rc1311"/>
            <p:cNvSpPr/>
            <p:nvPr/>
          </p:nvSpPr>
          <p:spPr>
            <a:xfrm>
              <a:off x="6526054" y="3906842"/>
              <a:ext cx="19681" cy="171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2" name="rc1312"/>
            <p:cNvSpPr/>
            <p:nvPr/>
          </p:nvSpPr>
          <p:spPr>
            <a:xfrm>
              <a:off x="6547922" y="3906842"/>
              <a:ext cx="19681" cy="19908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3" name="rc1313"/>
            <p:cNvSpPr/>
            <p:nvPr/>
          </p:nvSpPr>
          <p:spPr>
            <a:xfrm>
              <a:off x="6569791" y="3906842"/>
              <a:ext cx="19681" cy="179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4" name="rc1314"/>
            <p:cNvSpPr/>
            <p:nvPr/>
          </p:nvSpPr>
          <p:spPr>
            <a:xfrm>
              <a:off x="6591660" y="3906842"/>
              <a:ext cx="19681" cy="447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5" name="rc1315"/>
            <p:cNvSpPr/>
            <p:nvPr/>
          </p:nvSpPr>
          <p:spPr>
            <a:xfrm>
              <a:off x="6613528" y="3906842"/>
              <a:ext cx="19681" cy="932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6" name="rc1316"/>
            <p:cNvSpPr/>
            <p:nvPr/>
          </p:nvSpPr>
          <p:spPr>
            <a:xfrm>
              <a:off x="6635397" y="3906842"/>
              <a:ext cx="19681" cy="17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7" name="rc1317"/>
            <p:cNvSpPr/>
            <p:nvPr/>
          </p:nvSpPr>
          <p:spPr>
            <a:xfrm>
              <a:off x="6657266" y="3906842"/>
              <a:ext cx="19681" cy="13717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8" name="rc1318"/>
            <p:cNvSpPr/>
            <p:nvPr/>
          </p:nvSpPr>
          <p:spPr>
            <a:xfrm>
              <a:off x="6679134" y="3906842"/>
              <a:ext cx="19681" cy="735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9" name="rc1319"/>
            <p:cNvSpPr/>
            <p:nvPr/>
          </p:nvSpPr>
          <p:spPr>
            <a:xfrm>
              <a:off x="6701003" y="3906842"/>
              <a:ext cx="19681" cy="611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0" name="rc1320"/>
            <p:cNvSpPr/>
            <p:nvPr/>
          </p:nvSpPr>
          <p:spPr>
            <a:xfrm>
              <a:off x="6722872" y="3906842"/>
              <a:ext cx="19681" cy="1204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1" name="rc1321"/>
            <p:cNvSpPr/>
            <p:nvPr/>
          </p:nvSpPr>
          <p:spPr>
            <a:xfrm>
              <a:off x="6744740" y="3906842"/>
              <a:ext cx="19681" cy="1081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2" name="rc1322"/>
            <p:cNvSpPr/>
            <p:nvPr/>
          </p:nvSpPr>
          <p:spPr>
            <a:xfrm>
              <a:off x="6766609" y="3906842"/>
              <a:ext cx="19681" cy="1408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3" name="rc1323"/>
            <p:cNvSpPr/>
            <p:nvPr/>
          </p:nvSpPr>
          <p:spPr>
            <a:xfrm>
              <a:off x="6788478" y="3906842"/>
              <a:ext cx="19681" cy="802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4" name="rc1324"/>
            <p:cNvSpPr/>
            <p:nvPr/>
          </p:nvSpPr>
          <p:spPr>
            <a:xfrm>
              <a:off x="6810346" y="3906842"/>
              <a:ext cx="19681" cy="16614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5" name="rc1325"/>
            <p:cNvSpPr/>
            <p:nvPr/>
          </p:nvSpPr>
          <p:spPr>
            <a:xfrm>
              <a:off x="6832215" y="3906842"/>
              <a:ext cx="19681" cy="12382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6" name="rc1326"/>
            <p:cNvSpPr/>
            <p:nvPr/>
          </p:nvSpPr>
          <p:spPr>
            <a:xfrm>
              <a:off x="6854084" y="3906842"/>
              <a:ext cx="19681" cy="1241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7" name="rc1327"/>
            <p:cNvSpPr/>
            <p:nvPr/>
          </p:nvSpPr>
          <p:spPr>
            <a:xfrm>
              <a:off x="6875952" y="3906842"/>
              <a:ext cx="19681" cy="686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8" name="rc1328"/>
            <p:cNvSpPr/>
            <p:nvPr/>
          </p:nvSpPr>
          <p:spPr>
            <a:xfrm>
              <a:off x="6897821" y="3906842"/>
              <a:ext cx="19681" cy="2276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9" name="rc1329"/>
            <p:cNvSpPr/>
            <p:nvPr/>
          </p:nvSpPr>
          <p:spPr>
            <a:xfrm>
              <a:off x="6919690" y="3906842"/>
              <a:ext cx="19681" cy="896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0" name="rc1330"/>
            <p:cNvSpPr/>
            <p:nvPr/>
          </p:nvSpPr>
          <p:spPr>
            <a:xfrm>
              <a:off x="6941558" y="3906842"/>
              <a:ext cx="19681" cy="859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1" name="rc1331"/>
            <p:cNvSpPr/>
            <p:nvPr/>
          </p:nvSpPr>
          <p:spPr>
            <a:xfrm>
              <a:off x="6963427" y="3906842"/>
              <a:ext cx="19681" cy="1505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2" name="rc1332"/>
            <p:cNvSpPr/>
            <p:nvPr/>
          </p:nvSpPr>
          <p:spPr>
            <a:xfrm>
              <a:off x="6985296" y="3906842"/>
              <a:ext cx="19681" cy="29525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3" name="rc1333"/>
            <p:cNvSpPr/>
            <p:nvPr/>
          </p:nvSpPr>
          <p:spPr>
            <a:xfrm>
              <a:off x="7007164" y="3906842"/>
              <a:ext cx="19681" cy="772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4" name="rc1334"/>
            <p:cNvSpPr/>
            <p:nvPr/>
          </p:nvSpPr>
          <p:spPr>
            <a:xfrm>
              <a:off x="7029033" y="3906842"/>
              <a:ext cx="19681" cy="1509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5" name="rc1335"/>
            <p:cNvSpPr/>
            <p:nvPr/>
          </p:nvSpPr>
          <p:spPr>
            <a:xfrm>
              <a:off x="7050901" y="3906842"/>
              <a:ext cx="19681" cy="238770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6" name="rc1336"/>
            <p:cNvSpPr/>
            <p:nvPr/>
          </p:nvSpPr>
          <p:spPr>
            <a:xfrm>
              <a:off x="7072770" y="3906842"/>
              <a:ext cx="19681" cy="19047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7" name="rc1337"/>
            <p:cNvSpPr/>
            <p:nvPr/>
          </p:nvSpPr>
          <p:spPr>
            <a:xfrm>
              <a:off x="7094639" y="3906842"/>
              <a:ext cx="19681" cy="1401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8" name="rc1338"/>
            <p:cNvSpPr/>
            <p:nvPr/>
          </p:nvSpPr>
          <p:spPr>
            <a:xfrm>
              <a:off x="7116507" y="3906842"/>
              <a:ext cx="19681" cy="1413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9" name="rc1339"/>
            <p:cNvSpPr/>
            <p:nvPr/>
          </p:nvSpPr>
          <p:spPr>
            <a:xfrm>
              <a:off x="7138376" y="3906842"/>
              <a:ext cx="19681" cy="880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0" name="rc1340"/>
            <p:cNvSpPr/>
            <p:nvPr/>
          </p:nvSpPr>
          <p:spPr>
            <a:xfrm>
              <a:off x="7160245" y="3906842"/>
              <a:ext cx="19681" cy="30239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1" name="rc1341"/>
            <p:cNvSpPr/>
            <p:nvPr/>
          </p:nvSpPr>
          <p:spPr>
            <a:xfrm>
              <a:off x="7182113" y="3906842"/>
              <a:ext cx="19681" cy="640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2" name="rc1342"/>
            <p:cNvSpPr/>
            <p:nvPr/>
          </p:nvSpPr>
          <p:spPr>
            <a:xfrm>
              <a:off x="7203982" y="3906842"/>
              <a:ext cx="19681" cy="109363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3" name="rc1343"/>
            <p:cNvSpPr/>
            <p:nvPr/>
          </p:nvSpPr>
          <p:spPr>
            <a:xfrm>
              <a:off x="7225851" y="3906842"/>
              <a:ext cx="19681" cy="1288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4" name="rc1344"/>
            <p:cNvSpPr/>
            <p:nvPr/>
          </p:nvSpPr>
          <p:spPr>
            <a:xfrm>
              <a:off x="7247719" y="3906842"/>
              <a:ext cx="19681" cy="1108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5" name="rc1345"/>
            <p:cNvSpPr/>
            <p:nvPr/>
          </p:nvSpPr>
          <p:spPr>
            <a:xfrm>
              <a:off x="7269588" y="3906842"/>
              <a:ext cx="19681" cy="1156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6" name="rc1346"/>
            <p:cNvSpPr/>
            <p:nvPr/>
          </p:nvSpPr>
          <p:spPr>
            <a:xfrm>
              <a:off x="7291457" y="3906842"/>
              <a:ext cx="19681" cy="2442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7" name="rc1347"/>
            <p:cNvSpPr/>
            <p:nvPr/>
          </p:nvSpPr>
          <p:spPr>
            <a:xfrm>
              <a:off x="7313325" y="3906842"/>
              <a:ext cx="19681" cy="1114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8" name="rc1348"/>
            <p:cNvSpPr/>
            <p:nvPr/>
          </p:nvSpPr>
          <p:spPr>
            <a:xfrm>
              <a:off x="7335194" y="3906842"/>
              <a:ext cx="19681" cy="811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9" name="rc1349"/>
            <p:cNvSpPr/>
            <p:nvPr/>
          </p:nvSpPr>
          <p:spPr>
            <a:xfrm>
              <a:off x="5804388" y="3907195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0" name="rc1350"/>
            <p:cNvSpPr/>
            <p:nvPr/>
          </p:nvSpPr>
          <p:spPr>
            <a:xfrm>
              <a:off x="5826257" y="3913608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1" name="rc1351"/>
            <p:cNvSpPr/>
            <p:nvPr/>
          </p:nvSpPr>
          <p:spPr>
            <a:xfrm>
              <a:off x="5848126" y="3908148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2" name="rc1352"/>
            <p:cNvSpPr/>
            <p:nvPr/>
          </p:nvSpPr>
          <p:spPr>
            <a:xfrm>
              <a:off x="5869994" y="3926917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3" name="rc1353"/>
            <p:cNvSpPr/>
            <p:nvPr/>
          </p:nvSpPr>
          <p:spPr>
            <a:xfrm>
              <a:off x="5891863" y="3908008"/>
              <a:ext cx="19681" cy="12020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4" name="rc1354"/>
            <p:cNvSpPr/>
            <p:nvPr/>
          </p:nvSpPr>
          <p:spPr>
            <a:xfrm>
              <a:off x="5913732" y="3907299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5" name="rc1355"/>
            <p:cNvSpPr/>
            <p:nvPr/>
          </p:nvSpPr>
          <p:spPr>
            <a:xfrm>
              <a:off x="5935600" y="3908125"/>
              <a:ext cx="19681" cy="49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6" name="rc1356"/>
            <p:cNvSpPr/>
            <p:nvPr/>
          </p:nvSpPr>
          <p:spPr>
            <a:xfrm>
              <a:off x="5957469" y="3907355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7" name="rc1357"/>
            <p:cNvSpPr/>
            <p:nvPr/>
          </p:nvSpPr>
          <p:spPr>
            <a:xfrm>
              <a:off x="5979337" y="3907330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8" name="rc1358"/>
            <p:cNvSpPr/>
            <p:nvPr/>
          </p:nvSpPr>
          <p:spPr>
            <a:xfrm>
              <a:off x="6001206" y="3928016"/>
              <a:ext cx="19681" cy="11041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9" name="rc1359"/>
            <p:cNvSpPr/>
            <p:nvPr/>
          </p:nvSpPr>
          <p:spPr>
            <a:xfrm>
              <a:off x="6023075" y="3912629"/>
              <a:ext cx="19681" cy="16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0" name="rc1360"/>
            <p:cNvSpPr/>
            <p:nvPr/>
          </p:nvSpPr>
          <p:spPr>
            <a:xfrm>
              <a:off x="6044943" y="3913172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1" name="rc1361"/>
            <p:cNvSpPr/>
            <p:nvPr/>
          </p:nvSpPr>
          <p:spPr>
            <a:xfrm>
              <a:off x="6066812" y="3912555"/>
              <a:ext cx="19681" cy="3097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2" name="rc1362"/>
            <p:cNvSpPr/>
            <p:nvPr/>
          </p:nvSpPr>
          <p:spPr>
            <a:xfrm>
              <a:off x="6088681" y="3907185"/>
              <a:ext cx="19681" cy="2473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3" name="rc1363"/>
            <p:cNvSpPr/>
            <p:nvPr/>
          </p:nvSpPr>
          <p:spPr>
            <a:xfrm>
              <a:off x="6110549" y="3907052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4" name="rc1364"/>
            <p:cNvSpPr/>
            <p:nvPr/>
          </p:nvSpPr>
          <p:spPr>
            <a:xfrm>
              <a:off x="6132418" y="3907504"/>
              <a:ext cx="19681" cy="16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5" name="rc1365"/>
            <p:cNvSpPr/>
            <p:nvPr/>
          </p:nvSpPr>
          <p:spPr>
            <a:xfrm>
              <a:off x="6154287" y="3911438"/>
              <a:ext cx="19681" cy="66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6" name="rc1366"/>
            <p:cNvSpPr/>
            <p:nvPr/>
          </p:nvSpPr>
          <p:spPr>
            <a:xfrm>
              <a:off x="6176155" y="5115693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7" name="rc1367"/>
            <p:cNvSpPr/>
            <p:nvPr/>
          </p:nvSpPr>
          <p:spPr>
            <a:xfrm>
              <a:off x="6198024" y="3947401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8" name="rc1368"/>
            <p:cNvSpPr/>
            <p:nvPr/>
          </p:nvSpPr>
          <p:spPr>
            <a:xfrm>
              <a:off x="6219893" y="3913920"/>
              <a:ext cx="19681" cy="54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9" name="rc1369"/>
            <p:cNvSpPr/>
            <p:nvPr/>
          </p:nvSpPr>
          <p:spPr>
            <a:xfrm>
              <a:off x="6241761" y="3910153"/>
              <a:ext cx="19681" cy="15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0" name="rc1370"/>
            <p:cNvSpPr/>
            <p:nvPr/>
          </p:nvSpPr>
          <p:spPr>
            <a:xfrm>
              <a:off x="6263630" y="4151027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1" name="rc1371"/>
            <p:cNvSpPr/>
            <p:nvPr/>
          </p:nvSpPr>
          <p:spPr>
            <a:xfrm>
              <a:off x="6285499" y="3909407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2" name="rc1372"/>
            <p:cNvSpPr/>
            <p:nvPr/>
          </p:nvSpPr>
          <p:spPr>
            <a:xfrm>
              <a:off x="6307367" y="3908103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3" name="rc1373"/>
            <p:cNvSpPr/>
            <p:nvPr/>
          </p:nvSpPr>
          <p:spPr>
            <a:xfrm>
              <a:off x="6329236" y="3908761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4" name="rc1374"/>
            <p:cNvSpPr/>
            <p:nvPr/>
          </p:nvSpPr>
          <p:spPr>
            <a:xfrm>
              <a:off x="6351105" y="3909164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5" name="rc1375"/>
            <p:cNvSpPr/>
            <p:nvPr/>
          </p:nvSpPr>
          <p:spPr>
            <a:xfrm>
              <a:off x="6372973" y="3907065"/>
              <a:ext cx="19681" cy="11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6" name="rc1376"/>
            <p:cNvSpPr/>
            <p:nvPr/>
          </p:nvSpPr>
          <p:spPr>
            <a:xfrm>
              <a:off x="6394842" y="3907458"/>
              <a:ext cx="19681" cy="314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7" name="rc1377"/>
            <p:cNvSpPr/>
            <p:nvPr/>
          </p:nvSpPr>
          <p:spPr>
            <a:xfrm>
              <a:off x="6416711" y="3919532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8" name="rc1378"/>
            <p:cNvSpPr/>
            <p:nvPr/>
          </p:nvSpPr>
          <p:spPr>
            <a:xfrm>
              <a:off x="6438579" y="3910036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9" name="rc1379"/>
            <p:cNvSpPr/>
            <p:nvPr/>
          </p:nvSpPr>
          <p:spPr>
            <a:xfrm>
              <a:off x="6460448" y="3912061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0" name="rc1380"/>
            <p:cNvSpPr/>
            <p:nvPr/>
          </p:nvSpPr>
          <p:spPr>
            <a:xfrm>
              <a:off x="6482317" y="4460318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1" name="rc1381"/>
            <p:cNvSpPr/>
            <p:nvPr/>
          </p:nvSpPr>
          <p:spPr>
            <a:xfrm>
              <a:off x="6504185" y="3943164"/>
              <a:ext cx="19681" cy="3206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2" name="rc1382"/>
            <p:cNvSpPr/>
            <p:nvPr/>
          </p:nvSpPr>
          <p:spPr>
            <a:xfrm>
              <a:off x="6526054" y="3908556"/>
              <a:ext cx="19681" cy="15053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3" name="rc1383"/>
            <p:cNvSpPr/>
            <p:nvPr/>
          </p:nvSpPr>
          <p:spPr>
            <a:xfrm>
              <a:off x="6547922" y="4105929"/>
              <a:ext cx="19681" cy="24472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4" name="rc1384"/>
            <p:cNvSpPr/>
            <p:nvPr/>
          </p:nvSpPr>
          <p:spPr>
            <a:xfrm>
              <a:off x="6569791" y="3908637"/>
              <a:ext cx="19681" cy="31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5" name="rc1385"/>
            <p:cNvSpPr/>
            <p:nvPr/>
          </p:nvSpPr>
          <p:spPr>
            <a:xfrm>
              <a:off x="6591660" y="3911318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6" name="rc1386"/>
            <p:cNvSpPr/>
            <p:nvPr/>
          </p:nvSpPr>
          <p:spPr>
            <a:xfrm>
              <a:off x="6613528" y="3916172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7" name="rc1387"/>
            <p:cNvSpPr/>
            <p:nvPr/>
          </p:nvSpPr>
          <p:spPr>
            <a:xfrm>
              <a:off x="6635397" y="3907020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8" name="rc1388"/>
            <p:cNvSpPr/>
            <p:nvPr/>
          </p:nvSpPr>
          <p:spPr>
            <a:xfrm>
              <a:off x="6657266" y="4044020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9" name="rc1389"/>
            <p:cNvSpPr/>
            <p:nvPr/>
          </p:nvSpPr>
          <p:spPr>
            <a:xfrm>
              <a:off x="6679134" y="3914196"/>
              <a:ext cx="19681" cy="11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0" name="rc1390"/>
            <p:cNvSpPr/>
            <p:nvPr/>
          </p:nvSpPr>
          <p:spPr>
            <a:xfrm>
              <a:off x="6701003" y="3912960"/>
              <a:ext cx="19681" cy="17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1" name="rc1391"/>
            <p:cNvSpPr/>
            <p:nvPr/>
          </p:nvSpPr>
          <p:spPr>
            <a:xfrm>
              <a:off x="6722872" y="3918890"/>
              <a:ext cx="19681" cy="96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2" name="rc1392"/>
            <p:cNvSpPr/>
            <p:nvPr/>
          </p:nvSpPr>
          <p:spPr>
            <a:xfrm>
              <a:off x="6744740" y="3917661"/>
              <a:ext cx="19681" cy="19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3" name="rc1393"/>
            <p:cNvSpPr/>
            <p:nvPr/>
          </p:nvSpPr>
          <p:spPr>
            <a:xfrm>
              <a:off x="6766609" y="3920924"/>
              <a:ext cx="19681" cy="58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4" name="rc1394"/>
            <p:cNvSpPr/>
            <p:nvPr/>
          </p:nvSpPr>
          <p:spPr>
            <a:xfrm>
              <a:off x="6788478" y="3914868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5" name="rc1395"/>
            <p:cNvSpPr/>
            <p:nvPr/>
          </p:nvSpPr>
          <p:spPr>
            <a:xfrm>
              <a:off x="6810346" y="4072991"/>
              <a:ext cx="19681" cy="2121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6" name="rc1396"/>
            <p:cNvSpPr/>
            <p:nvPr/>
          </p:nvSpPr>
          <p:spPr>
            <a:xfrm>
              <a:off x="6832215" y="4030669"/>
              <a:ext cx="19681" cy="22173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7" name="rc1397"/>
            <p:cNvSpPr/>
            <p:nvPr/>
          </p:nvSpPr>
          <p:spPr>
            <a:xfrm>
              <a:off x="6854084" y="3919253"/>
              <a:ext cx="19681" cy="64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8" name="rc1398"/>
            <p:cNvSpPr/>
            <p:nvPr/>
          </p:nvSpPr>
          <p:spPr>
            <a:xfrm>
              <a:off x="6875952" y="3913710"/>
              <a:ext cx="19681" cy="18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9" name="rc1399"/>
            <p:cNvSpPr/>
            <p:nvPr/>
          </p:nvSpPr>
          <p:spPr>
            <a:xfrm>
              <a:off x="6897821" y="3929603"/>
              <a:ext cx="19681" cy="8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0" name="rc1400"/>
            <p:cNvSpPr/>
            <p:nvPr/>
          </p:nvSpPr>
          <p:spPr>
            <a:xfrm>
              <a:off x="6919690" y="3915810"/>
              <a:ext cx="19681" cy="7148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1" name="rc1401"/>
            <p:cNvSpPr/>
            <p:nvPr/>
          </p:nvSpPr>
          <p:spPr>
            <a:xfrm>
              <a:off x="6941558" y="3915441"/>
              <a:ext cx="19681" cy="12039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2" name="rc1402"/>
            <p:cNvSpPr/>
            <p:nvPr/>
          </p:nvSpPr>
          <p:spPr>
            <a:xfrm>
              <a:off x="6963427" y="3921899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3" name="rc1403"/>
            <p:cNvSpPr/>
            <p:nvPr/>
          </p:nvSpPr>
          <p:spPr>
            <a:xfrm>
              <a:off x="6985296" y="4202097"/>
              <a:ext cx="19681" cy="25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4" name="rc1404"/>
            <p:cNvSpPr/>
            <p:nvPr/>
          </p:nvSpPr>
          <p:spPr>
            <a:xfrm>
              <a:off x="7007164" y="3914567"/>
              <a:ext cx="19681" cy="58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5" name="rc1405"/>
            <p:cNvSpPr/>
            <p:nvPr/>
          </p:nvSpPr>
          <p:spPr>
            <a:xfrm>
              <a:off x="7029033" y="3921939"/>
              <a:ext cx="19681" cy="79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6" name="rc1406"/>
            <p:cNvSpPr/>
            <p:nvPr/>
          </p:nvSpPr>
          <p:spPr>
            <a:xfrm>
              <a:off x="7050901" y="6294546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7" name="rc1407"/>
            <p:cNvSpPr/>
            <p:nvPr/>
          </p:nvSpPr>
          <p:spPr>
            <a:xfrm>
              <a:off x="7072770" y="4097316"/>
              <a:ext cx="19681" cy="265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8" name="rc1408"/>
            <p:cNvSpPr/>
            <p:nvPr/>
          </p:nvSpPr>
          <p:spPr>
            <a:xfrm>
              <a:off x="7094639" y="3920854"/>
              <a:ext cx="19681" cy="261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9" name="rc1409"/>
            <p:cNvSpPr/>
            <p:nvPr/>
          </p:nvSpPr>
          <p:spPr>
            <a:xfrm>
              <a:off x="7116507" y="3920979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0" name="rc1410"/>
            <p:cNvSpPr/>
            <p:nvPr/>
          </p:nvSpPr>
          <p:spPr>
            <a:xfrm>
              <a:off x="7138376" y="3915643"/>
              <a:ext cx="19681" cy="262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1" name="rc1411"/>
            <p:cNvSpPr/>
            <p:nvPr/>
          </p:nvSpPr>
          <p:spPr>
            <a:xfrm>
              <a:off x="7160245" y="4209240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2" name="rc1412"/>
            <p:cNvSpPr/>
            <p:nvPr/>
          </p:nvSpPr>
          <p:spPr>
            <a:xfrm>
              <a:off x="7182113" y="3913249"/>
              <a:ext cx="19681" cy="49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3" name="rc1413"/>
            <p:cNvSpPr/>
            <p:nvPr/>
          </p:nvSpPr>
          <p:spPr>
            <a:xfrm>
              <a:off x="7203982" y="5000481"/>
              <a:ext cx="19681" cy="95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4" name="rc1414"/>
            <p:cNvSpPr/>
            <p:nvPr/>
          </p:nvSpPr>
          <p:spPr>
            <a:xfrm>
              <a:off x="7225851" y="3919726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5" name="rc1415"/>
            <p:cNvSpPr/>
            <p:nvPr/>
          </p:nvSpPr>
          <p:spPr>
            <a:xfrm>
              <a:off x="7247719" y="3917927"/>
              <a:ext cx="19681" cy="28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6" name="rc1416"/>
            <p:cNvSpPr/>
            <p:nvPr/>
          </p:nvSpPr>
          <p:spPr>
            <a:xfrm>
              <a:off x="7269588" y="3918405"/>
              <a:ext cx="19681" cy="18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7" name="rc1417"/>
            <p:cNvSpPr/>
            <p:nvPr/>
          </p:nvSpPr>
          <p:spPr>
            <a:xfrm>
              <a:off x="7291457" y="3931266"/>
              <a:ext cx="19681" cy="20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8" name="rc1418"/>
            <p:cNvSpPr/>
            <p:nvPr/>
          </p:nvSpPr>
          <p:spPr>
            <a:xfrm>
              <a:off x="7313325" y="3917984"/>
              <a:ext cx="19681" cy="84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9" name="rc1419"/>
            <p:cNvSpPr/>
            <p:nvPr/>
          </p:nvSpPr>
          <p:spPr>
            <a:xfrm>
              <a:off x="7335194" y="3914958"/>
              <a:ext cx="19681" cy="201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0" name="rc1420"/>
            <p:cNvSpPr/>
            <p:nvPr/>
          </p:nvSpPr>
          <p:spPr>
            <a:xfrm>
              <a:off x="5804388" y="3907195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1" name="rc1421"/>
            <p:cNvSpPr/>
            <p:nvPr/>
          </p:nvSpPr>
          <p:spPr>
            <a:xfrm>
              <a:off x="5826257" y="3913608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2" name="rc1422"/>
            <p:cNvSpPr/>
            <p:nvPr/>
          </p:nvSpPr>
          <p:spPr>
            <a:xfrm>
              <a:off x="5848126" y="3908148"/>
              <a:ext cx="19681" cy="13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3" name="rc1423"/>
            <p:cNvSpPr/>
            <p:nvPr/>
          </p:nvSpPr>
          <p:spPr>
            <a:xfrm>
              <a:off x="5869994" y="3926917"/>
              <a:ext cx="19681" cy="7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4" name="rc1424"/>
            <p:cNvSpPr/>
            <p:nvPr/>
          </p:nvSpPr>
          <p:spPr>
            <a:xfrm>
              <a:off x="5891863" y="4028214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5" name="rc1425"/>
            <p:cNvSpPr/>
            <p:nvPr/>
          </p:nvSpPr>
          <p:spPr>
            <a:xfrm>
              <a:off x="5913732" y="3907299"/>
              <a:ext cx="19681" cy="28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6" name="rc1426"/>
            <p:cNvSpPr/>
            <p:nvPr/>
          </p:nvSpPr>
          <p:spPr>
            <a:xfrm>
              <a:off x="5935600" y="390861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7" name="rc1427"/>
            <p:cNvSpPr/>
            <p:nvPr/>
          </p:nvSpPr>
          <p:spPr>
            <a:xfrm>
              <a:off x="5957469" y="3907355"/>
              <a:ext cx="19681" cy="17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8" name="rc1428"/>
            <p:cNvSpPr/>
            <p:nvPr/>
          </p:nvSpPr>
          <p:spPr>
            <a:xfrm>
              <a:off x="5979337" y="3907330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9" name="rc1429"/>
            <p:cNvSpPr/>
            <p:nvPr/>
          </p:nvSpPr>
          <p:spPr>
            <a:xfrm>
              <a:off x="6001206" y="4038432"/>
              <a:ext cx="19681" cy="8435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0" name="rc1430"/>
            <p:cNvSpPr/>
            <p:nvPr/>
          </p:nvSpPr>
          <p:spPr>
            <a:xfrm>
              <a:off x="6023075" y="3912792"/>
              <a:ext cx="19681" cy="35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1" name="rc1431"/>
            <p:cNvSpPr/>
            <p:nvPr/>
          </p:nvSpPr>
          <p:spPr>
            <a:xfrm>
              <a:off x="6044943" y="3913172"/>
              <a:ext cx="19681" cy="32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2" name="rc1432"/>
            <p:cNvSpPr/>
            <p:nvPr/>
          </p:nvSpPr>
          <p:spPr>
            <a:xfrm>
              <a:off x="6066812" y="3943531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3" name="rc1433"/>
            <p:cNvSpPr/>
            <p:nvPr/>
          </p:nvSpPr>
          <p:spPr>
            <a:xfrm>
              <a:off x="6088681" y="3931915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4" name="rc1434"/>
            <p:cNvSpPr/>
            <p:nvPr/>
          </p:nvSpPr>
          <p:spPr>
            <a:xfrm>
              <a:off x="6110549" y="3907052"/>
              <a:ext cx="19681" cy="29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5" name="rc1435"/>
            <p:cNvSpPr/>
            <p:nvPr/>
          </p:nvSpPr>
          <p:spPr>
            <a:xfrm>
              <a:off x="6132418" y="3907670"/>
              <a:ext cx="19681" cy="8628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6" name="rc1436"/>
            <p:cNvSpPr/>
            <p:nvPr/>
          </p:nvSpPr>
          <p:spPr>
            <a:xfrm>
              <a:off x="6154287" y="391209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7" name="rc1437"/>
            <p:cNvSpPr/>
            <p:nvPr/>
          </p:nvSpPr>
          <p:spPr>
            <a:xfrm>
              <a:off x="6176155" y="5115693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8" name="rc1438"/>
            <p:cNvSpPr/>
            <p:nvPr/>
          </p:nvSpPr>
          <p:spPr>
            <a:xfrm>
              <a:off x="6198024" y="3947401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9" name="rc1439"/>
            <p:cNvSpPr/>
            <p:nvPr/>
          </p:nvSpPr>
          <p:spPr>
            <a:xfrm>
              <a:off x="6219893" y="3914465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0" name="rc1440"/>
            <p:cNvSpPr/>
            <p:nvPr/>
          </p:nvSpPr>
          <p:spPr>
            <a:xfrm>
              <a:off x="6241761" y="3910311"/>
              <a:ext cx="19681" cy="162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1" name="rc1441"/>
            <p:cNvSpPr/>
            <p:nvPr/>
          </p:nvSpPr>
          <p:spPr>
            <a:xfrm>
              <a:off x="6263630" y="4151027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2" name="rc1442"/>
            <p:cNvSpPr/>
            <p:nvPr/>
          </p:nvSpPr>
          <p:spPr>
            <a:xfrm>
              <a:off x="6285499" y="3909407"/>
              <a:ext cx="19681" cy="14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3" name="rc1443"/>
            <p:cNvSpPr/>
            <p:nvPr/>
          </p:nvSpPr>
          <p:spPr>
            <a:xfrm>
              <a:off x="6307367" y="3908103"/>
              <a:ext cx="19681" cy="29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4" name="rc1444"/>
            <p:cNvSpPr/>
            <p:nvPr/>
          </p:nvSpPr>
          <p:spPr>
            <a:xfrm>
              <a:off x="6329236" y="3908761"/>
              <a:ext cx="19681" cy="23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5" name="rc1445"/>
            <p:cNvSpPr/>
            <p:nvPr/>
          </p:nvSpPr>
          <p:spPr>
            <a:xfrm>
              <a:off x="6351105" y="3909164"/>
              <a:ext cx="19681" cy="12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6" name="rc1446"/>
            <p:cNvSpPr/>
            <p:nvPr/>
          </p:nvSpPr>
          <p:spPr>
            <a:xfrm>
              <a:off x="6372973" y="3907176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7" name="rc1447"/>
            <p:cNvSpPr/>
            <p:nvPr/>
          </p:nvSpPr>
          <p:spPr>
            <a:xfrm>
              <a:off x="6394842" y="3910599"/>
              <a:ext cx="19681" cy="48118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8" name="rc1448"/>
            <p:cNvSpPr/>
            <p:nvPr/>
          </p:nvSpPr>
          <p:spPr>
            <a:xfrm>
              <a:off x="6416711" y="3919532"/>
              <a:ext cx="19681" cy="40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9" name="rc1449"/>
            <p:cNvSpPr/>
            <p:nvPr/>
          </p:nvSpPr>
          <p:spPr>
            <a:xfrm>
              <a:off x="6438579" y="3910036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0" name="rc1450"/>
            <p:cNvSpPr/>
            <p:nvPr/>
          </p:nvSpPr>
          <p:spPr>
            <a:xfrm>
              <a:off x="6460448" y="3912061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1" name="rc1451"/>
            <p:cNvSpPr/>
            <p:nvPr/>
          </p:nvSpPr>
          <p:spPr>
            <a:xfrm>
              <a:off x="6482317" y="4460318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2" name="rc1452"/>
            <p:cNvSpPr/>
            <p:nvPr/>
          </p:nvSpPr>
          <p:spPr>
            <a:xfrm>
              <a:off x="6504185" y="3975234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3" name="rc1453"/>
            <p:cNvSpPr/>
            <p:nvPr/>
          </p:nvSpPr>
          <p:spPr>
            <a:xfrm>
              <a:off x="6526054" y="4059095"/>
              <a:ext cx="19681" cy="40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4" name="rc1454"/>
            <p:cNvSpPr/>
            <p:nvPr/>
          </p:nvSpPr>
          <p:spPr>
            <a:xfrm>
              <a:off x="6547922" y="4350656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5" name="rc1455"/>
            <p:cNvSpPr/>
            <p:nvPr/>
          </p:nvSpPr>
          <p:spPr>
            <a:xfrm>
              <a:off x="6569791" y="390894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6" name="rc1456"/>
            <p:cNvSpPr/>
            <p:nvPr/>
          </p:nvSpPr>
          <p:spPr>
            <a:xfrm>
              <a:off x="6591660" y="3911318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7" name="rc1457"/>
            <p:cNvSpPr/>
            <p:nvPr/>
          </p:nvSpPr>
          <p:spPr>
            <a:xfrm>
              <a:off x="6613528" y="3916172"/>
              <a:ext cx="19681" cy="31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8" name="rc1458"/>
            <p:cNvSpPr/>
            <p:nvPr/>
          </p:nvSpPr>
          <p:spPr>
            <a:xfrm>
              <a:off x="6635397" y="3907020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9" name="rc1459"/>
            <p:cNvSpPr/>
            <p:nvPr/>
          </p:nvSpPr>
          <p:spPr>
            <a:xfrm>
              <a:off x="6657266" y="4044020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0" name="rc1460"/>
            <p:cNvSpPr/>
            <p:nvPr/>
          </p:nvSpPr>
          <p:spPr>
            <a:xfrm>
              <a:off x="6679134" y="3914313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1" name="rc1461"/>
            <p:cNvSpPr/>
            <p:nvPr/>
          </p:nvSpPr>
          <p:spPr>
            <a:xfrm>
              <a:off x="6701003" y="3913138"/>
              <a:ext cx="19681" cy="25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2" name="rc1462"/>
            <p:cNvSpPr/>
            <p:nvPr/>
          </p:nvSpPr>
          <p:spPr>
            <a:xfrm>
              <a:off x="6722872" y="3919859"/>
              <a:ext cx="19681" cy="115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3" name="rc1463"/>
            <p:cNvSpPr/>
            <p:nvPr/>
          </p:nvSpPr>
          <p:spPr>
            <a:xfrm>
              <a:off x="6744740" y="3917853"/>
              <a:ext cx="19681" cy="24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4" name="rc1464"/>
            <p:cNvSpPr/>
            <p:nvPr/>
          </p:nvSpPr>
          <p:spPr>
            <a:xfrm>
              <a:off x="6766609" y="3921509"/>
              <a:ext cx="19681" cy="41061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5" name="rc1465"/>
            <p:cNvSpPr/>
            <p:nvPr/>
          </p:nvSpPr>
          <p:spPr>
            <a:xfrm>
              <a:off x="6788478" y="3914868"/>
              <a:ext cx="19681" cy="17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6" name="rc1466"/>
            <p:cNvSpPr/>
            <p:nvPr/>
          </p:nvSpPr>
          <p:spPr>
            <a:xfrm>
              <a:off x="6810346" y="4094202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7" name="rc1467"/>
            <p:cNvSpPr/>
            <p:nvPr/>
          </p:nvSpPr>
          <p:spPr>
            <a:xfrm>
              <a:off x="6832215" y="4252399"/>
              <a:ext cx="19681" cy="74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8" name="rc1468"/>
            <p:cNvSpPr/>
            <p:nvPr/>
          </p:nvSpPr>
          <p:spPr>
            <a:xfrm>
              <a:off x="6854084" y="3919902"/>
              <a:ext cx="19681" cy="30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9" name="rc1469"/>
            <p:cNvSpPr/>
            <p:nvPr/>
          </p:nvSpPr>
          <p:spPr>
            <a:xfrm>
              <a:off x="6875952" y="3913899"/>
              <a:ext cx="19681" cy="13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0" name="rc1470"/>
            <p:cNvSpPr/>
            <p:nvPr/>
          </p:nvSpPr>
          <p:spPr>
            <a:xfrm>
              <a:off x="6897821" y="3929690"/>
              <a:ext cx="19681" cy="70374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1" name="rc1471"/>
            <p:cNvSpPr/>
            <p:nvPr/>
          </p:nvSpPr>
          <p:spPr>
            <a:xfrm>
              <a:off x="6919690" y="3987298"/>
              <a:ext cx="19681" cy="33093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2" name="rc1472"/>
            <p:cNvSpPr/>
            <p:nvPr/>
          </p:nvSpPr>
          <p:spPr>
            <a:xfrm>
              <a:off x="6941558" y="5119373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3" name="rc1473"/>
            <p:cNvSpPr/>
            <p:nvPr/>
          </p:nvSpPr>
          <p:spPr>
            <a:xfrm>
              <a:off x="6963427" y="392189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4" name="rc1474"/>
            <p:cNvSpPr/>
            <p:nvPr/>
          </p:nvSpPr>
          <p:spPr>
            <a:xfrm>
              <a:off x="6985296" y="4202357"/>
              <a:ext cx="19681" cy="18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5" name="rc1475"/>
            <p:cNvSpPr/>
            <p:nvPr/>
          </p:nvSpPr>
          <p:spPr>
            <a:xfrm>
              <a:off x="7007164" y="3915147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6" name="rc1476"/>
            <p:cNvSpPr/>
            <p:nvPr/>
          </p:nvSpPr>
          <p:spPr>
            <a:xfrm>
              <a:off x="7029033" y="3922735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7" name="rc1477"/>
            <p:cNvSpPr/>
            <p:nvPr/>
          </p:nvSpPr>
          <p:spPr>
            <a:xfrm>
              <a:off x="7050901" y="6294546"/>
              <a:ext cx="19681" cy="18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8" name="rc1478"/>
            <p:cNvSpPr/>
            <p:nvPr/>
          </p:nvSpPr>
          <p:spPr>
            <a:xfrm>
              <a:off x="7072770" y="4099973"/>
              <a:ext cx="19681" cy="10343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9" name="rc1479"/>
            <p:cNvSpPr/>
            <p:nvPr/>
          </p:nvSpPr>
          <p:spPr>
            <a:xfrm>
              <a:off x="7094639" y="3923468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0" name="rc1480"/>
            <p:cNvSpPr/>
            <p:nvPr/>
          </p:nvSpPr>
          <p:spPr>
            <a:xfrm>
              <a:off x="7116507" y="392097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1" name="rc1481"/>
            <p:cNvSpPr/>
            <p:nvPr/>
          </p:nvSpPr>
          <p:spPr>
            <a:xfrm>
              <a:off x="7138376" y="3918269"/>
              <a:ext cx="19681" cy="25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2" name="rc1482"/>
            <p:cNvSpPr/>
            <p:nvPr/>
          </p:nvSpPr>
          <p:spPr>
            <a:xfrm>
              <a:off x="7160245" y="4209240"/>
              <a:ext cx="19681" cy="41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3" name="rc1483"/>
            <p:cNvSpPr/>
            <p:nvPr/>
          </p:nvSpPr>
          <p:spPr>
            <a:xfrm>
              <a:off x="7182113" y="3913746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4" name="rc1484"/>
            <p:cNvSpPr/>
            <p:nvPr/>
          </p:nvSpPr>
          <p:spPr>
            <a:xfrm>
              <a:off x="7203982" y="5001433"/>
              <a:ext cx="19681" cy="40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5" name="rc1485"/>
            <p:cNvSpPr/>
            <p:nvPr/>
          </p:nvSpPr>
          <p:spPr>
            <a:xfrm>
              <a:off x="7225851" y="3919726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6" name="rc1486"/>
            <p:cNvSpPr/>
            <p:nvPr/>
          </p:nvSpPr>
          <p:spPr>
            <a:xfrm>
              <a:off x="7247719" y="3918211"/>
              <a:ext cx="19681" cy="16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7" name="rc1487"/>
            <p:cNvSpPr/>
            <p:nvPr/>
          </p:nvSpPr>
          <p:spPr>
            <a:xfrm>
              <a:off x="7269588" y="3918592"/>
              <a:ext cx="19681" cy="18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8" name="rc1488"/>
            <p:cNvSpPr/>
            <p:nvPr/>
          </p:nvSpPr>
          <p:spPr>
            <a:xfrm>
              <a:off x="7291457" y="3931471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9" name="rc1489"/>
            <p:cNvSpPr/>
            <p:nvPr/>
          </p:nvSpPr>
          <p:spPr>
            <a:xfrm>
              <a:off x="7313325" y="3918828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0" name="rc1490"/>
            <p:cNvSpPr/>
            <p:nvPr/>
          </p:nvSpPr>
          <p:spPr>
            <a:xfrm>
              <a:off x="7335194" y="3916973"/>
              <a:ext cx="19681" cy="33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1" name="rc1491"/>
            <p:cNvSpPr/>
            <p:nvPr/>
          </p:nvSpPr>
          <p:spPr>
            <a:xfrm>
              <a:off x="5804388" y="3907195"/>
              <a:ext cx="19681" cy="30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2" name="rc1492"/>
            <p:cNvSpPr/>
            <p:nvPr/>
          </p:nvSpPr>
          <p:spPr>
            <a:xfrm>
              <a:off x="5826257" y="3913608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3" name="rc1493"/>
            <p:cNvSpPr/>
            <p:nvPr/>
          </p:nvSpPr>
          <p:spPr>
            <a:xfrm>
              <a:off x="5848126" y="3908285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4" name="rc1494"/>
            <p:cNvSpPr/>
            <p:nvPr/>
          </p:nvSpPr>
          <p:spPr>
            <a:xfrm>
              <a:off x="5869994" y="3926993"/>
              <a:ext cx="19681" cy="3865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5" name="rc1495"/>
            <p:cNvSpPr/>
            <p:nvPr/>
          </p:nvSpPr>
          <p:spPr>
            <a:xfrm>
              <a:off x="5891863" y="4028214"/>
              <a:ext cx="19681" cy="84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6" name="rc1496"/>
            <p:cNvSpPr/>
            <p:nvPr/>
          </p:nvSpPr>
          <p:spPr>
            <a:xfrm>
              <a:off x="5913732" y="3907580"/>
              <a:ext cx="19681" cy="24661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7" name="rc1497"/>
            <p:cNvSpPr/>
            <p:nvPr/>
          </p:nvSpPr>
          <p:spPr>
            <a:xfrm>
              <a:off x="5935600" y="3908619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8" name="rc1498"/>
            <p:cNvSpPr/>
            <p:nvPr/>
          </p:nvSpPr>
          <p:spPr>
            <a:xfrm>
              <a:off x="5957469" y="3907526"/>
              <a:ext cx="19681" cy="34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9" name="rc1499"/>
            <p:cNvSpPr/>
            <p:nvPr/>
          </p:nvSpPr>
          <p:spPr>
            <a:xfrm>
              <a:off x="5979337" y="3907330"/>
              <a:ext cx="19681" cy="140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0" name="rc1500"/>
            <p:cNvSpPr/>
            <p:nvPr/>
          </p:nvSpPr>
          <p:spPr>
            <a:xfrm>
              <a:off x="6001206" y="4122785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1" name="rc1501"/>
            <p:cNvSpPr/>
            <p:nvPr/>
          </p:nvSpPr>
          <p:spPr>
            <a:xfrm>
              <a:off x="6023075" y="3913152"/>
              <a:ext cx="19681" cy="156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2" name="rc1502"/>
            <p:cNvSpPr/>
            <p:nvPr/>
          </p:nvSpPr>
          <p:spPr>
            <a:xfrm>
              <a:off x="6044943" y="3913494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3" name="rc1503"/>
            <p:cNvSpPr/>
            <p:nvPr/>
          </p:nvSpPr>
          <p:spPr>
            <a:xfrm>
              <a:off x="6066812" y="3943531"/>
              <a:ext cx="19681" cy="9931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4" name="rc1504"/>
            <p:cNvSpPr/>
            <p:nvPr/>
          </p:nvSpPr>
          <p:spPr>
            <a:xfrm>
              <a:off x="6088681" y="3931915"/>
              <a:ext cx="19681" cy="41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5" name="rc1505"/>
            <p:cNvSpPr/>
            <p:nvPr/>
          </p:nvSpPr>
          <p:spPr>
            <a:xfrm>
              <a:off x="6110549" y="3907352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6" name="rc1506"/>
            <p:cNvSpPr/>
            <p:nvPr/>
          </p:nvSpPr>
          <p:spPr>
            <a:xfrm>
              <a:off x="6132418" y="3993957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7" name="rc1507"/>
            <p:cNvSpPr/>
            <p:nvPr/>
          </p:nvSpPr>
          <p:spPr>
            <a:xfrm>
              <a:off x="6154287" y="3912099"/>
              <a:ext cx="19681" cy="5720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8" name="rc1508"/>
            <p:cNvSpPr/>
            <p:nvPr/>
          </p:nvSpPr>
          <p:spPr>
            <a:xfrm>
              <a:off x="6176155" y="5115693"/>
              <a:ext cx="19681" cy="46899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9" name="rc1509"/>
            <p:cNvSpPr/>
            <p:nvPr/>
          </p:nvSpPr>
          <p:spPr>
            <a:xfrm>
              <a:off x="6198024" y="3947401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0" name="rc1510"/>
            <p:cNvSpPr/>
            <p:nvPr/>
          </p:nvSpPr>
          <p:spPr>
            <a:xfrm>
              <a:off x="6219893" y="3914465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1" name="rc1511"/>
            <p:cNvSpPr/>
            <p:nvPr/>
          </p:nvSpPr>
          <p:spPr>
            <a:xfrm>
              <a:off x="6241761" y="3911941"/>
              <a:ext cx="19681" cy="31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2" name="rc1512"/>
            <p:cNvSpPr/>
            <p:nvPr/>
          </p:nvSpPr>
          <p:spPr>
            <a:xfrm>
              <a:off x="6263630" y="4151027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3" name="rc1513"/>
            <p:cNvSpPr/>
            <p:nvPr/>
          </p:nvSpPr>
          <p:spPr>
            <a:xfrm>
              <a:off x="6285499" y="3909556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4" name="rc1514"/>
            <p:cNvSpPr/>
            <p:nvPr/>
          </p:nvSpPr>
          <p:spPr>
            <a:xfrm>
              <a:off x="6307367" y="3908400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5" name="rc1515"/>
            <p:cNvSpPr/>
            <p:nvPr/>
          </p:nvSpPr>
          <p:spPr>
            <a:xfrm>
              <a:off x="6329236" y="3909001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6" name="rc1516"/>
            <p:cNvSpPr/>
            <p:nvPr/>
          </p:nvSpPr>
          <p:spPr>
            <a:xfrm>
              <a:off x="6351105" y="3909284"/>
              <a:ext cx="19681" cy="180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7" name="rc1517"/>
            <p:cNvSpPr/>
            <p:nvPr/>
          </p:nvSpPr>
          <p:spPr>
            <a:xfrm>
              <a:off x="6372973" y="3907176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8" name="rc1518"/>
            <p:cNvSpPr/>
            <p:nvPr/>
          </p:nvSpPr>
          <p:spPr>
            <a:xfrm>
              <a:off x="6394842" y="4391783"/>
              <a:ext cx="19681" cy="27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9" name="rc1519"/>
            <p:cNvSpPr/>
            <p:nvPr/>
          </p:nvSpPr>
          <p:spPr>
            <a:xfrm>
              <a:off x="6416711" y="3919935"/>
              <a:ext cx="19681" cy="765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0" name="rc1520"/>
            <p:cNvSpPr/>
            <p:nvPr/>
          </p:nvSpPr>
          <p:spPr>
            <a:xfrm>
              <a:off x="6438579" y="3910036"/>
              <a:ext cx="19681" cy="2211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1" name="rc1521"/>
            <p:cNvSpPr/>
            <p:nvPr/>
          </p:nvSpPr>
          <p:spPr>
            <a:xfrm>
              <a:off x="6460448" y="3912061"/>
              <a:ext cx="19681" cy="38552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2" name="rc1522"/>
            <p:cNvSpPr/>
            <p:nvPr/>
          </p:nvSpPr>
          <p:spPr>
            <a:xfrm>
              <a:off x="6482317" y="4460318"/>
              <a:ext cx="19681" cy="5794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3" name="rc1523"/>
            <p:cNvSpPr/>
            <p:nvPr/>
          </p:nvSpPr>
          <p:spPr>
            <a:xfrm>
              <a:off x="6504185" y="3975234"/>
              <a:ext cx="19681" cy="2758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4" name="rc1524"/>
            <p:cNvSpPr/>
            <p:nvPr/>
          </p:nvSpPr>
          <p:spPr>
            <a:xfrm>
              <a:off x="6526054" y="4059503"/>
              <a:ext cx="19681" cy="48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5" name="rc1525"/>
            <p:cNvSpPr/>
            <p:nvPr/>
          </p:nvSpPr>
          <p:spPr>
            <a:xfrm>
              <a:off x="6547922" y="4350656"/>
              <a:ext cx="19681" cy="2186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6" name="rc1526"/>
            <p:cNvSpPr/>
            <p:nvPr/>
          </p:nvSpPr>
          <p:spPr>
            <a:xfrm>
              <a:off x="6569791" y="3908949"/>
              <a:ext cx="19681" cy="12294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7" name="rc1527"/>
            <p:cNvSpPr/>
            <p:nvPr/>
          </p:nvSpPr>
          <p:spPr>
            <a:xfrm>
              <a:off x="6591660" y="3911318"/>
              <a:ext cx="19681" cy="947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8" name="rc1528"/>
            <p:cNvSpPr/>
            <p:nvPr/>
          </p:nvSpPr>
          <p:spPr>
            <a:xfrm>
              <a:off x="6613528" y="3916489"/>
              <a:ext cx="19681" cy="27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9" name="rc1529"/>
            <p:cNvSpPr/>
            <p:nvPr/>
          </p:nvSpPr>
          <p:spPr>
            <a:xfrm>
              <a:off x="6635397" y="3907020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0" name="rc1530"/>
            <p:cNvSpPr/>
            <p:nvPr/>
          </p:nvSpPr>
          <p:spPr>
            <a:xfrm>
              <a:off x="6657266" y="4044020"/>
              <a:ext cx="19681" cy="454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1" name="rc1531"/>
            <p:cNvSpPr/>
            <p:nvPr/>
          </p:nvSpPr>
          <p:spPr>
            <a:xfrm>
              <a:off x="6679134" y="3914313"/>
              <a:ext cx="19681" cy="20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2" name="rc1532"/>
            <p:cNvSpPr/>
            <p:nvPr/>
          </p:nvSpPr>
          <p:spPr>
            <a:xfrm>
              <a:off x="6701003" y="3913393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3" name="rc1533"/>
            <p:cNvSpPr/>
            <p:nvPr/>
          </p:nvSpPr>
          <p:spPr>
            <a:xfrm>
              <a:off x="6722872" y="3921013"/>
              <a:ext cx="19681" cy="50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4" name="rc1534"/>
            <p:cNvSpPr/>
            <p:nvPr/>
          </p:nvSpPr>
          <p:spPr>
            <a:xfrm>
              <a:off x="6744740" y="3918100"/>
              <a:ext cx="19681" cy="84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5" name="rc1535"/>
            <p:cNvSpPr/>
            <p:nvPr/>
          </p:nvSpPr>
          <p:spPr>
            <a:xfrm>
              <a:off x="6766609" y="4332123"/>
              <a:ext cx="19681" cy="18843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6" name="rc1536"/>
            <p:cNvSpPr/>
            <p:nvPr/>
          </p:nvSpPr>
          <p:spPr>
            <a:xfrm>
              <a:off x="6788478" y="3915042"/>
              <a:ext cx="19681" cy="32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7" name="rc1537"/>
            <p:cNvSpPr/>
            <p:nvPr/>
          </p:nvSpPr>
          <p:spPr>
            <a:xfrm>
              <a:off x="6810346" y="4094202"/>
              <a:ext cx="19681" cy="8130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8" name="rc1538"/>
            <p:cNvSpPr/>
            <p:nvPr/>
          </p:nvSpPr>
          <p:spPr>
            <a:xfrm>
              <a:off x="6832215" y="4253143"/>
              <a:ext cx="19681" cy="143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9" name="rc1539"/>
            <p:cNvSpPr/>
            <p:nvPr/>
          </p:nvSpPr>
          <p:spPr>
            <a:xfrm>
              <a:off x="6854084" y="3920205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0" name="rc1540"/>
            <p:cNvSpPr/>
            <p:nvPr/>
          </p:nvSpPr>
          <p:spPr>
            <a:xfrm>
              <a:off x="6875952" y="3914033"/>
              <a:ext cx="19681" cy="61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1" name="rc1541"/>
            <p:cNvSpPr/>
            <p:nvPr/>
          </p:nvSpPr>
          <p:spPr>
            <a:xfrm>
              <a:off x="6897821" y="4633439"/>
              <a:ext cx="19681" cy="1357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2" name="rc1542"/>
            <p:cNvSpPr/>
            <p:nvPr/>
          </p:nvSpPr>
          <p:spPr>
            <a:xfrm>
              <a:off x="6919690" y="4318234"/>
              <a:ext cx="19681" cy="7767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3" name="rc1543"/>
            <p:cNvSpPr/>
            <p:nvPr/>
          </p:nvSpPr>
          <p:spPr>
            <a:xfrm>
              <a:off x="6941558" y="5119373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4" name="rc1544"/>
            <p:cNvSpPr/>
            <p:nvPr/>
          </p:nvSpPr>
          <p:spPr>
            <a:xfrm>
              <a:off x="6963427" y="3921899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5" name="rc1545"/>
            <p:cNvSpPr/>
            <p:nvPr/>
          </p:nvSpPr>
          <p:spPr>
            <a:xfrm>
              <a:off x="6985296" y="4202538"/>
              <a:ext cx="19681" cy="1652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6" name="rc1546"/>
            <p:cNvSpPr/>
            <p:nvPr/>
          </p:nvSpPr>
          <p:spPr>
            <a:xfrm>
              <a:off x="7007164" y="3915147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7" name="rc1547"/>
            <p:cNvSpPr/>
            <p:nvPr/>
          </p:nvSpPr>
          <p:spPr>
            <a:xfrm>
              <a:off x="7029033" y="3922735"/>
              <a:ext cx="19681" cy="31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8" name="rc1548"/>
            <p:cNvSpPr/>
            <p:nvPr/>
          </p:nvSpPr>
          <p:spPr>
            <a:xfrm>
              <a:off x="7050901" y="6294735"/>
              <a:ext cx="19681" cy="18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9" name="rc1549"/>
            <p:cNvSpPr/>
            <p:nvPr/>
          </p:nvSpPr>
          <p:spPr>
            <a:xfrm>
              <a:off x="7072770" y="4203410"/>
              <a:ext cx="19681" cy="535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0" name="rc1550"/>
            <p:cNvSpPr/>
            <p:nvPr/>
          </p:nvSpPr>
          <p:spPr>
            <a:xfrm>
              <a:off x="7094639" y="3923468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1" name="rc1551"/>
            <p:cNvSpPr/>
            <p:nvPr/>
          </p:nvSpPr>
          <p:spPr>
            <a:xfrm>
              <a:off x="7116507" y="3920979"/>
              <a:ext cx="19681" cy="408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2" name="rc1552"/>
            <p:cNvSpPr/>
            <p:nvPr/>
          </p:nvSpPr>
          <p:spPr>
            <a:xfrm>
              <a:off x="7138376" y="3918529"/>
              <a:ext cx="19681" cy="69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3" name="rc1553"/>
            <p:cNvSpPr/>
            <p:nvPr/>
          </p:nvSpPr>
          <p:spPr>
            <a:xfrm>
              <a:off x="7160245" y="4209659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4" name="rc1554"/>
            <p:cNvSpPr/>
            <p:nvPr/>
          </p:nvSpPr>
          <p:spPr>
            <a:xfrm>
              <a:off x="7182113" y="3913746"/>
              <a:ext cx="19681" cy="52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5" name="rc1555"/>
            <p:cNvSpPr/>
            <p:nvPr/>
          </p:nvSpPr>
          <p:spPr>
            <a:xfrm>
              <a:off x="7203982" y="5001835"/>
              <a:ext cx="19681" cy="179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6" name="rc1556"/>
            <p:cNvSpPr/>
            <p:nvPr/>
          </p:nvSpPr>
          <p:spPr>
            <a:xfrm>
              <a:off x="7225851" y="3919726"/>
              <a:ext cx="19681" cy="79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7" name="rc1557"/>
            <p:cNvSpPr/>
            <p:nvPr/>
          </p:nvSpPr>
          <p:spPr>
            <a:xfrm>
              <a:off x="7247719" y="3918376"/>
              <a:ext cx="19681" cy="18682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8" name="rc1558"/>
            <p:cNvSpPr/>
            <p:nvPr/>
          </p:nvSpPr>
          <p:spPr>
            <a:xfrm>
              <a:off x="7269588" y="3918780"/>
              <a:ext cx="19681" cy="56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9" name="rc1559"/>
            <p:cNvSpPr/>
            <p:nvPr/>
          </p:nvSpPr>
          <p:spPr>
            <a:xfrm>
              <a:off x="7291457" y="3931471"/>
              <a:ext cx="19681" cy="18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0" name="rc1560"/>
            <p:cNvSpPr/>
            <p:nvPr/>
          </p:nvSpPr>
          <p:spPr>
            <a:xfrm>
              <a:off x="7313325" y="3918828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1" name="rc1561"/>
            <p:cNvSpPr/>
            <p:nvPr/>
          </p:nvSpPr>
          <p:spPr>
            <a:xfrm>
              <a:off x="7335194" y="3917308"/>
              <a:ext cx="19681" cy="148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2" name="rc1562"/>
            <p:cNvSpPr/>
            <p:nvPr/>
          </p:nvSpPr>
          <p:spPr>
            <a:xfrm>
              <a:off x="5804388" y="3907504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3" name="rc1563"/>
            <p:cNvSpPr/>
            <p:nvPr/>
          </p:nvSpPr>
          <p:spPr>
            <a:xfrm>
              <a:off x="5826257" y="3913608"/>
              <a:ext cx="19681" cy="37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4" name="rc1564"/>
            <p:cNvSpPr/>
            <p:nvPr/>
          </p:nvSpPr>
          <p:spPr>
            <a:xfrm>
              <a:off x="5848126" y="3908285"/>
              <a:ext cx="19681" cy="17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5" name="rc1565"/>
            <p:cNvSpPr/>
            <p:nvPr/>
          </p:nvSpPr>
          <p:spPr>
            <a:xfrm>
              <a:off x="5869994" y="3965649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6" name="rc1566"/>
            <p:cNvSpPr/>
            <p:nvPr/>
          </p:nvSpPr>
          <p:spPr>
            <a:xfrm>
              <a:off x="5891863" y="4029062"/>
              <a:ext cx="19681" cy="10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7" name="rc1567"/>
            <p:cNvSpPr/>
            <p:nvPr/>
          </p:nvSpPr>
          <p:spPr>
            <a:xfrm>
              <a:off x="5913732" y="4154199"/>
              <a:ext cx="19681" cy="17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8" name="rc1568"/>
            <p:cNvSpPr/>
            <p:nvPr/>
          </p:nvSpPr>
          <p:spPr>
            <a:xfrm>
              <a:off x="5935600" y="3908619"/>
              <a:ext cx="19681" cy="180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9" name="rc1569"/>
            <p:cNvSpPr/>
            <p:nvPr/>
          </p:nvSpPr>
          <p:spPr>
            <a:xfrm>
              <a:off x="5957469" y="3907868"/>
              <a:ext cx="19681" cy="44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0" name="rc1570"/>
            <p:cNvSpPr/>
            <p:nvPr/>
          </p:nvSpPr>
          <p:spPr>
            <a:xfrm>
              <a:off x="5979337" y="3908730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1" name="rc1571"/>
            <p:cNvSpPr/>
            <p:nvPr/>
          </p:nvSpPr>
          <p:spPr>
            <a:xfrm>
              <a:off x="6001206" y="4122785"/>
              <a:ext cx="19681" cy="61765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2" name="rc1572"/>
            <p:cNvSpPr/>
            <p:nvPr/>
          </p:nvSpPr>
          <p:spPr>
            <a:xfrm>
              <a:off x="6023075" y="3914721"/>
              <a:ext cx="19681" cy="22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3" name="rc1573"/>
            <p:cNvSpPr/>
            <p:nvPr/>
          </p:nvSpPr>
          <p:spPr>
            <a:xfrm>
              <a:off x="6044943" y="3913494"/>
              <a:ext cx="19681" cy="116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4" name="rc1574"/>
            <p:cNvSpPr/>
            <p:nvPr/>
          </p:nvSpPr>
          <p:spPr>
            <a:xfrm>
              <a:off x="6066812" y="4042842"/>
              <a:ext cx="19681" cy="42205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5" name="rc1575"/>
            <p:cNvSpPr/>
            <p:nvPr/>
          </p:nvSpPr>
          <p:spPr>
            <a:xfrm>
              <a:off x="6088681" y="3932328"/>
              <a:ext cx="19681" cy="41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6" name="rc1576"/>
            <p:cNvSpPr/>
            <p:nvPr/>
          </p:nvSpPr>
          <p:spPr>
            <a:xfrm>
              <a:off x="6110549" y="3907352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7" name="rc1577"/>
            <p:cNvSpPr/>
            <p:nvPr/>
          </p:nvSpPr>
          <p:spPr>
            <a:xfrm>
              <a:off x="6132418" y="3993957"/>
              <a:ext cx="19681" cy="26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8" name="rc1578"/>
            <p:cNvSpPr/>
            <p:nvPr/>
          </p:nvSpPr>
          <p:spPr>
            <a:xfrm>
              <a:off x="6154287" y="3969305"/>
              <a:ext cx="19681" cy="156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9" name="rc1579"/>
            <p:cNvSpPr/>
            <p:nvPr/>
          </p:nvSpPr>
          <p:spPr>
            <a:xfrm>
              <a:off x="6176155" y="5584687"/>
              <a:ext cx="19681" cy="1755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0" name="rc1580"/>
            <p:cNvSpPr/>
            <p:nvPr/>
          </p:nvSpPr>
          <p:spPr>
            <a:xfrm>
              <a:off x="6198024" y="3947401"/>
              <a:ext cx="19681" cy="208381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1" name="rc1581"/>
            <p:cNvSpPr/>
            <p:nvPr/>
          </p:nvSpPr>
          <p:spPr>
            <a:xfrm>
              <a:off x="6219893" y="3914465"/>
              <a:ext cx="19681" cy="260924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2" name="rc1582"/>
            <p:cNvSpPr/>
            <p:nvPr/>
          </p:nvSpPr>
          <p:spPr>
            <a:xfrm>
              <a:off x="6241761" y="3912256"/>
              <a:ext cx="19681" cy="2586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3" name="rc1583"/>
            <p:cNvSpPr/>
            <p:nvPr/>
          </p:nvSpPr>
          <p:spPr>
            <a:xfrm>
              <a:off x="6263630" y="4151027"/>
              <a:ext cx="19681" cy="75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4" name="rc1584"/>
            <p:cNvSpPr/>
            <p:nvPr/>
          </p:nvSpPr>
          <p:spPr>
            <a:xfrm>
              <a:off x="6285499" y="3909556"/>
              <a:ext cx="19681" cy="122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5" name="rc1585"/>
            <p:cNvSpPr/>
            <p:nvPr/>
          </p:nvSpPr>
          <p:spPr>
            <a:xfrm>
              <a:off x="6307367" y="3908400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6" name="rc1586"/>
            <p:cNvSpPr/>
            <p:nvPr/>
          </p:nvSpPr>
          <p:spPr>
            <a:xfrm>
              <a:off x="6329236" y="3909001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7" name="rc1587"/>
            <p:cNvSpPr/>
            <p:nvPr/>
          </p:nvSpPr>
          <p:spPr>
            <a:xfrm>
              <a:off x="6351105" y="3911086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8" name="rc1588"/>
            <p:cNvSpPr/>
            <p:nvPr/>
          </p:nvSpPr>
          <p:spPr>
            <a:xfrm>
              <a:off x="6372973" y="3907176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9" name="rc1589"/>
            <p:cNvSpPr/>
            <p:nvPr/>
          </p:nvSpPr>
          <p:spPr>
            <a:xfrm>
              <a:off x="6394842" y="4392060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0" name="rc1590"/>
            <p:cNvSpPr/>
            <p:nvPr/>
          </p:nvSpPr>
          <p:spPr>
            <a:xfrm>
              <a:off x="6416711" y="3927590"/>
              <a:ext cx="19681" cy="53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1" name="rc1591"/>
            <p:cNvSpPr/>
            <p:nvPr/>
          </p:nvSpPr>
          <p:spPr>
            <a:xfrm>
              <a:off x="6438579" y="3932149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2" name="rc1592"/>
            <p:cNvSpPr/>
            <p:nvPr/>
          </p:nvSpPr>
          <p:spPr>
            <a:xfrm>
              <a:off x="6460448" y="4297581"/>
              <a:ext cx="19681" cy="93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3" name="rc1593"/>
            <p:cNvSpPr/>
            <p:nvPr/>
          </p:nvSpPr>
          <p:spPr>
            <a:xfrm>
              <a:off x="6482317" y="4518268"/>
              <a:ext cx="19681" cy="30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4" name="rc1594"/>
            <p:cNvSpPr/>
            <p:nvPr/>
          </p:nvSpPr>
          <p:spPr>
            <a:xfrm>
              <a:off x="6504185" y="4002821"/>
              <a:ext cx="19681" cy="18161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5" name="rc1595"/>
            <p:cNvSpPr/>
            <p:nvPr/>
          </p:nvSpPr>
          <p:spPr>
            <a:xfrm>
              <a:off x="6526054" y="4059993"/>
              <a:ext cx="19681" cy="24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6" name="rc1596"/>
            <p:cNvSpPr/>
            <p:nvPr/>
          </p:nvSpPr>
          <p:spPr>
            <a:xfrm>
              <a:off x="6547922" y="4372522"/>
              <a:ext cx="19681" cy="7208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7" name="rc1597"/>
            <p:cNvSpPr/>
            <p:nvPr/>
          </p:nvSpPr>
          <p:spPr>
            <a:xfrm>
              <a:off x="6569791" y="4031891"/>
              <a:ext cx="19681" cy="273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8" name="rc1598"/>
            <p:cNvSpPr/>
            <p:nvPr/>
          </p:nvSpPr>
          <p:spPr>
            <a:xfrm>
              <a:off x="6591660" y="3920797"/>
              <a:ext cx="19681" cy="78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9" name="rc1599"/>
            <p:cNvSpPr/>
            <p:nvPr/>
          </p:nvSpPr>
          <p:spPr>
            <a:xfrm>
              <a:off x="6613528" y="3916760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0" name="rc1600"/>
            <p:cNvSpPr/>
            <p:nvPr/>
          </p:nvSpPr>
          <p:spPr>
            <a:xfrm>
              <a:off x="6635397" y="3907020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1" name="rc1601"/>
            <p:cNvSpPr/>
            <p:nvPr/>
          </p:nvSpPr>
          <p:spPr>
            <a:xfrm>
              <a:off x="6657266" y="4048569"/>
              <a:ext cx="19681" cy="22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2" name="rc1602"/>
            <p:cNvSpPr/>
            <p:nvPr/>
          </p:nvSpPr>
          <p:spPr>
            <a:xfrm>
              <a:off x="6679134" y="3914516"/>
              <a:ext cx="19681" cy="23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3" name="rc1603"/>
            <p:cNvSpPr/>
            <p:nvPr/>
          </p:nvSpPr>
          <p:spPr>
            <a:xfrm>
              <a:off x="6701003" y="3913393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4" name="rc1604"/>
            <p:cNvSpPr/>
            <p:nvPr/>
          </p:nvSpPr>
          <p:spPr>
            <a:xfrm>
              <a:off x="6722872" y="3921521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5" name="rc1605"/>
            <p:cNvSpPr/>
            <p:nvPr/>
          </p:nvSpPr>
          <p:spPr>
            <a:xfrm>
              <a:off x="6744740" y="3918949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6" name="rc1606"/>
            <p:cNvSpPr/>
            <p:nvPr/>
          </p:nvSpPr>
          <p:spPr>
            <a:xfrm>
              <a:off x="6766609" y="4520560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7" name="rc1607"/>
            <p:cNvSpPr/>
            <p:nvPr/>
          </p:nvSpPr>
          <p:spPr>
            <a:xfrm>
              <a:off x="6788478" y="3915365"/>
              <a:ext cx="19681" cy="17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8" name="rc1608"/>
            <p:cNvSpPr/>
            <p:nvPr/>
          </p:nvSpPr>
          <p:spPr>
            <a:xfrm>
              <a:off x="6810346" y="4175509"/>
              <a:ext cx="19681" cy="1464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9" name="rc1609"/>
            <p:cNvSpPr/>
            <p:nvPr/>
          </p:nvSpPr>
          <p:spPr>
            <a:xfrm>
              <a:off x="6832215" y="4254577"/>
              <a:ext cx="19681" cy="89605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0" name="rc1610"/>
            <p:cNvSpPr/>
            <p:nvPr/>
          </p:nvSpPr>
          <p:spPr>
            <a:xfrm>
              <a:off x="6854084" y="3920205"/>
              <a:ext cx="19681" cy="47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1" name="rc1611"/>
            <p:cNvSpPr/>
            <p:nvPr/>
          </p:nvSpPr>
          <p:spPr>
            <a:xfrm>
              <a:off x="6875952" y="3914653"/>
              <a:ext cx="19681" cy="59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2" name="rc1612"/>
            <p:cNvSpPr/>
            <p:nvPr/>
          </p:nvSpPr>
          <p:spPr>
            <a:xfrm>
              <a:off x="6897821" y="4647015"/>
              <a:ext cx="19681" cy="37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3" name="rc1613"/>
            <p:cNvSpPr/>
            <p:nvPr/>
          </p:nvSpPr>
          <p:spPr>
            <a:xfrm>
              <a:off x="6919690" y="4395912"/>
              <a:ext cx="19681" cy="156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4" name="rc1614"/>
            <p:cNvSpPr/>
            <p:nvPr/>
          </p:nvSpPr>
          <p:spPr>
            <a:xfrm>
              <a:off x="6941558" y="5119373"/>
              <a:ext cx="19681" cy="53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5" name="rc1615"/>
            <p:cNvSpPr/>
            <p:nvPr/>
          </p:nvSpPr>
          <p:spPr>
            <a:xfrm>
              <a:off x="6963427" y="3921899"/>
              <a:ext cx="19681" cy="126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6" name="rc1616"/>
            <p:cNvSpPr/>
            <p:nvPr/>
          </p:nvSpPr>
          <p:spPr>
            <a:xfrm>
              <a:off x="6985296" y="4219064"/>
              <a:ext cx="19681" cy="138202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7" name="rc1617"/>
            <p:cNvSpPr/>
            <p:nvPr/>
          </p:nvSpPr>
          <p:spPr>
            <a:xfrm>
              <a:off x="7007164" y="3915147"/>
              <a:ext cx="19681" cy="94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8" name="rc1618"/>
            <p:cNvSpPr/>
            <p:nvPr/>
          </p:nvSpPr>
          <p:spPr>
            <a:xfrm>
              <a:off x="7029033" y="3923047"/>
              <a:ext cx="19681" cy="53189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9" name="rc1619"/>
            <p:cNvSpPr/>
            <p:nvPr/>
          </p:nvSpPr>
          <p:spPr>
            <a:xfrm>
              <a:off x="7050901" y="6294924"/>
              <a:ext cx="19681" cy="72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0" name="rc1620"/>
            <p:cNvSpPr/>
            <p:nvPr/>
          </p:nvSpPr>
          <p:spPr>
            <a:xfrm>
              <a:off x="7072770" y="4208761"/>
              <a:ext cx="19681" cy="17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1" name="rc1621"/>
            <p:cNvSpPr/>
            <p:nvPr/>
          </p:nvSpPr>
          <p:spPr>
            <a:xfrm>
              <a:off x="7094639" y="3923468"/>
              <a:ext cx="19681" cy="780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2" name="rc1622"/>
            <p:cNvSpPr/>
            <p:nvPr/>
          </p:nvSpPr>
          <p:spPr>
            <a:xfrm>
              <a:off x="7116507" y="3925062"/>
              <a:ext cx="19681" cy="52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3" name="rc1623"/>
            <p:cNvSpPr/>
            <p:nvPr/>
          </p:nvSpPr>
          <p:spPr>
            <a:xfrm>
              <a:off x="7138376" y="3919222"/>
              <a:ext cx="19681" cy="51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4" name="rc1624"/>
            <p:cNvSpPr/>
            <p:nvPr/>
          </p:nvSpPr>
          <p:spPr>
            <a:xfrm>
              <a:off x="7160245" y="4209659"/>
              <a:ext cx="19681" cy="90845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5" name="rc1625"/>
            <p:cNvSpPr/>
            <p:nvPr/>
          </p:nvSpPr>
          <p:spPr>
            <a:xfrm>
              <a:off x="7182113" y="3914273"/>
              <a:ext cx="19681" cy="70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6" name="rc1626"/>
            <p:cNvSpPr/>
            <p:nvPr/>
          </p:nvSpPr>
          <p:spPr>
            <a:xfrm>
              <a:off x="7203982" y="5003628"/>
              <a:ext cx="19681" cy="95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7" name="rc1627"/>
            <p:cNvSpPr/>
            <p:nvPr/>
          </p:nvSpPr>
          <p:spPr>
            <a:xfrm>
              <a:off x="7225851" y="3920519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8" name="rc1628"/>
            <p:cNvSpPr/>
            <p:nvPr/>
          </p:nvSpPr>
          <p:spPr>
            <a:xfrm>
              <a:off x="7247719" y="4105199"/>
              <a:ext cx="19681" cy="9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9" name="rc1629"/>
            <p:cNvSpPr/>
            <p:nvPr/>
          </p:nvSpPr>
          <p:spPr>
            <a:xfrm>
              <a:off x="7269588" y="3919344"/>
              <a:ext cx="19681" cy="32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0" name="rc1630"/>
            <p:cNvSpPr/>
            <p:nvPr/>
          </p:nvSpPr>
          <p:spPr>
            <a:xfrm>
              <a:off x="7291457" y="3931652"/>
              <a:ext cx="19681" cy="25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1" name="rc1631"/>
            <p:cNvSpPr/>
            <p:nvPr/>
          </p:nvSpPr>
          <p:spPr>
            <a:xfrm>
              <a:off x="7313325" y="3918828"/>
              <a:ext cx="19681" cy="37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2" name="rc1632"/>
            <p:cNvSpPr/>
            <p:nvPr/>
          </p:nvSpPr>
          <p:spPr>
            <a:xfrm>
              <a:off x="7335194" y="3918789"/>
              <a:ext cx="19681" cy="21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3" name="rc1633"/>
            <p:cNvSpPr/>
            <p:nvPr/>
          </p:nvSpPr>
          <p:spPr>
            <a:xfrm>
              <a:off x="5804388" y="3907504"/>
              <a:ext cx="19681" cy="73248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4" name="rc1634"/>
            <p:cNvSpPr/>
            <p:nvPr/>
          </p:nvSpPr>
          <p:spPr>
            <a:xfrm>
              <a:off x="5826257" y="3913982"/>
              <a:ext cx="19681" cy="75009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5" name="rc1635"/>
            <p:cNvSpPr/>
            <p:nvPr/>
          </p:nvSpPr>
          <p:spPr>
            <a:xfrm>
              <a:off x="5848126" y="3908457"/>
              <a:ext cx="19681" cy="226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6" name="rc1636"/>
            <p:cNvSpPr/>
            <p:nvPr/>
          </p:nvSpPr>
          <p:spPr>
            <a:xfrm>
              <a:off x="5869994" y="3965649"/>
              <a:ext cx="19681" cy="42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7" name="rc1637"/>
            <p:cNvSpPr/>
            <p:nvPr/>
          </p:nvSpPr>
          <p:spPr>
            <a:xfrm>
              <a:off x="5891863" y="4029168"/>
              <a:ext cx="19681" cy="77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8" name="rc1638"/>
            <p:cNvSpPr/>
            <p:nvPr/>
          </p:nvSpPr>
          <p:spPr>
            <a:xfrm>
              <a:off x="5913732" y="4154374"/>
              <a:ext cx="19681" cy="101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9" name="rc1639"/>
            <p:cNvSpPr/>
            <p:nvPr/>
          </p:nvSpPr>
          <p:spPr>
            <a:xfrm>
              <a:off x="5935600" y="3910429"/>
              <a:ext cx="19681" cy="315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0" name="rc1640"/>
            <p:cNvSpPr/>
            <p:nvPr/>
          </p:nvSpPr>
          <p:spPr>
            <a:xfrm>
              <a:off x="5957469" y="3908313"/>
              <a:ext cx="19681" cy="150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1" name="rc1641"/>
            <p:cNvSpPr/>
            <p:nvPr/>
          </p:nvSpPr>
          <p:spPr>
            <a:xfrm>
              <a:off x="5979337" y="3908730"/>
              <a:ext cx="19681" cy="146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2" name="rc1642"/>
            <p:cNvSpPr/>
            <p:nvPr/>
          </p:nvSpPr>
          <p:spPr>
            <a:xfrm>
              <a:off x="6001206" y="4740443"/>
              <a:ext cx="19681" cy="11980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3" name="rc1643"/>
            <p:cNvSpPr/>
            <p:nvPr/>
          </p:nvSpPr>
          <p:spPr>
            <a:xfrm>
              <a:off x="6023075" y="3914950"/>
              <a:ext cx="19681" cy="186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4" name="rc1644"/>
            <p:cNvSpPr/>
            <p:nvPr/>
          </p:nvSpPr>
          <p:spPr>
            <a:xfrm>
              <a:off x="6044943" y="3914657"/>
              <a:ext cx="19681" cy="829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5" name="rc1645"/>
            <p:cNvSpPr/>
            <p:nvPr/>
          </p:nvSpPr>
          <p:spPr>
            <a:xfrm>
              <a:off x="6066812" y="4464900"/>
              <a:ext cx="19681" cy="124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6" name="rc1646"/>
            <p:cNvSpPr/>
            <p:nvPr/>
          </p:nvSpPr>
          <p:spPr>
            <a:xfrm>
              <a:off x="6088681" y="3932740"/>
              <a:ext cx="19681" cy="12529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7" name="rc1647"/>
            <p:cNvSpPr/>
            <p:nvPr/>
          </p:nvSpPr>
          <p:spPr>
            <a:xfrm>
              <a:off x="6110549" y="3907352"/>
              <a:ext cx="19681" cy="44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8" name="rc1648"/>
            <p:cNvSpPr/>
            <p:nvPr/>
          </p:nvSpPr>
          <p:spPr>
            <a:xfrm>
              <a:off x="6132418" y="3994222"/>
              <a:ext cx="19681" cy="228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9" name="rc1649"/>
            <p:cNvSpPr/>
            <p:nvPr/>
          </p:nvSpPr>
          <p:spPr>
            <a:xfrm>
              <a:off x="6154287" y="3970872"/>
              <a:ext cx="19681" cy="142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0" name="rc1650"/>
            <p:cNvSpPr/>
            <p:nvPr/>
          </p:nvSpPr>
          <p:spPr>
            <a:xfrm>
              <a:off x="6176155" y="5602242"/>
              <a:ext cx="19681" cy="1755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1" name="rc1651"/>
            <p:cNvSpPr/>
            <p:nvPr/>
          </p:nvSpPr>
          <p:spPr>
            <a:xfrm>
              <a:off x="6198024" y="6031217"/>
              <a:ext cx="19681" cy="450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2" name="rc1652"/>
            <p:cNvSpPr/>
            <p:nvPr/>
          </p:nvSpPr>
          <p:spPr>
            <a:xfrm>
              <a:off x="6219893" y="6523713"/>
              <a:ext cx="19681" cy="1034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3" name="rc1653"/>
            <p:cNvSpPr/>
            <p:nvPr/>
          </p:nvSpPr>
          <p:spPr>
            <a:xfrm>
              <a:off x="6241761" y="3938119"/>
              <a:ext cx="19681" cy="95013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4" name="rc1654"/>
            <p:cNvSpPr/>
            <p:nvPr/>
          </p:nvSpPr>
          <p:spPr>
            <a:xfrm>
              <a:off x="6263630" y="4151784"/>
              <a:ext cx="19681" cy="105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5" name="rc1655"/>
            <p:cNvSpPr/>
            <p:nvPr/>
          </p:nvSpPr>
          <p:spPr>
            <a:xfrm>
              <a:off x="6285499" y="3910783"/>
              <a:ext cx="19681" cy="76366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6" name="rc1656"/>
            <p:cNvSpPr/>
            <p:nvPr/>
          </p:nvSpPr>
          <p:spPr>
            <a:xfrm>
              <a:off x="6307367" y="3908400"/>
              <a:ext cx="19681" cy="396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7" name="rc1657"/>
            <p:cNvSpPr/>
            <p:nvPr/>
          </p:nvSpPr>
          <p:spPr>
            <a:xfrm>
              <a:off x="6329236" y="3909001"/>
              <a:ext cx="19681" cy="275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8" name="rc1658"/>
            <p:cNvSpPr/>
            <p:nvPr/>
          </p:nvSpPr>
          <p:spPr>
            <a:xfrm>
              <a:off x="6351105" y="3911086"/>
              <a:ext cx="19681" cy="148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9" name="rc1659"/>
            <p:cNvSpPr/>
            <p:nvPr/>
          </p:nvSpPr>
          <p:spPr>
            <a:xfrm>
              <a:off x="6372973" y="3907176"/>
              <a:ext cx="19681" cy="172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0" name="rc1660"/>
            <p:cNvSpPr/>
            <p:nvPr/>
          </p:nvSpPr>
          <p:spPr>
            <a:xfrm>
              <a:off x="6394842" y="4392060"/>
              <a:ext cx="19681" cy="234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1" name="rc1661"/>
            <p:cNvSpPr/>
            <p:nvPr/>
          </p:nvSpPr>
          <p:spPr>
            <a:xfrm>
              <a:off x="6416711" y="3928127"/>
              <a:ext cx="19681" cy="74021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2" name="rc1662"/>
            <p:cNvSpPr/>
            <p:nvPr/>
          </p:nvSpPr>
          <p:spPr>
            <a:xfrm>
              <a:off x="6438579" y="3932149"/>
              <a:ext cx="19681" cy="269391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3" name="rc1663"/>
            <p:cNvSpPr/>
            <p:nvPr/>
          </p:nvSpPr>
          <p:spPr>
            <a:xfrm>
              <a:off x="6460448" y="4298518"/>
              <a:ext cx="19681" cy="14545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4" name="rc1664"/>
            <p:cNvSpPr/>
            <p:nvPr/>
          </p:nvSpPr>
          <p:spPr>
            <a:xfrm>
              <a:off x="6482317" y="4518575"/>
              <a:ext cx="19681" cy="31476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5" name="rc1665"/>
            <p:cNvSpPr/>
            <p:nvPr/>
          </p:nvSpPr>
          <p:spPr>
            <a:xfrm>
              <a:off x="6504185" y="4184434"/>
              <a:ext cx="19681" cy="103542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6" name="rc1666"/>
            <p:cNvSpPr/>
            <p:nvPr/>
          </p:nvSpPr>
          <p:spPr>
            <a:xfrm>
              <a:off x="6526054" y="4060238"/>
              <a:ext cx="19681" cy="175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7" name="rc1667"/>
            <p:cNvSpPr/>
            <p:nvPr/>
          </p:nvSpPr>
          <p:spPr>
            <a:xfrm>
              <a:off x="6547922" y="4444606"/>
              <a:ext cx="19681" cy="12840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8" name="rc1668"/>
            <p:cNvSpPr/>
            <p:nvPr/>
          </p:nvSpPr>
          <p:spPr>
            <a:xfrm>
              <a:off x="6569791" y="4034623"/>
              <a:ext cx="19681" cy="40129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9" name="rc1669"/>
            <p:cNvSpPr/>
            <p:nvPr/>
          </p:nvSpPr>
          <p:spPr>
            <a:xfrm>
              <a:off x="6591660" y="3921587"/>
              <a:ext cx="19681" cy="39719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0" name="rc1670"/>
            <p:cNvSpPr/>
            <p:nvPr/>
          </p:nvSpPr>
          <p:spPr>
            <a:xfrm>
              <a:off x="6613528" y="3916760"/>
              <a:ext cx="19681" cy="49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1" name="rc1671"/>
            <p:cNvSpPr/>
            <p:nvPr/>
          </p:nvSpPr>
          <p:spPr>
            <a:xfrm>
              <a:off x="6635397" y="3907020"/>
              <a:ext cx="19681" cy="117244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2" name="rc1672"/>
            <p:cNvSpPr/>
            <p:nvPr/>
          </p:nvSpPr>
          <p:spPr>
            <a:xfrm>
              <a:off x="6657266" y="4048791"/>
              <a:ext cx="19681" cy="115474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3" name="rc1673"/>
            <p:cNvSpPr/>
            <p:nvPr/>
          </p:nvSpPr>
          <p:spPr>
            <a:xfrm>
              <a:off x="6679134" y="3914749"/>
              <a:ext cx="19681" cy="72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4" name="rc1674"/>
            <p:cNvSpPr/>
            <p:nvPr/>
          </p:nvSpPr>
          <p:spPr>
            <a:xfrm>
              <a:off x="6701003" y="3913393"/>
              <a:ext cx="19681" cy="44170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5" name="rc1675"/>
            <p:cNvSpPr/>
            <p:nvPr/>
          </p:nvSpPr>
          <p:spPr>
            <a:xfrm>
              <a:off x="6722872" y="3921521"/>
              <a:ext cx="19681" cy="54464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6" name="rc1676"/>
            <p:cNvSpPr/>
            <p:nvPr/>
          </p:nvSpPr>
          <p:spPr>
            <a:xfrm>
              <a:off x="6744740" y="3918949"/>
              <a:ext cx="19681" cy="224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7" name="rc1677"/>
            <p:cNvSpPr/>
            <p:nvPr/>
          </p:nvSpPr>
          <p:spPr>
            <a:xfrm>
              <a:off x="6766609" y="4520560"/>
              <a:ext cx="19681" cy="11390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8" name="rc1678"/>
            <p:cNvSpPr/>
            <p:nvPr/>
          </p:nvSpPr>
          <p:spPr>
            <a:xfrm>
              <a:off x="6788478" y="3915538"/>
              <a:ext cx="19681" cy="218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9" name="rc1679"/>
            <p:cNvSpPr/>
            <p:nvPr/>
          </p:nvSpPr>
          <p:spPr>
            <a:xfrm>
              <a:off x="6810346" y="4190155"/>
              <a:ext cx="19681" cy="20705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0" name="rc1680"/>
            <p:cNvSpPr/>
            <p:nvPr/>
          </p:nvSpPr>
          <p:spPr>
            <a:xfrm>
              <a:off x="6832215" y="5150635"/>
              <a:ext cx="19681" cy="22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1" name="rc1681"/>
            <p:cNvSpPr/>
            <p:nvPr/>
          </p:nvSpPr>
          <p:spPr>
            <a:xfrm>
              <a:off x="6854084" y="3920681"/>
              <a:ext cx="19681" cy="51652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2" name="rc1682"/>
            <p:cNvSpPr/>
            <p:nvPr/>
          </p:nvSpPr>
          <p:spPr>
            <a:xfrm>
              <a:off x="6875952" y="3915245"/>
              <a:ext cx="19681" cy="196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3" name="rc1683"/>
            <p:cNvSpPr/>
            <p:nvPr/>
          </p:nvSpPr>
          <p:spPr>
            <a:xfrm>
              <a:off x="6897821" y="4647391"/>
              <a:ext cx="19681" cy="1363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4" name="rc1684"/>
            <p:cNvSpPr/>
            <p:nvPr/>
          </p:nvSpPr>
          <p:spPr>
            <a:xfrm>
              <a:off x="6919690" y="4397474"/>
              <a:ext cx="19681" cy="37279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5" name="rc1685"/>
            <p:cNvSpPr/>
            <p:nvPr/>
          </p:nvSpPr>
          <p:spPr>
            <a:xfrm>
              <a:off x="6941558" y="5119910"/>
              <a:ext cx="19681" cy="110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6" name="rc1686"/>
            <p:cNvSpPr/>
            <p:nvPr/>
          </p:nvSpPr>
          <p:spPr>
            <a:xfrm>
              <a:off x="6963427" y="3923169"/>
              <a:ext cx="19681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7" name="rc1687"/>
            <p:cNvSpPr/>
            <p:nvPr/>
          </p:nvSpPr>
          <p:spPr>
            <a:xfrm>
              <a:off x="6985296" y="5601091"/>
              <a:ext cx="19681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8" name="rc1688"/>
            <p:cNvSpPr/>
            <p:nvPr/>
          </p:nvSpPr>
          <p:spPr>
            <a:xfrm>
              <a:off x="7007164" y="3916096"/>
              <a:ext cx="19681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9" name="rc1689"/>
            <p:cNvSpPr/>
            <p:nvPr/>
          </p:nvSpPr>
          <p:spPr>
            <a:xfrm>
              <a:off x="7029033" y="4454946"/>
              <a:ext cx="19681" cy="93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0" name="rc1690"/>
            <p:cNvSpPr/>
            <p:nvPr/>
          </p:nvSpPr>
          <p:spPr>
            <a:xfrm>
              <a:off x="7050901" y="6295649"/>
              <a:ext cx="19681" cy="107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1" name="rc1691"/>
            <p:cNvSpPr/>
            <p:nvPr/>
          </p:nvSpPr>
          <p:spPr>
            <a:xfrm>
              <a:off x="7072770" y="4208935"/>
              <a:ext cx="19681" cy="73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2" name="rc1692"/>
            <p:cNvSpPr/>
            <p:nvPr/>
          </p:nvSpPr>
          <p:spPr>
            <a:xfrm>
              <a:off x="7094639" y="3931269"/>
              <a:ext cx="19681" cy="98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3" name="rc1693"/>
            <p:cNvSpPr/>
            <p:nvPr/>
          </p:nvSpPr>
          <p:spPr>
            <a:xfrm>
              <a:off x="7116507" y="3925591"/>
              <a:ext cx="19681" cy="126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4" name="rc1694"/>
            <p:cNvSpPr/>
            <p:nvPr/>
          </p:nvSpPr>
          <p:spPr>
            <a:xfrm>
              <a:off x="7138376" y="3919741"/>
              <a:ext cx="19681" cy="15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5" name="rc1695"/>
            <p:cNvSpPr/>
            <p:nvPr/>
          </p:nvSpPr>
          <p:spPr>
            <a:xfrm>
              <a:off x="7160245" y="5118110"/>
              <a:ext cx="19681" cy="71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6" name="rc1696"/>
            <p:cNvSpPr/>
            <p:nvPr/>
          </p:nvSpPr>
          <p:spPr>
            <a:xfrm>
              <a:off x="7182113" y="3914975"/>
              <a:ext cx="19681" cy="56084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7" name="rc1697"/>
            <p:cNvSpPr/>
            <p:nvPr/>
          </p:nvSpPr>
          <p:spPr>
            <a:xfrm>
              <a:off x="7203982" y="5004579"/>
              <a:ext cx="19681" cy="42338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8" name="rc1698"/>
            <p:cNvSpPr/>
            <p:nvPr/>
          </p:nvSpPr>
          <p:spPr>
            <a:xfrm>
              <a:off x="7225851" y="3920519"/>
              <a:ext cx="19681" cy="188841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9" name="rc1699"/>
            <p:cNvSpPr/>
            <p:nvPr/>
          </p:nvSpPr>
          <p:spPr>
            <a:xfrm>
              <a:off x="7247719" y="4105293"/>
              <a:ext cx="19681" cy="229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0" name="rc1700"/>
            <p:cNvSpPr/>
            <p:nvPr/>
          </p:nvSpPr>
          <p:spPr>
            <a:xfrm>
              <a:off x="7269588" y="3919666"/>
              <a:ext cx="19681" cy="37102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1" name="rc1701"/>
            <p:cNvSpPr/>
            <p:nvPr/>
          </p:nvSpPr>
          <p:spPr>
            <a:xfrm>
              <a:off x="7291457" y="3931909"/>
              <a:ext cx="19681" cy="120908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2" name="rc1702"/>
            <p:cNvSpPr/>
            <p:nvPr/>
          </p:nvSpPr>
          <p:spPr>
            <a:xfrm>
              <a:off x="7313325" y="3919208"/>
              <a:ext cx="19681" cy="51785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3" name="rc1703"/>
            <p:cNvSpPr/>
            <p:nvPr/>
          </p:nvSpPr>
          <p:spPr>
            <a:xfrm>
              <a:off x="7335194" y="3919007"/>
              <a:ext cx="19681" cy="254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4" name="rc1704"/>
            <p:cNvSpPr/>
            <p:nvPr/>
          </p:nvSpPr>
          <p:spPr>
            <a:xfrm>
              <a:off x="5804388" y="4639985"/>
              <a:ext cx="19681" cy="201059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5" name="rc1705"/>
            <p:cNvSpPr/>
            <p:nvPr/>
          </p:nvSpPr>
          <p:spPr>
            <a:xfrm>
              <a:off x="5826257" y="4664075"/>
              <a:ext cx="19681" cy="198650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6" name="rc1706"/>
            <p:cNvSpPr/>
            <p:nvPr/>
          </p:nvSpPr>
          <p:spPr>
            <a:xfrm>
              <a:off x="5848126" y="3910726"/>
              <a:ext cx="19681" cy="273985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7" name="rc1707"/>
            <p:cNvSpPr/>
            <p:nvPr/>
          </p:nvSpPr>
          <p:spPr>
            <a:xfrm>
              <a:off x="5869994" y="3966070"/>
              <a:ext cx="19681" cy="268451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8" name="rc1708"/>
            <p:cNvSpPr/>
            <p:nvPr/>
          </p:nvSpPr>
          <p:spPr>
            <a:xfrm>
              <a:off x="5891863" y="4029945"/>
              <a:ext cx="19681" cy="262063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9" name="rc1709"/>
            <p:cNvSpPr/>
            <p:nvPr/>
          </p:nvSpPr>
          <p:spPr>
            <a:xfrm>
              <a:off x="5913732" y="4155394"/>
              <a:ext cx="19681" cy="249518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0" name="rc1710"/>
            <p:cNvSpPr/>
            <p:nvPr/>
          </p:nvSpPr>
          <p:spPr>
            <a:xfrm>
              <a:off x="5935600" y="3913588"/>
              <a:ext cx="19681" cy="273699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1" name="rc1711"/>
            <p:cNvSpPr/>
            <p:nvPr/>
          </p:nvSpPr>
          <p:spPr>
            <a:xfrm>
              <a:off x="5957469" y="3909818"/>
              <a:ext cx="19681" cy="274076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2" name="rc1712"/>
            <p:cNvSpPr/>
            <p:nvPr/>
          </p:nvSpPr>
          <p:spPr>
            <a:xfrm>
              <a:off x="5979337" y="3910196"/>
              <a:ext cx="19681" cy="274038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3" name="rc1713"/>
            <p:cNvSpPr/>
            <p:nvPr/>
          </p:nvSpPr>
          <p:spPr>
            <a:xfrm>
              <a:off x="6001206" y="4860249"/>
              <a:ext cx="19681" cy="179033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4" name="rc1714"/>
            <p:cNvSpPr/>
            <p:nvPr/>
          </p:nvSpPr>
          <p:spPr>
            <a:xfrm>
              <a:off x="6023075" y="3916813"/>
              <a:ext cx="19681" cy="273376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5" name="rc1715"/>
            <p:cNvSpPr/>
            <p:nvPr/>
          </p:nvSpPr>
          <p:spPr>
            <a:xfrm>
              <a:off x="6044943" y="3922957"/>
              <a:ext cx="19681" cy="272762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6" name="rc1716"/>
            <p:cNvSpPr/>
            <p:nvPr/>
          </p:nvSpPr>
          <p:spPr>
            <a:xfrm>
              <a:off x="6066812" y="4466150"/>
              <a:ext cx="19681" cy="21844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7" name="rc1717"/>
            <p:cNvSpPr/>
            <p:nvPr/>
          </p:nvSpPr>
          <p:spPr>
            <a:xfrm>
              <a:off x="6088681" y="4058039"/>
              <a:ext cx="19681" cy="259254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8" name="rc1718"/>
            <p:cNvSpPr/>
            <p:nvPr/>
          </p:nvSpPr>
          <p:spPr>
            <a:xfrm>
              <a:off x="6110549" y="3907802"/>
              <a:ext cx="19681" cy="274278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9" name="rc1719"/>
            <p:cNvSpPr/>
            <p:nvPr/>
          </p:nvSpPr>
          <p:spPr>
            <a:xfrm>
              <a:off x="6132418" y="3996508"/>
              <a:ext cx="19681" cy="265407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0" name="rc1720"/>
            <p:cNvSpPr/>
            <p:nvPr/>
          </p:nvSpPr>
          <p:spPr>
            <a:xfrm>
              <a:off x="6154287" y="3972299"/>
              <a:ext cx="19681" cy="267828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1" name="rc1721"/>
            <p:cNvSpPr/>
            <p:nvPr/>
          </p:nvSpPr>
          <p:spPr>
            <a:xfrm>
              <a:off x="6176155" y="5619798"/>
              <a:ext cx="19681" cy="103078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2" name="rc1722"/>
            <p:cNvSpPr/>
            <p:nvPr/>
          </p:nvSpPr>
          <p:spPr>
            <a:xfrm>
              <a:off x="6198024" y="6035724"/>
              <a:ext cx="19681" cy="61485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3" name="rc1723"/>
            <p:cNvSpPr/>
            <p:nvPr/>
          </p:nvSpPr>
          <p:spPr>
            <a:xfrm>
              <a:off x="6219893" y="6534059"/>
              <a:ext cx="19681" cy="11652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4" name="rc1724"/>
            <p:cNvSpPr/>
            <p:nvPr/>
          </p:nvSpPr>
          <p:spPr>
            <a:xfrm>
              <a:off x="6241761" y="4888251"/>
              <a:ext cx="19681" cy="17623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5" name="rc1725"/>
            <p:cNvSpPr/>
            <p:nvPr/>
          </p:nvSpPr>
          <p:spPr>
            <a:xfrm>
              <a:off x="6263630" y="4162285"/>
              <a:ext cx="19681" cy="248829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6" name="rc1726"/>
            <p:cNvSpPr/>
            <p:nvPr/>
          </p:nvSpPr>
          <p:spPr>
            <a:xfrm>
              <a:off x="6285499" y="4674445"/>
              <a:ext cx="19681" cy="197613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7" name="rc1727"/>
            <p:cNvSpPr/>
            <p:nvPr/>
          </p:nvSpPr>
          <p:spPr>
            <a:xfrm>
              <a:off x="6307367" y="3912368"/>
              <a:ext cx="19681" cy="273821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8" name="rc1728"/>
            <p:cNvSpPr/>
            <p:nvPr/>
          </p:nvSpPr>
          <p:spPr>
            <a:xfrm>
              <a:off x="6329236" y="3911759"/>
              <a:ext cx="19681" cy="273882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9" name="rc1729"/>
            <p:cNvSpPr/>
            <p:nvPr/>
          </p:nvSpPr>
          <p:spPr>
            <a:xfrm>
              <a:off x="6351105" y="3912568"/>
              <a:ext cx="19681" cy="273801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0" name="rc1730"/>
            <p:cNvSpPr/>
            <p:nvPr/>
          </p:nvSpPr>
          <p:spPr>
            <a:xfrm>
              <a:off x="6372973" y="3908903"/>
              <a:ext cx="19681" cy="274167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1" name="rc1731"/>
            <p:cNvSpPr/>
            <p:nvPr/>
          </p:nvSpPr>
          <p:spPr>
            <a:xfrm>
              <a:off x="6394842" y="4394401"/>
              <a:ext cx="19681" cy="225618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2" name="rc1732"/>
            <p:cNvSpPr/>
            <p:nvPr/>
          </p:nvSpPr>
          <p:spPr>
            <a:xfrm>
              <a:off x="6416711" y="4668341"/>
              <a:ext cx="19681" cy="198224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3" name="rc1733"/>
            <p:cNvSpPr/>
            <p:nvPr/>
          </p:nvSpPr>
          <p:spPr>
            <a:xfrm>
              <a:off x="6438579" y="6626063"/>
              <a:ext cx="19681" cy="2451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4" name="rc1734"/>
            <p:cNvSpPr/>
            <p:nvPr/>
          </p:nvSpPr>
          <p:spPr>
            <a:xfrm>
              <a:off x="6460448" y="4443975"/>
              <a:ext cx="19681" cy="220660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5" name="rc1735"/>
            <p:cNvSpPr/>
            <p:nvPr/>
          </p:nvSpPr>
          <p:spPr>
            <a:xfrm>
              <a:off x="6482317" y="4833344"/>
              <a:ext cx="19681" cy="181723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6" name="rc1736"/>
            <p:cNvSpPr/>
            <p:nvPr/>
          </p:nvSpPr>
          <p:spPr>
            <a:xfrm>
              <a:off x="6504185" y="5219860"/>
              <a:ext cx="19681" cy="143072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7" name="rc1737"/>
            <p:cNvSpPr/>
            <p:nvPr/>
          </p:nvSpPr>
          <p:spPr>
            <a:xfrm>
              <a:off x="6526054" y="4061993"/>
              <a:ext cx="19681" cy="258858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8" name="rc1738"/>
            <p:cNvSpPr/>
            <p:nvPr/>
          </p:nvSpPr>
          <p:spPr>
            <a:xfrm>
              <a:off x="6547922" y="4573008"/>
              <a:ext cx="19681" cy="207757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9" name="rc1739"/>
            <p:cNvSpPr/>
            <p:nvPr/>
          </p:nvSpPr>
          <p:spPr>
            <a:xfrm>
              <a:off x="6569791" y="4435919"/>
              <a:ext cx="19681" cy="221466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0" name="rc1740"/>
            <p:cNvSpPr/>
            <p:nvPr/>
          </p:nvSpPr>
          <p:spPr>
            <a:xfrm>
              <a:off x="6591660" y="4318778"/>
              <a:ext cx="19681" cy="233180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1" name="rc1741"/>
            <p:cNvSpPr/>
            <p:nvPr/>
          </p:nvSpPr>
          <p:spPr>
            <a:xfrm>
              <a:off x="6613528" y="3917259"/>
              <a:ext cx="19681" cy="273332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2" name="rc1742"/>
            <p:cNvSpPr/>
            <p:nvPr/>
          </p:nvSpPr>
          <p:spPr>
            <a:xfrm>
              <a:off x="6635397" y="5079469"/>
              <a:ext cx="19681" cy="157111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3" name="rc1743"/>
            <p:cNvSpPr/>
            <p:nvPr/>
          </p:nvSpPr>
          <p:spPr>
            <a:xfrm>
              <a:off x="6657266" y="5203540"/>
              <a:ext cx="19681" cy="144704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4" name="rc1744"/>
            <p:cNvSpPr/>
            <p:nvPr/>
          </p:nvSpPr>
          <p:spPr>
            <a:xfrm>
              <a:off x="6679134" y="3915475"/>
              <a:ext cx="19681" cy="273510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5" name="rc1745"/>
            <p:cNvSpPr/>
            <p:nvPr/>
          </p:nvSpPr>
          <p:spPr>
            <a:xfrm>
              <a:off x="6701003" y="4355095"/>
              <a:ext cx="19681" cy="229548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6" name="rc1746"/>
            <p:cNvSpPr/>
            <p:nvPr/>
          </p:nvSpPr>
          <p:spPr>
            <a:xfrm>
              <a:off x="6722872" y="4466170"/>
              <a:ext cx="19681" cy="218441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7" name="rc1747"/>
            <p:cNvSpPr/>
            <p:nvPr/>
          </p:nvSpPr>
          <p:spPr>
            <a:xfrm>
              <a:off x="6744740" y="3921195"/>
              <a:ext cx="19681" cy="272938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8" name="rc1748"/>
            <p:cNvSpPr/>
            <p:nvPr/>
          </p:nvSpPr>
          <p:spPr>
            <a:xfrm>
              <a:off x="6766609" y="4634462"/>
              <a:ext cx="19681" cy="201611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9" name="rc1749"/>
            <p:cNvSpPr/>
            <p:nvPr/>
          </p:nvSpPr>
          <p:spPr>
            <a:xfrm>
              <a:off x="6788478" y="3917725"/>
              <a:ext cx="19681" cy="273285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0" name="rc1750"/>
            <p:cNvSpPr/>
            <p:nvPr/>
          </p:nvSpPr>
          <p:spPr>
            <a:xfrm>
              <a:off x="6810346" y="4397210"/>
              <a:ext cx="19681" cy="225337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1" name="rc1751"/>
            <p:cNvSpPr/>
            <p:nvPr/>
          </p:nvSpPr>
          <p:spPr>
            <a:xfrm>
              <a:off x="6832215" y="5152866"/>
              <a:ext cx="19681" cy="149771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2" name="rc1752"/>
            <p:cNvSpPr/>
            <p:nvPr/>
          </p:nvSpPr>
          <p:spPr>
            <a:xfrm>
              <a:off x="6854084" y="4437210"/>
              <a:ext cx="19681" cy="221337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3" name="rc1753"/>
            <p:cNvSpPr/>
            <p:nvPr/>
          </p:nvSpPr>
          <p:spPr>
            <a:xfrm>
              <a:off x="6875952" y="3917211"/>
              <a:ext cx="19681" cy="273337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4" name="rc1754"/>
            <p:cNvSpPr/>
            <p:nvPr/>
          </p:nvSpPr>
          <p:spPr>
            <a:xfrm>
              <a:off x="6897821" y="4661024"/>
              <a:ext cx="19681" cy="198955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5" name="rc1755"/>
            <p:cNvSpPr/>
            <p:nvPr/>
          </p:nvSpPr>
          <p:spPr>
            <a:xfrm>
              <a:off x="6919690" y="4770273"/>
              <a:ext cx="19681" cy="188030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6" name="rc1756"/>
            <p:cNvSpPr/>
            <p:nvPr/>
          </p:nvSpPr>
          <p:spPr>
            <a:xfrm>
              <a:off x="6941558" y="5121012"/>
              <a:ext cx="19681" cy="152957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7" name="rc1757"/>
            <p:cNvSpPr/>
            <p:nvPr/>
          </p:nvSpPr>
          <p:spPr>
            <a:xfrm>
              <a:off x="6963427" y="3923169"/>
              <a:ext cx="19681" cy="272741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8" name="rc1758"/>
            <p:cNvSpPr/>
            <p:nvPr/>
          </p:nvSpPr>
          <p:spPr>
            <a:xfrm>
              <a:off x="6985296" y="5601091"/>
              <a:ext cx="19681" cy="104949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9" name="rc1759"/>
            <p:cNvSpPr/>
            <p:nvPr/>
          </p:nvSpPr>
          <p:spPr>
            <a:xfrm>
              <a:off x="7007164" y="3916096"/>
              <a:ext cx="19681" cy="273448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0" name="rc1760"/>
            <p:cNvSpPr/>
            <p:nvPr/>
          </p:nvSpPr>
          <p:spPr>
            <a:xfrm>
              <a:off x="7029033" y="4455881"/>
              <a:ext cx="19681" cy="219470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1" name="rc1761"/>
            <p:cNvSpPr/>
            <p:nvPr/>
          </p:nvSpPr>
          <p:spPr>
            <a:xfrm>
              <a:off x="7050901" y="6296720"/>
              <a:ext cx="19681" cy="35386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2" name="rc1762"/>
            <p:cNvSpPr/>
            <p:nvPr/>
          </p:nvSpPr>
          <p:spPr>
            <a:xfrm>
              <a:off x="7072770" y="4209670"/>
              <a:ext cx="19681" cy="244091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3" name="rc1763"/>
            <p:cNvSpPr/>
            <p:nvPr/>
          </p:nvSpPr>
          <p:spPr>
            <a:xfrm>
              <a:off x="7094639" y="3932254"/>
              <a:ext cx="19681" cy="271832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4" name="rc1764"/>
            <p:cNvSpPr/>
            <p:nvPr/>
          </p:nvSpPr>
          <p:spPr>
            <a:xfrm>
              <a:off x="7116507" y="3926851"/>
              <a:ext cx="19681" cy="272373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5" name="rc1765"/>
            <p:cNvSpPr/>
            <p:nvPr/>
          </p:nvSpPr>
          <p:spPr>
            <a:xfrm>
              <a:off x="7138376" y="3921242"/>
              <a:ext cx="19681" cy="272934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6" name="rc1766"/>
            <p:cNvSpPr/>
            <p:nvPr/>
          </p:nvSpPr>
          <p:spPr>
            <a:xfrm>
              <a:off x="7160245" y="5118828"/>
              <a:ext cx="19681" cy="153175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7" name="rc1767"/>
            <p:cNvSpPr/>
            <p:nvPr/>
          </p:nvSpPr>
          <p:spPr>
            <a:xfrm>
              <a:off x="7182113" y="4475823"/>
              <a:ext cx="19681" cy="217475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8" name="rc1768"/>
            <p:cNvSpPr/>
            <p:nvPr/>
          </p:nvSpPr>
          <p:spPr>
            <a:xfrm>
              <a:off x="7203982" y="5427963"/>
              <a:ext cx="19681" cy="122261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9" name="rc1769"/>
            <p:cNvSpPr/>
            <p:nvPr/>
          </p:nvSpPr>
          <p:spPr>
            <a:xfrm>
              <a:off x="7225851" y="5808932"/>
              <a:ext cx="19681" cy="84164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0" name="rc1770"/>
            <p:cNvSpPr/>
            <p:nvPr/>
          </p:nvSpPr>
          <p:spPr>
            <a:xfrm>
              <a:off x="7247719" y="4107586"/>
              <a:ext cx="19681" cy="254299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1" name="rc1771"/>
            <p:cNvSpPr/>
            <p:nvPr/>
          </p:nvSpPr>
          <p:spPr>
            <a:xfrm>
              <a:off x="7269588" y="4290695"/>
              <a:ext cx="19681" cy="235988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2" name="rc1772"/>
            <p:cNvSpPr/>
            <p:nvPr/>
          </p:nvSpPr>
          <p:spPr>
            <a:xfrm>
              <a:off x="7291457" y="5140997"/>
              <a:ext cx="19681" cy="150958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3" name="rc1773"/>
            <p:cNvSpPr/>
            <p:nvPr/>
          </p:nvSpPr>
          <p:spPr>
            <a:xfrm>
              <a:off x="7313325" y="4437066"/>
              <a:ext cx="19681" cy="221351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4" name="rc1774"/>
            <p:cNvSpPr/>
            <p:nvPr/>
          </p:nvSpPr>
          <p:spPr>
            <a:xfrm>
              <a:off x="7335194" y="3921554"/>
              <a:ext cx="19681" cy="272902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5" name="rc1775"/>
            <p:cNvSpPr/>
            <p:nvPr/>
          </p:nvSpPr>
          <p:spPr>
            <a:xfrm>
              <a:off x="7408766" y="3906567"/>
              <a:ext cx="1447704" cy="27442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6" name="pl1776"/>
            <p:cNvSpPr/>
            <p:nvPr/>
          </p:nvSpPr>
          <p:spPr>
            <a:xfrm>
              <a:off x="7408766" y="6650582"/>
              <a:ext cx="1447704" cy="0"/>
            </a:xfrm>
            <a:custGeom>
              <a:avLst/>
              <a:pathLst>
                <a:path w="1447704" h="0">
                  <a:moveTo>
                    <a:pt x="0" y="0"/>
                  </a:moveTo>
                  <a:lnTo>
                    <a:pt x="1447704" y="0"/>
                  </a:lnTo>
                  <a:lnTo>
                    <a:pt x="144770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l1777"/>
            <p:cNvSpPr/>
            <p:nvPr/>
          </p:nvSpPr>
          <p:spPr>
            <a:xfrm>
              <a:off x="7408766" y="5964647"/>
              <a:ext cx="1447704" cy="0"/>
            </a:xfrm>
            <a:custGeom>
              <a:avLst/>
              <a:pathLst>
                <a:path w="1447704" h="0">
                  <a:moveTo>
                    <a:pt x="0" y="0"/>
                  </a:moveTo>
                  <a:lnTo>
                    <a:pt x="1447704" y="0"/>
                  </a:lnTo>
                  <a:lnTo>
                    <a:pt x="144770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l1778"/>
            <p:cNvSpPr/>
            <p:nvPr/>
          </p:nvSpPr>
          <p:spPr>
            <a:xfrm>
              <a:off x="7408766" y="5278712"/>
              <a:ext cx="1447704" cy="0"/>
            </a:xfrm>
            <a:custGeom>
              <a:avLst/>
              <a:pathLst>
                <a:path w="1447704" h="0">
                  <a:moveTo>
                    <a:pt x="0" y="0"/>
                  </a:moveTo>
                  <a:lnTo>
                    <a:pt x="1447704" y="0"/>
                  </a:lnTo>
                  <a:lnTo>
                    <a:pt x="144770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l1779"/>
            <p:cNvSpPr/>
            <p:nvPr/>
          </p:nvSpPr>
          <p:spPr>
            <a:xfrm>
              <a:off x="7408766" y="4592777"/>
              <a:ext cx="1447704" cy="0"/>
            </a:xfrm>
            <a:custGeom>
              <a:avLst/>
              <a:pathLst>
                <a:path w="1447704" h="0">
                  <a:moveTo>
                    <a:pt x="0" y="0"/>
                  </a:moveTo>
                  <a:lnTo>
                    <a:pt x="1447704" y="0"/>
                  </a:lnTo>
                  <a:lnTo>
                    <a:pt x="144770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l1780"/>
            <p:cNvSpPr/>
            <p:nvPr/>
          </p:nvSpPr>
          <p:spPr>
            <a:xfrm>
              <a:off x="7408766" y="3906842"/>
              <a:ext cx="1447704" cy="0"/>
            </a:xfrm>
            <a:custGeom>
              <a:avLst/>
              <a:pathLst>
                <a:path w="1447704" h="0">
                  <a:moveTo>
                    <a:pt x="0" y="0"/>
                  </a:moveTo>
                  <a:lnTo>
                    <a:pt x="1447704" y="0"/>
                  </a:lnTo>
                  <a:lnTo>
                    <a:pt x="144770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l1781"/>
            <p:cNvSpPr/>
            <p:nvPr/>
          </p:nvSpPr>
          <p:spPr>
            <a:xfrm>
              <a:off x="742188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l1782"/>
            <p:cNvSpPr/>
            <p:nvPr/>
          </p:nvSpPr>
          <p:spPr>
            <a:xfrm>
              <a:off x="744375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l1783"/>
            <p:cNvSpPr/>
            <p:nvPr/>
          </p:nvSpPr>
          <p:spPr>
            <a:xfrm>
              <a:off x="746562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l1784"/>
            <p:cNvSpPr/>
            <p:nvPr/>
          </p:nvSpPr>
          <p:spPr>
            <a:xfrm>
              <a:off x="748749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l1785"/>
            <p:cNvSpPr/>
            <p:nvPr/>
          </p:nvSpPr>
          <p:spPr>
            <a:xfrm>
              <a:off x="750936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l1786"/>
            <p:cNvSpPr/>
            <p:nvPr/>
          </p:nvSpPr>
          <p:spPr>
            <a:xfrm>
              <a:off x="753123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l1787"/>
            <p:cNvSpPr/>
            <p:nvPr/>
          </p:nvSpPr>
          <p:spPr>
            <a:xfrm>
              <a:off x="755309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l1788"/>
            <p:cNvSpPr/>
            <p:nvPr/>
          </p:nvSpPr>
          <p:spPr>
            <a:xfrm>
              <a:off x="757496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l1789"/>
            <p:cNvSpPr/>
            <p:nvPr/>
          </p:nvSpPr>
          <p:spPr>
            <a:xfrm>
              <a:off x="759683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l1790"/>
            <p:cNvSpPr/>
            <p:nvPr/>
          </p:nvSpPr>
          <p:spPr>
            <a:xfrm>
              <a:off x="761870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l1791"/>
            <p:cNvSpPr/>
            <p:nvPr/>
          </p:nvSpPr>
          <p:spPr>
            <a:xfrm>
              <a:off x="764057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l1792"/>
            <p:cNvSpPr/>
            <p:nvPr/>
          </p:nvSpPr>
          <p:spPr>
            <a:xfrm>
              <a:off x="766244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l1793"/>
            <p:cNvSpPr/>
            <p:nvPr/>
          </p:nvSpPr>
          <p:spPr>
            <a:xfrm>
              <a:off x="768431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l1794"/>
            <p:cNvSpPr/>
            <p:nvPr/>
          </p:nvSpPr>
          <p:spPr>
            <a:xfrm>
              <a:off x="770618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l1795"/>
            <p:cNvSpPr/>
            <p:nvPr/>
          </p:nvSpPr>
          <p:spPr>
            <a:xfrm>
              <a:off x="772804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l1796"/>
            <p:cNvSpPr/>
            <p:nvPr/>
          </p:nvSpPr>
          <p:spPr>
            <a:xfrm>
              <a:off x="774991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l1797"/>
            <p:cNvSpPr/>
            <p:nvPr/>
          </p:nvSpPr>
          <p:spPr>
            <a:xfrm>
              <a:off x="777178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l1798"/>
            <p:cNvSpPr/>
            <p:nvPr/>
          </p:nvSpPr>
          <p:spPr>
            <a:xfrm>
              <a:off x="779365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l1799"/>
            <p:cNvSpPr/>
            <p:nvPr/>
          </p:nvSpPr>
          <p:spPr>
            <a:xfrm>
              <a:off x="781552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l1800"/>
            <p:cNvSpPr/>
            <p:nvPr/>
          </p:nvSpPr>
          <p:spPr>
            <a:xfrm>
              <a:off x="783739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l1801"/>
            <p:cNvSpPr/>
            <p:nvPr/>
          </p:nvSpPr>
          <p:spPr>
            <a:xfrm>
              <a:off x="785926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l1802"/>
            <p:cNvSpPr/>
            <p:nvPr/>
          </p:nvSpPr>
          <p:spPr>
            <a:xfrm>
              <a:off x="788112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l1803"/>
            <p:cNvSpPr/>
            <p:nvPr/>
          </p:nvSpPr>
          <p:spPr>
            <a:xfrm>
              <a:off x="790299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l1804"/>
            <p:cNvSpPr/>
            <p:nvPr/>
          </p:nvSpPr>
          <p:spPr>
            <a:xfrm>
              <a:off x="792486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l1805"/>
            <p:cNvSpPr/>
            <p:nvPr/>
          </p:nvSpPr>
          <p:spPr>
            <a:xfrm>
              <a:off x="794673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l1806"/>
            <p:cNvSpPr/>
            <p:nvPr/>
          </p:nvSpPr>
          <p:spPr>
            <a:xfrm>
              <a:off x="796860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l1807"/>
            <p:cNvSpPr/>
            <p:nvPr/>
          </p:nvSpPr>
          <p:spPr>
            <a:xfrm>
              <a:off x="799047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l1808"/>
            <p:cNvSpPr/>
            <p:nvPr/>
          </p:nvSpPr>
          <p:spPr>
            <a:xfrm>
              <a:off x="801234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l1809"/>
            <p:cNvSpPr/>
            <p:nvPr/>
          </p:nvSpPr>
          <p:spPr>
            <a:xfrm>
              <a:off x="803421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l1810"/>
            <p:cNvSpPr/>
            <p:nvPr/>
          </p:nvSpPr>
          <p:spPr>
            <a:xfrm>
              <a:off x="805607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l1811"/>
            <p:cNvSpPr/>
            <p:nvPr/>
          </p:nvSpPr>
          <p:spPr>
            <a:xfrm>
              <a:off x="807794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l1812"/>
            <p:cNvSpPr/>
            <p:nvPr/>
          </p:nvSpPr>
          <p:spPr>
            <a:xfrm>
              <a:off x="809981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l1813"/>
            <p:cNvSpPr/>
            <p:nvPr/>
          </p:nvSpPr>
          <p:spPr>
            <a:xfrm>
              <a:off x="812168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l1814"/>
            <p:cNvSpPr/>
            <p:nvPr/>
          </p:nvSpPr>
          <p:spPr>
            <a:xfrm>
              <a:off x="814355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l1815"/>
            <p:cNvSpPr/>
            <p:nvPr/>
          </p:nvSpPr>
          <p:spPr>
            <a:xfrm>
              <a:off x="816542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l1816"/>
            <p:cNvSpPr/>
            <p:nvPr/>
          </p:nvSpPr>
          <p:spPr>
            <a:xfrm>
              <a:off x="818729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l1817"/>
            <p:cNvSpPr/>
            <p:nvPr/>
          </p:nvSpPr>
          <p:spPr>
            <a:xfrm>
              <a:off x="820915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l1818"/>
            <p:cNvSpPr/>
            <p:nvPr/>
          </p:nvSpPr>
          <p:spPr>
            <a:xfrm>
              <a:off x="823102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l1819"/>
            <p:cNvSpPr/>
            <p:nvPr/>
          </p:nvSpPr>
          <p:spPr>
            <a:xfrm>
              <a:off x="825289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l1820"/>
            <p:cNvSpPr/>
            <p:nvPr/>
          </p:nvSpPr>
          <p:spPr>
            <a:xfrm>
              <a:off x="827476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l1821"/>
            <p:cNvSpPr/>
            <p:nvPr/>
          </p:nvSpPr>
          <p:spPr>
            <a:xfrm>
              <a:off x="829663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l1822"/>
            <p:cNvSpPr/>
            <p:nvPr/>
          </p:nvSpPr>
          <p:spPr>
            <a:xfrm>
              <a:off x="831850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l1823"/>
            <p:cNvSpPr/>
            <p:nvPr/>
          </p:nvSpPr>
          <p:spPr>
            <a:xfrm>
              <a:off x="834037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l1824"/>
            <p:cNvSpPr/>
            <p:nvPr/>
          </p:nvSpPr>
          <p:spPr>
            <a:xfrm>
              <a:off x="836224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l1825"/>
            <p:cNvSpPr/>
            <p:nvPr/>
          </p:nvSpPr>
          <p:spPr>
            <a:xfrm>
              <a:off x="838410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l1826"/>
            <p:cNvSpPr/>
            <p:nvPr/>
          </p:nvSpPr>
          <p:spPr>
            <a:xfrm>
              <a:off x="840597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l1827"/>
            <p:cNvSpPr/>
            <p:nvPr/>
          </p:nvSpPr>
          <p:spPr>
            <a:xfrm>
              <a:off x="842784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l1828"/>
            <p:cNvSpPr/>
            <p:nvPr/>
          </p:nvSpPr>
          <p:spPr>
            <a:xfrm>
              <a:off x="844971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l1829"/>
            <p:cNvSpPr/>
            <p:nvPr/>
          </p:nvSpPr>
          <p:spPr>
            <a:xfrm>
              <a:off x="847158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l1830"/>
            <p:cNvSpPr/>
            <p:nvPr/>
          </p:nvSpPr>
          <p:spPr>
            <a:xfrm>
              <a:off x="849345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l1831"/>
            <p:cNvSpPr/>
            <p:nvPr/>
          </p:nvSpPr>
          <p:spPr>
            <a:xfrm>
              <a:off x="851532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l1832"/>
            <p:cNvSpPr/>
            <p:nvPr/>
          </p:nvSpPr>
          <p:spPr>
            <a:xfrm>
              <a:off x="853718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l1833"/>
            <p:cNvSpPr/>
            <p:nvPr/>
          </p:nvSpPr>
          <p:spPr>
            <a:xfrm>
              <a:off x="855905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l1834"/>
            <p:cNvSpPr/>
            <p:nvPr/>
          </p:nvSpPr>
          <p:spPr>
            <a:xfrm>
              <a:off x="858092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l1835"/>
            <p:cNvSpPr/>
            <p:nvPr/>
          </p:nvSpPr>
          <p:spPr>
            <a:xfrm>
              <a:off x="860279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l1836"/>
            <p:cNvSpPr/>
            <p:nvPr/>
          </p:nvSpPr>
          <p:spPr>
            <a:xfrm>
              <a:off x="862466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l1837"/>
            <p:cNvSpPr/>
            <p:nvPr/>
          </p:nvSpPr>
          <p:spPr>
            <a:xfrm>
              <a:off x="864653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l1838"/>
            <p:cNvSpPr/>
            <p:nvPr/>
          </p:nvSpPr>
          <p:spPr>
            <a:xfrm>
              <a:off x="866840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l1839"/>
            <p:cNvSpPr/>
            <p:nvPr/>
          </p:nvSpPr>
          <p:spPr>
            <a:xfrm>
              <a:off x="869026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l1840"/>
            <p:cNvSpPr/>
            <p:nvPr/>
          </p:nvSpPr>
          <p:spPr>
            <a:xfrm>
              <a:off x="871213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l1841"/>
            <p:cNvSpPr/>
            <p:nvPr/>
          </p:nvSpPr>
          <p:spPr>
            <a:xfrm>
              <a:off x="873400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l1842"/>
            <p:cNvSpPr/>
            <p:nvPr/>
          </p:nvSpPr>
          <p:spPr>
            <a:xfrm>
              <a:off x="875587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l1843"/>
            <p:cNvSpPr/>
            <p:nvPr/>
          </p:nvSpPr>
          <p:spPr>
            <a:xfrm>
              <a:off x="877774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l1844"/>
            <p:cNvSpPr/>
            <p:nvPr/>
          </p:nvSpPr>
          <p:spPr>
            <a:xfrm>
              <a:off x="879961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l1845"/>
            <p:cNvSpPr/>
            <p:nvPr/>
          </p:nvSpPr>
          <p:spPr>
            <a:xfrm>
              <a:off x="882148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l1846"/>
            <p:cNvSpPr/>
            <p:nvPr/>
          </p:nvSpPr>
          <p:spPr>
            <a:xfrm>
              <a:off x="884335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rc1847"/>
            <p:cNvSpPr/>
            <p:nvPr/>
          </p:nvSpPr>
          <p:spPr>
            <a:xfrm>
              <a:off x="7412047" y="3906842"/>
              <a:ext cx="19681" cy="806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8" name="rc1848"/>
            <p:cNvSpPr/>
            <p:nvPr/>
          </p:nvSpPr>
          <p:spPr>
            <a:xfrm>
              <a:off x="7433915" y="3906842"/>
              <a:ext cx="19681" cy="40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9" name="rc1849"/>
            <p:cNvSpPr/>
            <p:nvPr/>
          </p:nvSpPr>
          <p:spPr>
            <a:xfrm>
              <a:off x="7455784" y="3906842"/>
              <a:ext cx="19681" cy="187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0" name="rc1850"/>
            <p:cNvSpPr/>
            <p:nvPr/>
          </p:nvSpPr>
          <p:spPr>
            <a:xfrm>
              <a:off x="7477653" y="3906842"/>
              <a:ext cx="19681" cy="7202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1" name="rc1851"/>
            <p:cNvSpPr/>
            <p:nvPr/>
          </p:nvSpPr>
          <p:spPr>
            <a:xfrm>
              <a:off x="7499521" y="3906842"/>
              <a:ext cx="19681" cy="321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2" name="rc1852"/>
            <p:cNvSpPr/>
            <p:nvPr/>
          </p:nvSpPr>
          <p:spPr>
            <a:xfrm>
              <a:off x="7521390" y="3906842"/>
              <a:ext cx="19681" cy="629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3" name="rc1853"/>
            <p:cNvSpPr/>
            <p:nvPr/>
          </p:nvSpPr>
          <p:spPr>
            <a:xfrm>
              <a:off x="7543259" y="3906842"/>
              <a:ext cx="19681" cy="18003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4" name="rc1854"/>
            <p:cNvSpPr/>
            <p:nvPr/>
          </p:nvSpPr>
          <p:spPr>
            <a:xfrm>
              <a:off x="7565127" y="3906842"/>
              <a:ext cx="19681" cy="49710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5" name="rc1855"/>
            <p:cNvSpPr/>
            <p:nvPr/>
          </p:nvSpPr>
          <p:spPr>
            <a:xfrm>
              <a:off x="7586996" y="3906842"/>
              <a:ext cx="19681" cy="287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6" name="rc1856"/>
            <p:cNvSpPr/>
            <p:nvPr/>
          </p:nvSpPr>
          <p:spPr>
            <a:xfrm>
              <a:off x="7608864" y="3906842"/>
              <a:ext cx="19681" cy="754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7" name="rc1857"/>
            <p:cNvSpPr/>
            <p:nvPr/>
          </p:nvSpPr>
          <p:spPr>
            <a:xfrm>
              <a:off x="7630733" y="3906842"/>
              <a:ext cx="19681" cy="162881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8" name="rc1858"/>
            <p:cNvSpPr/>
            <p:nvPr/>
          </p:nvSpPr>
          <p:spPr>
            <a:xfrm>
              <a:off x="7652602" y="3906842"/>
              <a:ext cx="19681" cy="183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9" name="rc1859"/>
            <p:cNvSpPr/>
            <p:nvPr/>
          </p:nvSpPr>
          <p:spPr>
            <a:xfrm>
              <a:off x="7674470" y="3906842"/>
              <a:ext cx="19681" cy="72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0" name="rc1860"/>
            <p:cNvSpPr/>
            <p:nvPr/>
          </p:nvSpPr>
          <p:spPr>
            <a:xfrm>
              <a:off x="7696339" y="3906842"/>
              <a:ext cx="19681" cy="52706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1" name="rc1861"/>
            <p:cNvSpPr/>
            <p:nvPr/>
          </p:nvSpPr>
          <p:spPr>
            <a:xfrm>
              <a:off x="7718208" y="3906842"/>
              <a:ext cx="19681" cy="52741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2" name="rc1862"/>
            <p:cNvSpPr/>
            <p:nvPr/>
          </p:nvSpPr>
          <p:spPr>
            <a:xfrm>
              <a:off x="7740076" y="3906842"/>
              <a:ext cx="19681" cy="618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3" name="rc1863"/>
            <p:cNvSpPr/>
            <p:nvPr/>
          </p:nvSpPr>
          <p:spPr>
            <a:xfrm>
              <a:off x="7761945" y="3906842"/>
              <a:ext cx="19681" cy="93025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4" name="rc1864"/>
            <p:cNvSpPr/>
            <p:nvPr/>
          </p:nvSpPr>
          <p:spPr>
            <a:xfrm>
              <a:off x="7783814" y="3906842"/>
              <a:ext cx="19681" cy="40547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5" name="rc1865"/>
            <p:cNvSpPr/>
            <p:nvPr/>
          </p:nvSpPr>
          <p:spPr>
            <a:xfrm>
              <a:off x="7805682" y="3906842"/>
              <a:ext cx="19681" cy="14785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6" name="rc1866"/>
            <p:cNvSpPr/>
            <p:nvPr/>
          </p:nvSpPr>
          <p:spPr>
            <a:xfrm>
              <a:off x="7827551" y="3906842"/>
              <a:ext cx="19681" cy="121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7" name="rc1867"/>
            <p:cNvSpPr/>
            <p:nvPr/>
          </p:nvSpPr>
          <p:spPr>
            <a:xfrm>
              <a:off x="7849420" y="3906842"/>
              <a:ext cx="19681" cy="77148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8" name="rc1868"/>
            <p:cNvSpPr/>
            <p:nvPr/>
          </p:nvSpPr>
          <p:spPr>
            <a:xfrm>
              <a:off x="7871288" y="3906842"/>
              <a:ext cx="19681" cy="61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9" name="rc1869"/>
            <p:cNvSpPr/>
            <p:nvPr/>
          </p:nvSpPr>
          <p:spPr>
            <a:xfrm>
              <a:off x="7893157" y="3906842"/>
              <a:ext cx="19681" cy="246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0" name="rc1870"/>
            <p:cNvSpPr/>
            <p:nvPr/>
          </p:nvSpPr>
          <p:spPr>
            <a:xfrm>
              <a:off x="7915026" y="3906842"/>
              <a:ext cx="19681" cy="134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1" name="rc1871"/>
            <p:cNvSpPr/>
            <p:nvPr/>
          </p:nvSpPr>
          <p:spPr>
            <a:xfrm>
              <a:off x="7936894" y="3906842"/>
              <a:ext cx="19681" cy="264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2" name="rc1872"/>
            <p:cNvSpPr/>
            <p:nvPr/>
          </p:nvSpPr>
          <p:spPr>
            <a:xfrm>
              <a:off x="7958763" y="3906842"/>
              <a:ext cx="19681" cy="160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3" name="rc1873"/>
            <p:cNvSpPr/>
            <p:nvPr/>
          </p:nvSpPr>
          <p:spPr>
            <a:xfrm>
              <a:off x="7980632" y="3906842"/>
              <a:ext cx="19681" cy="1284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4" name="rc1874"/>
            <p:cNvSpPr/>
            <p:nvPr/>
          </p:nvSpPr>
          <p:spPr>
            <a:xfrm>
              <a:off x="8002500" y="3906842"/>
              <a:ext cx="19681" cy="4062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5" name="rc1875"/>
            <p:cNvSpPr/>
            <p:nvPr/>
          </p:nvSpPr>
          <p:spPr>
            <a:xfrm>
              <a:off x="8024369" y="3906842"/>
              <a:ext cx="19681" cy="1174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6" name="rc1876"/>
            <p:cNvSpPr/>
            <p:nvPr/>
          </p:nvSpPr>
          <p:spPr>
            <a:xfrm>
              <a:off x="8046238" y="3906842"/>
              <a:ext cx="19681" cy="93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7" name="rc1877"/>
            <p:cNvSpPr/>
            <p:nvPr/>
          </p:nvSpPr>
          <p:spPr>
            <a:xfrm>
              <a:off x="8068106" y="3906842"/>
              <a:ext cx="19681" cy="430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8" name="rc1878"/>
            <p:cNvSpPr/>
            <p:nvPr/>
          </p:nvSpPr>
          <p:spPr>
            <a:xfrm>
              <a:off x="8089975" y="3906842"/>
              <a:ext cx="19681" cy="61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9" name="rc1879"/>
            <p:cNvSpPr/>
            <p:nvPr/>
          </p:nvSpPr>
          <p:spPr>
            <a:xfrm>
              <a:off x="8111843" y="3906842"/>
              <a:ext cx="19681" cy="50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0" name="rc1880"/>
            <p:cNvSpPr/>
            <p:nvPr/>
          </p:nvSpPr>
          <p:spPr>
            <a:xfrm>
              <a:off x="8133712" y="3906842"/>
              <a:ext cx="19681" cy="14810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1" name="rc1881"/>
            <p:cNvSpPr/>
            <p:nvPr/>
          </p:nvSpPr>
          <p:spPr>
            <a:xfrm>
              <a:off x="8155581" y="3906842"/>
              <a:ext cx="19681" cy="8269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2" name="rc1882"/>
            <p:cNvSpPr/>
            <p:nvPr/>
          </p:nvSpPr>
          <p:spPr>
            <a:xfrm>
              <a:off x="8177449" y="3906842"/>
              <a:ext cx="19681" cy="3387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3" name="rc1883"/>
            <p:cNvSpPr/>
            <p:nvPr/>
          </p:nvSpPr>
          <p:spPr>
            <a:xfrm>
              <a:off x="8199318" y="3906842"/>
              <a:ext cx="19681" cy="765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4" name="rc1884"/>
            <p:cNvSpPr/>
            <p:nvPr/>
          </p:nvSpPr>
          <p:spPr>
            <a:xfrm>
              <a:off x="8221187" y="3906842"/>
              <a:ext cx="19681" cy="95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5" name="rc1885"/>
            <p:cNvSpPr/>
            <p:nvPr/>
          </p:nvSpPr>
          <p:spPr>
            <a:xfrm>
              <a:off x="8243055" y="3906842"/>
              <a:ext cx="19681" cy="6886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6" name="rc1886"/>
            <p:cNvSpPr/>
            <p:nvPr/>
          </p:nvSpPr>
          <p:spPr>
            <a:xfrm>
              <a:off x="8264924" y="3906842"/>
              <a:ext cx="19681" cy="2565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7" name="rc1887"/>
            <p:cNvSpPr/>
            <p:nvPr/>
          </p:nvSpPr>
          <p:spPr>
            <a:xfrm>
              <a:off x="8286793" y="3906842"/>
              <a:ext cx="19681" cy="30721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8" name="rc1888"/>
            <p:cNvSpPr/>
            <p:nvPr/>
          </p:nvSpPr>
          <p:spPr>
            <a:xfrm>
              <a:off x="8308661" y="3906842"/>
              <a:ext cx="19681" cy="1315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9" name="rc1889"/>
            <p:cNvSpPr/>
            <p:nvPr/>
          </p:nvSpPr>
          <p:spPr>
            <a:xfrm>
              <a:off x="8330530" y="3906842"/>
              <a:ext cx="19681" cy="1312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0" name="rc1890"/>
            <p:cNvSpPr/>
            <p:nvPr/>
          </p:nvSpPr>
          <p:spPr>
            <a:xfrm>
              <a:off x="8352399" y="3906842"/>
              <a:ext cx="19681" cy="859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1" name="rc1891"/>
            <p:cNvSpPr/>
            <p:nvPr/>
          </p:nvSpPr>
          <p:spPr>
            <a:xfrm>
              <a:off x="8374267" y="3906842"/>
              <a:ext cx="19681" cy="1986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2" name="rc1892"/>
            <p:cNvSpPr/>
            <p:nvPr/>
          </p:nvSpPr>
          <p:spPr>
            <a:xfrm>
              <a:off x="8396136" y="3906842"/>
              <a:ext cx="19681" cy="4670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3" name="rc1893"/>
            <p:cNvSpPr/>
            <p:nvPr/>
          </p:nvSpPr>
          <p:spPr>
            <a:xfrm>
              <a:off x="8418005" y="3906842"/>
              <a:ext cx="19681" cy="788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4" name="rc1894"/>
            <p:cNvSpPr/>
            <p:nvPr/>
          </p:nvSpPr>
          <p:spPr>
            <a:xfrm>
              <a:off x="8439873" y="3906842"/>
              <a:ext cx="19681" cy="95888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5" name="rc1895"/>
            <p:cNvSpPr/>
            <p:nvPr/>
          </p:nvSpPr>
          <p:spPr>
            <a:xfrm>
              <a:off x="8461742" y="3906842"/>
              <a:ext cx="19681" cy="1353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6" name="rc1896"/>
            <p:cNvSpPr/>
            <p:nvPr/>
          </p:nvSpPr>
          <p:spPr>
            <a:xfrm>
              <a:off x="8483611" y="3906842"/>
              <a:ext cx="19681" cy="15691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7" name="rc1897"/>
            <p:cNvSpPr/>
            <p:nvPr/>
          </p:nvSpPr>
          <p:spPr>
            <a:xfrm>
              <a:off x="8505479" y="3906842"/>
              <a:ext cx="19681" cy="3191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8" name="rc1898"/>
            <p:cNvSpPr/>
            <p:nvPr/>
          </p:nvSpPr>
          <p:spPr>
            <a:xfrm>
              <a:off x="8527348" y="3906842"/>
              <a:ext cx="19681" cy="1037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9" name="rc1899"/>
            <p:cNvSpPr/>
            <p:nvPr/>
          </p:nvSpPr>
          <p:spPr>
            <a:xfrm>
              <a:off x="8549217" y="3906842"/>
              <a:ext cx="19681" cy="1366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0" name="rc1900"/>
            <p:cNvSpPr/>
            <p:nvPr/>
          </p:nvSpPr>
          <p:spPr>
            <a:xfrm>
              <a:off x="8571085" y="3906842"/>
              <a:ext cx="19681" cy="827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1" name="rc1901"/>
            <p:cNvSpPr/>
            <p:nvPr/>
          </p:nvSpPr>
          <p:spPr>
            <a:xfrm>
              <a:off x="8592954" y="3906842"/>
              <a:ext cx="19681" cy="21333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2" name="rc1902"/>
            <p:cNvSpPr/>
            <p:nvPr/>
          </p:nvSpPr>
          <p:spPr>
            <a:xfrm>
              <a:off x="8614823" y="3906842"/>
              <a:ext cx="19681" cy="1394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3" name="rc1903"/>
            <p:cNvSpPr/>
            <p:nvPr/>
          </p:nvSpPr>
          <p:spPr>
            <a:xfrm>
              <a:off x="8636691" y="3906842"/>
              <a:ext cx="19681" cy="48470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4" name="rc1904"/>
            <p:cNvSpPr/>
            <p:nvPr/>
          </p:nvSpPr>
          <p:spPr>
            <a:xfrm>
              <a:off x="8658560" y="3906842"/>
              <a:ext cx="19681" cy="15394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5" name="rc1905"/>
            <p:cNvSpPr/>
            <p:nvPr/>
          </p:nvSpPr>
          <p:spPr>
            <a:xfrm>
              <a:off x="8680428" y="3906842"/>
              <a:ext cx="19681" cy="1234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6" name="rc1906"/>
            <p:cNvSpPr/>
            <p:nvPr/>
          </p:nvSpPr>
          <p:spPr>
            <a:xfrm>
              <a:off x="8702297" y="3906842"/>
              <a:ext cx="19681" cy="1120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7" name="rc1907"/>
            <p:cNvSpPr/>
            <p:nvPr/>
          </p:nvSpPr>
          <p:spPr>
            <a:xfrm>
              <a:off x="8724166" y="3906842"/>
              <a:ext cx="19681" cy="103256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8" name="rc1908"/>
            <p:cNvSpPr/>
            <p:nvPr/>
          </p:nvSpPr>
          <p:spPr>
            <a:xfrm>
              <a:off x="8746034" y="3906842"/>
              <a:ext cx="19681" cy="3655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9" name="rc1909"/>
            <p:cNvSpPr/>
            <p:nvPr/>
          </p:nvSpPr>
          <p:spPr>
            <a:xfrm>
              <a:off x="8767903" y="3906842"/>
              <a:ext cx="19681" cy="1046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0" name="rc1910"/>
            <p:cNvSpPr/>
            <p:nvPr/>
          </p:nvSpPr>
          <p:spPr>
            <a:xfrm>
              <a:off x="8789772" y="3906842"/>
              <a:ext cx="19681" cy="917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1" name="rc1911"/>
            <p:cNvSpPr/>
            <p:nvPr/>
          </p:nvSpPr>
          <p:spPr>
            <a:xfrm>
              <a:off x="8811640" y="3906842"/>
              <a:ext cx="19681" cy="876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2" name="rc1912"/>
            <p:cNvSpPr/>
            <p:nvPr/>
          </p:nvSpPr>
          <p:spPr>
            <a:xfrm>
              <a:off x="8833509" y="3906842"/>
              <a:ext cx="19681" cy="12705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3" name="rc1913"/>
            <p:cNvSpPr/>
            <p:nvPr/>
          </p:nvSpPr>
          <p:spPr>
            <a:xfrm>
              <a:off x="7412047" y="3914911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4" name="rc1914"/>
            <p:cNvSpPr/>
            <p:nvPr/>
          </p:nvSpPr>
          <p:spPr>
            <a:xfrm>
              <a:off x="7433915" y="3907251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5" name="rc1915"/>
            <p:cNvSpPr/>
            <p:nvPr/>
          </p:nvSpPr>
          <p:spPr>
            <a:xfrm>
              <a:off x="7455784" y="3908718"/>
              <a:ext cx="19681" cy="42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6" name="rc1916"/>
            <p:cNvSpPr/>
            <p:nvPr/>
          </p:nvSpPr>
          <p:spPr>
            <a:xfrm>
              <a:off x="7477653" y="3978863"/>
              <a:ext cx="19681" cy="11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7" name="rc1917"/>
            <p:cNvSpPr/>
            <p:nvPr/>
          </p:nvSpPr>
          <p:spPr>
            <a:xfrm>
              <a:off x="7499521" y="3910060"/>
              <a:ext cx="19681" cy="91028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8" name="rc1918"/>
            <p:cNvSpPr/>
            <p:nvPr/>
          </p:nvSpPr>
          <p:spPr>
            <a:xfrm>
              <a:off x="7521390" y="3913139"/>
              <a:ext cx="19681" cy="7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9" name="rc1919"/>
            <p:cNvSpPr/>
            <p:nvPr/>
          </p:nvSpPr>
          <p:spPr>
            <a:xfrm>
              <a:off x="7543259" y="4086877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0" name="rc1920"/>
            <p:cNvSpPr/>
            <p:nvPr/>
          </p:nvSpPr>
          <p:spPr>
            <a:xfrm>
              <a:off x="7565127" y="4403942"/>
              <a:ext cx="19681" cy="1919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1" name="rc1921"/>
            <p:cNvSpPr/>
            <p:nvPr/>
          </p:nvSpPr>
          <p:spPr>
            <a:xfrm>
              <a:off x="7586996" y="3909717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2" name="rc1922"/>
            <p:cNvSpPr/>
            <p:nvPr/>
          </p:nvSpPr>
          <p:spPr>
            <a:xfrm>
              <a:off x="7608864" y="3914387"/>
              <a:ext cx="19681" cy="16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3" name="rc1923"/>
            <p:cNvSpPr/>
            <p:nvPr/>
          </p:nvSpPr>
          <p:spPr>
            <a:xfrm>
              <a:off x="7630733" y="5535658"/>
              <a:ext cx="19681" cy="6560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4" name="rc1924"/>
            <p:cNvSpPr/>
            <p:nvPr/>
          </p:nvSpPr>
          <p:spPr>
            <a:xfrm>
              <a:off x="7652602" y="3908681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5" name="rc1925"/>
            <p:cNvSpPr/>
            <p:nvPr/>
          </p:nvSpPr>
          <p:spPr>
            <a:xfrm>
              <a:off x="7674470" y="3907569"/>
              <a:ext cx="19681" cy="9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6" name="rc1926"/>
            <p:cNvSpPr/>
            <p:nvPr/>
          </p:nvSpPr>
          <p:spPr>
            <a:xfrm>
              <a:off x="7696339" y="4433903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7" name="rc1927"/>
            <p:cNvSpPr/>
            <p:nvPr/>
          </p:nvSpPr>
          <p:spPr>
            <a:xfrm>
              <a:off x="7718208" y="4434259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8" name="rc1928"/>
            <p:cNvSpPr/>
            <p:nvPr/>
          </p:nvSpPr>
          <p:spPr>
            <a:xfrm>
              <a:off x="7740076" y="3913023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9" name="rc1929"/>
            <p:cNvSpPr/>
            <p:nvPr/>
          </p:nvSpPr>
          <p:spPr>
            <a:xfrm>
              <a:off x="7761945" y="4837097"/>
              <a:ext cx="19681" cy="1623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0" name="rc1930"/>
            <p:cNvSpPr/>
            <p:nvPr/>
          </p:nvSpPr>
          <p:spPr>
            <a:xfrm>
              <a:off x="7783814" y="4312317"/>
              <a:ext cx="19681" cy="267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1" name="rc1931"/>
            <p:cNvSpPr/>
            <p:nvPr/>
          </p:nvSpPr>
          <p:spPr>
            <a:xfrm>
              <a:off x="7805682" y="4054701"/>
              <a:ext cx="19681" cy="50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2" name="rc1932"/>
            <p:cNvSpPr/>
            <p:nvPr/>
          </p:nvSpPr>
          <p:spPr>
            <a:xfrm>
              <a:off x="7827551" y="3908053"/>
              <a:ext cx="19681" cy="34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3" name="rc1933"/>
            <p:cNvSpPr/>
            <p:nvPr/>
          </p:nvSpPr>
          <p:spPr>
            <a:xfrm>
              <a:off x="7849420" y="4678324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4" name="rc1934"/>
            <p:cNvSpPr/>
            <p:nvPr/>
          </p:nvSpPr>
          <p:spPr>
            <a:xfrm>
              <a:off x="7871288" y="3907452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5" name="rc1935"/>
            <p:cNvSpPr/>
            <p:nvPr/>
          </p:nvSpPr>
          <p:spPr>
            <a:xfrm>
              <a:off x="7893157" y="3909312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6" name="rc1936"/>
            <p:cNvSpPr/>
            <p:nvPr/>
          </p:nvSpPr>
          <p:spPr>
            <a:xfrm>
              <a:off x="7915026" y="3908182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7" name="rc1937"/>
            <p:cNvSpPr/>
            <p:nvPr/>
          </p:nvSpPr>
          <p:spPr>
            <a:xfrm>
              <a:off x="7936894" y="3909485"/>
              <a:ext cx="19681" cy="13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8" name="rc1938"/>
            <p:cNvSpPr/>
            <p:nvPr/>
          </p:nvSpPr>
          <p:spPr>
            <a:xfrm>
              <a:off x="7958763" y="3908444"/>
              <a:ext cx="19681" cy="14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9" name="rc1939"/>
            <p:cNvSpPr/>
            <p:nvPr/>
          </p:nvSpPr>
          <p:spPr>
            <a:xfrm>
              <a:off x="7980632" y="3919684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0" name="rc1940"/>
            <p:cNvSpPr/>
            <p:nvPr/>
          </p:nvSpPr>
          <p:spPr>
            <a:xfrm>
              <a:off x="8002500" y="3947471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1" name="rc1941"/>
            <p:cNvSpPr/>
            <p:nvPr/>
          </p:nvSpPr>
          <p:spPr>
            <a:xfrm>
              <a:off x="8024369" y="3918587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2" name="rc1942"/>
            <p:cNvSpPr/>
            <p:nvPr/>
          </p:nvSpPr>
          <p:spPr>
            <a:xfrm>
              <a:off x="8046238" y="3907779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3" name="rc1943"/>
            <p:cNvSpPr/>
            <p:nvPr/>
          </p:nvSpPr>
          <p:spPr>
            <a:xfrm>
              <a:off x="8068106" y="3911146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4" name="rc1944"/>
            <p:cNvSpPr/>
            <p:nvPr/>
          </p:nvSpPr>
          <p:spPr>
            <a:xfrm>
              <a:off x="8089975" y="3907459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5" name="rc1945"/>
            <p:cNvSpPr/>
            <p:nvPr/>
          </p:nvSpPr>
          <p:spPr>
            <a:xfrm>
              <a:off x="8111843" y="3907346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6" name="rc1946"/>
            <p:cNvSpPr/>
            <p:nvPr/>
          </p:nvSpPr>
          <p:spPr>
            <a:xfrm>
              <a:off x="8133712" y="4054949"/>
              <a:ext cx="19681" cy="142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7" name="rc1947"/>
            <p:cNvSpPr/>
            <p:nvPr/>
          </p:nvSpPr>
          <p:spPr>
            <a:xfrm>
              <a:off x="8155581" y="3989542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8" name="rc1948"/>
            <p:cNvSpPr/>
            <p:nvPr/>
          </p:nvSpPr>
          <p:spPr>
            <a:xfrm>
              <a:off x="8177449" y="3940720"/>
              <a:ext cx="19681" cy="15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9" name="rc1949"/>
            <p:cNvSpPr/>
            <p:nvPr/>
          </p:nvSpPr>
          <p:spPr>
            <a:xfrm>
              <a:off x="8199318" y="3914494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0" name="rc1950"/>
            <p:cNvSpPr/>
            <p:nvPr/>
          </p:nvSpPr>
          <p:spPr>
            <a:xfrm>
              <a:off x="8221187" y="3907793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1" name="rc1951"/>
            <p:cNvSpPr/>
            <p:nvPr/>
          </p:nvSpPr>
          <p:spPr>
            <a:xfrm>
              <a:off x="8243055" y="3975709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2" name="rc1952"/>
            <p:cNvSpPr/>
            <p:nvPr/>
          </p:nvSpPr>
          <p:spPr>
            <a:xfrm>
              <a:off x="8264924" y="3932497"/>
              <a:ext cx="19681" cy="38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3" name="rc1953"/>
            <p:cNvSpPr/>
            <p:nvPr/>
          </p:nvSpPr>
          <p:spPr>
            <a:xfrm>
              <a:off x="8286793" y="4214056"/>
              <a:ext cx="19681" cy="401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4" name="rc1954"/>
            <p:cNvSpPr/>
            <p:nvPr/>
          </p:nvSpPr>
          <p:spPr>
            <a:xfrm>
              <a:off x="8308661" y="3919994"/>
              <a:ext cx="19681" cy="207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5" name="rc1955"/>
            <p:cNvSpPr/>
            <p:nvPr/>
          </p:nvSpPr>
          <p:spPr>
            <a:xfrm>
              <a:off x="8330530" y="3919965"/>
              <a:ext cx="19681" cy="115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6" name="rc1956"/>
            <p:cNvSpPr/>
            <p:nvPr/>
          </p:nvSpPr>
          <p:spPr>
            <a:xfrm>
              <a:off x="8352399" y="3915434"/>
              <a:ext cx="19681" cy="26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7" name="rc1957"/>
            <p:cNvSpPr/>
            <p:nvPr/>
          </p:nvSpPr>
          <p:spPr>
            <a:xfrm>
              <a:off x="8374267" y="3926711"/>
              <a:ext cx="19681" cy="44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8" name="rc1958"/>
            <p:cNvSpPr/>
            <p:nvPr/>
          </p:nvSpPr>
          <p:spPr>
            <a:xfrm>
              <a:off x="8396136" y="3953543"/>
              <a:ext cx="19681" cy="39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9" name="rc1959"/>
            <p:cNvSpPr/>
            <p:nvPr/>
          </p:nvSpPr>
          <p:spPr>
            <a:xfrm>
              <a:off x="8418005" y="3914727"/>
              <a:ext cx="19681" cy="39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0" name="rc1960"/>
            <p:cNvSpPr/>
            <p:nvPr/>
          </p:nvSpPr>
          <p:spPr>
            <a:xfrm>
              <a:off x="8439873" y="4865724"/>
              <a:ext cx="19681" cy="509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1" name="rc1961"/>
            <p:cNvSpPr/>
            <p:nvPr/>
          </p:nvSpPr>
          <p:spPr>
            <a:xfrm>
              <a:off x="8461742" y="3920377"/>
              <a:ext cx="19681" cy="179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2" name="rc1962"/>
            <p:cNvSpPr/>
            <p:nvPr/>
          </p:nvSpPr>
          <p:spPr>
            <a:xfrm>
              <a:off x="8483611" y="4063760"/>
              <a:ext cx="19681" cy="152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3" name="rc1963"/>
            <p:cNvSpPr/>
            <p:nvPr/>
          </p:nvSpPr>
          <p:spPr>
            <a:xfrm>
              <a:off x="8505479" y="3938753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4" name="rc1964"/>
            <p:cNvSpPr/>
            <p:nvPr/>
          </p:nvSpPr>
          <p:spPr>
            <a:xfrm>
              <a:off x="8527348" y="3917217"/>
              <a:ext cx="19681" cy="35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5" name="rc1965"/>
            <p:cNvSpPr/>
            <p:nvPr/>
          </p:nvSpPr>
          <p:spPr>
            <a:xfrm>
              <a:off x="8549217" y="3920510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6" name="rc1966"/>
            <p:cNvSpPr/>
            <p:nvPr/>
          </p:nvSpPr>
          <p:spPr>
            <a:xfrm>
              <a:off x="8571085" y="3915121"/>
              <a:ext cx="19681" cy="20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7" name="rc1967"/>
            <p:cNvSpPr/>
            <p:nvPr/>
          </p:nvSpPr>
          <p:spPr>
            <a:xfrm>
              <a:off x="8592954" y="4120178"/>
              <a:ext cx="19681" cy="317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8" name="rc1968"/>
            <p:cNvSpPr/>
            <p:nvPr/>
          </p:nvSpPr>
          <p:spPr>
            <a:xfrm>
              <a:off x="8614823" y="3920786"/>
              <a:ext cx="19681" cy="27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9" name="rc1969"/>
            <p:cNvSpPr/>
            <p:nvPr/>
          </p:nvSpPr>
          <p:spPr>
            <a:xfrm>
              <a:off x="8636691" y="4391543"/>
              <a:ext cx="19681" cy="3095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0" name="rc1970"/>
            <p:cNvSpPr/>
            <p:nvPr/>
          </p:nvSpPr>
          <p:spPr>
            <a:xfrm>
              <a:off x="8658560" y="4060791"/>
              <a:ext cx="19681" cy="38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1" name="rc1971"/>
            <p:cNvSpPr/>
            <p:nvPr/>
          </p:nvSpPr>
          <p:spPr>
            <a:xfrm>
              <a:off x="8680428" y="3919189"/>
              <a:ext cx="19681" cy="34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2" name="rc1972"/>
            <p:cNvSpPr/>
            <p:nvPr/>
          </p:nvSpPr>
          <p:spPr>
            <a:xfrm>
              <a:off x="8702297" y="3918049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3" name="rc1973"/>
            <p:cNvSpPr/>
            <p:nvPr/>
          </p:nvSpPr>
          <p:spPr>
            <a:xfrm>
              <a:off x="8724166" y="4939406"/>
              <a:ext cx="19681" cy="20993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4" name="rc1974"/>
            <p:cNvSpPr/>
            <p:nvPr/>
          </p:nvSpPr>
          <p:spPr>
            <a:xfrm>
              <a:off x="8746034" y="3943400"/>
              <a:ext cx="19681" cy="124253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5" name="rc1975"/>
            <p:cNvSpPr/>
            <p:nvPr/>
          </p:nvSpPr>
          <p:spPr>
            <a:xfrm>
              <a:off x="8767903" y="3917310"/>
              <a:ext cx="19681" cy="86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6" name="rc1976"/>
            <p:cNvSpPr/>
            <p:nvPr/>
          </p:nvSpPr>
          <p:spPr>
            <a:xfrm>
              <a:off x="8789772" y="3916014"/>
              <a:ext cx="19681" cy="107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7" name="rc1977"/>
            <p:cNvSpPr/>
            <p:nvPr/>
          </p:nvSpPr>
          <p:spPr>
            <a:xfrm>
              <a:off x="8811640" y="3915609"/>
              <a:ext cx="19681" cy="73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8" name="rc1978"/>
            <p:cNvSpPr/>
            <p:nvPr/>
          </p:nvSpPr>
          <p:spPr>
            <a:xfrm>
              <a:off x="8833509" y="4033899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9" name="rc1979"/>
            <p:cNvSpPr/>
            <p:nvPr/>
          </p:nvSpPr>
          <p:spPr>
            <a:xfrm>
              <a:off x="7412047" y="3914911"/>
              <a:ext cx="19681" cy="5831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0" name="rc1980"/>
            <p:cNvSpPr/>
            <p:nvPr/>
          </p:nvSpPr>
          <p:spPr>
            <a:xfrm>
              <a:off x="7433915" y="3907251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1" name="rc1981"/>
            <p:cNvSpPr/>
            <p:nvPr/>
          </p:nvSpPr>
          <p:spPr>
            <a:xfrm>
              <a:off x="7455784" y="390913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2" name="rc1982"/>
            <p:cNvSpPr/>
            <p:nvPr/>
          </p:nvSpPr>
          <p:spPr>
            <a:xfrm>
              <a:off x="7477653" y="3978981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3" name="rc1983"/>
            <p:cNvSpPr/>
            <p:nvPr/>
          </p:nvSpPr>
          <p:spPr>
            <a:xfrm>
              <a:off x="7499521" y="482034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4" name="rc1984"/>
            <p:cNvSpPr/>
            <p:nvPr/>
          </p:nvSpPr>
          <p:spPr>
            <a:xfrm>
              <a:off x="7521390" y="391321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5" name="rc1985"/>
            <p:cNvSpPr/>
            <p:nvPr/>
          </p:nvSpPr>
          <p:spPr>
            <a:xfrm>
              <a:off x="7543259" y="4086877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6" name="rc1986"/>
            <p:cNvSpPr/>
            <p:nvPr/>
          </p:nvSpPr>
          <p:spPr>
            <a:xfrm>
              <a:off x="7565127" y="4423133"/>
              <a:ext cx="19681" cy="1160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7" name="rc1987"/>
            <p:cNvSpPr/>
            <p:nvPr/>
          </p:nvSpPr>
          <p:spPr>
            <a:xfrm>
              <a:off x="7586996" y="3909717"/>
              <a:ext cx="19681" cy="22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8" name="rc1988"/>
            <p:cNvSpPr/>
            <p:nvPr/>
          </p:nvSpPr>
          <p:spPr>
            <a:xfrm>
              <a:off x="7608864" y="3914554"/>
              <a:ext cx="19681" cy="62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9" name="rc1989"/>
            <p:cNvSpPr/>
            <p:nvPr/>
          </p:nvSpPr>
          <p:spPr>
            <a:xfrm>
              <a:off x="7630733" y="5601261"/>
              <a:ext cx="19681" cy="1060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0" name="rc1990"/>
            <p:cNvSpPr/>
            <p:nvPr/>
          </p:nvSpPr>
          <p:spPr>
            <a:xfrm>
              <a:off x="7652602" y="3908681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1" name="rc1991"/>
            <p:cNvSpPr/>
            <p:nvPr/>
          </p:nvSpPr>
          <p:spPr>
            <a:xfrm>
              <a:off x="7674470" y="3907660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2" name="rc1992"/>
            <p:cNvSpPr/>
            <p:nvPr/>
          </p:nvSpPr>
          <p:spPr>
            <a:xfrm>
              <a:off x="7696339" y="4433903"/>
              <a:ext cx="19681" cy="43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3" name="rc1993"/>
            <p:cNvSpPr/>
            <p:nvPr/>
          </p:nvSpPr>
          <p:spPr>
            <a:xfrm>
              <a:off x="7718208" y="443425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4" name="rc1994"/>
            <p:cNvSpPr/>
            <p:nvPr/>
          </p:nvSpPr>
          <p:spPr>
            <a:xfrm>
              <a:off x="7740076" y="3913023"/>
              <a:ext cx="19681" cy="18501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5" name="rc1995"/>
            <p:cNvSpPr/>
            <p:nvPr/>
          </p:nvSpPr>
          <p:spPr>
            <a:xfrm>
              <a:off x="7761945" y="4853336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6" name="rc1996"/>
            <p:cNvSpPr/>
            <p:nvPr/>
          </p:nvSpPr>
          <p:spPr>
            <a:xfrm>
              <a:off x="7783814" y="4314995"/>
              <a:ext cx="19681" cy="133289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7" name="rc1997"/>
            <p:cNvSpPr/>
            <p:nvPr/>
          </p:nvSpPr>
          <p:spPr>
            <a:xfrm>
              <a:off x="7805682" y="4055207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8" name="rc1998"/>
            <p:cNvSpPr/>
            <p:nvPr/>
          </p:nvSpPr>
          <p:spPr>
            <a:xfrm>
              <a:off x="7827551" y="3908398"/>
              <a:ext cx="19681" cy="23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9" name="rc1999"/>
            <p:cNvSpPr/>
            <p:nvPr/>
          </p:nvSpPr>
          <p:spPr>
            <a:xfrm>
              <a:off x="7849420" y="4678324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0" name="rc2000"/>
            <p:cNvSpPr/>
            <p:nvPr/>
          </p:nvSpPr>
          <p:spPr>
            <a:xfrm>
              <a:off x="7871288" y="3907452"/>
              <a:ext cx="19681" cy="6371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1" name="rc2001"/>
            <p:cNvSpPr/>
            <p:nvPr/>
          </p:nvSpPr>
          <p:spPr>
            <a:xfrm>
              <a:off x="7893157" y="3909312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2" name="rc2002"/>
            <p:cNvSpPr/>
            <p:nvPr/>
          </p:nvSpPr>
          <p:spPr>
            <a:xfrm>
              <a:off x="7915026" y="3908182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3" name="rc2003"/>
            <p:cNvSpPr/>
            <p:nvPr/>
          </p:nvSpPr>
          <p:spPr>
            <a:xfrm>
              <a:off x="7936894" y="3909620"/>
              <a:ext cx="19681" cy="18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4" name="rc2004"/>
            <p:cNvSpPr/>
            <p:nvPr/>
          </p:nvSpPr>
          <p:spPr>
            <a:xfrm>
              <a:off x="7958763" y="3908587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5" name="rc2005"/>
            <p:cNvSpPr/>
            <p:nvPr/>
          </p:nvSpPr>
          <p:spPr>
            <a:xfrm>
              <a:off x="7980632" y="3919684"/>
              <a:ext cx="19681" cy="17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6" name="rc2006"/>
            <p:cNvSpPr/>
            <p:nvPr/>
          </p:nvSpPr>
          <p:spPr>
            <a:xfrm>
              <a:off x="8002500" y="3947471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7" name="rc2007"/>
            <p:cNvSpPr/>
            <p:nvPr/>
          </p:nvSpPr>
          <p:spPr>
            <a:xfrm>
              <a:off x="8024369" y="3918587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8" name="rc2008"/>
            <p:cNvSpPr/>
            <p:nvPr/>
          </p:nvSpPr>
          <p:spPr>
            <a:xfrm>
              <a:off x="8046238" y="390777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9" name="rc2009"/>
            <p:cNvSpPr/>
            <p:nvPr/>
          </p:nvSpPr>
          <p:spPr>
            <a:xfrm>
              <a:off x="8068106" y="3911146"/>
              <a:ext cx="19681" cy="24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0" name="rc2010"/>
            <p:cNvSpPr/>
            <p:nvPr/>
          </p:nvSpPr>
          <p:spPr>
            <a:xfrm>
              <a:off x="8089975" y="390745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1" name="rc2011"/>
            <p:cNvSpPr/>
            <p:nvPr/>
          </p:nvSpPr>
          <p:spPr>
            <a:xfrm>
              <a:off x="8111843" y="3907346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2" name="rc2012"/>
            <p:cNvSpPr/>
            <p:nvPr/>
          </p:nvSpPr>
          <p:spPr>
            <a:xfrm>
              <a:off x="8133712" y="405637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3" name="rc2013"/>
            <p:cNvSpPr/>
            <p:nvPr/>
          </p:nvSpPr>
          <p:spPr>
            <a:xfrm>
              <a:off x="8155581" y="3989542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4" name="rc2014"/>
            <p:cNvSpPr/>
            <p:nvPr/>
          </p:nvSpPr>
          <p:spPr>
            <a:xfrm>
              <a:off x="8177449" y="394087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5" name="rc2015"/>
            <p:cNvSpPr/>
            <p:nvPr/>
          </p:nvSpPr>
          <p:spPr>
            <a:xfrm>
              <a:off x="8199318" y="3914494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6" name="rc2016"/>
            <p:cNvSpPr/>
            <p:nvPr/>
          </p:nvSpPr>
          <p:spPr>
            <a:xfrm>
              <a:off x="8221187" y="3907793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7" name="rc2017"/>
            <p:cNvSpPr/>
            <p:nvPr/>
          </p:nvSpPr>
          <p:spPr>
            <a:xfrm>
              <a:off x="8243055" y="397570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8" name="rc2018"/>
            <p:cNvSpPr/>
            <p:nvPr/>
          </p:nvSpPr>
          <p:spPr>
            <a:xfrm>
              <a:off x="8264924" y="3932886"/>
              <a:ext cx="19681" cy="38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9" name="rc2019"/>
            <p:cNvSpPr/>
            <p:nvPr/>
          </p:nvSpPr>
          <p:spPr>
            <a:xfrm>
              <a:off x="8286793" y="4218074"/>
              <a:ext cx="19681" cy="328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0" name="rc2020"/>
            <p:cNvSpPr/>
            <p:nvPr/>
          </p:nvSpPr>
          <p:spPr>
            <a:xfrm>
              <a:off x="8308661" y="392206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1" name="rc2021"/>
            <p:cNvSpPr/>
            <p:nvPr/>
          </p:nvSpPr>
          <p:spPr>
            <a:xfrm>
              <a:off x="8330530" y="3921118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2" name="rc2022"/>
            <p:cNvSpPr/>
            <p:nvPr/>
          </p:nvSpPr>
          <p:spPr>
            <a:xfrm>
              <a:off x="8352399" y="3915703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3" name="rc2023"/>
            <p:cNvSpPr/>
            <p:nvPr/>
          </p:nvSpPr>
          <p:spPr>
            <a:xfrm>
              <a:off x="8374267" y="3927152"/>
              <a:ext cx="19681" cy="556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4" name="rc2024"/>
            <p:cNvSpPr/>
            <p:nvPr/>
          </p:nvSpPr>
          <p:spPr>
            <a:xfrm>
              <a:off x="8396136" y="3953939"/>
              <a:ext cx="19681" cy="3239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5" name="rc2025"/>
            <p:cNvSpPr/>
            <p:nvPr/>
          </p:nvSpPr>
          <p:spPr>
            <a:xfrm>
              <a:off x="8418005" y="3915122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6" name="rc2026"/>
            <p:cNvSpPr/>
            <p:nvPr/>
          </p:nvSpPr>
          <p:spPr>
            <a:xfrm>
              <a:off x="8439873" y="487081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7" name="rc2027"/>
            <p:cNvSpPr/>
            <p:nvPr/>
          </p:nvSpPr>
          <p:spPr>
            <a:xfrm>
              <a:off x="8461742" y="3922173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8" name="rc2028"/>
            <p:cNvSpPr/>
            <p:nvPr/>
          </p:nvSpPr>
          <p:spPr>
            <a:xfrm>
              <a:off x="8483611" y="4065284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9" name="rc2029"/>
            <p:cNvSpPr/>
            <p:nvPr/>
          </p:nvSpPr>
          <p:spPr>
            <a:xfrm>
              <a:off x="8505479" y="3938753"/>
              <a:ext cx="19681" cy="10178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0" name="rc2030"/>
            <p:cNvSpPr/>
            <p:nvPr/>
          </p:nvSpPr>
          <p:spPr>
            <a:xfrm>
              <a:off x="8527348" y="3917577"/>
              <a:ext cx="19681" cy="30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1" name="rc2031"/>
            <p:cNvSpPr/>
            <p:nvPr/>
          </p:nvSpPr>
          <p:spPr>
            <a:xfrm>
              <a:off x="8549217" y="3920510"/>
              <a:ext cx="19681" cy="4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2" name="rc2032"/>
            <p:cNvSpPr/>
            <p:nvPr/>
          </p:nvSpPr>
          <p:spPr>
            <a:xfrm>
              <a:off x="8571085" y="3915323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3" name="rc2033"/>
            <p:cNvSpPr/>
            <p:nvPr/>
          </p:nvSpPr>
          <p:spPr>
            <a:xfrm>
              <a:off x="8592954" y="4123349"/>
              <a:ext cx="19681" cy="386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4" name="rc2034"/>
            <p:cNvSpPr/>
            <p:nvPr/>
          </p:nvSpPr>
          <p:spPr>
            <a:xfrm>
              <a:off x="8614823" y="3921064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5" name="rc2035"/>
            <p:cNvSpPr/>
            <p:nvPr/>
          </p:nvSpPr>
          <p:spPr>
            <a:xfrm>
              <a:off x="8636691" y="4422502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6" name="rc2036"/>
            <p:cNvSpPr/>
            <p:nvPr/>
          </p:nvSpPr>
          <p:spPr>
            <a:xfrm>
              <a:off x="8658560" y="4061177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7" name="rc2037"/>
            <p:cNvSpPr/>
            <p:nvPr/>
          </p:nvSpPr>
          <p:spPr>
            <a:xfrm>
              <a:off x="8680428" y="3919531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8" name="rc2038"/>
            <p:cNvSpPr/>
            <p:nvPr/>
          </p:nvSpPr>
          <p:spPr>
            <a:xfrm>
              <a:off x="8702297" y="391804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9" name="rc2039"/>
            <p:cNvSpPr/>
            <p:nvPr/>
          </p:nvSpPr>
          <p:spPr>
            <a:xfrm>
              <a:off x="8724166" y="5149336"/>
              <a:ext cx="19681" cy="2441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0" name="rc2040"/>
            <p:cNvSpPr/>
            <p:nvPr/>
          </p:nvSpPr>
          <p:spPr>
            <a:xfrm>
              <a:off x="8746034" y="5185935"/>
              <a:ext cx="19681" cy="56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1" name="rc2041"/>
            <p:cNvSpPr/>
            <p:nvPr/>
          </p:nvSpPr>
          <p:spPr>
            <a:xfrm>
              <a:off x="8767903" y="3918177"/>
              <a:ext cx="19681" cy="41747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2" name="rc2042"/>
            <p:cNvSpPr/>
            <p:nvPr/>
          </p:nvSpPr>
          <p:spPr>
            <a:xfrm>
              <a:off x="8789772" y="3917093"/>
              <a:ext cx="19681" cy="39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3" name="rc2043"/>
            <p:cNvSpPr/>
            <p:nvPr/>
          </p:nvSpPr>
          <p:spPr>
            <a:xfrm>
              <a:off x="8811640" y="3916345"/>
              <a:ext cx="19681" cy="41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4" name="rc2044"/>
            <p:cNvSpPr/>
            <p:nvPr/>
          </p:nvSpPr>
          <p:spPr>
            <a:xfrm>
              <a:off x="8833509" y="4033899"/>
              <a:ext cx="19681" cy="55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5" name="rc2045"/>
            <p:cNvSpPr/>
            <p:nvPr/>
          </p:nvSpPr>
          <p:spPr>
            <a:xfrm>
              <a:off x="7412047" y="3973228"/>
              <a:ext cx="19681" cy="729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6" name="rc2046"/>
            <p:cNvSpPr/>
            <p:nvPr/>
          </p:nvSpPr>
          <p:spPr>
            <a:xfrm>
              <a:off x="7433915" y="3907251"/>
              <a:ext cx="19681" cy="55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7" name="rc2047"/>
            <p:cNvSpPr/>
            <p:nvPr/>
          </p:nvSpPr>
          <p:spPr>
            <a:xfrm>
              <a:off x="7455784" y="3909139"/>
              <a:ext cx="19681" cy="49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8" name="rc2048"/>
            <p:cNvSpPr/>
            <p:nvPr/>
          </p:nvSpPr>
          <p:spPr>
            <a:xfrm>
              <a:off x="7477653" y="3978981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9" name="rc2049"/>
            <p:cNvSpPr/>
            <p:nvPr/>
          </p:nvSpPr>
          <p:spPr>
            <a:xfrm>
              <a:off x="7499521" y="4820349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0" name="rc2050"/>
            <p:cNvSpPr/>
            <p:nvPr/>
          </p:nvSpPr>
          <p:spPr>
            <a:xfrm>
              <a:off x="7521390" y="3913219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1" name="rc2051"/>
            <p:cNvSpPr/>
            <p:nvPr/>
          </p:nvSpPr>
          <p:spPr>
            <a:xfrm>
              <a:off x="7543259" y="4086877"/>
              <a:ext cx="19681" cy="509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2" name="rc2052"/>
            <p:cNvSpPr/>
            <p:nvPr/>
          </p:nvSpPr>
          <p:spPr>
            <a:xfrm>
              <a:off x="7565127" y="4434733"/>
              <a:ext cx="19681" cy="413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3" name="rc2053"/>
            <p:cNvSpPr/>
            <p:nvPr/>
          </p:nvSpPr>
          <p:spPr>
            <a:xfrm>
              <a:off x="7586996" y="3909942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4" name="rc2054"/>
            <p:cNvSpPr/>
            <p:nvPr/>
          </p:nvSpPr>
          <p:spPr>
            <a:xfrm>
              <a:off x="7608864" y="3915179"/>
              <a:ext cx="19681" cy="37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5" name="rc2055"/>
            <p:cNvSpPr/>
            <p:nvPr/>
          </p:nvSpPr>
          <p:spPr>
            <a:xfrm>
              <a:off x="7630733" y="5611864"/>
              <a:ext cx="19681" cy="795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6" name="rc2056"/>
            <p:cNvSpPr/>
            <p:nvPr/>
          </p:nvSpPr>
          <p:spPr>
            <a:xfrm>
              <a:off x="7652602" y="3908681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7" name="rc2057"/>
            <p:cNvSpPr/>
            <p:nvPr/>
          </p:nvSpPr>
          <p:spPr>
            <a:xfrm>
              <a:off x="7674470" y="3907660"/>
              <a:ext cx="19681" cy="15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8" name="rc2058"/>
            <p:cNvSpPr/>
            <p:nvPr/>
          </p:nvSpPr>
          <p:spPr>
            <a:xfrm>
              <a:off x="7696339" y="4434337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9" name="rc2059"/>
            <p:cNvSpPr/>
            <p:nvPr/>
          </p:nvSpPr>
          <p:spPr>
            <a:xfrm>
              <a:off x="7718208" y="4434259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0" name="rc2060"/>
            <p:cNvSpPr/>
            <p:nvPr/>
          </p:nvSpPr>
          <p:spPr>
            <a:xfrm>
              <a:off x="7740076" y="4098042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1" name="rc2061"/>
            <p:cNvSpPr/>
            <p:nvPr/>
          </p:nvSpPr>
          <p:spPr>
            <a:xfrm>
              <a:off x="7761945" y="4853336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2" name="rc2062"/>
            <p:cNvSpPr/>
            <p:nvPr/>
          </p:nvSpPr>
          <p:spPr>
            <a:xfrm>
              <a:off x="7783814" y="5647895"/>
              <a:ext cx="19681" cy="360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3" name="rc2063"/>
            <p:cNvSpPr/>
            <p:nvPr/>
          </p:nvSpPr>
          <p:spPr>
            <a:xfrm>
              <a:off x="7805682" y="4055207"/>
              <a:ext cx="19681" cy="6756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4" name="rc2064"/>
            <p:cNvSpPr/>
            <p:nvPr/>
          </p:nvSpPr>
          <p:spPr>
            <a:xfrm>
              <a:off x="7827551" y="3908629"/>
              <a:ext cx="19681" cy="17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5" name="rc2065"/>
            <p:cNvSpPr/>
            <p:nvPr/>
          </p:nvSpPr>
          <p:spPr>
            <a:xfrm>
              <a:off x="7849420" y="4678324"/>
              <a:ext cx="19681" cy="2624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6" name="rc2066"/>
            <p:cNvSpPr/>
            <p:nvPr/>
          </p:nvSpPr>
          <p:spPr>
            <a:xfrm>
              <a:off x="7871288" y="3971170"/>
              <a:ext cx="19681" cy="144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7" name="rc2067"/>
            <p:cNvSpPr/>
            <p:nvPr/>
          </p:nvSpPr>
          <p:spPr>
            <a:xfrm>
              <a:off x="7893157" y="3909312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8" name="rc2068"/>
            <p:cNvSpPr/>
            <p:nvPr/>
          </p:nvSpPr>
          <p:spPr>
            <a:xfrm>
              <a:off x="7915026" y="3908182"/>
              <a:ext cx="19681" cy="106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9" name="rc2069"/>
            <p:cNvSpPr/>
            <p:nvPr/>
          </p:nvSpPr>
          <p:spPr>
            <a:xfrm>
              <a:off x="7936894" y="3909809"/>
              <a:ext cx="19681" cy="258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0" name="rc2070"/>
            <p:cNvSpPr/>
            <p:nvPr/>
          </p:nvSpPr>
          <p:spPr>
            <a:xfrm>
              <a:off x="7958763" y="3908587"/>
              <a:ext cx="19681" cy="262567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1" name="rc2071"/>
            <p:cNvSpPr/>
            <p:nvPr/>
          </p:nvSpPr>
          <p:spPr>
            <a:xfrm>
              <a:off x="7980632" y="3919857"/>
              <a:ext cx="19681" cy="34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2" name="rc2072"/>
            <p:cNvSpPr/>
            <p:nvPr/>
          </p:nvSpPr>
          <p:spPr>
            <a:xfrm>
              <a:off x="8002500" y="3947471"/>
              <a:ext cx="19681" cy="103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3" name="rc2073"/>
            <p:cNvSpPr/>
            <p:nvPr/>
          </p:nvSpPr>
          <p:spPr>
            <a:xfrm>
              <a:off x="8024369" y="3918587"/>
              <a:ext cx="19681" cy="2689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4" name="rc2074"/>
            <p:cNvSpPr/>
            <p:nvPr/>
          </p:nvSpPr>
          <p:spPr>
            <a:xfrm>
              <a:off x="8046238" y="3907779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5" name="rc2075"/>
            <p:cNvSpPr/>
            <p:nvPr/>
          </p:nvSpPr>
          <p:spPr>
            <a:xfrm>
              <a:off x="8068106" y="3911387"/>
              <a:ext cx="19681" cy="230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6" name="rc2076"/>
            <p:cNvSpPr/>
            <p:nvPr/>
          </p:nvSpPr>
          <p:spPr>
            <a:xfrm>
              <a:off x="8089975" y="3907459"/>
              <a:ext cx="19681" cy="36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7" name="rc2077"/>
            <p:cNvSpPr/>
            <p:nvPr/>
          </p:nvSpPr>
          <p:spPr>
            <a:xfrm>
              <a:off x="8111843" y="3907346"/>
              <a:ext cx="19681" cy="187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8" name="rc2078"/>
            <p:cNvSpPr/>
            <p:nvPr/>
          </p:nvSpPr>
          <p:spPr>
            <a:xfrm>
              <a:off x="8133712" y="4056379"/>
              <a:ext cx="19681" cy="3217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9" name="rc2079"/>
            <p:cNvSpPr/>
            <p:nvPr/>
          </p:nvSpPr>
          <p:spPr>
            <a:xfrm>
              <a:off x="8155581" y="3989542"/>
              <a:ext cx="19681" cy="12827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0" name="rc2080"/>
            <p:cNvSpPr/>
            <p:nvPr/>
          </p:nvSpPr>
          <p:spPr>
            <a:xfrm>
              <a:off x="8177449" y="3940879"/>
              <a:ext cx="19681" cy="42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1" name="rc2081"/>
            <p:cNvSpPr/>
            <p:nvPr/>
          </p:nvSpPr>
          <p:spPr>
            <a:xfrm>
              <a:off x="8199318" y="3914494"/>
              <a:ext cx="19681" cy="258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2" name="rc2082"/>
            <p:cNvSpPr/>
            <p:nvPr/>
          </p:nvSpPr>
          <p:spPr>
            <a:xfrm>
              <a:off x="8221187" y="3907793"/>
              <a:ext cx="19681" cy="53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3" name="rc2083"/>
            <p:cNvSpPr/>
            <p:nvPr/>
          </p:nvSpPr>
          <p:spPr>
            <a:xfrm>
              <a:off x="8243055" y="3975709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4" name="rc2084"/>
            <p:cNvSpPr/>
            <p:nvPr/>
          </p:nvSpPr>
          <p:spPr>
            <a:xfrm>
              <a:off x="8264924" y="3933275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5" name="rc2085"/>
            <p:cNvSpPr/>
            <p:nvPr/>
          </p:nvSpPr>
          <p:spPr>
            <a:xfrm>
              <a:off x="8286793" y="4221362"/>
              <a:ext cx="19681" cy="13442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6" name="rc2086"/>
            <p:cNvSpPr/>
            <p:nvPr/>
          </p:nvSpPr>
          <p:spPr>
            <a:xfrm>
              <a:off x="8308661" y="3922069"/>
              <a:ext cx="19681" cy="74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7" name="rc2087"/>
            <p:cNvSpPr/>
            <p:nvPr/>
          </p:nvSpPr>
          <p:spPr>
            <a:xfrm>
              <a:off x="8330530" y="3921118"/>
              <a:ext cx="19681" cy="36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8" name="rc2088"/>
            <p:cNvSpPr/>
            <p:nvPr/>
          </p:nvSpPr>
          <p:spPr>
            <a:xfrm>
              <a:off x="8352399" y="3915703"/>
              <a:ext cx="19681" cy="99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9" name="rc2089"/>
            <p:cNvSpPr/>
            <p:nvPr/>
          </p:nvSpPr>
          <p:spPr>
            <a:xfrm>
              <a:off x="8374267" y="3932720"/>
              <a:ext cx="19681" cy="188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0" name="rc2090"/>
            <p:cNvSpPr/>
            <p:nvPr/>
          </p:nvSpPr>
          <p:spPr>
            <a:xfrm>
              <a:off x="8396136" y="3986334"/>
              <a:ext cx="19681" cy="3088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1" name="rc2091"/>
            <p:cNvSpPr/>
            <p:nvPr/>
          </p:nvSpPr>
          <p:spPr>
            <a:xfrm>
              <a:off x="8418005" y="3915122"/>
              <a:ext cx="19681" cy="24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2" name="rc2092"/>
            <p:cNvSpPr/>
            <p:nvPr/>
          </p:nvSpPr>
          <p:spPr>
            <a:xfrm>
              <a:off x="8439873" y="4870819"/>
              <a:ext cx="19681" cy="124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3" name="rc2093"/>
            <p:cNvSpPr/>
            <p:nvPr/>
          </p:nvSpPr>
          <p:spPr>
            <a:xfrm>
              <a:off x="8461742" y="3922173"/>
              <a:ext cx="19681" cy="221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4" name="rc2094"/>
            <p:cNvSpPr/>
            <p:nvPr/>
          </p:nvSpPr>
          <p:spPr>
            <a:xfrm>
              <a:off x="8483611" y="4065284"/>
              <a:ext cx="19681" cy="1001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5" name="rc2095"/>
            <p:cNvSpPr/>
            <p:nvPr/>
          </p:nvSpPr>
          <p:spPr>
            <a:xfrm>
              <a:off x="8505479" y="4040535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6" name="rc2096"/>
            <p:cNvSpPr/>
            <p:nvPr/>
          </p:nvSpPr>
          <p:spPr>
            <a:xfrm>
              <a:off x="8527348" y="3917885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7" name="rc2097"/>
            <p:cNvSpPr/>
            <p:nvPr/>
          </p:nvSpPr>
          <p:spPr>
            <a:xfrm>
              <a:off x="8549217" y="3920941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8" name="rc2098"/>
            <p:cNvSpPr/>
            <p:nvPr/>
          </p:nvSpPr>
          <p:spPr>
            <a:xfrm>
              <a:off x="8571085" y="3915323"/>
              <a:ext cx="19681" cy="26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9" name="rc2099"/>
            <p:cNvSpPr/>
            <p:nvPr/>
          </p:nvSpPr>
          <p:spPr>
            <a:xfrm>
              <a:off x="8592954" y="4127217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0" name="rc2100"/>
            <p:cNvSpPr/>
            <p:nvPr/>
          </p:nvSpPr>
          <p:spPr>
            <a:xfrm>
              <a:off x="8614823" y="3921064"/>
              <a:ext cx="19681" cy="127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1" name="rc2101"/>
            <p:cNvSpPr/>
            <p:nvPr/>
          </p:nvSpPr>
          <p:spPr>
            <a:xfrm>
              <a:off x="8636691" y="4422502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2" name="rc2102"/>
            <p:cNvSpPr/>
            <p:nvPr/>
          </p:nvSpPr>
          <p:spPr>
            <a:xfrm>
              <a:off x="8658560" y="4061177"/>
              <a:ext cx="19681" cy="289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3" name="rc2103"/>
            <p:cNvSpPr/>
            <p:nvPr/>
          </p:nvSpPr>
          <p:spPr>
            <a:xfrm>
              <a:off x="8680428" y="3919531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4" name="rc2104"/>
            <p:cNvSpPr/>
            <p:nvPr/>
          </p:nvSpPr>
          <p:spPr>
            <a:xfrm>
              <a:off x="8702297" y="3918049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5" name="rc2105"/>
            <p:cNvSpPr/>
            <p:nvPr/>
          </p:nvSpPr>
          <p:spPr>
            <a:xfrm>
              <a:off x="8724166" y="5173747"/>
              <a:ext cx="19681" cy="15134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6" name="rc2106"/>
            <p:cNvSpPr/>
            <p:nvPr/>
          </p:nvSpPr>
          <p:spPr>
            <a:xfrm>
              <a:off x="8746034" y="5186499"/>
              <a:ext cx="19681" cy="24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7" name="rc2107"/>
            <p:cNvSpPr/>
            <p:nvPr/>
          </p:nvSpPr>
          <p:spPr>
            <a:xfrm>
              <a:off x="8767903" y="4335654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8" name="rc2108"/>
            <p:cNvSpPr/>
            <p:nvPr/>
          </p:nvSpPr>
          <p:spPr>
            <a:xfrm>
              <a:off x="8789772" y="3917488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9" name="rc2109"/>
            <p:cNvSpPr/>
            <p:nvPr/>
          </p:nvSpPr>
          <p:spPr>
            <a:xfrm>
              <a:off x="8811640" y="3916763"/>
              <a:ext cx="19681" cy="1264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0" name="rc2110"/>
            <p:cNvSpPr/>
            <p:nvPr/>
          </p:nvSpPr>
          <p:spPr>
            <a:xfrm>
              <a:off x="8833509" y="4034457"/>
              <a:ext cx="19681" cy="12478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1" name="rc2111"/>
            <p:cNvSpPr/>
            <p:nvPr/>
          </p:nvSpPr>
          <p:spPr>
            <a:xfrm>
              <a:off x="7412047" y="3980521"/>
              <a:ext cx="19681" cy="12141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2" name="rc2112"/>
            <p:cNvSpPr/>
            <p:nvPr/>
          </p:nvSpPr>
          <p:spPr>
            <a:xfrm>
              <a:off x="7433915" y="3907806"/>
              <a:ext cx="19681" cy="99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3" name="rc2113"/>
            <p:cNvSpPr/>
            <p:nvPr/>
          </p:nvSpPr>
          <p:spPr>
            <a:xfrm>
              <a:off x="7455784" y="3909636"/>
              <a:ext cx="19681" cy="53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4" name="rc2114"/>
            <p:cNvSpPr/>
            <p:nvPr/>
          </p:nvSpPr>
          <p:spPr>
            <a:xfrm>
              <a:off x="7477653" y="3978981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5" name="rc2115"/>
            <p:cNvSpPr/>
            <p:nvPr/>
          </p:nvSpPr>
          <p:spPr>
            <a:xfrm>
              <a:off x="7499521" y="4820349"/>
              <a:ext cx="19681" cy="268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6" name="rc2116"/>
            <p:cNvSpPr/>
            <p:nvPr/>
          </p:nvSpPr>
          <p:spPr>
            <a:xfrm>
              <a:off x="7521390" y="3913219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7" name="rc2117"/>
            <p:cNvSpPr/>
            <p:nvPr/>
          </p:nvSpPr>
          <p:spPr>
            <a:xfrm>
              <a:off x="7543259" y="4091969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8" name="rc2118"/>
            <p:cNvSpPr/>
            <p:nvPr/>
          </p:nvSpPr>
          <p:spPr>
            <a:xfrm>
              <a:off x="7565127" y="4438868"/>
              <a:ext cx="19681" cy="666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9" name="rc2119"/>
            <p:cNvSpPr/>
            <p:nvPr/>
          </p:nvSpPr>
          <p:spPr>
            <a:xfrm>
              <a:off x="7586996" y="3909942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0" name="rc2120"/>
            <p:cNvSpPr/>
            <p:nvPr/>
          </p:nvSpPr>
          <p:spPr>
            <a:xfrm>
              <a:off x="7608864" y="3915554"/>
              <a:ext cx="19681" cy="487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1" name="rc2121"/>
            <p:cNvSpPr/>
            <p:nvPr/>
          </p:nvSpPr>
          <p:spPr>
            <a:xfrm>
              <a:off x="7630733" y="5619816"/>
              <a:ext cx="19681" cy="1524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2" name="rc2122"/>
            <p:cNvSpPr/>
            <p:nvPr/>
          </p:nvSpPr>
          <p:spPr>
            <a:xfrm>
              <a:off x="7652602" y="3908681"/>
              <a:ext cx="19681" cy="30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3" name="rc2123"/>
            <p:cNvSpPr/>
            <p:nvPr/>
          </p:nvSpPr>
          <p:spPr>
            <a:xfrm>
              <a:off x="7674470" y="3907811"/>
              <a:ext cx="19681" cy="24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4" name="rc2124"/>
            <p:cNvSpPr/>
            <p:nvPr/>
          </p:nvSpPr>
          <p:spPr>
            <a:xfrm>
              <a:off x="7696339" y="4434337"/>
              <a:ext cx="19681" cy="3231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5" name="rc2125"/>
            <p:cNvSpPr/>
            <p:nvPr/>
          </p:nvSpPr>
          <p:spPr>
            <a:xfrm>
              <a:off x="7718208" y="4434259"/>
              <a:ext cx="19681" cy="10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6" name="rc2126"/>
            <p:cNvSpPr/>
            <p:nvPr/>
          </p:nvSpPr>
          <p:spPr>
            <a:xfrm>
              <a:off x="7740076" y="4098042"/>
              <a:ext cx="19681" cy="2930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7" name="rc2127"/>
            <p:cNvSpPr/>
            <p:nvPr/>
          </p:nvSpPr>
          <p:spPr>
            <a:xfrm>
              <a:off x="7761945" y="4853336"/>
              <a:ext cx="19681" cy="53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8" name="rc2128"/>
            <p:cNvSpPr/>
            <p:nvPr/>
          </p:nvSpPr>
          <p:spPr>
            <a:xfrm>
              <a:off x="7783814" y="5651504"/>
              <a:ext cx="19681" cy="40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9" name="rc2129"/>
            <p:cNvSpPr/>
            <p:nvPr/>
          </p:nvSpPr>
          <p:spPr>
            <a:xfrm>
              <a:off x="7805682" y="4122771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0" name="rc2130"/>
            <p:cNvSpPr/>
            <p:nvPr/>
          </p:nvSpPr>
          <p:spPr>
            <a:xfrm>
              <a:off x="7827551" y="3908802"/>
              <a:ext cx="19681" cy="57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1" name="rc2131"/>
            <p:cNvSpPr/>
            <p:nvPr/>
          </p:nvSpPr>
          <p:spPr>
            <a:xfrm>
              <a:off x="7849420" y="4704568"/>
              <a:ext cx="19681" cy="1651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2" name="rc2132"/>
            <p:cNvSpPr/>
            <p:nvPr/>
          </p:nvSpPr>
          <p:spPr>
            <a:xfrm>
              <a:off x="7871288" y="3972620"/>
              <a:ext cx="19681" cy="34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3" name="rc2133"/>
            <p:cNvSpPr/>
            <p:nvPr/>
          </p:nvSpPr>
          <p:spPr>
            <a:xfrm>
              <a:off x="7893157" y="3909312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4" name="rc2134"/>
            <p:cNvSpPr/>
            <p:nvPr/>
          </p:nvSpPr>
          <p:spPr>
            <a:xfrm>
              <a:off x="7915026" y="3909248"/>
              <a:ext cx="19681" cy="24597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5" name="rc2135"/>
            <p:cNvSpPr/>
            <p:nvPr/>
          </p:nvSpPr>
          <p:spPr>
            <a:xfrm>
              <a:off x="7936894" y="3912398"/>
              <a:ext cx="19681" cy="48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6" name="rc2136"/>
            <p:cNvSpPr/>
            <p:nvPr/>
          </p:nvSpPr>
          <p:spPr>
            <a:xfrm>
              <a:off x="7958763" y="6534257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7" name="rc2137"/>
            <p:cNvSpPr/>
            <p:nvPr/>
          </p:nvSpPr>
          <p:spPr>
            <a:xfrm>
              <a:off x="7980632" y="3920204"/>
              <a:ext cx="19681" cy="95528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8" name="rc2138"/>
            <p:cNvSpPr/>
            <p:nvPr/>
          </p:nvSpPr>
          <p:spPr>
            <a:xfrm>
              <a:off x="8002500" y="3948504"/>
              <a:ext cx="19681" cy="123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9" name="rc2139"/>
            <p:cNvSpPr/>
            <p:nvPr/>
          </p:nvSpPr>
          <p:spPr>
            <a:xfrm>
              <a:off x="8024369" y="3945487"/>
              <a:ext cx="19681" cy="42526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0" name="rc2140"/>
            <p:cNvSpPr/>
            <p:nvPr/>
          </p:nvSpPr>
          <p:spPr>
            <a:xfrm>
              <a:off x="8046238" y="3907779"/>
              <a:ext cx="19681" cy="102568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1" name="rc2141"/>
            <p:cNvSpPr/>
            <p:nvPr/>
          </p:nvSpPr>
          <p:spPr>
            <a:xfrm>
              <a:off x="8068106" y="3913694"/>
              <a:ext cx="19681" cy="24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2" name="rc2142"/>
            <p:cNvSpPr/>
            <p:nvPr/>
          </p:nvSpPr>
          <p:spPr>
            <a:xfrm>
              <a:off x="8089975" y="3907822"/>
              <a:ext cx="19681" cy="29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3" name="rc2143"/>
            <p:cNvSpPr/>
            <p:nvPr/>
          </p:nvSpPr>
          <p:spPr>
            <a:xfrm>
              <a:off x="8111843" y="3909218"/>
              <a:ext cx="19681" cy="32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4" name="rc2144"/>
            <p:cNvSpPr/>
            <p:nvPr/>
          </p:nvSpPr>
          <p:spPr>
            <a:xfrm>
              <a:off x="8133712" y="4088550"/>
              <a:ext cx="19681" cy="83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5" name="rc2145"/>
            <p:cNvSpPr/>
            <p:nvPr/>
          </p:nvSpPr>
          <p:spPr>
            <a:xfrm>
              <a:off x="8155581" y="4117820"/>
              <a:ext cx="19681" cy="54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6" name="rc2146"/>
            <p:cNvSpPr/>
            <p:nvPr/>
          </p:nvSpPr>
          <p:spPr>
            <a:xfrm>
              <a:off x="8177449" y="3941309"/>
              <a:ext cx="19681" cy="9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7" name="rc2147"/>
            <p:cNvSpPr/>
            <p:nvPr/>
          </p:nvSpPr>
          <p:spPr>
            <a:xfrm>
              <a:off x="8199318" y="3917081"/>
              <a:ext cx="19681" cy="3832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8" name="rc2148"/>
            <p:cNvSpPr/>
            <p:nvPr/>
          </p:nvSpPr>
          <p:spPr>
            <a:xfrm>
              <a:off x="8221187" y="3908326"/>
              <a:ext cx="19681" cy="22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9" name="rc2149"/>
            <p:cNvSpPr/>
            <p:nvPr/>
          </p:nvSpPr>
          <p:spPr>
            <a:xfrm>
              <a:off x="8243055" y="3975709"/>
              <a:ext cx="19681" cy="109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0" name="rc2150"/>
            <p:cNvSpPr/>
            <p:nvPr/>
          </p:nvSpPr>
          <p:spPr>
            <a:xfrm>
              <a:off x="8264924" y="3933275"/>
              <a:ext cx="19681" cy="94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1" name="rc2151"/>
            <p:cNvSpPr/>
            <p:nvPr/>
          </p:nvSpPr>
          <p:spPr>
            <a:xfrm>
              <a:off x="8286793" y="4355791"/>
              <a:ext cx="19681" cy="81716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2" name="rc2152"/>
            <p:cNvSpPr/>
            <p:nvPr/>
          </p:nvSpPr>
          <p:spPr>
            <a:xfrm>
              <a:off x="8308661" y="3922810"/>
              <a:ext cx="19681" cy="277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3" name="rc2153"/>
            <p:cNvSpPr/>
            <p:nvPr/>
          </p:nvSpPr>
          <p:spPr>
            <a:xfrm>
              <a:off x="8330530" y="3921484"/>
              <a:ext cx="19681" cy="8395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4" name="rc2154"/>
            <p:cNvSpPr/>
            <p:nvPr/>
          </p:nvSpPr>
          <p:spPr>
            <a:xfrm>
              <a:off x="8352399" y="3916703"/>
              <a:ext cx="19681" cy="49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5" name="rc2155"/>
            <p:cNvSpPr/>
            <p:nvPr/>
          </p:nvSpPr>
          <p:spPr>
            <a:xfrm>
              <a:off x="8374267" y="3934603"/>
              <a:ext cx="19681" cy="6261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6" name="rc2156"/>
            <p:cNvSpPr/>
            <p:nvPr/>
          </p:nvSpPr>
          <p:spPr>
            <a:xfrm>
              <a:off x="8396136" y="4017216"/>
              <a:ext cx="19681" cy="66026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7" name="rc2157"/>
            <p:cNvSpPr/>
            <p:nvPr/>
          </p:nvSpPr>
          <p:spPr>
            <a:xfrm>
              <a:off x="8418005" y="3915364"/>
              <a:ext cx="19681" cy="182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8" name="rc2158"/>
            <p:cNvSpPr/>
            <p:nvPr/>
          </p:nvSpPr>
          <p:spPr>
            <a:xfrm>
              <a:off x="8439873" y="4872064"/>
              <a:ext cx="19681" cy="71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9" name="rc2159"/>
            <p:cNvSpPr/>
            <p:nvPr/>
          </p:nvSpPr>
          <p:spPr>
            <a:xfrm>
              <a:off x="8461742" y="3924389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0" name="rc2160"/>
            <p:cNvSpPr/>
            <p:nvPr/>
          </p:nvSpPr>
          <p:spPr>
            <a:xfrm>
              <a:off x="8483611" y="4075300"/>
              <a:ext cx="19681" cy="123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1" name="rc2161"/>
            <p:cNvSpPr/>
            <p:nvPr/>
          </p:nvSpPr>
          <p:spPr>
            <a:xfrm>
              <a:off x="8505479" y="4040535"/>
              <a:ext cx="19681" cy="8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2" name="rc2162"/>
            <p:cNvSpPr/>
            <p:nvPr/>
          </p:nvSpPr>
          <p:spPr>
            <a:xfrm>
              <a:off x="8527348" y="3917885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3" name="rc2163"/>
            <p:cNvSpPr/>
            <p:nvPr/>
          </p:nvSpPr>
          <p:spPr>
            <a:xfrm>
              <a:off x="8549217" y="3920941"/>
              <a:ext cx="19681" cy="190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4" name="rc2164"/>
            <p:cNvSpPr/>
            <p:nvPr/>
          </p:nvSpPr>
          <p:spPr>
            <a:xfrm>
              <a:off x="8571085" y="3915593"/>
              <a:ext cx="19681" cy="76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5" name="rc2165"/>
            <p:cNvSpPr/>
            <p:nvPr/>
          </p:nvSpPr>
          <p:spPr>
            <a:xfrm>
              <a:off x="8592954" y="4127217"/>
              <a:ext cx="19681" cy="317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6" name="rc2166"/>
            <p:cNvSpPr/>
            <p:nvPr/>
          </p:nvSpPr>
          <p:spPr>
            <a:xfrm>
              <a:off x="8614823" y="3922336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7" name="rc2167"/>
            <p:cNvSpPr/>
            <p:nvPr/>
          </p:nvSpPr>
          <p:spPr>
            <a:xfrm>
              <a:off x="8636691" y="4422502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8" name="rc2168"/>
            <p:cNvSpPr/>
            <p:nvPr/>
          </p:nvSpPr>
          <p:spPr>
            <a:xfrm>
              <a:off x="8658560" y="4064074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9" name="rc2169"/>
            <p:cNvSpPr/>
            <p:nvPr/>
          </p:nvSpPr>
          <p:spPr>
            <a:xfrm>
              <a:off x="8680428" y="3919531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0" name="rc2170"/>
            <p:cNvSpPr/>
            <p:nvPr/>
          </p:nvSpPr>
          <p:spPr>
            <a:xfrm>
              <a:off x="8702297" y="3918049"/>
              <a:ext cx="19681" cy="26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1" name="rc2171"/>
            <p:cNvSpPr/>
            <p:nvPr/>
          </p:nvSpPr>
          <p:spPr>
            <a:xfrm>
              <a:off x="8724166" y="5325092"/>
              <a:ext cx="19681" cy="4882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2" name="rc2172"/>
            <p:cNvSpPr/>
            <p:nvPr/>
          </p:nvSpPr>
          <p:spPr>
            <a:xfrm>
              <a:off x="8746034" y="5186740"/>
              <a:ext cx="19681" cy="21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3" name="rc2173"/>
            <p:cNvSpPr/>
            <p:nvPr/>
          </p:nvSpPr>
          <p:spPr>
            <a:xfrm>
              <a:off x="8767903" y="4335654"/>
              <a:ext cx="19681" cy="26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4" name="rc2174"/>
            <p:cNvSpPr/>
            <p:nvPr/>
          </p:nvSpPr>
          <p:spPr>
            <a:xfrm>
              <a:off x="8789772" y="3917488"/>
              <a:ext cx="19681" cy="57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5" name="rc2175"/>
            <p:cNvSpPr/>
            <p:nvPr/>
          </p:nvSpPr>
          <p:spPr>
            <a:xfrm>
              <a:off x="8811640" y="3929410"/>
              <a:ext cx="19681" cy="31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6" name="rc2176"/>
            <p:cNvSpPr/>
            <p:nvPr/>
          </p:nvSpPr>
          <p:spPr>
            <a:xfrm>
              <a:off x="8833509" y="4159237"/>
              <a:ext cx="19681" cy="427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7" name="rc2177"/>
            <p:cNvSpPr/>
            <p:nvPr/>
          </p:nvSpPr>
          <p:spPr>
            <a:xfrm>
              <a:off x="7412047" y="4101934"/>
              <a:ext cx="19681" cy="68859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8" name="rc2178"/>
            <p:cNvSpPr/>
            <p:nvPr/>
          </p:nvSpPr>
          <p:spPr>
            <a:xfrm>
              <a:off x="7433915" y="3908799"/>
              <a:ext cx="19681" cy="38007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9" name="rc2179"/>
            <p:cNvSpPr/>
            <p:nvPr/>
          </p:nvSpPr>
          <p:spPr>
            <a:xfrm>
              <a:off x="7455784" y="3910172"/>
              <a:ext cx="19681" cy="43178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0" name="rc2180"/>
            <p:cNvSpPr/>
            <p:nvPr/>
          </p:nvSpPr>
          <p:spPr>
            <a:xfrm>
              <a:off x="7477653" y="3978981"/>
              <a:ext cx="19681" cy="156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1" name="rc2181"/>
            <p:cNvSpPr/>
            <p:nvPr/>
          </p:nvSpPr>
          <p:spPr>
            <a:xfrm>
              <a:off x="7499521" y="4823031"/>
              <a:ext cx="19681" cy="509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2" name="rc2182"/>
            <p:cNvSpPr/>
            <p:nvPr/>
          </p:nvSpPr>
          <p:spPr>
            <a:xfrm>
              <a:off x="7521390" y="3913219"/>
              <a:ext cx="19681" cy="741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3" name="rc2183"/>
            <p:cNvSpPr/>
            <p:nvPr/>
          </p:nvSpPr>
          <p:spPr>
            <a:xfrm>
              <a:off x="7543259" y="4091969"/>
              <a:ext cx="19681" cy="48663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4" name="rc2184"/>
            <p:cNvSpPr/>
            <p:nvPr/>
          </p:nvSpPr>
          <p:spPr>
            <a:xfrm>
              <a:off x="7565127" y="4445532"/>
              <a:ext cx="19681" cy="97525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5" name="rc2185"/>
            <p:cNvSpPr/>
            <p:nvPr/>
          </p:nvSpPr>
          <p:spPr>
            <a:xfrm>
              <a:off x="7586996" y="3909942"/>
              <a:ext cx="19681" cy="239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6" name="rc2186"/>
            <p:cNvSpPr/>
            <p:nvPr/>
          </p:nvSpPr>
          <p:spPr>
            <a:xfrm>
              <a:off x="7608864" y="3920432"/>
              <a:ext cx="19681" cy="600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7" name="rc2187"/>
            <p:cNvSpPr/>
            <p:nvPr/>
          </p:nvSpPr>
          <p:spPr>
            <a:xfrm>
              <a:off x="7630733" y="5635057"/>
              <a:ext cx="19681" cy="10370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8" name="rc2188"/>
            <p:cNvSpPr/>
            <p:nvPr/>
          </p:nvSpPr>
          <p:spPr>
            <a:xfrm>
              <a:off x="7652602" y="3908988"/>
              <a:ext cx="19681" cy="190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9" name="rc2189"/>
            <p:cNvSpPr/>
            <p:nvPr/>
          </p:nvSpPr>
          <p:spPr>
            <a:xfrm>
              <a:off x="7674470" y="3908053"/>
              <a:ext cx="19681" cy="209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0" name="rc2190"/>
            <p:cNvSpPr/>
            <p:nvPr/>
          </p:nvSpPr>
          <p:spPr>
            <a:xfrm>
              <a:off x="7696339" y="4466650"/>
              <a:ext cx="19681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1" name="rc2191"/>
            <p:cNvSpPr/>
            <p:nvPr/>
          </p:nvSpPr>
          <p:spPr>
            <a:xfrm>
              <a:off x="7718208" y="4434366"/>
              <a:ext cx="19681" cy="196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2" name="rc2192"/>
            <p:cNvSpPr/>
            <p:nvPr/>
          </p:nvSpPr>
          <p:spPr>
            <a:xfrm>
              <a:off x="7740076" y="4127351"/>
              <a:ext cx="19681" cy="210405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3" name="rc2193"/>
            <p:cNvSpPr/>
            <p:nvPr/>
          </p:nvSpPr>
          <p:spPr>
            <a:xfrm>
              <a:off x="7761945" y="4853872"/>
              <a:ext cx="19681" cy="197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4" name="rc2194"/>
            <p:cNvSpPr/>
            <p:nvPr/>
          </p:nvSpPr>
          <p:spPr>
            <a:xfrm>
              <a:off x="7783814" y="5651911"/>
              <a:ext cx="19681" cy="86345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5" name="rc2195"/>
            <p:cNvSpPr/>
            <p:nvPr/>
          </p:nvSpPr>
          <p:spPr>
            <a:xfrm>
              <a:off x="7805682" y="4122771"/>
              <a:ext cx="19681" cy="23711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6" name="rc2196"/>
            <p:cNvSpPr/>
            <p:nvPr/>
          </p:nvSpPr>
          <p:spPr>
            <a:xfrm>
              <a:off x="7827551" y="3909379"/>
              <a:ext cx="19681" cy="98107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7" name="rc2197"/>
            <p:cNvSpPr/>
            <p:nvPr/>
          </p:nvSpPr>
          <p:spPr>
            <a:xfrm>
              <a:off x="7849420" y="4721084"/>
              <a:ext cx="19681" cy="180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8" name="rc2198"/>
            <p:cNvSpPr/>
            <p:nvPr/>
          </p:nvSpPr>
          <p:spPr>
            <a:xfrm>
              <a:off x="7871288" y="3972963"/>
              <a:ext cx="19681" cy="139209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9" name="rc2199"/>
            <p:cNvSpPr/>
            <p:nvPr/>
          </p:nvSpPr>
          <p:spPr>
            <a:xfrm>
              <a:off x="7893157" y="3909312"/>
              <a:ext cx="19681" cy="173791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0" name="rc2200"/>
            <p:cNvSpPr/>
            <p:nvPr/>
          </p:nvSpPr>
          <p:spPr>
            <a:xfrm>
              <a:off x="7915026" y="4155226"/>
              <a:ext cx="19681" cy="82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1" name="rc2201"/>
            <p:cNvSpPr/>
            <p:nvPr/>
          </p:nvSpPr>
          <p:spPr>
            <a:xfrm>
              <a:off x="7936894" y="3912883"/>
              <a:ext cx="19681" cy="91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2" name="rc2202"/>
            <p:cNvSpPr/>
            <p:nvPr/>
          </p:nvSpPr>
          <p:spPr>
            <a:xfrm>
              <a:off x="7958763" y="6534257"/>
              <a:ext cx="19681" cy="388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3" name="rc2203"/>
            <p:cNvSpPr/>
            <p:nvPr/>
          </p:nvSpPr>
          <p:spPr>
            <a:xfrm>
              <a:off x="7980632" y="4875490"/>
              <a:ext cx="19681" cy="214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4" name="rc2204"/>
            <p:cNvSpPr/>
            <p:nvPr/>
          </p:nvSpPr>
          <p:spPr>
            <a:xfrm>
              <a:off x="8002500" y="3949744"/>
              <a:ext cx="19681" cy="130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5" name="rc2205"/>
            <p:cNvSpPr/>
            <p:nvPr/>
          </p:nvSpPr>
          <p:spPr>
            <a:xfrm>
              <a:off x="8024369" y="4370751"/>
              <a:ext cx="19681" cy="90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6" name="rc2206"/>
            <p:cNvSpPr/>
            <p:nvPr/>
          </p:nvSpPr>
          <p:spPr>
            <a:xfrm>
              <a:off x="8046238" y="4933467"/>
              <a:ext cx="19681" cy="107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7" name="rc2207"/>
            <p:cNvSpPr/>
            <p:nvPr/>
          </p:nvSpPr>
          <p:spPr>
            <a:xfrm>
              <a:off x="8068106" y="3913935"/>
              <a:ext cx="19681" cy="141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8" name="rc2208"/>
            <p:cNvSpPr/>
            <p:nvPr/>
          </p:nvSpPr>
          <p:spPr>
            <a:xfrm>
              <a:off x="8089975" y="3908112"/>
              <a:ext cx="19681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9" name="rc2209"/>
            <p:cNvSpPr/>
            <p:nvPr/>
          </p:nvSpPr>
          <p:spPr>
            <a:xfrm>
              <a:off x="8111843" y="3909542"/>
              <a:ext cx="19681" cy="107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0" name="rc2210"/>
            <p:cNvSpPr/>
            <p:nvPr/>
          </p:nvSpPr>
          <p:spPr>
            <a:xfrm>
              <a:off x="8133712" y="4089384"/>
              <a:ext cx="19681" cy="226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1" name="rc2211"/>
            <p:cNvSpPr/>
            <p:nvPr/>
          </p:nvSpPr>
          <p:spPr>
            <a:xfrm>
              <a:off x="8155581" y="4118369"/>
              <a:ext cx="19681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2" name="rc2212"/>
            <p:cNvSpPr/>
            <p:nvPr/>
          </p:nvSpPr>
          <p:spPr>
            <a:xfrm>
              <a:off x="8177449" y="3941399"/>
              <a:ext cx="19681" cy="151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3" name="rc2213"/>
            <p:cNvSpPr/>
            <p:nvPr/>
          </p:nvSpPr>
          <p:spPr>
            <a:xfrm>
              <a:off x="8199318" y="3955406"/>
              <a:ext cx="19681" cy="84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4" name="rc2214"/>
            <p:cNvSpPr/>
            <p:nvPr/>
          </p:nvSpPr>
          <p:spPr>
            <a:xfrm>
              <a:off x="8221187" y="3908554"/>
              <a:ext cx="19681" cy="35856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5" name="rc2215"/>
            <p:cNvSpPr/>
            <p:nvPr/>
          </p:nvSpPr>
          <p:spPr>
            <a:xfrm>
              <a:off x="8243055" y="3976805"/>
              <a:ext cx="19681" cy="566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6" name="rc2216"/>
            <p:cNvSpPr/>
            <p:nvPr/>
          </p:nvSpPr>
          <p:spPr>
            <a:xfrm>
              <a:off x="8264924" y="3934219"/>
              <a:ext cx="19681" cy="176011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7" name="rc2217"/>
            <p:cNvSpPr/>
            <p:nvPr/>
          </p:nvSpPr>
          <p:spPr>
            <a:xfrm>
              <a:off x="8286793" y="5172959"/>
              <a:ext cx="19681" cy="3068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8" name="rc2218"/>
            <p:cNvSpPr/>
            <p:nvPr/>
          </p:nvSpPr>
          <p:spPr>
            <a:xfrm>
              <a:off x="8308661" y="3925589"/>
              <a:ext cx="19681" cy="148751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9" name="rc2219"/>
            <p:cNvSpPr/>
            <p:nvPr/>
          </p:nvSpPr>
          <p:spPr>
            <a:xfrm>
              <a:off x="8330530" y="4005436"/>
              <a:ext cx="19681" cy="7284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0" name="rc2220"/>
            <p:cNvSpPr/>
            <p:nvPr/>
          </p:nvSpPr>
          <p:spPr>
            <a:xfrm>
              <a:off x="8352399" y="3917202"/>
              <a:ext cx="19681" cy="105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1" name="rc2221"/>
            <p:cNvSpPr/>
            <p:nvPr/>
          </p:nvSpPr>
          <p:spPr>
            <a:xfrm>
              <a:off x="8374267" y="3997214"/>
              <a:ext cx="19681" cy="136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2" name="rc2222"/>
            <p:cNvSpPr/>
            <p:nvPr/>
          </p:nvSpPr>
          <p:spPr>
            <a:xfrm>
              <a:off x="8396136" y="4677476"/>
              <a:ext cx="19681" cy="158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3" name="rc2223"/>
            <p:cNvSpPr/>
            <p:nvPr/>
          </p:nvSpPr>
          <p:spPr>
            <a:xfrm>
              <a:off x="8418005" y="3917187"/>
              <a:ext cx="19681" cy="131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4" name="rc2224"/>
            <p:cNvSpPr/>
            <p:nvPr/>
          </p:nvSpPr>
          <p:spPr>
            <a:xfrm>
              <a:off x="8439873" y="4872779"/>
              <a:ext cx="19681" cy="237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5" name="rc2225"/>
            <p:cNvSpPr/>
            <p:nvPr/>
          </p:nvSpPr>
          <p:spPr>
            <a:xfrm>
              <a:off x="8461742" y="3924389"/>
              <a:ext cx="19681" cy="69763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6" name="rc2226"/>
            <p:cNvSpPr/>
            <p:nvPr/>
          </p:nvSpPr>
          <p:spPr>
            <a:xfrm>
              <a:off x="8483611" y="4076534"/>
              <a:ext cx="19681" cy="163421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7" name="rc2227"/>
            <p:cNvSpPr/>
            <p:nvPr/>
          </p:nvSpPr>
          <p:spPr>
            <a:xfrm>
              <a:off x="8505479" y="4041367"/>
              <a:ext cx="19681" cy="512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8" name="rc2228"/>
            <p:cNvSpPr/>
            <p:nvPr/>
          </p:nvSpPr>
          <p:spPr>
            <a:xfrm>
              <a:off x="8527348" y="3917885"/>
              <a:ext cx="19681" cy="59626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9" name="rc2229"/>
            <p:cNvSpPr/>
            <p:nvPr/>
          </p:nvSpPr>
          <p:spPr>
            <a:xfrm>
              <a:off x="8549217" y="3922843"/>
              <a:ext cx="19681" cy="10084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0" name="rc2230"/>
            <p:cNvSpPr/>
            <p:nvPr/>
          </p:nvSpPr>
          <p:spPr>
            <a:xfrm>
              <a:off x="8571085" y="3916358"/>
              <a:ext cx="19681" cy="22292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1" name="rc2231"/>
            <p:cNvSpPr/>
            <p:nvPr/>
          </p:nvSpPr>
          <p:spPr>
            <a:xfrm>
              <a:off x="8592954" y="4130388"/>
              <a:ext cx="19681" cy="19438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2" name="rc2232"/>
            <p:cNvSpPr/>
            <p:nvPr/>
          </p:nvSpPr>
          <p:spPr>
            <a:xfrm>
              <a:off x="8614823" y="3922336"/>
              <a:ext cx="19681" cy="242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3" name="rc2233"/>
            <p:cNvSpPr/>
            <p:nvPr/>
          </p:nvSpPr>
          <p:spPr>
            <a:xfrm>
              <a:off x="8636691" y="4422502"/>
              <a:ext cx="19681" cy="21477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4" name="rc2234"/>
            <p:cNvSpPr/>
            <p:nvPr/>
          </p:nvSpPr>
          <p:spPr>
            <a:xfrm>
              <a:off x="8658560" y="4064074"/>
              <a:ext cx="19681" cy="218792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5" name="rc2235"/>
            <p:cNvSpPr/>
            <p:nvPr/>
          </p:nvSpPr>
          <p:spPr>
            <a:xfrm>
              <a:off x="8680428" y="3919531"/>
              <a:ext cx="19681" cy="108231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6" name="rc2236"/>
            <p:cNvSpPr/>
            <p:nvPr/>
          </p:nvSpPr>
          <p:spPr>
            <a:xfrm>
              <a:off x="8702297" y="3918310"/>
              <a:ext cx="19681" cy="156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7" name="rc2237"/>
            <p:cNvSpPr/>
            <p:nvPr/>
          </p:nvSpPr>
          <p:spPr>
            <a:xfrm>
              <a:off x="8724166" y="5373913"/>
              <a:ext cx="19681" cy="13913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8" name="rc2238"/>
            <p:cNvSpPr/>
            <p:nvPr/>
          </p:nvSpPr>
          <p:spPr>
            <a:xfrm>
              <a:off x="8746034" y="5186955"/>
              <a:ext cx="19681" cy="131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9" name="rc2239"/>
            <p:cNvSpPr/>
            <p:nvPr/>
          </p:nvSpPr>
          <p:spPr>
            <a:xfrm>
              <a:off x="8767903" y="4335921"/>
              <a:ext cx="19681" cy="35916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0" name="rc2240"/>
            <p:cNvSpPr/>
            <p:nvPr/>
          </p:nvSpPr>
          <p:spPr>
            <a:xfrm>
              <a:off x="8789772" y="3918064"/>
              <a:ext cx="19681" cy="2188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1" name="rc2241"/>
            <p:cNvSpPr/>
            <p:nvPr/>
          </p:nvSpPr>
          <p:spPr>
            <a:xfrm>
              <a:off x="8811640" y="3929729"/>
              <a:ext cx="19681" cy="108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2" name="rc2242"/>
            <p:cNvSpPr/>
            <p:nvPr/>
          </p:nvSpPr>
          <p:spPr>
            <a:xfrm>
              <a:off x="8833509" y="4163511"/>
              <a:ext cx="19681" cy="121157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3" name="rc2243"/>
            <p:cNvSpPr/>
            <p:nvPr/>
          </p:nvSpPr>
          <p:spPr>
            <a:xfrm>
              <a:off x="7412047" y="4790531"/>
              <a:ext cx="19681" cy="186005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4" name="rc2244"/>
            <p:cNvSpPr/>
            <p:nvPr/>
          </p:nvSpPr>
          <p:spPr>
            <a:xfrm>
              <a:off x="7433915" y="4288875"/>
              <a:ext cx="19681" cy="236170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5" name="rc2245"/>
            <p:cNvSpPr/>
            <p:nvPr/>
          </p:nvSpPr>
          <p:spPr>
            <a:xfrm>
              <a:off x="7455784" y="4341954"/>
              <a:ext cx="19681" cy="230862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6" name="rc2246"/>
            <p:cNvSpPr/>
            <p:nvPr/>
          </p:nvSpPr>
          <p:spPr>
            <a:xfrm>
              <a:off x="7477653" y="3980545"/>
              <a:ext cx="19681" cy="267003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7" name="rc2247"/>
            <p:cNvSpPr/>
            <p:nvPr/>
          </p:nvSpPr>
          <p:spPr>
            <a:xfrm>
              <a:off x="7499521" y="4828127"/>
              <a:ext cx="19681" cy="182245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8" name="rc2248"/>
            <p:cNvSpPr/>
            <p:nvPr/>
          </p:nvSpPr>
          <p:spPr>
            <a:xfrm>
              <a:off x="7521390" y="3920632"/>
              <a:ext cx="19681" cy="272994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9" name="rc2249"/>
            <p:cNvSpPr/>
            <p:nvPr/>
          </p:nvSpPr>
          <p:spPr>
            <a:xfrm>
              <a:off x="7543259" y="4578606"/>
              <a:ext cx="19681" cy="207197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0" name="rc2250"/>
            <p:cNvSpPr/>
            <p:nvPr/>
          </p:nvSpPr>
          <p:spPr>
            <a:xfrm>
              <a:off x="7565127" y="5420789"/>
              <a:ext cx="19681" cy="122979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1" name="rc2251"/>
            <p:cNvSpPr/>
            <p:nvPr/>
          </p:nvSpPr>
          <p:spPr>
            <a:xfrm>
              <a:off x="7586996" y="3933843"/>
              <a:ext cx="19681" cy="271673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2" name="rc2252"/>
            <p:cNvSpPr/>
            <p:nvPr/>
          </p:nvSpPr>
          <p:spPr>
            <a:xfrm>
              <a:off x="7608864" y="3926435"/>
              <a:ext cx="19681" cy="272414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3" name="rc2253"/>
            <p:cNvSpPr/>
            <p:nvPr/>
          </p:nvSpPr>
          <p:spPr>
            <a:xfrm>
              <a:off x="7630733" y="5738763"/>
              <a:ext cx="19681" cy="91181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4" name="rc2254"/>
            <p:cNvSpPr/>
            <p:nvPr/>
          </p:nvSpPr>
          <p:spPr>
            <a:xfrm>
              <a:off x="7652602" y="3910895"/>
              <a:ext cx="19681" cy="273968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5" name="rc2255"/>
            <p:cNvSpPr/>
            <p:nvPr/>
          </p:nvSpPr>
          <p:spPr>
            <a:xfrm>
              <a:off x="7674470" y="3910144"/>
              <a:ext cx="19681" cy="274043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6" name="rc2256"/>
            <p:cNvSpPr/>
            <p:nvPr/>
          </p:nvSpPr>
          <p:spPr>
            <a:xfrm>
              <a:off x="7696339" y="4466650"/>
              <a:ext cx="19681" cy="21839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7" name="rc2257"/>
            <p:cNvSpPr/>
            <p:nvPr/>
          </p:nvSpPr>
          <p:spPr>
            <a:xfrm>
              <a:off x="7718208" y="4436328"/>
              <a:ext cx="19681" cy="221425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8" name="rc2258"/>
            <p:cNvSpPr/>
            <p:nvPr/>
          </p:nvSpPr>
          <p:spPr>
            <a:xfrm>
              <a:off x="7740076" y="6231411"/>
              <a:ext cx="19681" cy="41917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9" name="rc2259"/>
            <p:cNvSpPr/>
            <p:nvPr/>
          </p:nvSpPr>
          <p:spPr>
            <a:xfrm>
              <a:off x="7761945" y="4855850"/>
              <a:ext cx="19681" cy="179473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0" name="rc2260"/>
            <p:cNvSpPr/>
            <p:nvPr/>
          </p:nvSpPr>
          <p:spPr>
            <a:xfrm>
              <a:off x="7783814" y="6515365"/>
              <a:ext cx="19681" cy="13521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1" name="rc2261"/>
            <p:cNvSpPr/>
            <p:nvPr/>
          </p:nvSpPr>
          <p:spPr>
            <a:xfrm>
              <a:off x="7805682" y="4359888"/>
              <a:ext cx="19681" cy="229069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2" name="rc2262"/>
            <p:cNvSpPr/>
            <p:nvPr/>
          </p:nvSpPr>
          <p:spPr>
            <a:xfrm>
              <a:off x="7827551" y="4890451"/>
              <a:ext cx="19681" cy="176013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3" name="rc2263"/>
            <p:cNvSpPr/>
            <p:nvPr/>
          </p:nvSpPr>
          <p:spPr>
            <a:xfrm>
              <a:off x="7849420" y="4722894"/>
              <a:ext cx="19681" cy="192768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4" name="rc2264"/>
            <p:cNvSpPr/>
            <p:nvPr/>
          </p:nvSpPr>
          <p:spPr>
            <a:xfrm>
              <a:off x="7871288" y="5365055"/>
              <a:ext cx="19681" cy="128552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5" name="rc2265"/>
            <p:cNvSpPr/>
            <p:nvPr/>
          </p:nvSpPr>
          <p:spPr>
            <a:xfrm>
              <a:off x="7893157" y="5647227"/>
              <a:ext cx="19681" cy="100335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6" name="rc2266"/>
            <p:cNvSpPr/>
            <p:nvPr/>
          </p:nvSpPr>
          <p:spPr>
            <a:xfrm>
              <a:off x="7915026" y="4156048"/>
              <a:ext cx="19681" cy="249453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7" name="rc2267"/>
            <p:cNvSpPr/>
            <p:nvPr/>
          </p:nvSpPr>
          <p:spPr>
            <a:xfrm>
              <a:off x="7936894" y="3913800"/>
              <a:ext cx="19681" cy="273678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8" name="rc2268"/>
            <p:cNvSpPr/>
            <p:nvPr/>
          </p:nvSpPr>
          <p:spPr>
            <a:xfrm>
              <a:off x="7958763" y="6538147"/>
              <a:ext cx="19681" cy="11243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9" name="rc2269"/>
            <p:cNvSpPr/>
            <p:nvPr/>
          </p:nvSpPr>
          <p:spPr>
            <a:xfrm>
              <a:off x="7980632" y="4877630"/>
              <a:ext cx="19681" cy="177295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0" name="rc2270"/>
            <p:cNvSpPr/>
            <p:nvPr/>
          </p:nvSpPr>
          <p:spPr>
            <a:xfrm>
              <a:off x="8002500" y="3951052"/>
              <a:ext cx="19681" cy="269952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1" name="rc2271"/>
            <p:cNvSpPr/>
            <p:nvPr/>
          </p:nvSpPr>
          <p:spPr>
            <a:xfrm>
              <a:off x="8024369" y="4371654"/>
              <a:ext cx="19681" cy="227892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2" name="rc2272"/>
            <p:cNvSpPr/>
            <p:nvPr/>
          </p:nvSpPr>
          <p:spPr>
            <a:xfrm>
              <a:off x="8046238" y="4934539"/>
              <a:ext cx="19681" cy="171604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3" name="rc2273"/>
            <p:cNvSpPr/>
            <p:nvPr/>
          </p:nvSpPr>
          <p:spPr>
            <a:xfrm>
              <a:off x="8068106" y="3915346"/>
              <a:ext cx="19681" cy="273523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4" name="rc2274"/>
            <p:cNvSpPr/>
            <p:nvPr/>
          </p:nvSpPr>
          <p:spPr>
            <a:xfrm>
              <a:off x="8089975" y="3908112"/>
              <a:ext cx="19681" cy="274247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5" name="rc2275"/>
            <p:cNvSpPr/>
            <p:nvPr/>
          </p:nvSpPr>
          <p:spPr>
            <a:xfrm>
              <a:off x="8111843" y="3910622"/>
              <a:ext cx="19681" cy="273996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6" name="rc2276"/>
            <p:cNvSpPr/>
            <p:nvPr/>
          </p:nvSpPr>
          <p:spPr>
            <a:xfrm>
              <a:off x="8133712" y="4091648"/>
              <a:ext cx="19681" cy="255893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7" name="rc2277"/>
            <p:cNvSpPr/>
            <p:nvPr/>
          </p:nvSpPr>
          <p:spPr>
            <a:xfrm>
              <a:off x="8155581" y="4118369"/>
              <a:ext cx="19681" cy="253221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8" name="rc2278"/>
            <p:cNvSpPr/>
            <p:nvPr/>
          </p:nvSpPr>
          <p:spPr>
            <a:xfrm>
              <a:off x="8177449" y="3942916"/>
              <a:ext cx="19681" cy="270766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9" name="rc2279"/>
            <p:cNvSpPr/>
            <p:nvPr/>
          </p:nvSpPr>
          <p:spPr>
            <a:xfrm>
              <a:off x="8199318" y="3956246"/>
              <a:ext cx="19681" cy="269433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0" name="rc2280"/>
            <p:cNvSpPr/>
            <p:nvPr/>
          </p:nvSpPr>
          <p:spPr>
            <a:xfrm>
              <a:off x="8221187" y="4267115"/>
              <a:ext cx="19681" cy="238346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1" name="rc2281"/>
            <p:cNvSpPr/>
            <p:nvPr/>
          </p:nvSpPr>
          <p:spPr>
            <a:xfrm>
              <a:off x="8243055" y="3982468"/>
              <a:ext cx="19681" cy="266811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2" name="rc2282"/>
            <p:cNvSpPr/>
            <p:nvPr/>
          </p:nvSpPr>
          <p:spPr>
            <a:xfrm>
              <a:off x="8264924" y="5694335"/>
              <a:ext cx="19681" cy="95624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3" name="rc2283"/>
            <p:cNvSpPr/>
            <p:nvPr/>
          </p:nvSpPr>
          <p:spPr>
            <a:xfrm>
              <a:off x="8286793" y="5203644"/>
              <a:ext cx="19681" cy="144693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4" name="rc2284"/>
            <p:cNvSpPr/>
            <p:nvPr/>
          </p:nvSpPr>
          <p:spPr>
            <a:xfrm>
              <a:off x="8308661" y="5413107"/>
              <a:ext cx="19681" cy="123747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5" name="rc2285"/>
            <p:cNvSpPr/>
            <p:nvPr/>
          </p:nvSpPr>
          <p:spPr>
            <a:xfrm>
              <a:off x="8330530" y="4078281"/>
              <a:ext cx="19681" cy="25723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6" name="rc2286"/>
            <p:cNvSpPr/>
            <p:nvPr/>
          </p:nvSpPr>
          <p:spPr>
            <a:xfrm>
              <a:off x="8352399" y="3918260"/>
              <a:ext cx="19681" cy="273232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7" name="rc2287"/>
            <p:cNvSpPr/>
            <p:nvPr/>
          </p:nvSpPr>
          <p:spPr>
            <a:xfrm>
              <a:off x="8374267" y="3998576"/>
              <a:ext cx="19681" cy="265200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8" name="rc2288"/>
            <p:cNvSpPr/>
            <p:nvPr/>
          </p:nvSpPr>
          <p:spPr>
            <a:xfrm>
              <a:off x="8396136" y="4679062"/>
              <a:ext cx="19681" cy="197152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9" name="rc2289"/>
            <p:cNvSpPr/>
            <p:nvPr/>
          </p:nvSpPr>
          <p:spPr>
            <a:xfrm>
              <a:off x="8418005" y="3918505"/>
              <a:ext cx="19681" cy="273207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0" name="rc2290"/>
            <p:cNvSpPr/>
            <p:nvPr/>
          </p:nvSpPr>
          <p:spPr>
            <a:xfrm>
              <a:off x="8439873" y="4875154"/>
              <a:ext cx="19681" cy="177542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1" name="rc2291"/>
            <p:cNvSpPr/>
            <p:nvPr/>
          </p:nvSpPr>
          <p:spPr>
            <a:xfrm>
              <a:off x="8461742" y="4622025"/>
              <a:ext cx="19681" cy="202855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2" name="rc2292"/>
            <p:cNvSpPr/>
            <p:nvPr/>
          </p:nvSpPr>
          <p:spPr>
            <a:xfrm>
              <a:off x="8483611" y="5710744"/>
              <a:ext cx="19681" cy="93983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3" name="rc2293"/>
            <p:cNvSpPr/>
            <p:nvPr/>
          </p:nvSpPr>
          <p:spPr>
            <a:xfrm>
              <a:off x="8505479" y="4046493"/>
              <a:ext cx="19681" cy="260408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4" name="rc2294"/>
            <p:cNvSpPr/>
            <p:nvPr/>
          </p:nvSpPr>
          <p:spPr>
            <a:xfrm>
              <a:off x="8527348" y="4514151"/>
              <a:ext cx="19681" cy="21364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5" name="rc2295"/>
            <p:cNvSpPr/>
            <p:nvPr/>
          </p:nvSpPr>
          <p:spPr>
            <a:xfrm>
              <a:off x="8549217" y="4023693"/>
              <a:ext cx="19681" cy="262688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6" name="rc2296"/>
            <p:cNvSpPr/>
            <p:nvPr/>
          </p:nvSpPr>
          <p:spPr>
            <a:xfrm>
              <a:off x="8571085" y="4139285"/>
              <a:ext cx="19681" cy="251129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7" name="rc2297"/>
            <p:cNvSpPr/>
            <p:nvPr/>
          </p:nvSpPr>
          <p:spPr>
            <a:xfrm>
              <a:off x="8592954" y="4324773"/>
              <a:ext cx="19681" cy="232580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8" name="rc2298"/>
            <p:cNvSpPr/>
            <p:nvPr/>
          </p:nvSpPr>
          <p:spPr>
            <a:xfrm>
              <a:off x="8614823" y="3924764"/>
              <a:ext cx="19681" cy="272581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9" name="rc2299"/>
            <p:cNvSpPr/>
            <p:nvPr/>
          </p:nvSpPr>
          <p:spPr>
            <a:xfrm>
              <a:off x="8636691" y="4637280"/>
              <a:ext cx="19681" cy="201330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0" name="rc2300"/>
            <p:cNvSpPr/>
            <p:nvPr/>
          </p:nvSpPr>
          <p:spPr>
            <a:xfrm>
              <a:off x="8658560" y="6251998"/>
              <a:ext cx="19681" cy="39858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1" name="rc2301"/>
            <p:cNvSpPr/>
            <p:nvPr/>
          </p:nvSpPr>
          <p:spPr>
            <a:xfrm>
              <a:off x="8680428" y="5001847"/>
              <a:ext cx="19681" cy="164873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2" name="rc2302"/>
            <p:cNvSpPr/>
            <p:nvPr/>
          </p:nvSpPr>
          <p:spPr>
            <a:xfrm>
              <a:off x="8702297" y="3919878"/>
              <a:ext cx="19681" cy="273070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3" name="rc2303"/>
            <p:cNvSpPr/>
            <p:nvPr/>
          </p:nvSpPr>
          <p:spPr>
            <a:xfrm>
              <a:off x="8724166" y="5513053"/>
              <a:ext cx="19681" cy="113752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4" name="rc2304"/>
            <p:cNvSpPr/>
            <p:nvPr/>
          </p:nvSpPr>
          <p:spPr>
            <a:xfrm>
              <a:off x="8746034" y="5188270"/>
              <a:ext cx="19681" cy="146231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5" name="rc2305"/>
            <p:cNvSpPr/>
            <p:nvPr/>
          </p:nvSpPr>
          <p:spPr>
            <a:xfrm>
              <a:off x="8767903" y="4695087"/>
              <a:ext cx="19681" cy="195549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6" name="rc2306"/>
            <p:cNvSpPr/>
            <p:nvPr/>
          </p:nvSpPr>
          <p:spPr>
            <a:xfrm>
              <a:off x="8789772" y="4136896"/>
              <a:ext cx="19681" cy="251368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7" name="rc2307"/>
            <p:cNvSpPr/>
            <p:nvPr/>
          </p:nvSpPr>
          <p:spPr>
            <a:xfrm>
              <a:off x="8811640" y="3930810"/>
              <a:ext cx="19681" cy="271977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8" name="rc2308"/>
            <p:cNvSpPr/>
            <p:nvPr/>
          </p:nvSpPr>
          <p:spPr>
            <a:xfrm>
              <a:off x="8833509" y="5375085"/>
              <a:ext cx="19681" cy="127549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9" name="rc2309"/>
            <p:cNvSpPr/>
            <p:nvPr/>
          </p:nvSpPr>
          <p:spPr>
            <a:xfrm>
              <a:off x="8907081" y="3906567"/>
              <a:ext cx="2912904" cy="27442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0" name="pl2310"/>
            <p:cNvSpPr/>
            <p:nvPr/>
          </p:nvSpPr>
          <p:spPr>
            <a:xfrm>
              <a:off x="8907081" y="6650582"/>
              <a:ext cx="2912904" cy="0"/>
            </a:xfrm>
            <a:custGeom>
              <a:avLst/>
              <a:pathLst>
                <a:path w="2912904" h="0">
                  <a:moveTo>
                    <a:pt x="0" y="0"/>
                  </a:moveTo>
                  <a:lnTo>
                    <a:pt x="2912904" y="0"/>
                  </a:lnTo>
                  <a:lnTo>
                    <a:pt x="291290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l2311"/>
            <p:cNvSpPr/>
            <p:nvPr/>
          </p:nvSpPr>
          <p:spPr>
            <a:xfrm>
              <a:off x="8907081" y="5964647"/>
              <a:ext cx="2912904" cy="0"/>
            </a:xfrm>
            <a:custGeom>
              <a:avLst/>
              <a:pathLst>
                <a:path w="2912904" h="0">
                  <a:moveTo>
                    <a:pt x="0" y="0"/>
                  </a:moveTo>
                  <a:lnTo>
                    <a:pt x="2912904" y="0"/>
                  </a:lnTo>
                  <a:lnTo>
                    <a:pt x="291290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l2312"/>
            <p:cNvSpPr/>
            <p:nvPr/>
          </p:nvSpPr>
          <p:spPr>
            <a:xfrm>
              <a:off x="8907081" y="5278712"/>
              <a:ext cx="2912904" cy="0"/>
            </a:xfrm>
            <a:custGeom>
              <a:avLst/>
              <a:pathLst>
                <a:path w="2912904" h="0">
                  <a:moveTo>
                    <a:pt x="0" y="0"/>
                  </a:moveTo>
                  <a:lnTo>
                    <a:pt x="2912904" y="0"/>
                  </a:lnTo>
                  <a:lnTo>
                    <a:pt x="291290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l2313"/>
            <p:cNvSpPr/>
            <p:nvPr/>
          </p:nvSpPr>
          <p:spPr>
            <a:xfrm>
              <a:off x="8907081" y="4592777"/>
              <a:ext cx="2912904" cy="0"/>
            </a:xfrm>
            <a:custGeom>
              <a:avLst/>
              <a:pathLst>
                <a:path w="2912904" h="0">
                  <a:moveTo>
                    <a:pt x="0" y="0"/>
                  </a:moveTo>
                  <a:lnTo>
                    <a:pt x="2912904" y="0"/>
                  </a:lnTo>
                  <a:lnTo>
                    <a:pt x="291290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l2314"/>
            <p:cNvSpPr/>
            <p:nvPr/>
          </p:nvSpPr>
          <p:spPr>
            <a:xfrm>
              <a:off x="8907081" y="3906842"/>
              <a:ext cx="2912904" cy="0"/>
            </a:xfrm>
            <a:custGeom>
              <a:avLst/>
              <a:pathLst>
                <a:path w="2912904" h="0">
                  <a:moveTo>
                    <a:pt x="0" y="0"/>
                  </a:moveTo>
                  <a:lnTo>
                    <a:pt x="2912904" y="0"/>
                  </a:lnTo>
                  <a:lnTo>
                    <a:pt x="2912904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l2315"/>
            <p:cNvSpPr/>
            <p:nvPr/>
          </p:nvSpPr>
          <p:spPr>
            <a:xfrm>
              <a:off x="892020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l2316"/>
            <p:cNvSpPr/>
            <p:nvPr/>
          </p:nvSpPr>
          <p:spPr>
            <a:xfrm>
              <a:off x="894207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l2317"/>
            <p:cNvSpPr/>
            <p:nvPr/>
          </p:nvSpPr>
          <p:spPr>
            <a:xfrm>
              <a:off x="896394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l2318"/>
            <p:cNvSpPr/>
            <p:nvPr/>
          </p:nvSpPr>
          <p:spPr>
            <a:xfrm>
              <a:off x="898580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l2319"/>
            <p:cNvSpPr/>
            <p:nvPr/>
          </p:nvSpPr>
          <p:spPr>
            <a:xfrm>
              <a:off x="900767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l2320"/>
            <p:cNvSpPr/>
            <p:nvPr/>
          </p:nvSpPr>
          <p:spPr>
            <a:xfrm>
              <a:off x="902954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l2321"/>
            <p:cNvSpPr/>
            <p:nvPr/>
          </p:nvSpPr>
          <p:spPr>
            <a:xfrm>
              <a:off x="905141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l2322"/>
            <p:cNvSpPr/>
            <p:nvPr/>
          </p:nvSpPr>
          <p:spPr>
            <a:xfrm>
              <a:off x="907328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l2323"/>
            <p:cNvSpPr/>
            <p:nvPr/>
          </p:nvSpPr>
          <p:spPr>
            <a:xfrm>
              <a:off x="909515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l2324"/>
            <p:cNvSpPr/>
            <p:nvPr/>
          </p:nvSpPr>
          <p:spPr>
            <a:xfrm>
              <a:off x="911702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l2325"/>
            <p:cNvSpPr/>
            <p:nvPr/>
          </p:nvSpPr>
          <p:spPr>
            <a:xfrm>
              <a:off x="913888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l2326"/>
            <p:cNvSpPr/>
            <p:nvPr/>
          </p:nvSpPr>
          <p:spPr>
            <a:xfrm>
              <a:off x="916075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l2327"/>
            <p:cNvSpPr/>
            <p:nvPr/>
          </p:nvSpPr>
          <p:spPr>
            <a:xfrm>
              <a:off x="918262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l2328"/>
            <p:cNvSpPr/>
            <p:nvPr/>
          </p:nvSpPr>
          <p:spPr>
            <a:xfrm>
              <a:off x="920449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l2329"/>
            <p:cNvSpPr/>
            <p:nvPr/>
          </p:nvSpPr>
          <p:spPr>
            <a:xfrm>
              <a:off x="922636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l2330"/>
            <p:cNvSpPr/>
            <p:nvPr/>
          </p:nvSpPr>
          <p:spPr>
            <a:xfrm>
              <a:off x="924823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l2331"/>
            <p:cNvSpPr/>
            <p:nvPr/>
          </p:nvSpPr>
          <p:spPr>
            <a:xfrm>
              <a:off x="927010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l2332"/>
            <p:cNvSpPr/>
            <p:nvPr/>
          </p:nvSpPr>
          <p:spPr>
            <a:xfrm>
              <a:off x="929197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l2333"/>
            <p:cNvSpPr/>
            <p:nvPr/>
          </p:nvSpPr>
          <p:spPr>
            <a:xfrm>
              <a:off x="931383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l2334"/>
            <p:cNvSpPr/>
            <p:nvPr/>
          </p:nvSpPr>
          <p:spPr>
            <a:xfrm>
              <a:off x="933570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l2335"/>
            <p:cNvSpPr/>
            <p:nvPr/>
          </p:nvSpPr>
          <p:spPr>
            <a:xfrm>
              <a:off x="935757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l2336"/>
            <p:cNvSpPr/>
            <p:nvPr/>
          </p:nvSpPr>
          <p:spPr>
            <a:xfrm>
              <a:off x="937944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l2337"/>
            <p:cNvSpPr/>
            <p:nvPr/>
          </p:nvSpPr>
          <p:spPr>
            <a:xfrm>
              <a:off x="940131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l2338"/>
            <p:cNvSpPr/>
            <p:nvPr/>
          </p:nvSpPr>
          <p:spPr>
            <a:xfrm>
              <a:off x="942318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l2339"/>
            <p:cNvSpPr/>
            <p:nvPr/>
          </p:nvSpPr>
          <p:spPr>
            <a:xfrm>
              <a:off x="944505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l2340"/>
            <p:cNvSpPr/>
            <p:nvPr/>
          </p:nvSpPr>
          <p:spPr>
            <a:xfrm>
              <a:off x="946691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l2341"/>
            <p:cNvSpPr/>
            <p:nvPr/>
          </p:nvSpPr>
          <p:spPr>
            <a:xfrm>
              <a:off x="948878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l2342"/>
            <p:cNvSpPr/>
            <p:nvPr/>
          </p:nvSpPr>
          <p:spPr>
            <a:xfrm>
              <a:off x="951065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l2343"/>
            <p:cNvSpPr/>
            <p:nvPr/>
          </p:nvSpPr>
          <p:spPr>
            <a:xfrm>
              <a:off x="953252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l2344"/>
            <p:cNvSpPr/>
            <p:nvPr/>
          </p:nvSpPr>
          <p:spPr>
            <a:xfrm>
              <a:off x="955439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l2345"/>
            <p:cNvSpPr/>
            <p:nvPr/>
          </p:nvSpPr>
          <p:spPr>
            <a:xfrm>
              <a:off x="957626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l2346"/>
            <p:cNvSpPr/>
            <p:nvPr/>
          </p:nvSpPr>
          <p:spPr>
            <a:xfrm>
              <a:off x="959813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l2347"/>
            <p:cNvSpPr/>
            <p:nvPr/>
          </p:nvSpPr>
          <p:spPr>
            <a:xfrm>
              <a:off x="961999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l2348"/>
            <p:cNvSpPr/>
            <p:nvPr/>
          </p:nvSpPr>
          <p:spPr>
            <a:xfrm>
              <a:off x="964186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l2349"/>
            <p:cNvSpPr/>
            <p:nvPr/>
          </p:nvSpPr>
          <p:spPr>
            <a:xfrm>
              <a:off x="966373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l2350"/>
            <p:cNvSpPr/>
            <p:nvPr/>
          </p:nvSpPr>
          <p:spPr>
            <a:xfrm>
              <a:off x="968560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l2351"/>
            <p:cNvSpPr/>
            <p:nvPr/>
          </p:nvSpPr>
          <p:spPr>
            <a:xfrm>
              <a:off x="970747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l2352"/>
            <p:cNvSpPr/>
            <p:nvPr/>
          </p:nvSpPr>
          <p:spPr>
            <a:xfrm>
              <a:off x="972934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l2353"/>
            <p:cNvSpPr/>
            <p:nvPr/>
          </p:nvSpPr>
          <p:spPr>
            <a:xfrm>
              <a:off x="975121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l2354"/>
            <p:cNvSpPr/>
            <p:nvPr/>
          </p:nvSpPr>
          <p:spPr>
            <a:xfrm>
              <a:off x="977308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l2355"/>
            <p:cNvSpPr/>
            <p:nvPr/>
          </p:nvSpPr>
          <p:spPr>
            <a:xfrm>
              <a:off x="979494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l2356"/>
            <p:cNvSpPr/>
            <p:nvPr/>
          </p:nvSpPr>
          <p:spPr>
            <a:xfrm>
              <a:off x="981681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l2357"/>
            <p:cNvSpPr/>
            <p:nvPr/>
          </p:nvSpPr>
          <p:spPr>
            <a:xfrm>
              <a:off x="983868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l2358"/>
            <p:cNvSpPr/>
            <p:nvPr/>
          </p:nvSpPr>
          <p:spPr>
            <a:xfrm>
              <a:off x="986055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l2359"/>
            <p:cNvSpPr/>
            <p:nvPr/>
          </p:nvSpPr>
          <p:spPr>
            <a:xfrm>
              <a:off x="988242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l2360"/>
            <p:cNvSpPr/>
            <p:nvPr/>
          </p:nvSpPr>
          <p:spPr>
            <a:xfrm>
              <a:off x="990429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l2361"/>
            <p:cNvSpPr/>
            <p:nvPr/>
          </p:nvSpPr>
          <p:spPr>
            <a:xfrm>
              <a:off x="992616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l2362"/>
            <p:cNvSpPr/>
            <p:nvPr/>
          </p:nvSpPr>
          <p:spPr>
            <a:xfrm>
              <a:off x="994802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l2363"/>
            <p:cNvSpPr/>
            <p:nvPr/>
          </p:nvSpPr>
          <p:spPr>
            <a:xfrm>
              <a:off x="996989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l2364"/>
            <p:cNvSpPr/>
            <p:nvPr/>
          </p:nvSpPr>
          <p:spPr>
            <a:xfrm>
              <a:off x="999176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l2365"/>
            <p:cNvSpPr/>
            <p:nvPr/>
          </p:nvSpPr>
          <p:spPr>
            <a:xfrm>
              <a:off x="1001363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l2366"/>
            <p:cNvSpPr/>
            <p:nvPr/>
          </p:nvSpPr>
          <p:spPr>
            <a:xfrm>
              <a:off x="1003550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l2367"/>
            <p:cNvSpPr/>
            <p:nvPr/>
          </p:nvSpPr>
          <p:spPr>
            <a:xfrm>
              <a:off x="1005737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l2368"/>
            <p:cNvSpPr/>
            <p:nvPr/>
          </p:nvSpPr>
          <p:spPr>
            <a:xfrm>
              <a:off x="1007924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l2369"/>
            <p:cNvSpPr/>
            <p:nvPr/>
          </p:nvSpPr>
          <p:spPr>
            <a:xfrm>
              <a:off x="1010111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l2370"/>
            <p:cNvSpPr/>
            <p:nvPr/>
          </p:nvSpPr>
          <p:spPr>
            <a:xfrm>
              <a:off x="1012297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l2371"/>
            <p:cNvSpPr/>
            <p:nvPr/>
          </p:nvSpPr>
          <p:spPr>
            <a:xfrm>
              <a:off x="1014484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l2372"/>
            <p:cNvSpPr/>
            <p:nvPr/>
          </p:nvSpPr>
          <p:spPr>
            <a:xfrm>
              <a:off x="1016671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l2373"/>
            <p:cNvSpPr/>
            <p:nvPr/>
          </p:nvSpPr>
          <p:spPr>
            <a:xfrm>
              <a:off x="1018858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l2374"/>
            <p:cNvSpPr/>
            <p:nvPr/>
          </p:nvSpPr>
          <p:spPr>
            <a:xfrm>
              <a:off x="1021045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l2375"/>
            <p:cNvSpPr/>
            <p:nvPr/>
          </p:nvSpPr>
          <p:spPr>
            <a:xfrm>
              <a:off x="1023232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l2376"/>
            <p:cNvSpPr/>
            <p:nvPr/>
          </p:nvSpPr>
          <p:spPr>
            <a:xfrm>
              <a:off x="1025419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l2377"/>
            <p:cNvSpPr/>
            <p:nvPr/>
          </p:nvSpPr>
          <p:spPr>
            <a:xfrm>
              <a:off x="1027605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l2378"/>
            <p:cNvSpPr/>
            <p:nvPr/>
          </p:nvSpPr>
          <p:spPr>
            <a:xfrm>
              <a:off x="1029792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l2379"/>
            <p:cNvSpPr/>
            <p:nvPr/>
          </p:nvSpPr>
          <p:spPr>
            <a:xfrm>
              <a:off x="1031979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l2380"/>
            <p:cNvSpPr/>
            <p:nvPr/>
          </p:nvSpPr>
          <p:spPr>
            <a:xfrm>
              <a:off x="1034166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l2381"/>
            <p:cNvSpPr/>
            <p:nvPr/>
          </p:nvSpPr>
          <p:spPr>
            <a:xfrm>
              <a:off x="1036353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l2382"/>
            <p:cNvSpPr/>
            <p:nvPr/>
          </p:nvSpPr>
          <p:spPr>
            <a:xfrm>
              <a:off x="1038540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l2383"/>
            <p:cNvSpPr/>
            <p:nvPr/>
          </p:nvSpPr>
          <p:spPr>
            <a:xfrm>
              <a:off x="1040727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l2384"/>
            <p:cNvSpPr/>
            <p:nvPr/>
          </p:nvSpPr>
          <p:spPr>
            <a:xfrm>
              <a:off x="1042914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l2385"/>
            <p:cNvSpPr/>
            <p:nvPr/>
          </p:nvSpPr>
          <p:spPr>
            <a:xfrm>
              <a:off x="1045100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l2386"/>
            <p:cNvSpPr/>
            <p:nvPr/>
          </p:nvSpPr>
          <p:spPr>
            <a:xfrm>
              <a:off x="1047287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l2387"/>
            <p:cNvSpPr/>
            <p:nvPr/>
          </p:nvSpPr>
          <p:spPr>
            <a:xfrm>
              <a:off x="1049474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l2388"/>
            <p:cNvSpPr/>
            <p:nvPr/>
          </p:nvSpPr>
          <p:spPr>
            <a:xfrm>
              <a:off x="1051661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l2389"/>
            <p:cNvSpPr/>
            <p:nvPr/>
          </p:nvSpPr>
          <p:spPr>
            <a:xfrm>
              <a:off x="1053848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l2390"/>
            <p:cNvSpPr/>
            <p:nvPr/>
          </p:nvSpPr>
          <p:spPr>
            <a:xfrm>
              <a:off x="1056035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l2391"/>
            <p:cNvSpPr/>
            <p:nvPr/>
          </p:nvSpPr>
          <p:spPr>
            <a:xfrm>
              <a:off x="1058222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l2392"/>
            <p:cNvSpPr/>
            <p:nvPr/>
          </p:nvSpPr>
          <p:spPr>
            <a:xfrm>
              <a:off x="1060408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l2393"/>
            <p:cNvSpPr/>
            <p:nvPr/>
          </p:nvSpPr>
          <p:spPr>
            <a:xfrm>
              <a:off x="1062595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l2394"/>
            <p:cNvSpPr/>
            <p:nvPr/>
          </p:nvSpPr>
          <p:spPr>
            <a:xfrm>
              <a:off x="1064782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l2395"/>
            <p:cNvSpPr/>
            <p:nvPr/>
          </p:nvSpPr>
          <p:spPr>
            <a:xfrm>
              <a:off x="1066969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l2396"/>
            <p:cNvSpPr/>
            <p:nvPr/>
          </p:nvSpPr>
          <p:spPr>
            <a:xfrm>
              <a:off x="1069156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l2397"/>
            <p:cNvSpPr/>
            <p:nvPr/>
          </p:nvSpPr>
          <p:spPr>
            <a:xfrm>
              <a:off x="1071343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l2398"/>
            <p:cNvSpPr/>
            <p:nvPr/>
          </p:nvSpPr>
          <p:spPr>
            <a:xfrm>
              <a:off x="1073530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l2399"/>
            <p:cNvSpPr/>
            <p:nvPr/>
          </p:nvSpPr>
          <p:spPr>
            <a:xfrm>
              <a:off x="1075716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l2400"/>
            <p:cNvSpPr/>
            <p:nvPr/>
          </p:nvSpPr>
          <p:spPr>
            <a:xfrm>
              <a:off x="1077903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l2401"/>
            <p:cNvSpPr/>
            <p:nvPr/>
          </p:nvSpPr>
          <p:spPr>
            <a:xfrm>
              <a:off x="1080090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l2402"/>
            <p:cNvSpPr/>
            <p:nvPr/>
          </p:nvSpPr>
          <p:spPr>
            <a:xfrm>
              <a:off x="1082277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l2403"/>
            <p:cNvSpPr/>
            <p:nvPr/>
          </p:nvSpPr>
          <p:spPr>
            <a:xfrm>
              <a:off x="1084464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l2404"/>
            <p:cNvSpPr/>
            <p:nvPr/>
          </p:nvSpPr>
          <p:spPr>
            <a:xfrm>
              <a:off x="1086651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l2405"/>
            <p:cNvSpPr/>
            <p:nvPr/>
          </p:nvSpPr>
          <p:spPr>
            <a:xfrm>
              <a:off x="1088838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l2406"/>
            <p:cNvSpPr/>
            <p:nvPr/>
          </p:nvSpPr>
          <p:spPr>
            <a:xfrm>
              <a:off x="1091025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l2407"/>
            <p:cNvSpPr/>
            <p:nvPr/>
          </p:nvSpPr>
          <p:spPr>
            <a:xfrm>
              <a:off x="1093211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l2408"/>
            <p:cNvSpPr/>
            <p:nvPr/>
          </p:nvSpPr>
          <p:spPr>
            <a:xfrm>
              <a:off x="1095398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l2409"/>
            <p:cNvSpPr/>
            <p:nvPr/>
          </p:nvSpPr>
          <p:spPr>
            <a:xfrm>
              <a:off x="1097585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l2410"/>
            <p:cNvSpPr/>
            <p:nvPr/>
          </p:nvSpPr>
          <p:spPr>
            <a:xfrm>
              <a:off x="1099772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l2411"/>
            <p:cNvSpPr/>
            <p:nvPr/>
          </p:nvSpPr>
          <p:spPr>
            <a:xfrm>
              <a:off x="1101959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l2412"/>
            <p:cNvSpPr/>
            <p:nvPr/>
          </p:nvSpPr>
          <p:spPr>
            <a:xfrm>
              <a:off x="1104146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l2413"/>
            <p:cNvSpPr/>
            <p:nvPr/>
          </p:nvSpPr>
          <p:spPr>
            <a:xfrm>
              <a:off x="1106333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l2414"/>
            <p:cNvSpPr/>
            <p:nvPr/>
          </p:nvSpPr>
          <p:spPr>
            <a:xfrm>
              <a:off x="1108519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l2415"/>
            <p:cNvSpPr/>
            <p:nvPr/>
          </p:nvSpPr>
          <p:spPr>
            <a:xfrm>
              <a:off x="1110706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l2416"/>
            <p:cNvSpPr/>
            <p:nvPr/>
          </p:nvSpPr>
          <p:spPr>
            <a:xfrm>
              <a:off x="1112893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l2417"/>
            <p:cNvSpPr/>
            <p:nvPr/>
          </p:nvSpPr>
          <p:spPr>
            <a:xfrm>
              <a:off x="1115080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l2418"/>
            <p:cNvSpPr/>
            <p:nvPr/>
          </p:nvSpPr>
          <p:spPr>
            <a:xfrm>
              <a:off x="1117267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l2419"/>
            <p:cNvSpPr/>
            <p:nvPr/>
          </p:nvSpPr>
          <p:spPr>
            <a:xfrm>
              <a:off x="1119454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l2420"/>
            <p:cNvSpPr/>
            <p:nvPr/>
          </p:nvSpPr>
          <p:spPr>
            <a:xfrm>
              <a:off x="1121641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l2421"/>
            <p:cNvSpPr/>
            <p:nvPr/>
          </p:nvSpPr>
          <p:spPr>
            <a:xfrm>
              <a:off x="1123828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l2422"/>
            <p:cNvSpPr/>
            <p:nvPr/>
          </p:nvSpPr>
          <p:spPr>
            <a:xfrm>
              <a:off x="1126014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l2423"/>
            <p:cNvSpPr/>
            <p:nvPr/>
          </p:nvSpPr>
          <p:spPr>
            <a:xfrm>
              <a:off x="1128201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l2424"/>
            <p:cNvSpPr/>
            <p:nvPr/>
          </p:nvSpPr>
          <p:spPr>
            <a:xfrm>
              <a:off x="1130388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l2425"/>
            <p:cNvSpPr/>
            <p:nvPr/>
          </p:nvSpPr>
          <p:spPr>
            <a:xfrm>
              <a:off x="1132575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l2426"/>
            <p:cNvSpPr/>
            <p:nvPr/>
          </p:nvSpPr>
          <p:spPr>
            <a:xfrm>
              <a:off x="1134762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l2427"/>
            <p:cNvSpPr/>
            <p:nvPr/>
          </p:nvSpPr>
          <p:spPr>
            <a:xfrm>
              <a:off x="1136949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l2428"/>
            <p:cNvSpPr/>
            <p:nvPr/>
          </p:nvSpPr>
          <p:spPr>
            <a:xfrm>
              <a:off x="1139136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l2429"/>
            <p:cNvSpPr/>
            <p:nvPr/>
          </p:nvSpPr>
          <p:spPr>
            <a:xfrm>
              <a:off x="1141322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l2430"/>
            <p:cNvSpPr/>
            <p:nvPr/>
          </p:nvSpPr>
          <p:spPr>
            <a:xfrm>
              <a:off x="1143509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l2431"/>
            <p:cNvSpPr/>
            <p:nvPr/>
          </p:nvSpPr>
          <p:spPr>
            <a:xfrm>
              <a:off x="1145696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l2432"/>
            <p:cNvSpPr/>
            <p:nvPr/>
          </p:nvSpPr>
          <p:spPr>
            <a:xfrm>
              <a:off x="1147883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l2433"/>
            <p:cNvSpPr/>
            <p:nvPr/>
          </p:nvSpPr>
          <p:spPr>
            <a:xfrm>
              <a:off x="1150070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l2434"/>
            <p:cNvSpPr/>
            <p:nvPr/>
          </p:nvSpPr>
          <p:spPr>
            <a:xfrm>
              <a:off x="1152257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l2435"/>
            <p:cNvSpPr/>
            <p:nvPr/>
          </p:nvSpPr>
          <p:spPr>
            <a:xfrm>
              <a:off x="11544441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l2436"/>
            <p:cNvSpPr/>
            <p:nvPr/>
          </p:nvSpPr>
          <p:spPr>
            <a:xfrm>
              <a:off x="1156631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l2437"/>
            <p:cNvSpPr/>
            <p:nvPr/>
          </p:nvSpPr>
          <p:spPr>
            <a:xfrm>
              <a:off x="11588178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l2438"/>
            <p:cNvSpPr/>
            <p:nvPr/>
          </p:nvSpPr>
          <p:spPr>
            <a:xfrm>
              <a:off x="1161004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l2439"/>
            <p:cNvSpPr/>
            <p:nvPr/>
          </p:nvSpPr>
          <p:spPr>
            <a:xfrm>
              <a:off x="1163191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l2440"/>
            <p:cNvSpPr/>
            <p:nvPr/>
          </p:nvSpPr>
          <p:spPr>
            <a:xfrm>
              <a:off x="11653784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l2441"/>
            <p:cNvSpPr/>
            <p:nvPr/>
          </p:nvSpPr>
          <p:spPr>
            <a:xfrm>
              <a:off x="11675653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l2442"/>
            <p:cNvSpPr/>
            <p:nvPr/>
          </p:nvSpPr>
          <p:spPr>
            <a:xfrm>
              <a:off x="11697522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l2443"/>
            <p:cNvSpPr/>
            <p:nvPr/>
          </p:nvSpPr>
          <p:spPr>
            <a:xfrm>
              <a:off x="11719390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l2444"/>
            <p:cNvSpPr/>
            <p:nvPr/>
          </p:nvSpPr>
          <p:spPr>
            <a:xfrm>
              <a:off x="1174125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l2445"/>
            <p:cNvSpPr/>
            <p:nvPr/>
          </p:nvSpPr>
          <p:spPr>
            <a:xfrm>
              <a:off x="11763127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l2446"/>
            <p:cNvSpPr/>
            <p:nvPr/>
          </p:nvSpPr>
          <p:spPr>
            <a:xfrm>
              <a:off x="11784996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l2447"/>
            <p:cNvSpPr/>
            <p:nvPr/>
          </p:nvSpPr>
          <p:spPr>
            <a:xfrm>
              <a:off x="11806865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rc2448"/>
            <p:cNvSpPr/>
            <p:nvPr/>
          </p:nvSpPr>
          <p:spPr>
            <a:xfrm>
              <a:off x="8910362" y="3906842"/>
              <a:ext cx="19681" cy="150345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9" name="rc2449"/>
            <p:cNvSpPr/>
            <p:nvPr/>
          </p:nvSpPr>
          <p:spPr>
            <a:xfrm>
              <a:off x="8932230" y="3906842"/>
              <a:ext cx="19681" cy="9183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0" name="rc2450"/>
            <p:cNvSpPr/>
            <p:nvPr/>
          </p:nvSpPr>
          <p:spPr>
            <a:xfrm>
              <a:off x="8954099" y="3906842"/>
              <a:ext cx="19681" cy="30245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1" name="rc2451"/>
            <p:cNvSpPr/>
            <p:nvPr/>
          </p:nvSpPr>
          <p:spPr>
            <a:xfrm>
              <a:off x="8975968" y="3906842"/>
              <a:ext cx="19681" cy="8221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2" name="rc2452"/>
            <p:cNvSpPr/>
            <p:nvPr/>
          </p:nvSpPr>
          <p:spPr>
            <a:xfrm>
              <a:off x="8997836" y="3906842"/>
              <a:ext cx="19681" cy="923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3" name="rc2453"/>
            <p:cNvSpPr/>
            <p:nvPr/>
          </p:nvSpPr>
          <p:spPr>
            <a:xfrm>
              <a:off x="9019705" y="3906842"/>
              <a:ext cx="19681" cy="60705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4" name="rc2454"/>
            <p:cNvSpPr/>
            <p:nvPr/>
          </p:nvSpPr>
          <p:spPr>
            <a:xfrm>
              <a:off x="9041574" y="3906842"/>
              <a:ext cx="19681" cy="493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5" name="rc2455"/>
            <p:cNvSpPr/>
            <p:nvPr/>
          </p:nvSpPr>
          <p:spPr>
            <a:xfrm>
              <a:off x="9063442" y="3906842"/>
              <a:ext cx="19681" cy="194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6" name="rc2456"/>
            <p:cNvSpPr/>
            <p:nvPr/>
          </p:nvSpPr>
          <p:spPr>
            <a:xfrm>
              <a:off x="9085311" y="3906842"/>
              <a:ext cx="19681" cy="68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7" name="rc2457"/>
            <p:cNvSpPr/>
            <p:nvPr/>
          </p:nvSpPr>
          <p:spPr>
            <a:xfrm>
              <a:off x="9107180" y="3906842"/>
              <a:ext cx="19681" cy="165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8" name="rc2458"/>
            <p:cNvSpPr/>
            <p:nvPr/>
          </p:nvSpPr>
          <p:spPr>
            <a:xfrm>
              <a:off x="9129048" y="3906842"/>
              <a:ext cx="19681" cy="875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9" name="rc2459"/>
            <p:cNvSpPr/>
            <p:nvPr/>
          </p:nvSpPr>
          <p:spPr>
            <a:xfrm>
              <a:off x="9150917" y="3906842"/>
              <a:ext cx="19681" cy="29395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0" name="rc2460"/>
            <p:cNvSpPr/>
            <p:nvPr/>
          </p:nvSpPr>
          <p:spPr>
            <a:xfrm>
              <a:off x="9172785" y="3906842"/>
              <a:ext cx="19681" cy="663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1" name="rc2461"/>
            <p:cNvSpPr/>
            <p:nvPr/>
          </p:nvSpPr>
          <p:spPr>
            <a:xfrm>
              <a:off x="9194654" y="3906842"/>
              <a:ext cx="19681" cy="277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2" name="rc2462"/>
            <p:cNvSpPr/>
            <p:nvPr/>
          </p:nvSpPr>
          <p:spPr>
            <a:xfrm>
              <a:off x="9216523" y="3906842"/>
              <a:ext cx="19681" cy="1186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3" name="rc2463"/>
            <p:cNvSpPr/>
            <p:nvPr/>
          </p:nvSpPr>
          <p:spPr>
            <a:xfrm>
              <a:off x="9238391" y="3906842"/>
              <a:ext cx="19681" cy="7917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4" name="rc2464"/>
            <p:cNvSpPr/>
            <p:nvPr/>
          </p:nvSpPr>
          <p:spPr>
            <a:xfrm>
              <a:off x="9260260" y="3906842"/>
              <a:ext cx="19681" cy="73041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5" name="rc2465"/>
            <p:cNvSpPr/>
            <p:nvPr/>
          </p:nvSpPr>
          <p:spPr>
            <a:xfrm>
              <a:off x="9282129" y="3906842"/>
              <a:ext cx="19681" cy="481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6" name="rc2466"/>
            <p:cNvSpPr/>
            <p:nvPr/>
          </p:nvSpPr>
          <p:spPr>
            <a:xfrm>
              <a:off x="9303997" y="3906842"/>
              <a:ext cx="19681" cy="122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7" name="rc2467"/>
            <p:cNvSpPr/>
            <p:nvPr/>
          </p:nvSpPr>
          <p:spPr>
            <a:xfrm>
              <a:off x="9325866" y="3906842"/>
              <a:ext cx="19681" cy="78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8" name="rc2468"/>
            <p:cNvSpPr/>
            <p:nvPr/>
          </p:nvSpPr>
          <p:spPr>
            <a:xfrm>
              <a:off x="9347735" y="3906842"/>
              <a:ext cx="19681" cy="130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9" name="rc2469"/>
            <p:cNvSpPr/>
            <p:nvPr/>
          </p:nvSpPr>
          <p:spPr>
            <a:xfrm>
              <a:off x="9369603" y="3906842"/>
              <a:ext cx="19681" cy="14403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0" name="rc2470"/>
            <p:cNvSpPr/>
            <p:nvPr/>
          </p:nvSpPr>
          <p:spPr>
            <a:xfrm>
              <a:off x="9391472" y="3906842"/>
              <a:ext cx="19681" cy="18383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1" name="rc2471"/>
            <p:cNvSpPr/>
            <p:nvPr/>
          </p:nvSpPr>
          <p:spPr>
            <a:xfrm>
              <a:off x="9413341" y="3906842"/>
              <a:ext cx="19681" cy="84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2" name="rc2472"/>
            <p:cNvSpPr/>
            <p:nvPr/>
          </p:nvSpPr>
          <p:spPr>
            <a:xfrm>
              <a:off x="9435209" y="3906842"/>
              <a:ext cx="19681" cy="19040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3" name="rc2473"/>
            <p:cNvSpPr/>
            <p:nvPr/>
          </p:nvSpPr>
          <p:spPr>
            <a:xfrm>
              <a:off x="9457078" y="3906842"/>
              <a:ext cx="19681" cy="584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4" name="rc2474"/>
            <p:cNvSpPr/>
            <p:nvPr/>
          </p:nvSpPr>
          <p:spPr>
            <a:xfrm>
              <a:off x="9478947" y="3906842"/>
              <a:ext cx="19681" cy="17112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5" name="rc2475"/>
            <p:cNvSpPr/>
            <p:nvPr/>
          </p:nvSpPr>
          <p:spPr>
            <a:xfrm>
              <a:off x="9500815" y="3906842"/>
              <a:ext cx="19681" cy="15043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6" name="rc2476"/>
            <p:cNvSpPr/>
            <p:nvPr/>
          </p:nvSpPr>
          <p:spPr>
            <a:xfrm>
              <a:off x="9522684" y="3906842"/>
              <a:ext cx="19681" cy="89149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7" name="rc2477"/>
            <p:cNvSpPr/>
            <p:nvPr/>
          </p:nvSpPr>
          <p:spPr>
            <a:xfrm>
              <a:off x="9544553" y="3906842"/>
              <a:ext cx="19681" cy="422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8" name="rc2478"/>
            <p:cNvSpPr/>
            <p:nvPr/>
          </p:nvSpPr>
          <p:spPr>
            <a:xfrm>
              <a:off x="9566421" y="3906842"/>
              <a:ext cx="19681" cy="444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9" name="rc2479"/>
            <p:cNvSpPr/>
            <p:nvPr/>
          </p:nvSpPr>
          <p:spPr>
            <a:xfrm>
              <a:off x="9588290" y="3906842"/>
              <a:ext cx="19681" cy="65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0" name="rc2480"/>
            <p:cNvSpPr/>
            <p:nvPr/>
          </p:nvSpPr>
          <p:spPr>
            <a:xfrm>
              <a:off x="9610159" y="3906842"/>
              <a:ext cx="19681" cy="82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1" name="rc2481"/>
            <p:cNvSpPr/>
            <p:nvPr/>
          </p:nvSpPr>
          <p:spPr>
            <a:xfrm>
              <a:off x="9632027" y="3906842"/>
              <a:ext cx="19681" cy="17515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2" name="rc2482"/>
            <p:cNvSpPr/>
            <p:nvPr/>
          </p:nvSpPr>
          <p:spPr>
            <a:xfrm>
              <a:off x="9653896" y="3906842"/>
              <a:ext cx="19681" cy="6697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3" name="rc2483"/>
            <p:cNvSpPr/>
            <p:nvPr/>
          </p:nvSpPr>
          <p:spPr>
            <a:xfrm>
              <a:off x="9675765" y="3906842"/>
              <a:ext cx="19681" cy="78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4" name="rc2484"/>
            <p:cNvSpPr/>
            <p:nvPr/>
          </p:nvSpPr>
          <p:spPr>
            <a:xfrm>
              <a:off x="9697633" y="3906842"/>
              <a:ext cx="19681" cy="302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5" name="rc2485"/>
            <p:cNvSpPr/>
            <p:nvPr/>
          </p:nvSpPr>
          <p:spPr>
            <a:xfrm>
              <a:off x="9719502" y="3906842"/>
              <a:ext cx="19681" cy="63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6" name="rc2486"/>
            <p:cNvSpPr/>
            <p:nvPr/>
          </p:nvSpPr>
          <p:spPr>
            <a:xfrm>
              <a:off x="9741370" y="3906842"/>
              <a:ext cx="19681" cy="70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7" name="rc2487"/>
            <p:cNvSpPr/>
            <p:nvPr/>
          </p:nvSpPr>
          <p:spPr>
            <a:xfrm>
              <a:off x="9763239" y="3906842"/>
              <a:ext cx="19681" cy="314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8" name="rc2488"/>
            <p:cNvSpPr/>
            <p:nvPr/>
          </p:nvSpPr>
          <p:spPr>
            <a:xfrm>
              <a:off x="9785108" y="3906842"/>
              <a:ext cx="19681" cy="130981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9" name="rc2489"/>
            <p:cNvSpPr/>
            <p:nvPr/>
          </p:nvSpPr>
          <p:spPr>
            <a:xfrm>
              <a:off x="9806976" y="3906842"/>
              <a:ext cx="19681" cy="2920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0" name="rc2490"/>
            <p:cNvSpPr/>
            <p:nvPr/>
          </p:nvSpPr>
          <p:spPr>
            <a:xfrm>
              <a:off x="9828845" y="3906842"/>
              <a:ext cx="19681" cy="80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1" name="rc2491"/>
            <p:cNvSpPr/>
            <p:nvPr/>
          </p:nvSpPr>
          <p:spPr>
            <a:xfrm>
              <a:off x="9850714" y="3906842"/>
              <a:ext cx="19681" cy="6495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2" name="rc2492"/>
            <p:cNvSpPr/>
            <p:nvPr/>
          </p:nvSpPr>
          <p:spPr>
            <a:xfrm>
              <a:off x="9872582" y="3906842"/>
              <a:ext cx="19681" cy="2739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3" name="rc2493"/>
            <p:cNvSpPr/>
            <p:nvPr/>
          </p:nvSpPr>
          <p:spPr>
            <a:xfrm>
              <a:off x="9894451" y="3906842"/>
              <a:ext cx="19681" cy="37339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4" name="rc2494"/>
            <p:cNvSpPr/>
            <p:nvPr/>
          </p:nvSpPr>
          <p:spPr>
            <a:xfrm>
              <a:off x="9916320" y="3906842"/>
              <a:ext cx="19681" cy="93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5" name="rc2495"/>
            <p:cNvSpPr/>
            <p:nvPr/>
          </p:nvSpPr>
          <p:spPr>
            <a:xfrm>
              <a:off x="9938188" y="3906842"/>
              <a:ext cx="19681" cy="325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6" name="rc2496"/>
            <p:cNvSpPr/>
            <p:nvPr/>
          </p:nvSpPr>
          <p:spPr>
            <a:xfrm>
              <a:off x="9960057" y="3906842"/>
              <a:ext cx="19681" cy="10887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7" name="rc2497"/>
            <p:cNvSpPr/>
            <p:nvPr/>
          </p:nvSpPr>
          <p:spPr>
            <a:xfrm>
              <a:off x="9981926" y="3906842"/>
              <a:ext cx="19681" cy="3079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8" name="rc2498"/>
            <p:cNvSpPr/>
            <p:nvPr/>
          </p:nvSpPr>
          <p:spPr>
            <a:xfrm>
              <a:off x="10003794" y="3906842"/>
              <a:ext cx="19681" cy="165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9" name="rc2499"/>
            <p:cNvSpPr/>
            <p:nvPr/>
          </p:nvSpPr>
          <p:spPr>
            <a:xfrm>
              <a:off x="10025663" y="3906842"/>
              <a:ext cx="19681" cy="19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0" name="rc2500"/>
            <p:cNvSpPr/>
            <p:nvPr/>
          </p:nvSpPr>
          <p:spPr>
            <a:xfrm>
              <a:off x="10047532" y="3906842"/>
              <a:ext cx="19681" cy="74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1" name="rc2501"/>
            <p:cNvSpPr/>
            <p:nvPr/>
          </p:nvSpPr>
          <p:spPr>
            <a:xfrm>
              <a:off x="10069400" y="3906842"/>
              <a:ext cx="19681" cy="128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2" name="rc2502"/>
            <p:cNvSpPr/>
            <p:nvPr/>
          </p:nvSpPr>
          <p:spPr>
            <a:xfrm>
              <a:off x="10091269" y="3906842"/>
              <a:ext cx="19681" cy="141087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3" name="rc2503"/>
            <p:cNvSpPr/>
            <p:nvPr/>
          </p:nvSpPr>
          <p:spPr>
            <a:xfrm>
              <a:off x="10113138" y="3906842"/>
              <a:ext cx="19681" cy="32298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4" name="rc2504"/>
            <p:cNvSpPr/>
            <p:nvPr/>
          </p:nvSpPr>
          <p:spPr>
            <a:xfrm>
              <a:off x="10135006" y="3906842"/>
              <a:ext cx="19681" cy="154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5" name="rc2505"/>
            <p:cNvSpPr/>
            <p:nvPr/>
          </p:nvSpPr>
          <p:spPr>
            <a:xfrm>
              <a:off x="10156875" y="3906842"/>
              <a:ext cx="19681" cy="93787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6" name="rc2506"/>
            <p:cNvSpPr/>
            <p:nvPr/>
          </p:nvSpPr>
          <p:spPr>
            <a:xfrm>
              <a:off x="10178744" y="3906842"/>
              <a:ext cx="19681" cy="6470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7" name="rc2507"/>
            <p:cNvSpPr/>
            <p:nvPr/>
          </p:nvSpPr>
          <p:spPr>
            <a:xfrm>
              <a:off x="10200612" y="3906842"/>
              <a:ext cx="19681" cy="753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8" name="rc2508"/>
            <p:cNvSpPr/>
            <p:nvPr/>
          </p:nvSpPr>
          <p:spPr>
            <a:xfrm>
              <a:off x="10222481" y="3906842"/>
              <a:ext cx="19681" cy="106935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9" name="rc2509"/>
            <p:cNvSpPr/>
            <p:nvPr/>
          </p:nvSpPr>
          <p:spPr>
            <a:xfrm>
              <a:off x="10244350" y="3906842"/>
              <a:ext cx="19681" cy="45319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0" name="rc2510"/>
            <p:cNvSpPr/>
            <p:nvPr/>
          </p:nvSpPr>
          <p:spPr>
            <a:xfrm>
              <a:off x="10266218" y="3906842"/>
              <a:ext cx="19681" cy="58399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1" name="rc2511"/>
            <p:cNvSpPr/>
            <p:nvPr/>
          </p:nvSpPr>
          <p:spPr>
            <a:xfrm>
              <a:off x="10288087" y="3906842"/>
              <a:ext cx="19681" cy="31875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2" name="rc2512"/>
            <p:cNvSpPr/>
            <p:nvPr/>
          </p:nvSpPr>
          <p:spPr>
            <a:xfrm>
              <a:off x="10309955" y="3906842"/>
              <a:ext cx="19681" cy="57906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3" name="rc2513"/>
            <p:cNvSpPr/>
            <p:nvPr/>
          </p:nvSpPr>
          <p:spPr>
            <a:xfrm>
              <a:off x="10331824" y="3906842"/>
              <a:ext cx="19681" cy="4529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4" name="rc2514"/>
            <p:cNvSpPr/>
            <p:nvPr/>
          </p:nvSpPr>
          <p:spPr>
            <a:xfrm>
              <a:off x="10353693" y="3906842"/>
              <a:ext cx="19681" cy="1534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5" name="rc2515"/>
            <p:cNvSpPr/>
            <p:nvPr/>
          </p:nvSpPr>
          <p:spPr>
            <a:xfrm>
              <a:off x="10375561" y="3906842"/>
              <a:ext cx="19681" cy="3084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6" name="rc2516"/>
            <p:cNvSpPr/>
            <p:nvPr/>
          </p:nvSpPr>
          <p:spPr>
            <a:xfrm>
              <a:off x="10397430" y="3906842"/>
              <a:ext cx="19681" cy="21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7" name="rc2517"/>
            <p:cNvSpPr/>
            <p:nvPr/>
          </p:nvSpPr>
          <p:spPr>
            <a:xfrm>
              <a:off x="10419299" y="3906842"/>
              <a:ext cx="19681" cy="1221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8" name="rc2518"/>
            <p:cNvSpPr/>
            <p:nvPr/>
          </p:nvSpPr>
          <p:spPr>
            <a:xfrm>
              <a:off x="10441167" y="3906842"/>
              <a:ext cx="19681" cy="220566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9" name="rc2519"/>
            <p:cNvSpPr/>
            <p:nvPr/>
          </p:nvSpPr>
          <p:spPr>
            <a:xfrm>
              <a:off x="10463036" y="3906842"/>
              <a:ext cx="19681" cy="20107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0" name="rc2520"/>
            <p:cNvSpPr/>
            <p:nvPr/>
          </p:nvSpPr>
          <p:spPr>
            <a:xfrm>
              <a:off x="10484905" y="3906842"/>
              <a:ext cx="19681" cy="357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1" name="rc2521"/>
            <p:cNvSpPr/>
            <p:nvPr/>
          </p:nvSpPr>
          <p:spPr>
            <a:xfrm>
              <a:off x="10506773" y="3906842"/>
              <a:ext cx="19681" cy="50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2" name="rc2522"/>
            <p:cNvSpPr/>
            <p:nvPr/>
          </p:nvSpPr>
          <p:spPr>
            <a:xfrm>
              <a:off x="10528642" y="3906842"/>
              <a:ext cx="19681" cy="65330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3" name="rc2523"/>
            <p:cNvSpPr/>
            <p:nvPr/>
          </p:nvSpPr>
          <p:spPr>
            <a:xfrm>
              <a:off x="10550511" y="3906842"/>
              <a:ext cx="19681" cy="28343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4" name="rc2524"/>
            <p:cNvSpPr/>
            <p:nvPr/>
          </p:nvSpPr>
          <p:spPr>
            <a:xfrm>
              <a:off x="10572379" y="3906842"/>
              <a:ext cx="19681" cy="14557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5" name="rc2525"/>
            <p:cNvSpPr/>
            <p:nvPr/>
          </p:nvSpPr>
          <p:spPr>
            <a:xfrm>
              <a:off x="10594248" y="3906842"/>
              <a:ext cx="19681" cy="74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6" name="rc2526"/>
            <p:cNvSpPr/>
            <p:nvPr/>
          </p:nvSpPr>
          <p:spPr>
            <a:xfrm>
              <a:off x="10616117" y="3906842"/>
              <a:ext cx="19681" cy="141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7" name="rc2527"/>
            <p:cNvSpPr/>
            <p:nvPr/>
          </p:nvSpPr>
          <p:spPr>
            <a:xfrm>
              <a:off x="10637985" y="3906842"/>
              <a:ext cx="19681" cy="1933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8" name="rc2528"/>
            <p:cNvSpPr/>
            <p:nvPr/>
          </p:nvSpPr>
          <p:spPr>
            <a:xfrm>
              <a:off x="10659854" y="3906842"/>
              <a:ext cx="19681" cy="2201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9" name="rc2529"/>
            <p:cNvSpPr/>
            <p:nvPr/>
          </p:nvSpPr>
          <p:spPr>
            <a:xfrm>
              <a:off x="10681723" y="3906842"/>
              <a:ext cx="19681" cy="49467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0" name="rc2530"/>
            <p:cNvSpPr/>
            <p:nvPr/>
          </p:nvSpPr>
          <p:spPr>
            <a:xfrm>
              <a:off x="10703591" y="3906842"/>
              <a:ext cx="19681" cy="619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1" name="rc2531"/>
            <p:cNvSpPr/>
            <p:nvPr/>
          </p:nvSpPr>
          <p:spPr>
            <a:xfrm>
              <a:off x="10725460" y="3906842"/>
              <a:ext cx="19681" cy="930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2" name="rc2532"/>
            <p:cNvSpPr/>
            <p:nvPr/>
          </p:nvSpPr>
          <p:spPr>
            <a:xfrm>
              <a:off x="10747329" y="3906842"/>
              <a:ext cx="19681" cy="647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3" name="rc2533"/>
            <p:cNvSpPr/>
            <p:nvPr/>
          </p:nvSpPr>
          <p:spPr>
            <a:xfrm>
              <a:off x="10769197" y="3906842"/>
              <a:ext cx="19681" cy="1411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4" name="rc2534"/>
            <p:cNvSpPr/>
            <p:nvPr/>
          </p:nvSpPr>
          <p:spPr>
            <a:xfrm>
              <a:off x="10791066" y="3906842"/>
              <a:ext cx="19681" cy="1007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5" name="rc2535"/>
            <p:cNvSpPr/>
            <p:nvPr/>
          </p:nvSpPr>
          <p:spPr>
            <a:xfrm>
              <a:off x="10812934" y="3906842"/>
              <a:ext cx="19681" cy="75298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6" name="rc2536"/>
            <p:cNvSpPr/>
            <p:nvPr/>
          </p:nvSpPr>
          <p:spPr>
            <a:xfrm>
              <a:off x="10834803" y="3906842"/>
              <a:ext cx="19681" cy="117028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7" name="rc2537"/>
            <p:cNvSpPr/>
            <p:nvPr/>
          </p:nvSpPr>
          <p:spPr>
            <a:xfrm>
              <a:off x="10856672" y="3906842"/>
              <a:ext cx="19681" cy="1429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8" name="rc2538"/>
            <p:cNvSpPr/>
            <p:nvPr/>
          </p:nvSpPr>
          <p:spPr>
            <a:xfrm>
              <a:off x="10878540" y="3906842"/>
              <a:ext cx="19681" cy="7424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9" name="rc2539"/>
            <p:cNvSpPr/>
            <p:nvPr/>
          </p:nvSpPr>
          <p:spPr>
            <a:xfrm>
              <a:off x="10900409" y="3906842"/>
              <a:ext cx="19681" cy="102674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0" name="rc2540"/>
            <p:cNvSpPr/>
            <p:nvPr/>
          </p:nvSpPr>
          <p:spPr>
            <a:xfrm>
              <a:off x="10922278" y="3906842"/>
              <a:ext cx="19681" cy="667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1" name="rc2541"/>
            <p:cNvSpPr/>
            <p:nvPr/>
          </p:nvSpPr>
          <p:spPr>
            <a:xfrm>
              <a:off x="10944146" y="3906842"/>
              <a:ext cx="19681" cy="442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2" name="rc2542"/>
            <p:cNvSpPr/>
            <p:nvPr/>
          </p:nvSpPr>
          <p:spPr>
            <a:xfrm>
              <a:off x="10966015" y="3906842"/>
              <a:ext cx="19681" cy="891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3" name="rc2543"/>
            <p:cNvSpPr/>
            <p:nvPr/>
          </p:nvSpPr>
          <p:spPr>
            <a:xfrm>
              <a:off x="10987884" y="3906842"/>
              <a:ext cx="19681" cy="913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4" name="rc2544"/>
            <p:cNvSpPr/>
            <p:nvPr/>
          </p:nvSpPr>
          <p:spPr>
            <a:xfrm>
              <a:off x="11009752" y="3906842"/>
              <a:ext cx="19681" cy="1540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5" name="rc2545"/>
            <p:cNvSpPr/>
            <p:nvPr/>
          </p:nvSpPr>
          <p:spPr>
            <a:xfrm>
              <a:off x="11031621" y="3906842"/>
              <a:ext cx="19681" cy="29997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6" name="rc2546"/>
            <p:cNvSpPr/>
            <p:nvPr/>
          </p:nvSpPr>
          <p:spPr>
            <a:xfrm>
              <a:off x="11053490" y="3906842"/>
              <a:ext cx="19681" cy="51779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7" name="rc2547"/>
            <p:cNvSpPr/>
            <p:nvPr/>
          </p:nvSpPr>
          <p:spPr>
            <a:xfrm>
              <a:off x="11075358" y="3906842"/>
              <a:ext cx="19681" cy="33545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8" name="rc2548"/>
            <p:cNvSpPr/>
            <p:nvPr/>
          </p:nvSpPr>
          <p:spPr>
            <a:xfrm>
              <a:off x="11097227" y="3906842"/>
              <a:ext cx="19681" cy="44785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9" name="rc2549"/>
            <p:cNvSpPr/>
            <p:nvPr/>
          </p:nvSpPr>
          <p:spPr>
            <a:xfrm>
              <a:off x="11119096" y="3906842"/>
              <a:ext cx="19681" cy="2363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0" name="rc2550"/>
            <p:cNvSpPr/>
            <p:nvPr/>
          </p:nvSpPr>
          <p:spPr>
            <a:xfrm>
              <a:off x="11140964" y="3906842"/>
              <a:ext cx="19681" cy="881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1" name="rc2551"/>
            <p:cNvSpPr/>
            <p:nvPr/>
          </p:nvSpPr>
          <p:spPr>
            <a:xfrm>
              <a:off x="11162833" y="3906842"/>
              <a:ext cx="19681" cy="6094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2" name="rc2552"/>
            <p:cNvSpPr/>
            <p:nvPr/>
          </p:nvSpPr>
          <p:spPr>
            <a:xfrm>
              <a:off x="11184702" y="3906842"/>
              <a:ext cx="19681" cy="72491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3" name="rc2553"/>
            <p:cNvSpPr/>
            <p:nvPr/>
          </p:nvSpPr>
          <p:spPr>
            <a:xfrm>
              <a:off x="11206570" y="3906842"/>
              <a:ext cx="19681" cy="1277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4" name="rc2554"/>
            <p:cNvSpPr/>
            <p:nvPr/>
          </p:nvSpPr>
          <p:spPr>
            <a:xfrm>
              <a:off x="11228439" y="3906842"/>
              <a:ext cx="19681" cy="1781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5" name="rc2555"/>
            <p:cNvSpPr/>
            <p:nvPr/>
          </p:nvSpPr>
          <p:spPr>
            <a:xfrm>
              <a:off x="11250308" y="3906842"/>
              <a:ext cx="19681" cy="5307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6" name="rc2556"/>
            <p:cNvSpPr/>
            <p:nvPr/>
          </p:nvSpPr>
          <p:spPr>
            <a:xfrm>
              <a:off x="11272176" y="3906842"/>
              <a:ext cx="19681" cy="4404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7" name="rc2557"/>
            <p:cNvSpPr/>
            <p:nvPr/>
          </p:nvSpPr>
          <p:spPr>
            <a:xfrm>
              <a:off x="11294045" y="3906842"/>
              <a:ext cx="19681" cy="33176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8" name="rc2558"/>
            <p:cNvSpPr/>
            <p:nvPr/>
          </p:nvSpPr>
          <p:spPr>
            <a:xfrm>
              <a:off x="11315914" y="3906842"/>
              <a:ext cx="19681" cy="199313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9" name="rc2559"/>
            <p:cNvSpPr/>
            <p:nvPr/>
          </p:nvSpPr>
          <p:spPr>
            <a:xfrm>
              <a:off x="11337782" y="3906842"/>
              <a:ext cx="19681" cy="2170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0" name="rc2560"/>
            <p:cNvSpPr/>
            <p:nvPr/>
          </p:nvSpPr>
          <p:spPr>
            <a:xfrm>
              <a:off x="11359651" y="3906842"/>
              <a:ext cx="19681" cy="2650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1" name="rc2561"/>
            <p:cNvSpPr/>
            <p:nvPr/>
          </p:nvSpPr>
          <p:spPr>
            <a:xfrm>
              <a:off x="11381519" y="3906842"/>
              <a:ext cx="19681" cy="883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2" name="rc2562"/>
            <p:cNvSpPr/>
            <p:nvPr/>
          </p:nvSpPr>
          <p:spPr>
            <a:xfrm>
              <a:off x="11403388" y="3906842"/>
              <a:ext cx="19681" cy="50140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3" name="rc2563"/>
            <p:cNvSpPr/>
            <p:nvPr/>
          </p:nvSpPr>
          <p:spPr>
            <a:xfrm>
              <a:off x="11425257" y="3906842"/>
              <a:ext cx="19681" cy="47157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4" name="rc2564"/>
            <p:cNvSpPr/>
            <p:nvPr/>
          </p:nvSpPr>
          <p:spPr>
            <a:xfrm>
              <a:off x="11447125" y="3906842"/>
              <a:ext cx="19681" cy="773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5" name="rc2565"/>
            <p:cNvSpPr/>
            <p:nvPr/>
          </p:nvSpPr>
          <p:spPr>
            <a:xfrm>
              <a:off x="11468994" y="3906842"/>
              <a:ext cx="19681" cy="784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6" name="rc2566"/>
            <p:cNvSpPr/>
            <p:nvPr/>
          </p:nvSpPr>
          <p:spPr>
            <a:xfrm>
              <a:off x="11490863" y="3906842"/>
              <a:ext cx="19681" cy="1151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7" name="rc2567"/>
            <p:cNvSpPr/>
            <p:nvPr/>
          </p:nvSpPr>
          <p:spPr>
            <a:xfrm>
              <a:off x="11512731" y="3906842"/>
              <a:ext cx="19681" cy="78008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8" name="rc2568"/>
            <p:cNvSpPr/>
            <p:nvPr/>
          </p:nvSpPr>
          <p:spPr>
            <a:xfrm>
              <a:off x="11534600" y="3906842"/>
              <a:ext cx="19681" cy="2860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9" name="rc2569"/>
            <p:cNvSpPr/>
            <p:nvPr/>
          </p:nvSpPr>
          <p:spPr>
            <a:xfrm>
              <a:off x="11556469" y="3906842"/>
              <a:ext cx="19681" cy="3444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0" name="rc2570"/>
            <p:cNvSpPr/>
            <p:nvPr/>
          </p:nvSpPr>
          <p:spPr>
            <a:xfrm>
              <a:off x="11578337" y="3906842"/>
              <a:ext cx="19681" cy="981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1" name="rc2571"/>
            <p:cNvSpPr/>
            <p:nvPr/>
          </p:nvSpPr>
          <p:spPr>
            <a:xfrm>
              <a:off x="11600206" y="3906842"/>
              <a:ext cx="19681" cy="7441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2" name="rc2572"/>
            <p:cNvSpPr/>
            <p:nvPr/>
          </p:nvSpPr>
          <p:spPr>
            <a:xfrm>
              <a:off x="11622075" y="3906842"/>
              <a:ext cx="19681" cy="848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3" name="rc2573"/>
            <p:cNvSpPr/>
            <p:nvPr/>
          </p:nvSpPr>
          <p:spPr>
            <a:xfrm>
              <a:off x="11643943" y="3906842"/>
              <a:ext cx="19681" cy="10132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4" name="rc2574"/>
            <p:cNvSpPr/>
            <p:nvPr/>
          </p:nvSpPr>
          <p:spPr>
            <a:xfrm>
              <a:off x="11665812" y="3906842"/>
              <a:ext cx="19681" cy="20648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5" name="rc2575"/>
            <p:cNvSpPr/>
            <p:nvPr/>
          </p:nvSpPr>
          <p:spPr>
            <a:xfrm>
              <a:off x="11687681" y="3906842"/>
              <a:ext cx="19681" cy="2215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6" name="rc2576"/>
            <p:cNvSpPr/>
            <p:nvPr/>
          </p:nvSpPr>
          <p:spPr>
            <a:xfrm>
              <a:off x="11709549" y="3906842"/>
              <a:ext cx="19681" cy="726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7" name="rc2577"/>
            <p:cNvSpPr/>
            <p:nvPr/>
          </p:nvSpPr>
          <p:spPr>
            <a:xfrm>
              <a:off x="11731418" y="3906842"/>
              <a:ext cx="19681" cy="591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8" name="rc2578"/>
            <p:cNvSpPr/>
            <p:nvPr/>
          </p:nvSpPr>
          <p:spPr>
            <a:xfrm>
              <a:off x="11753287" y="3906842"/>
              <a:ext cx="19681" cy="38402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9" name="rc2579"/>
            <p:cNvSpPr/>
            <p:nvPr/>
          </p:nvSpPr>
          <p:spPr>
            <a:xfrm>
              <a:off x="11775155" y="3906842"/>
              <a:ext cx="19681" cy="537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0" name="rc2580"/>
            <p:cNvSpPr/>
            <p:nvPr/>
          </p:nvSpPr>
          <p:spPr>
            <a:xfrm>
              <a:off x="11797024" y="3906842"/>
              <a:ext cx="19681" cy="79498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1" name="rc2581"/>
            <p:cNvSpPr/>
            <p:nvPr/>
          </p:nvSpPr>
          <p:spPr>
            <a:xfrm>
              <a:off x="8910362" y="5410298"/>
              <a:ext cx="19681" cy="12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2" name="rc2582"/>
            <p:cNvSpPr/>
            <p:nvPr/>
          </p:nvSpPr>
          <p:spPr>
            <a:xfrm>
              <a:off x="8932230" y="3998681"/>
              <a:ext cx="19681" cy="3662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3" name="rc2583"/>
            <p:cNvSpPr/>
            <p:nvPr/>
          </p:nvSpPr>
          <p:spPr>
            <a:xfrm>
              <a:off x="8954099" y="4209301"/>
              <a:ext cx="19681" cy="15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4" name="rc2584"/>
            <p:cNvSpPr/>
            <p:nvPr/>
          </p:nvSpPr>
          <p:spPr>
            <a:xfrm>
              <a:off x="8975968" y="3989055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5" name="rc2585"/>
            <p:cNvSpPr/>
            <p:nvPr/>
          </p:nvSpPr>
          <p:spPr>
            <a:xfrm>
              <a:off x="8997836" y="3916076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6" name="rc2586"/>
            <p:cNvSpPr/>
            <p:nvPr/>
          </p:nvSpPr>
          <p:spPr>
            <a:xfrm>
              <a:off x="9019705" y="4513894"/>
              <a:ext cx="19681" cy="21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7" name="rc2587"/>
            <p:cNvSpPr/>
            <p:nvPr/>
          </p:nvSpPr>
          <p:spPr>
            <a:xfrm>
              <a:off x="9041574" y="3911773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8" name="rc2588"/>
            <p:cNvSpPr/>
            <p:nvPr/>
          </p:nvSpPr>
          <p:spPr>
            <a:xfrm>
              <a:off x="9063442" y="3908785"/>
              <a:ext cx="19681" cy="91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9" name="rc2589"/>
            <p:cNvSpPr/>
            <p:nvPr/>
          </p:nvSpPr>
          <p:spPr>
            <a:xfrm>
              <a:off x="9085311" y="3907523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0" name="rc2590"/>
            <p:cNvSpPr/>
            <p:nvPr/>
          </p:nvSpPr>
          <p:spPr>
            <a:xfrm>
              <a:off x="9107180" y="3908499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1" name="rc2591"/>
            <p:cNvSpPr/>
            <p:nvPr/>
          </p:nvSpPr>
          <p:spPr>
            <a:xfrm>
              <a:off x="9129048" y="3915596"/>
              <a:ext cx="19681" cy="120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2" name="rc2592"/>
            <p:cNvSpPr/>
            <p:nvPr/>
          </p:nvSpPr>
          <p:spPr>
            <a:xfrm>
              <a:off x="9150917" y="4200801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3" name="rc2593"/>
            <p:cNvSpPr/>
            <p:nvPr/>
          </p:nvSpPr>
          <p:spPr>
            <a:xfrm>
              <a:off x="9172785" y="3913475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4" name="rc2594"/>
            <p:cNvSpPr/>
            <p:nvPr/>
          </p:nvSpPr>
          <p:spPr>
            <a:xfrm>
              <a:off x="9194654" y="3909612"/>
              <a:ext cx="19681" cy="4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5" name="rc2595"/>
            <p:cNvSpPr/>
            <p:nvPr/>
          </p:nvSpPr>
          <p:spPr>
            <a:xfrm>
              <a:off x="9216523" y="3918707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6" name="rc2596"/>
            <p:cNvSpPr/>
            <p:nvPr/>
          </p:nvSpPr>
          <p:spPr>
            <a:xfrm>
              <a:off x="9238391" y="3986012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7" name="rc2597"/>
            <p:cNvSpPr/>
            <p:nvPr/>
          </p:nvSpPr>
          <p:spPr>
            <a:xfrm>
              <a:off x="9260260" y="4637257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8" name="rc2598"/>
            <p:cNvSpPr/>
            <p:nvPr/>
          </p:nvSpPr>
          <p:spPr>
            <a:xfrm>
              <a:off x="9282129" y="3911659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9" name="rc2599"/>
            <p:cNvSpPr/>
            <p:nvPr/>
          </p:nvSpPr>
          <p:spPr>
            <a:xfrm>
              <a:off x="9303997" y="3908071"/>
              <a:ext cx="19681" cy="35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0" name="rc2600"/>
            <p:cNvSpPr/>
            <p:nvPr/>
          </p:nvSpPr>
          <p:spPr>
            <a:xfrm>
              <a:off x="9325866" y="3907626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1" name="rc2601"/>
            <p:cNvSpPr/>
            <p:nvPr/>
          </p:nvSpPr>
          <p:spPr>
            <a:xfrm>
              <a:off x="9347735" y="3908149"/>
              <a:ext cx="19681" cy="14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2" name="rc2602"/>
            <p:cNvSpPr/>
            <p:nvPr/>
          </p:nvSpPr>
          <p:spPr>
            <a:xfrm>
              <a:off x="9369603" y="4050875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3" name="rc2603"/>
            <p:cNvSpPr/>
            <p:nvPr/>
          </p:nvSpPr>
          <p:spPr>
            <a:xfrm>
              <a:off x="9391472" y="4090674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4" name="rc2604"/>
            <p:cNvSpPr/>
            <p:nvPr/>
          </p:nvSpPr>
          <p:spPr>
            <a:xfrm>
              <a:off x="9413341" y="3907690"/>
              <a:ext cx="19681" cy="138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5" name="rc2605"/>
            <p:cNvSpPr/>
            <p:nvPr/>
          </p:nvSpPr>
          <p:spPr>
            <a:xfrm>
              <a:off x="9435209" y="4097245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6" name="rc2606"/>
            <p:cNvSpPr/>
            <p:nvPr/>
          </p:nvSpPr>
          <p:spPr>
            <a:xfrm>
              <a:off x="9457078" y="3912688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7" name="rc2607"/>
            <p:cNvSpPr/>
            <p:nvPr/>
          </p:nvSpPr>
          <p:spPr>
            <a:xfrm>
              <a:off x="9478947" y="4077969"/>
              <a:ext cx="19681" cy="3422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8" name="rc2608"/>
            <p:cNvSpPr/>
            <p:nvPr/>
          </p:nvSpPr>
          <p:spPr>
            <a:xfrm>
              <a:off x="9500815" y="4057276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9" name="rc2609"/>
            <p:cNvSpPr/>
            <p:nvPr/>
          </p:nvSpPr>
          <p:spPr>
            <a:xfrm>
              <a:off x="9522684" y="4798335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0" name="rc2610"/>
            <p:cNvSpPr/>
            <p:nvPr/>
          </p:nvSpPr>
          <p:spPr>
            <a:xfrm>
              <a:off x="9544553" y="3911068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1" name="rc2611"/>
            <p:cNvSpPr/>
            <p:nvPr/>
          </p:nvSpPr>
          <p:spPr>
            <a:xfrm>
              <a:off x="9566421" y="3911287"/>
              <a:ext cx="19681" cy="10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2" name="rc2612"/>
            <p:cNvSpPr/>
            <p:nvPr/>
          </p:nvSpPr>
          <p:spPr>
            <a:xfrm>
              <a:off x="9588290" y="3907494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3" name="rc2613"/>
            <p:cNvSpPr/>
            <p:nvPr/>
          </p:nvSpPr>
          <p:spPr>
            <a:xfrm>
              <a:off x="9610159" y="3907670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4" name="rc2614"/>
            <p:cNvSpPr/>
            <p:nvPr/>
          </p:nvSpPr>
          <p:spPr>
            <a:xfrm>
              <a:off x="9632027" y="4081998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5" name="rc2615"/>
            <p:cNvSpPr/>
            <p:nvPr/>
          </p:nvSpPr>
          <p:spPr>
            <a:xfrm>
              <a:off x="9653896" y="3973821"/>
              <a:ext cx="19681" cy="191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6" name="rc2616"/>
            <p:cNvSpPr/>
            <p:nvPr/>
          </p:nvSpPr>
          <p:spPr>
            <a:xfrm>
              <a:off x="9675765" y="3907627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7" name="rc2617"/>
            <p:cNvSpPr/>
            <p:nvPr/>
          </p:nvSpPr>
          <p:spPr>
            <a:xfrm>
              <a:off x="9697633" y="3909871"/>
              <a:ext cx="19681" cy="13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8" name="rc2618"/>
            <p:cNvSpPr/>
            <p:nvPr/>
          </p:nvSpPr>
          <p:spPr>
            <a:xfrm>
              <a:off x="9719502" y="3907475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9" name="rc2619"/>
            <p:cNvSpPr/>
            <p:nvPr/>
          </p:nvSpPr>
          <p:spPr>
            <a:xfrm>
              <a:off x="9741370" y="3907545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0" name="rc2620"/>
            <p:cNvSpPr/>
            <p:nvPr/>
          </p:nvSpPr>
          <p:spPr>
            <a:xfrm>
              <a:off x="9763239" y="3909986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1" name="rc2621"/>
            <p:cNvSpPr/>
            <p:nvPr/>
          </p:nvSpPr>
          <p:spPr>
            <a:xfrm>
              <a:off x="9785108" y="5216653"/>
              <a:ext cx="19681" cy="52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2" name="rc2622"/>
            <p:cNvSpPr/>
            <p:nvPr/>
          </p:nvSpPr>
          <p:spPr>
            <a:xfrm>
              <a:off x="9806976" y="3936049"/>
              <a:ext cx="19681" cy="50725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3" name="rc2623"/>
            <p:cNvSpPr/>
            <p:nvPr/>
          </p:nvSpPr>
          <p:spPr>
            <a:xfrm>
              <a:off x="9828845" y="3907645"/>
              <a:ext cx="19681" cy="8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4" name="rc2624"/>
            <p:cNvSpPr/>
            <p:nvPr/>
          </p:nvSpPr>
          <p:spPr>
            <a:xfrm>
              <a:off x="9850714" y="3971795"/>
              <a:ext cx="19681" cy="7101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5" name="rc2625"/>
            <p:cNvSpPr/>
            <p:nvPr/>
          </p:nvSpPr>
          <p:spPr>
            <a:xfrm>
              <a:off x="9872582" y="3934234"/>
              <a:ext cx="19681" cy="39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6" name="rc2626"/>
            <p:cNvSpPr/>
            <p:nvPr/>
          </p:nvSpPr>
          <p:spPr>
            <a:xfrm>
              <a:off x="9894451" y="4280235"/>
              <a:ext cx="19681" cy="47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7" name="rc2627"/>
            <p:cNvSpPr/>
            <p:nvPr/>
          </p:nvSpPr>
          <p:spPr>
            <a:xfrm>
              <a:off x="9916320" y="3907779"/>
              <a:ext cx="19681" cy="65464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8" name="rc2628"/>
            <p:cNvSpPr/>
            <p:nvPr/>
          </p:nvSpPr>
          <p:spPr>
            <a:xfrm>
              <a:off x="9938188" y="3910099"/>
              <a:ext cx="19681" cy="81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9" name="rc2629"/>
            <p:cNvSpPr/>
            <p:nvPr/>
          </p:nvSpPr>
          <p:spPr>
            <a:xfrm>
              <a:off x="9960057" y="4015720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0" name="rc2630"/>
            <p:cNvSpPr/>
            <p:nvPr/>
          </p:nvSpPr>
          <p:spPr>
            <a:xfrm>
              <a:off x="9981926" y="3937638"/>
              <a:ext cx="19681" cy="36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1" name="rc2631"/>
            <p:cNvSpPr/>
            <p:nvPr/>
          </p:nvSpPr>
          <p:spPr>
            <a:xfrm>
              <a:off x="10003794" y="3908497"/>
              <a:ext cx="19681" cy="14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2" name="rc2632"/>
            <p:cNvSpPr/>
            <p:nvPr/>
          </p:nvSpPr>
          <p:spPr>
            <a:xfrm>
              <a:off x="10025663" y="3907041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3" name="rc2633"/>
            <p:cNvSpPr/>
            <p:nvPr/>
          </p:nvSpPr>
          <p:spPr>
            <a:xfrm>
              <a:off x="10047532" y="3907586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4" name="rc2634"/>
            <p:cNvSpPr/>
            <p:nvPr/>
          </p:nvSpPr>
          <p:spPr>
            <a:xfrm>
              <a:off x="10069400" y="3908132"/>
              <a:ext cx="19681" cy="40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5" name="rc2635"/>
            <p:cNvSpPr/>
            <p:nvPr/>
          </p:nvSpPr>
          <p:spPr>
            <a:xfrm>
              <a:off x="10091269" y="5317717"/>
              <a:ext cx="19681" cy="9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6" name="rc2636"/>
            <p:cNvSpPr/>
            <p:nvPr/>
          </p:nvSpPr>
          <p:spPr>
            <a:xfrm>
              <a:off x="10113138" y="4229827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7" name="rc2637"/>
            <p:cNvSpPr/>
            <p:nvPr/>
          </p:nvSpPr>
          <p:spPr>
            <a:xfrm>
              <a:off x="10135006" y="3908390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8" name="rc2638"/>
            <p:cNvSpPr/>
            <p:nvPr/>
          </p:nvSpPr>
          <p:spPr>
            <a:xfrm>
              <a:off x="10156875" y="4844719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9" name="rc2639"/>
            <p:cNvSpPr/>
            <p:nvPr/>
          </p:nvSpPr>
          <p:spPr>
            <a:xfrm>
              <a:off x="10178744" y="3971550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0" name="rc2640"/>
            <p:cNvSpPr/>
            <p:nvPr/>
          </p:nvSpPr>
          <p:spPr>
            <a:xfrm>
              <a:off x="10200612" y="3914375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1" name="rc2641"/>
            <p:cNvSpPr/>
            <p:nvPr/>
          </p:nvSpPr>
          <p:spPr>
            <a:xfrm>
              <a:off x="10222481" y="4976197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2" name="rc2642"/>
            <p:cNvSpPr/>
            <p:nvPr/>
          </p:nvSpPr>
          <p:spPr>
            <a:xfrm>
              <a:off x="10244350" y="4360038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3" name="rc2643"/>
            <p:cNvSpPr/>
            <p:nvPr/>
          </p:nvSpPr>
          <p:spPr>
            <a:xfrm>
              <a:off x="10266218" y="4490839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4" name="rc2644"/>
            <p:cNvSpPr/>
            <p:nvPr/>
          </p:nvSpPr>
          <p:spPr>
            <a:xfrm>
              <a:off x="10288087" y="4225599"/>
              <a:ext cx="19681" cy="55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5" name="rc2645"/>
            <p:cNvSpPr/>
            <p:nvPr/>
          </p:nvSpPr>
          <p:spPr>
            <a:xfrm>
              <a:off x="10309955" y="4485912"/>
              <a:ext cx="19681" cy="12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6" name="rc2646"/>
            <p:cNvSpPr/>
            <p:nvPr/>
          </p:nvSpPr>
          <p:spPr>
            <a:xfrm>
              <a:off x="10331824" y="3952133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7" name="rc2647"/>
            <p:cNvSpPr/>
            <p:nvPr/>
          </p:nvSpPr>
          <p:spPr>
            <a:xfrm>
              <a:off x="10353693" y="3922191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8" name="rc2648"/>
            <p:cNvSpPr/>
            <p:nvPr/>
          </p:nvSpPr>
          <p:spPr>
            <a:xfrm>
              <a:off x="10375561" y="3937686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9" name="rc2649"/>
            <p:cNvSpPr/>
            <p:nvPr/>
          </p:nvSpPr>
          <p:spPr>
            <a:xfrm>
              <a:off x="10397430" y="3907061"/>
              <a:ext cx="19681" cy="62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0" name="rc2650"/>
            <p:cNvSpPr/>
            <p:nvPr/>
          </p:nvSpPr>
          <p:spPr>
            <a:xfrm>
              <a:off x="10419299" y="3919055"/>
              <a:ext cx="19681" cy="185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1" name="rc2651"/>
            <p:cNvSpPr/>
            <p:nvPr/>
          </p:nvSpPr>
          <p:spPr>
            <a:xfrm>
              <a:off x="10441167" y="6112503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2" name="rc2652"/>
            <p:cNvSpPr/>
            <p:nvPr/>
          </p:nvSpPr>
          <p:spPr>
            <a:xfrm>
              <a:off x="10463036" y="4107919"/>
              <a:ext cx="19681" cy="25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3" name="rc2653"/>
            <p:cNvSpPr/>
            <p:nvPr/>
          </p:nvSpPr>
          <p:spPr>
            <a:xfrm>
              <a:off x="10484905" y="3910415"/>
              <a:ext cx="19681" cy="18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4" name="rc2654"/>
            <p:cNvSpPr/>
            <p:nvPr/>
          </p:nvSpPr>
          <p:spPr>
            <a:xfrm>
              <a:off x="10506773" y="3907345"/>
              <a:ext cx="19681" cy="40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5" name="rc2655"/>
            <p:cNvSpPr/>
            <p:nvPr/>
          </p:nvSpPr>
          <p:spPr>
            <a:xfrm>
              <a:off x="10528642" y="4560145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6" name="rc2656"/>
            <p:cNvSpPr/>
            <p:nvPr/>
          </p:nvSpPr>
          <p:spPr>
            <a:xfrm>
              <a:off x="10550511" y="4190281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7" name="rc2657"/>
            <p:cNvSpPr/>
            <p:nvPr/>
          </p:nvSpPr>
          <p:spPr>
            <a:xfrm>
              <a:off x="10572379" y="4052422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8" name="rc2658"/>
            <p:cNvSpPr/>
            <p:nvPr/>
          </p:nvSpPr>
          <p:spPr>
            <a:xfrm>
              <a:off x="10594248" y="3907587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9" name="rc2659"/>
            <p:cNvSpPr/>
            <p:nvPr/>
          </p:nvSpPr>
          <p:spPr>
            <a:xfrm>
              <a:off x="10616117" y="3908256"/>
              <a:ext cx="19681" cy="12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0" name="rc2660"/>
            <p:cNvSpPr/>
            <p:nvPr/>
          </p:nvSpPr>
          <p:spPr>
            <a:xfrm>
              <a:off x="10637985" y="3926174"/>
              <a:ext cx="19681" cy="192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1" name="rc2661"/>
            <p:cNvSpPr/>
            <p:nvPr/>
          </p:nvSpPr>
          <p:spPr>
            <a:xfrm>
              <a:off x="10659854" y="3928854"/>
              <a:ext cx="19681" cy="76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2" name="rc2662"/>
            <p:cNvSpPr/>
            <p:nvPr/>
          </p:nvSpPr>
          <p:spPr>
            <a:xfrm>
              <a:off x="10681723" y="4401517"/>
              <a:ext cx="19681" cy="50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3" name="rc2663"/>
            <p:cNvSpPr/>
            <p:nvPr/>
          </p:nvSpPr>
          <p:spPr>
            <a:xfrm>
              <a:off x="10703591" y="3913032"/>
              <a:ext cx="19681" cy="67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4" name="rc2664"/>
            <p:cNvSpPr/>
            <p:nvPr/>
          </p:nvSpPr>
          <p:spPr>
            <a:xfrm>
              <a:off x="10725460" y="3916143"/>
              <a:ext cx="19681" cy="67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5" name="rc2665"/>
            <p:cNvSpPr/>
            <p:nvPr/>
          </p:nvSpPr>
          <p:spPr>
            <a:xfrm>
              <a:off x="10747329" y="3913316"/>
              <a:ext cx="19681" cy="90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6" name="rc2666"/>
            <p:cNvSpPr/>
            <p:nvPr/>
          </p:nvSpPr>
          <p:spPr>
            <a:xfrm>
              <a:off x="10769197" y="3920959"/>
              <a:ext cx="19681" cy="45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7" name="rc2667"/>
            <p:cNvSpPr/>
            <p:nvPr/>
          </p:nvSpPr>
          <p:spPr>
            <a:xfrm>
              <a:off x="10791066" y="3916913"/>
              <a:ext cx="19681" cy="164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8" name="rc2668"/>
            <p:cNvSpPr/>
            <p:nvPr/>
          </p:nvSpPr>
          <p:spPr>
            <a:xfrm>
              <a:off x="10812934" y="4659829"/>
              <a:ext cx="19681" cy="47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9" name="rc2669"/>
            <p:cNvSpPr/>
            <p:nvPr/>
          </p:nvSpPr>
          <p:spPr>
            <a:xfrm>
              <a:off x="10834803" y="5077131"/>
              <a:ext cx="19681" cy="36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0" name="rc2670"/>
            <p:cNvSpPr/>
            <p:nvPr/>
          </p:nvSpPr>
          <p:spPr>
            <a:xfrm>
              <a:off x="10856672" y="3921134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1" name="rc2671"/>
            <p:cNvSpPr/>
            <p:nvPr/>
          </p:nvSpPr>
          <p:spPr>
            <a:xfrm>
              <a:off x="10878540" y="3981091"/>
              <a:ext cx="19681" cy="24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2" name="rc2672"/>
            <p:cNvSpPr/>
            <p:nvPr/>
          </p:nvSpPr>
          <p:spPr>
            <a:xfrm>
              <a:off x="10900409" y="4933588"/>
              <a:ext cx="19681" cy="343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3" name="rc2673"/>
            <p:cNvSpPr/>
            <p:nvPr/>
          </p:nvSpPr>
          <p:spPr>
            <a:xfrm>
              <a:off x="10922278" y="3913519"/>
              <a:ext cx="19681" cy="46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4" name="rc2674"/>
            <p:cNvSpPr/>
            <p:nvPr/>
          </p:nvSpPr>
          <p:spPr>
            <a:xfrm>
              <a:off x="10944146" y="3911265"/>
              <a:ext cx="19681" cy="43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5" name="rc2675"/>
            <p:cNvSpPr/>
            <p:nvPr/>
          </p:nvSpPr>
          <p:spPr>
            <a:xfrm>
              <a:off x="10966015" y="3915752"/>
              <a:ext cx="19681" cy="38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6" name="rc2676"/>
            <p:cNvSpPr/>
            <p:nvPr/>
          </p:nvSpPr>
          <p:spPr>
            <a:xfrm>
              <a:off x="10987884" y="3915975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7" name="rc2677"/>
            <p:cNvSpPr/>
            <p:nvPr/>
          </p:nvSpPr>
          <p:spPr>
            <a:xfrm>
              <a:off x="11009752" y="3922251"/>
              <a:ext cx="19681" cy="37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8" name="rc2678"/>
            <p:cNvSpPr/>
            <p:nvPr/>
          </p:nvSpPr>
          <p:spPr>
            <a:xfrm>
              <a:off x="11031621" y="4206814"/>
              <a:ext cx="19681" cy="322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9" name="rc2679"/>
            <p:cNvSpPr/>
            <p:nvPr/>
          </p:nvSpPr>
          <p:spPr>
            <a:xfrm>
              <a:off x="11053490" y="4424641"/>
              <a:ext cx="19681" cy="42000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0" name="rc2680"/>
            <p:cNvSpPr/>
            <p:nvPr/>
          </p:nvSpPr>
          <p:spPr>
            <a:xfrm>
              <a:off x="11075358" y="4242293"/>
              <a:ext cx="19681" cy="81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1" name="rc2681"/>
            <p:cNvSpPr/>
            <p:nvPr/>
          </p:nvSpPr>
          <p:spPr>
            <a:xfrm>
              <a:off x="11097227" y="4354692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2" name="rc2682"/>
            <p:cNvSpPr/>
            <p:nvPr/>
          </p:nvSpPr>
          <p:spPr>
            <a:xfrm>
              <a:off x="11119096" y="3930476"/>
              <a:ext cx="19681" cy="78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3" name="rc2683"/>
            <p:cNvSpPr/>
            <p:nvPr/>
          </p:nvSpPr>
          <p:spPr>
            <a:xfrm>
              <a:off x="11140964" y="3915658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4" name="rc2684"/>
            <p:cNvSpPr/>
            <p:nvPr/>
          </p:nvSpPr>
          <p:spPr>
            <a:xfrm>
              <a:off x="11162833" y="3967782"/>
              <a:ext cx="19681" cy="111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5" name="rc2685"/>
            <p:cNvSpPr/>
            <p:nvPr/>
          </p:nvSpPr>
          <p:spPr>
            <a:xfrm>
              <a:off x="11184702" y="4631754"/>
              <a:ext cx="19681" cy="55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6" name="rc2686"/>
            <p:cNvSpPr/>
            <p:nvPr/>
          </p:nvSpPr>
          <p:spPr>
            <a:xfrm>
              <a:off x="11206570" y="3919619"/>
              <a:ext cx="19681" cy="110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7" name="rc2687"/>
            <p:cNvSpPr/>
            <p:nvPr/>
          </p:nvSpPr>
          <p:spPr>
            <a:xfrm>
              <a:off x="11228439" y="3924659"/>
              <a:ext cx="19681" cy="72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8" name="rc2688"/>
            <p:cNvSpPr/>
            <p:nvPr/>
          </p:nvSpPr>
          <p:spPr>
            <a:xfrm>
              <a:off x="11250308" y="3959921"/>
              <a:ext cx="19681" cy="89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9" name="rc2689"/>
            <p:cNvSpPr/>
            <p:nvPr/>
          </p:nvSpPr>
          <p:spPr>
            <a:xfrm>
              <a:off x="11272176" y="3950883"/>
              <a:ext cx="19681" cy="48372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0" name="rc2690"/>
            <p:cNvSpPr/>
            <p:nvPr/>
          </p:nvSpPr>
          <p:spPr>
            <a:xfrm>
              <a:off x="11294045" y="4238609"/>
              <a:ext cx="19681" cy="19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1" name="rc2691"/>
            <p:cNvSpPr/>
            <p:nvPr/>
          </p:nvSpPr>
          <p:spPr>
            <a:xfrm>
              <a:off x="11315914" y="5899974"/>
              <a:ext cx="19681" cy="178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2" name="rc2692"/>
            <p:cNvSpPr/>
            <p:nvPr/>
          </p:nvSpPr>
          <p:spPr>
            <a:xfrm>
              <a:off x="11337782" y="3928551"/>
              <a:ext cx="19681" cy="54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3" name="rc2693"/>
            <p:cNvSpPr/>
            <p:nvPr/>
          </p:nvSpPr>
          <p:spPr>
            <a:xfrm>
              <a:off x="11359651" y="3933342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4" name="rc2694"/>
            <p:cNvSpPr/>
            <p:nvPr/>
          </p:nvSpPr>
          <p:spPr>
            <a:xfrm>
              <a:off x="11381519" y="3915674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5" name="rc2695"/>
            <p:cNvSpPr/>
            <p:nvPr/>
          </p:nvSpPr>
          <p:spPr>
            <a:xfrm>
              <a:off x="11403388" y="4408250"/>
              <a:ext cx="19681" cy="657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6" name="rc2696"/>
            <p:cNvSpPr/>
            <p:nvPr/>
          </p:nvSpPr>
          <p:spPr>
            <a:xfrm>
              <a:off x="11425257" y="4378415"/>
              <a:ext cx="19681" cy="15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7" name="rc2697"/>
            <p:cNvSpPr/>
            <p:nvPr/>
          </p:nvSpPr>
          <p:spPr>
            <a:xfrm>
              <a:off x="11447125" y="3914577"/>
              <a:ext cx="19681" cy="55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8" name="rc2698"/>
            <p:cNvSpPr/>
            <p:nvPr/>
          </p:nvSpPr>
          <p:spPr>
            <a:xfrm>
              <a:off x="11468994" y="3914691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9" name="rc2699"/>
            <p:cNvSpPr/>
            <p:nvPr/>
          </p:nvSpPr>
          <p:spPr>
            <a:xfrm>
              <a:off x="11490863" y="3918353"/>
              <a:ext cx="19681" cy="54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0" name="rc2700"/>
            <p:cNvSpPr/>
            <p:nvPr/>
          </p:nvSpPr>
          <p:spPr>
            <a:xfrm>
              <a:off x="11512731" y="4686927"/>
              <a:ext cx="19681" cy="22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1" name="rc2701"/>
            <p:cNvSpPr/>
            <p:nvPr/>
          </p:nvSpPr>
          <p:spPr>
            <a:xfrm>
              <a:off x="11534600" y="3935447"/>
              <a:ext cx="19681" cy="60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2" name="rc2702"/>
            <p:cNvSpPr/>
            <p:nvPr/>
          </p:nvSpPr>
          <p:spPr>
            <a:xfrm>
              <a:off x="11556469" y="3941289"/>
              <a:ext cx="19681" cy="22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3" name="rc2703"/>
            <p:cNvSpPr/>
            <p:nvPr/>
          </p:nvSpPr>
          <p:spPr>
            <a:xfrm>
              <a:off x="11578337" y="3916660"/>
              <a:ext cx="19681" cy="9455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4" name="rc2704"/>
            <p:cNvSpPr/>
            <p:nvPr/>
          </p:nvSpPr>
          <p:spPr>
            <a:xfrm>
              <a:off x="11600206" y="3981256"/>
              <a:ext cx="19681" cy="11087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5" name="rc2705"/>
            <p:cNvSpPr/>
            <p:nvPr/>
          </p:nvSpPr>
          <p:spPr>
            <a:xfrm>
              <a:off x="11622075" y="3915327"/>
              <a:ext cx="19681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6" name="rc2706"/>
            <p:cNvSpPr/>
            <p:nvPr/>
          </p:nvSpPr>
          <p:spPr>
            <a:xfrm>
              <a:off x="11643943" y="4008162"/>
              <a:ext cx="19681" cy="18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7" name="rc2707"/>
            <p:cNvSpPr/>
            <p:nvPr/>
          </p:nvSpPr>
          <p:spPr>
            <a:xfrm>
              <a:off x="11665812" y="4113322"/>
              <a:ext cx="19681" cy="23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8" name="rc2708"/>
            <p:cNvSpPr/>
            <p:nvPr/>
          </p:nvSpPr>
          <p:spPr>
            <a:xfrm>
              <a:off x="11687681" y="3928996"/>
              <a:ext cx="19681" cy="34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9" name="rc2709"/>
            <p:cNvSpPr/>
            <p:nvPr/>
          </p:nvSpPr>
          <p:spPr>
            <a:xfrm>
              <a:off x="11709549" y="3914104"/>
              <a:ext cx="19681" cy="36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0" name="rc2710"/>
            <p:cNvSpPr/>
            <p:nvPr/>
          </p:nvSpPr>
          <p:spPr>
            <a:xfrm>
              <a:off x="11731418" y="3912755"/>
              <a:ext cx="19681" cy="15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1" name="rc2711"/>
            <p:cNvSpPr/>
            <p:nvPr/>
          </p:nvSpPr>
          <p:spPr>
            <a:xfrm>
              <a:off x="11753287" y="4290863"/>
              <a:ext cx="19681" cy="23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2" name="rc2712"/>
            <p:cNvSpPr/>
            <p:nvPr/>
          </p:nvSpPr>
          <p:spPr>
            <a:xfrm>
              <a:off x="11775155" y="3912218"/>
              <a:ext cx="19681" cy="15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3" name="rc2713"/>
            <p:cNvSpPr/>
            <p:nvPr/>
          </p:nvSpPr>
          <p:spPr>
            <a:xfrm>
              <a:off x="11797024" y="4701826"/>
              <a:ext cx="19681" cy="80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4" name="rc2714"/>
            <p:cNvSpPr/>
            <p:nvPr/>
          </p:nvSpPr>
          <p:spPr>
            <a:xfrm>
              <a:off x="8910362" y="5410422"/>
              <a:ext cx="19681" cy="20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5" name="rc2715"/>
            <p:cNvSpPr/>
            <p:nvPr/>
          </p:nvSpPr>
          <p:spPr>
            <a:xfrm>
              <a:off x="8932230" y="403530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6" name="rc2716"/>
            <p:cNvSpPr/>
            <p:nvPr/>
          </p:nvSpPr>
          <p:spPr>
            <a:xfrm>
              <a:off x="8954099" y="4209458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7" name="rc2717"/>
            <p:cNvSpPr/>
            <p:nvPr/>
          </p:nvSpPr>
          <p:spPr>
            <a:xfrm>
              <a:off x="8975968" y="3989055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8" name="rc2718"/>
            <p:cNvSpPr/>
            <p:nvPr/>
          </p:nvSpPr>
          <p:spPr>
            <a:xfrm>
              <a:off x="8997836" y="3916076"/>
              <a:ext cx="19681" cy="29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9" name="rc2719"/>
            <p:cNvSpPr/>
            <p:nvPr/>
          </p:nvSpPr>
          <p:spPr>
            <a:xfrm>
              <a:off x="9019705" y="4514110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0" name="rc2720"/>
            <p:cNvSpPr/>
            <p:nvPr/>
          </p:nvSpPr>
          <p:spPr>
            <a:xfrm>
              <a:off x="9041574" y="3911773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1" name="rc2721"/>
            <p:cNvSpPr/>
            <p:nvPr/>
          </p:nvSpPr>
          <p:spPr>
            <a:xfrm>
              <a:off x="9063442" y="3909704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2" name="rc2722"/>
            <p:cNvSpPr/>
            <p:nvPr/>
          </p:nvSpPr>
          <p:spPr>
            <a:xfrm>
              <a:off x="9085311" y="3907523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3" name="rc2723"/>
            <p:cNvSpPr/>
            <p:nvPr/>
          </p:nvSpPr>
          <p:spPr>
            <a:xfrm>
              <a:off x="9107180" y="390849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4" name="rc2724"/>
            <p:cNvSpPr/>
            <p:nvPr/>
          </p:nvSpPr>
          <p:spPr>
            <a:xfrm>
              <a:off x="9129048" y="3916798"/>
              <a:ext cx="19681" cy="37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5" name="rc2725"/>
            <p:cNvSpPr/>
            <p:nvPr/>
          </p:nvSpPr>
          <p:spPr>
            <a:xfrm>
              <a:off x="9150917" y="4200801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6" name="rc2726"/>
            <p:cNvSpPr/>
            <p:nvPr/>
          </p:nvSpPr>
          <p:spPr>
            <a:xfrm>
              <a:off x="9172785" y="3913475"/>
              <a:ext cx="19681" cy="21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7" name="rc2727"/>
            <p:cNvSpPr/>
            <p:nvPr/>
          </p:nvSpPr>
          <p:spPr>
            <a:xfrm>
              <a:off x="9194654" y="3910044"/>
              <a:ext cx="19681" cy="39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8" name="rc2728"/>
            <p:cNvSpPr/>
            <p:nvPr/>
          </p:nvSpPr>
          <p:spPr>
            <a:xfrm>
              <a:off x="9216523" y="3918707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9" name="rc2729"/>
            <p:cNvSpPr/>
            <p:nvPr/>
          </p:nvSpPr>
          <p:spPr>
            <a:xfrm>
              <a:off x="9238391" y="3986012"/>
              <a:ext cx="19681" cy="50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0" name="rc2730"/>
            <p:cNvSpPr/>
            <p:nvPr/>
          </p:nvSpPr>
          <p:spPr>
            <a:xfrm>
              <a:off x="9260260" y="4637257"/>
              <a:ext cx="19681" cy="56215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1" name="rc2731"/>
            <p:cNvSpPr/>
            <p:nvPr/>
          </p:nvSpPr>
          <p:spPr>
            <a:xfrm>
              <a:off x="9282129" y="391165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2" name="rc2732"/>
            <p:cNvSpPr/>
            <p:nvPr/>
          </p:nvSpPr>
          <p:spPr>
            <a:xfrm>
              <a:off x="9303997" y="3908426"/>
              <a:ext cx="19681" cy="13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3" name="rc2733"/>
            <p:cNvSpPr/>
            <p:nvPr/>
          </p:nvSpPr>
          <p:spPr>
            <a:xfrm>
              <a:off x="9325866" y="3907626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4" name="rc2734"/>
            <p:cNvSpPr/>
            <p:nvPr/>
          </p:nvSpPr>
          <p:spPr>
            <a:xfrm>
              <a:off x="9347735" y="3908294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5" name="rc2735"/>
            <p:cNvSpPr/>
            <p:nvPr/>
          </p:nvSpPr>
          <p:spPr>
            <a:xfrm>
              <a:off x="9369603" y="4050875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6" name="rc2736"/>
            <p:cNvSpPr/>
            <p:nvPr/>
          </p:nvSpPr>
          <p:spPr>
            <a:xfrm>
              <a:off x="9391472" y="4090674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7" name="rc2737"/>
            <p:cNvSpPr/>
            <p:nvPr/>
          </p:nvSpPr>
          <p:spPr>
            <a:xfrm>
              <a:off x="9413341" y="3909078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8" name="rc2738"/>
            <p:cNvSpPr/>
            <p:nvPr/>
          </p:nvSpPr>
          <p:spPr>
            <a:xfrm>
              <a:off x="9435209" y="4097245"/>
              <a:ext cx="19681" cy="53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9" name="rc2739"/>
            <p:cNvSpPr/>
            <p:nvPr/>
          </p:nvSpPr>
          <p:spPr>
            <a:xfrm>
              <a:off x="9457078" y="3912688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0" name="rc2740"/>
            <p:cNvSpPr/>
            <p:nvPr/>
          </p:nvSpPr>
          <p:spPr>
            <a:xfrm>
              <a:off x="9478947" y="4112195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1" name="rc2741"/>
            <p:cNvSpPr/>
            <p:nvPr/>
          </p:nvSpPr>
          <p:spPr>
            <a:xfrm>
              <a:off x="9500815" y="4057276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2" name="rc2742"/>
            <p:cNvSpPr/>
            <p:nvPr/>
          </p:nvSpPr>
          <p:spPr>
            <a:xfrm>
              <a:off x="9522684" y="4798335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3" name="rc2743"/>
            <p:cNvSpPr/>
            <p:nvPr/>
          </p:nvSpPr>
          <p:spPr>
            <a:xfrm>
              <a:off x="9544553" y="3911068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4" name="rc2744"/>
            <p:cNvSpPr/>
            <p:nvPr/>
          </p:nvSpPr>
          <p:spPr>
            <a:xfrm>
              <a:off x="9566421" y="3911397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5" name="rc2745"/>
            <p:cNvSpPr/>
            <p:nvPr/>
          </p:nvSpPr>
          <p:spPr>
            <a:xfrm>
              <a:off x="9588290" y="3907494"/>
              <a:ext cx="19681" cy="19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6" name="rc2746"/>
            <p:cNvSpPr/>
            <p:nvPr/>
          </p:nvSpPr>
          <p:spPr>
            <a:xfrm>
              <a:off x="9610159" y="3907670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7" name="rc2747"/>
            <p:cNvSpPr/>
            <p:nvPr/>
          </p:nvSpPr>
          <p:spPr>
            <a:xfrm>
              <a:off x="9632027" y="4081998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8" name="rc2748"/>
            <p:cNvSpPr/>
            <p:nvPr/>
          </p:nvSpPr>
          <p:spPr>
            <a:xfrm>
              <a:off x="9653896" y="3975733"/>
              <a:ext cx="19681" cy="15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9" name="rc2749"/>
            <p:cNvSpPr/>
            <p:nvPr/>
          </p:nvSpPr>
          <p:spPr>
            <a:xfrm>
              <a:off x="9675765" y="3907627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0" name="rc2750"/>
            <p:cNvSpPr/>
            <p:nvPr/>
          </p:nvSpPr>
          <p:spPr>
            <a:xfrm>
              <a:off x="9697633" y="3910007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1" name="rc2751"/>
            <p:cNvSpPr/>
            <p:nvPr/>
          </p:nvSpPr>
          <p:spPr>
            <a:xfrm>
              <a:off x="9719502" y="3907475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2" name="rc2752"/>
            <p:cNvSpPr/>
            <p:nvPr/>
          </p:nvSpPr>
          <p:spPr>
            <a:xfrm>
              <a:off x="9741370" y="3907545"/>
              <a:ext cx="19681" cy="39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3" name="rc2753"/>
            <p:cNvSpPr/>
            <p:nvPr/>
          </p:nvSpPr>
          <p:spPr>
            <a:xfrm>
              <a:off x="9763239" y="3909986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4" name="rc2754"/>
            <p:cNvSpPr/>
            <p:nvPr/>
          </p:nvSpPr>
          <p:spPr>
            <a:xfrm>
              <a:off x="9785108" y="5217182"/>
              <a:ext cx="19681" cy="11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5" name="rc2755"/>
            <p:cNvSpPr/>
            <p:nvPr/>
          </p:nvSpPr>
          <p:spPr>
            <a:xfrm>
              <a:off x="9806976" y="4443304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6" name="rc2756"/>
            <p:cNvSpPr/>
            <p:nvPr/>
          </p:nvSpPr>
          <p:spPr>
            <a:xfrm>
              <a:off x="9828845" y="3908477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7" name="rc2757"/>
            <p:cNvSpPr/>
            <p:nvPr/>
          </p:nvSpPr>
          <p:spPr>
            <a:xfrm>
              <a:off x="9850714" y="404280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8" name="rc2758"/>
            <p:cNvSpPr/>
            <p:nvPr/>
          </p:nvSpPr>
          <p:spPr>
            <a:xfrm>
              <a:off x="9872582" y="3934625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9" name="rc2759"/>
            <p:cNvSpPr/>
            <p:nvPr/>
          </p:nvSpPr>
          <p:spPr>
            <a:xfrm>
              <a:off x="9894451" y="4280711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0" name="rc2760"/>
            <p:cNvSpPr/>
            <p:nvPr/>
          </p:nvSpPr>
          <p:spPr>
            <a:xfrm>
              <a:off x="9916320" y="4562427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1" name="rc2761"/>
            <p:cNvSpPr/>
            <p:nvPr/>
          </p:nvSpPr>
          <p:spPr>
            <a:xfrm>
              <a:off x="9938188" y="3910914"/>
              <a:ext cx="19681" cy="28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2" name="rc2762"/>
            <p:cNvSpPr/>
            <p:nvPr/>
          </p:nvSpPr>
          <p:spPr>
            <a:xfrm>
              <a:off x="9960057" y="4015720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3" name="rc2763"/>
            <p:cNvSpPr/>
            <p:nvPr/>
          </p:nvSpPr>
          <p:spPr>
            <a:xfrm>
              <a:off x="9981926" y="393799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4" name="rc2764"/>
            <p:cNvSpPr/>
            <p:nvPr/>
          </p:nvSpPr>
          <p:spPr>
            <a:xfrm>
              <a:off x="10003794" y="3908645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5" name="rc2765"/>
            <p:cNvSpPr/>
            <p:nvPr/>
          </p:nvSpPr>
          <p:spPr>
            <a:xfrm>
              <a:off x="10025663" y="3907041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6" name="rc2766"/>
            <p:cNvSpPr/>
            <p:nvPr/>
          </p:nvSpPr>
          <p:spPr>
            <a:xfrm>
              <a:off x="10047532" y="3907586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7" name="rc2767"/>
            <p:cNvSpPr/>
            <p:nvPr/>
          </p:nvSpPr>
          <p:spPr>
            <a:xfrm>
              <a:off x="10069400" y="3908536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8" name="rc2768"/>
            <p:cNvSpPr/>
            <p:nvPr/>
          </p:nvSpPr>
          <p:spPr>
            <a:xfrm>
              <a:off x="10091269" y="5317813"/>
              <a:ext cx="19681" cy="6219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9" name="rc2769"/>
            <p:cNvSpPr/>
            <p:nvPr/>
          </p:nvSpPr>
          <p:spPr>
            <a:xfrm>
              <a:off x="10113138" y="4229827"/>
              <a:ext cx="19681" cy="18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0" name="rc2770"/>
            <p:cNvSpPr/>
            <p:nvPr/>
          </p:nvSpPr>
          <p:spPr>
            <a:xfrm>
              <a:off x="10135006" y="3908390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1" name="rc2771"/>
            <p:cNvSpPr/>
            <p:nvPr/>
          </p:nvSpPr>
          <p:spPr>
            <a:xfrm>
              <a:off x="10156875" y="4844719"/>
              <a:ext cx="19681" cy="1729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2" name="rc2772"/>
            <p:cNvSpPr/>
            <p:nvPr/>
          </p:nvSpPr>
          <p:spPr>
            <a:xfrm>
              <a:off x="10178744" y="3971550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3" name="rc2773"/>
            <p:cNvSpPr/>
            <p:nvPr/>
          </p:nvSpPr>
          <p:spPr>
            <a:xfrm>
              <a:off x="10200612" y="3914375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4" name="rc2774"/>
            <p:cNvSpPr/>
            <p:nvPr/>
          </p:nvSpPr>
          <p:spPr>
            <a:xfrm>
              <a:off x="10222481" y="4976197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5" name="rc2775"/>
            <p:cNvSpPr/>
            <p:nvPr/>
          </p:nvSpPr>
          <p:spPr>
            <a:xfrm>
              <a:off x="10244350" y="4360038"/>
              <a:ext cx="19681" cy="25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6" name="rc2776"/>
            <p:cNvSpPr/>
            <p:nvPr/>
          </p:nvSpPr>
          <p:spPr>
            <a:xfrm>
              <a:off x="10266218" y="449083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7" name="rc2777"/>
            <p:cNvSpPr/>
            <p:nvPr/>
          </p:nvSpPr>
          <p:spPr>
            <a:xfrm>
              <a:off x="10288087" y="4226149"/>
              <a:ext cx="19681" cy="12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8" name="rc2778"/>
            <p:cNvSpPr/>
            <p:nvPr/>
          </p:nvSpPr>
          <p:spPr>
            <a:xfrm>
              <a:off x="10309955" y="4486035"/>
              <a:ext cx="19681" cy="9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9" name="rc2779"/>
            <p:cNvSpPr/>
            <p:nvPr/>
          </p:nvSpPr>
          <p:spPr>
            <a:xfrm>
              <a:off x="10331824" y="3952133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0" name="rc2780"/>
            <p:cNvSpPr/>
            <p:nvPr/>
          </p:nvSpPr>
          <p:spPr>
            <a:xfrm>
              <a:off x="10353693" y="3922191"/>
              <a:ext cx="19681" cy="37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1" name="rc2781"/>
            <p:cNvSpPr/>
            <p:nvPr/>
          </p:nvSpPr>
          <p:spPr>
            <a:xfrm>
              <a:off x="10375561" y="3937686"/>
              <a:ext cx="19681" cy="32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2" name="rc2782"/>
            <p:cNvSpPr/>
            <p:nvPr/>
          </p:nvSpPr>
          <p:spPr>
            <a:xfrm>
              <a:off x="10397430" y="3907688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3" name="rc2783"/>
            <p:cNvSpPr/>
            <p:nvPr/>
          </p:nvSpPr>
          <p:spPr>
            <a:xfrm>
              <a:off x="10419299" y="3920914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4" name="rc2784"/>
            <p:cNvSpPr/>
            <p:nvPr/>
          </p:nvSpPr>
          <p:spPr>
            <a:xfrm>
              <a:off x="10441167" y="6112503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5" name="rc2785"/>
            <p:cNvSpPr/>
            <p:nvPr/>
          </p:nvSpPr>
          <p:spPr>
            <a:xfrm>
              <a:off x="10463036" y="4108175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6" name="rc2786"/>
            <p:cNvSpPr/>
            <p:nvPr/>
          </p:nvSpPr>
          <p:spPr>
            <a:xfrm>
              <a:off x="10484905" y="3910600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7" name="rc2787"/>
            <p:cNvSpPr/>
            <p:nvPr/>
          </p:nvSpPr>
          <p:spPr>
            <a:xfrm>
              <a:off x="10506773" y="3907755"/>
              <a:ext cx="19681" cy="50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8" name="rc2788"/>
            <p:cNvSpPr/>
            <p:nvPr/>
          </p:nvSpPr>
          <p:spPr>
            <a:xfrm>
              <a:off x="10528642" y="4560145"/>
              <a:ext cx="19681" cy="18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9" name="rc2789"/>
            <p:cNvSpPr/>
            <p:nvPr/>
          </p:nvSpPr>
          <p:spPr>
            <a:xfrm>
              <a:off x="10550511" y="4190281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0" name="rc2790"/>
            <p:cNvSpPr/>
            <p:nvPr/>
          </p:nvSpPr>
          <p:spPr>
            <a:xfrm>
              <a:off x="10572379" y="4052422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1" name="rc2791"/>
            <p:cNvSpPr/>
            <p:nvPr/>
          </p:nvSpPr>
          <p:spPr>
            <a:xfrm>
              <a:off x="10594248" y="3907587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2" name="rc2792"/>
            <p:cNvSpPr/>
            <p:nvPr/>
          </p:nvSpPr>
          <p:spPr>
            <a:xfrm>
              <a:off x="10616117" y="3908385"/>
              <a:ext cx="19681" cy="12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3" name="rc2793"/>
            <p:cNvSpPr/>
            <p:nvPr/>
          </p:nvSpPr>
          <p:spPr>
            <a:xfrm>
              <a:off x="10637985" y="3928094"/>
              <a:ext cx="19681" cy="42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4" name="rc2794"/>
            <p:cNvSpPr/>
            <p:nvPr/>
          </p:nvSpPr>
          <p:spPr>
            <a:xfrm>
              <a:off x="10659854" y="3929623"/>
              <a:ext cx="19681" cy="35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5" name="rc2795"/>
            <p:cNvSpPr/>
            <p:nvPr/>
          </p:nvSpPr>
          <p:spPr>
            <a:xfrm>
              <a:off x="10681723" y="4402024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6" name="rc2796"/>
            <p:cNvSpPr/>
            <p:nvPr/>
          </p:nvSpPr>
          <p:spPr>
            <a:xfrm>
              <a:off x="10703591" y="3913708"/>
              <a:ext cx="19681" cy="18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7" name="rc2797"/>
            <p:cNvSpPr/>
            <p:nvPr/>
          </p:nvSpPr>
          <p:spPr>
            <a:xfrm>
              <a:off x="10725460" y="3916820"/>
              <a:ext cx="19681" cy="21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8" name="rc2798"/>
            <p:cNvSpPr/>
            <p:nvPr/>
          </p:nvSpPr>
          <p:spPr>
            <a:xfrm>
              <a:off x="10747329" y="3914223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9" name="rc2799"/>
            <p:cNvSpPr/>
            <p:nvPr/>
          </p:nvSpPr>
          <p:spPr>
            <a:xfrm>
              <a:off x="10769197" y="3921418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0" name="rc2800"/>
            <p:cNvSpPr/>
            <p:nvPr/>
          </p:nvSpPr>
          <p:spPr>
            <a:xfrm>
              <a:off x="10791066" y="3918553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1" name="rc2801"/>
            <p:cNvSpPr/>
            <p:nvPr/>
          </p:nvSpPr>
          <p:spPr>
            <a:xfrm>
              <a:off x="10812934" y="4660305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2" name="rc2802"/>
            <p:cNvSpPr/>
            <p:nvPr/>
          </p:nvSpPr>
          <p:spPr>
            <a:xfrm>
              <a:off x="10834803" y="5077500"/>
              <a:ext cx="19681" cy="13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3" name="rc2803"/>
            <p:cNvSpPr/>
            <p:nvPr/>
          </p:nvSpPr>
          <p:spPr>
            <a:xfrm>
              <a:off x="10856672" y="3921134"/>
              <a:ext cx="19681" cy="58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4" name="rc2804"/>
            <p:cNvSpPr/>
            <p:nvPr/>
          </p:nvSpPr>
          <p:spPr>
            <a:xfrm>
              <a:off x="10878540" y="3981333"/>
              <a:ext cx="19681" cy="24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5" name="rc2805"/>
            <p:cNvSpPr/>
            <p:nvPr/>
          </p:nvSpPr>
          <p:spPr>
            <a:xfrm>
              <a:off x="10900409" y="4937024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6" name="rc2806"/>
            <p:cNvSpPr/>
            <p:nvPr/>
          </p:nvSpPr>
          <p:spPr>
            <a:xfrm>
              <a:off x="10922278" y="391398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7" name="rc2807"/>
            <p:cNvSpPr/>
            <p:nvPr/>
          </p:nvSpPr>
          <p:spPr>
            <a:xfrm>
              <a:off x="10944146" y="3911703"/>
              <a:ext cx="19681" cy="14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8" name="rc2808"/>
            <p:cNvSpPr/>
            <p:nvPr/>
          </p:nvSpPr>
          <p:spPr>
            <a:xfrm>
              <a:off x="10966015" y="3916133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9" name="rc2809"/>
            <p:cNvSpPr/>
            <p:nvPr/>
          </p:nvSpPr>
          <p:spPr>
            <a:xfrm>
              <a:off x="10987884" y="3915975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0" name="rc2810"/>
            <p:cNvSpPr/>
            <p:nvPr/>
          </p:nvSpPr>
          <p:spPr>
            <a:xfrm>
              <a:off x="11009752" y="3922627"/>
              <a:ext cx="19681" cy="26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1" name="rc2811"/>
            <p:cNvSpPr/>
            <p:nvPr/>
          </p:nvSpPr>
          <p:spPr>
            <a:xfrm>
              <a:off x="11031621" y="4210043"/>
              <a:ext cx="19681" cy="349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2" name="rc2812"/>
            <p:cNvSpPr/>
            <p:nvPr/>
          </p:nvSpPr>
          <p:spPr>
            <a:xfrm>
              <a:off x="11053490" y="4844647"/>
              <a:ext cx="19681" cy="29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3" name="rc2813"/>
            <p:cNvSpPr/>
            <p:nvPr/>
          </p:nvSpPr>
          <p:spPr>
            <a:xfrm>
              <a:off x="11075358" y="4243104"/>
              <a:ext cx="19681" cy="41185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4" name="rc2814"/>
            <p:cNvSpPr/>
            <p:nvPr/>
          </p:nvSpPr>
          <p:spPr>
            <a:xfrm>
              <a:off x="11097227" y="4354692"/>
              <a:ext cx="19681" cy="389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5" name="rc2815"/>
            <p:cNvSpPr/>
            <p:nvPr/>
          </p:nvSpPr>
          <p:spPr>
            <a:xfrm>
              <a:off x="11119096" y="3931257"/>
              <a:ext cx="19681" cy="32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6" name="rc2816"/>
            <p:cNvSpPr/>
            <p:nvPr/>
          </p:nvSpPr>
          <p:spPr>
            <a:xfrm>
              <a:off x="11140964" y="3915658"/>
              <a:ext cx="19681" cy="26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7" name="rc2817"/>
            <p:cNvSpPr/>
            <p:nvPr/>
          </p:nvSpPr>
          <p:spPr>
            <a:xfrm>
              <a:off x="11162833" y="3968900"/>
              <a:ext cx="19681" cy="18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8" name="rc2818"/>
            <p:cNvSpPr/>
            <p:nvPr/>
          </p:nvSpPr>
          <p:spPr>
            <a:xfrm>
              <a:off x="11184702" y="4632305"/>
              <a:ext cx="19681" cy="13710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9" name="rc2819"/>
            <p:cNvSpPr/>
            <p:nvPr/>
          </p:nvSpPr>
          <p:spPr>
            <a:xfrm>
              <a:off x="11206570" y="3920727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0" name="rc2820"/>
            <p:cNvSpPr/>
            <p:nvPr/>
          </p:nvSpPr>
          <p:spPr>
            <a:xfrm>
              <a:off x="11228439" y="3925382"/>
              <a:ext cx="19681" cy="6973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1" name="rc2821"/>
            <p:cNvSpPr/>
            <p:nvPr/>
          </p:nvSpPr>
          <p:spPr>
            <a:xfrm>
              <a:off x="11250308" y="3960814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2" name="rc2822"/>
            <p:cNvSpPr/>
            <p:nvPr/>
          </p:nvSpPr>
          <p:spPr>
            <a:xfrm>
              <a:off x="11272176" y="4434606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3" name="rc2823"/>
            <p:cNvSpPr/>
            <p:nvPr/>
          </p:nvSpPr>
          <p:spPr>
            <a:xfrm>
              <a:off x="11294045" y="4238807"/>
              <a:ext cx="19681" cy="4634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4" name="rc2824"/>
            <p:cNvSpPr/>
            <p:nvPr/>
          </p:nvSpPr>
          <p:spPr>
            <a:xfrm>
              <a:off x="11315914" y="5901761"/>
              <a:ext cx="19681" cy="23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5" name="rc2825"/>
            <p:cNvSpPr/>
            <p:nvPr/>
          </p:nvSpPr>
          <p:spPr>
            <a:xfrm>
              <a:off x="11337782" y="3929101"/>
              <a:ext cx="19681" cy="58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6" name="rc2826"/>
            <p:cNvSpPr/>
            <p:nvPr/>
          </p:nvSpPr>
          <p:spPr>
            <a:xfrm>
              <a:off x="11359651" y="3933342"/>
              <a:ext cx="19681" cy="22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7" name="rc2827"/>
            <p:cNvSpPr/>
            <p:nvPr/>
          </p:nvSpPr>
          <p:spPr>
            <a:xfrm>
              <a:off x="11381519" y="3915674"/>
              <a:ext cx="19681" cy="8065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8" name="rc2828"/>
            <p:cNvSpPr/>
            <p:nvPr/>
          </p:nvSpPr>
          <p:spPr>
            <a:xfrm>
              <a:off x="11403388" y="4414825"/>
              <a:ext cx="19681" cy="600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9" name="rc2829"/>
            <p:cNvSpPr/>
            <p:nvPr/>
          </p:nvSpPr>
          <p:spPr>
            <a:xfrm>
              <a:off x="11425257" y="4378573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0" name="rc2830"/>
            <p:cNvSpPr/>
            <p:nvPr/>
          </p:nvSpPr>
          <p:spPr>
            <a:xfrm>
              <a:off x="11447125" y="3915135"/>
              <a:ext cx="19681" cy="8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1" name="rc2831"/>
            <p:cNvSpPr/>
            <p:nvPr/>
          </p:nvSpPr>
          <p:spPr>
            <a:xfrm>
              <a:off x="11468994" y="3914691"/>
              <a:ext cx="19681" cy="13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2" name="rc2832"/>
            <p:cNvSpPr/>
            <p:nvPr/>
          </p:nvSpPr>
          <p:spPr>
            <a:xfrm>
              <a:off x="11490863" y="3918901"/>
              <a:ext cx="19681" cy="21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3" name="rc2833"/>
            <p:cNvSpPr/>
            <p:nvPr/>
          </p:nvSpPr>
          <p:spPr>
            <a:xfrm>
              <a:off x="11512731" y="4687148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4" name="rc2834"/>
            <p:cNvSpPr/>
            <p:nvPr/>
          </p:nvSpPr>
          <p:spPr>
            <a:xfrm>
              <a:off x="11534600" y="393604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5" name="rc2835"/>
            <p:cNvSpPr/>
            <p:nvPr/>
          </p:nvSpPr>
          <p:spPr>
            <a:xfrm>
              <a:off x="11556469" y="3941515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6" name="rc2836"/>
            <p:cNvSpPr/>
            <p:nvPr/>
          </p:nvSpPr>
          <p:spPr>
            <a:xfrm>
              <a:off x="11578337" y="4011220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7" name="rc2837"/>
            <p:cNvSpPr/>
            <p:nvPr/>
          </p:nvSpPr>
          <p:spPr>
            <a:xfrm>
              <a:off x="11600206" y="4092134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8" name="rc2838"/>
            <p:cNvSpPr/>
            <p:nvPr/>
          </p:nvSpPr>
          <p:spPr>
            <a:xfrm>
              <a:off x="11622075" y="3915327"/>
              <a:ext cx="19681" cy="21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9" name="rc2839"/>
            <p:cNvSpPr/>
            <p:nvPr/>
          </p:nvSpPr>
          <p:spPr>
            <a:xfrm>
              <a:off x="11643943" y="4008349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0" name="rc2840"/>
            <p:cNvSpPr/>
            <p:nvPr/>
          </p:nvSpPr>
          <p:spPr>
            <a:xfrm>
              <a:off x="11665812" y="4113558"/>
              <a:ext cx="19681" cy="13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1" name="rc2841"/>
            <p:cNvSpPr/>
            <p:nvPr/>
          </p:nvSpPr>
          <p:spPr>
            <a:xfrm>
              <a:off x="11687681" y="3929340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2" name="rc2842"/>
            <p:cNvSpPr/>
            <p:nvPr/>
          </p:nvSpPr>
          <p:spPr>
            <a:xfrm>
              <a:off x="11709549" y="3914465"/>
              <a:ext cx="19681" cy="30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3" name="rc2843"/>
            <p:cNvSpPr/>
            <p:nvPr/>
          </p:nvSpPr>
          <p:spPr>
            <a:xfrm>
              <a:off x="11731418" y="3912908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4" name="rc2844"/>
            <p:cNvSpPr/>
            <p:nvPr/>
          </p:nvSpPr>
          <p:spPr>
            <a:xfrm>
              <a:off x="11753287" y="4291102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5" name="rc2845"/>
            <p:cNvSpPr/>
            <p:nvPr/>
          </p:nvSpPr>
          <p:spPr>
            <a:xfrm>
              <a:off x="11775155" y="3912368"/>
              <a:ext cx="19681" cy="6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6" name="rc2846"/>
            <p:cNvSpPr/>
            <p:nvPr/>
          </p:nvSpPr>
          <p:spPr>
            <a:xfrm>
              <a:off x="11797024" y="4702634"/>
              <a:ext cx="19681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7" name="rc2847"/>
            <p:cNvSpPr/>
            <p:nvPr/>
          </p:nvSpPr>
          <p:spPr>
            <a:xfrm>
              <a:off x="8910362" y="5410630"/>
              <a:ext cx="19681" cy="1558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8" name="rc2848"/>
            <p:cNvSpPr/>
            <p:nvPr/>
          </p:nvSpPr>
          <p:spPr>
            <a:xfrm>
              <a:off x="8932230" y="4035309"/>
              <a:ext cx="19681" cy="906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9" name="rc2849"/>
            <p:cNvSpPr/>
            <p:nvPr/>
          </p:nvSpPr>
          <p:spPr>
            <a:xfrm>
              <a:off x="8954099" y="4209458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0" name="rc2850"/>
            <p:cNvSpPr/>
            <p:nvPr/>
          </p:nvSpPr>
          <p:spPr>
            <a:xfrm>
              <a:off x="8975968" y="3989055"/>
              <a:ext cx="19681" cy="54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1" name="rc2851"/>
            <p:cNvSpPr/>
            <p:nvPr/>
          </p:nvSpPr>
          <p:spPr>
            <a:xfrm>
              <a:off x="8997836" y="3916373"/>
              <a:ext cx="19681" cy="204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2" name="rc2852"/>
            <p:cNvSpPr/>
            <p:nvPr/>
          </p:nvSpPr>
          <p:spPr>
            <a:xfrm>
              <a:off x="9019705" y="4514110"/>
              <a:ext cx="19681" cy="5280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3" name="rc2853"/>
            <p:cNvSpPr/>
            <p:nvPr/>
          </p:nvSpPr>
          <p:spPr>
            <a:xfrm>
              <a:off x="9041574" y="3911773"/>
              <a:ext cx="19681" cy="270888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4" name="rc2854"/>
            <p:cNvSpPr/>
            <p:nvPr/>
          </p:nvSpPr>
          <p:spPr>
            <a:xfrm>
              <a:off x="9063442" y="3909704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5" name="rc2855"/>
            <p:cNvSpPr/>
            <p:nvPr/>
          </p:nvSpPr>
          <p:spPr>
            <a:xfrm>
              <a:off x="9085311" y="3907523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6" name="rc2856"/>
            <p:cNvSpPr/>
            <p:nvPr/>
          </p:nvSpPr>
          <p:spPr>
            <a:xfrm>
              <a:off x="9107180" y="3908499"/>
              <a:ext cx="19681" cy="1949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7" name="rc2857"/>
            <p:cNvSpPr/>
            <p:nvPr/>
          </p:nvSpPr>
          <p:spPr>
            <a:xfrm>
              <a:off x="9129048" y="3917174"/>
              <a:ext cx="19681" cy="157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8" name="rc2858"/>
            <p:cNvSpPr/>
            <p:nvPr/>
          </p:nvSpPr>
          <p:spPr>
            <a:xfrm>
              <a:off x="9150917" y="4200801"/>
              <a:ext cx="19681" cy="35935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9" name="rc2859"/>
            <p:cNvSpPr/>
            <p:nvPr/>
          </p:nvSpPr>
          <p:spPr>
            <a:xfrm>
              <a:off x="9172785" y="3913691"/>
              <a:ext cx="19681" cy="90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0" name="rc2860"/>
            <p:cNvSpPr/>
            <p:nvPr/>
          </p:nvSpPr>
          <p:spPr>
            <a:xfrm>
              <a:off x="9194654" y="3910440"/>
              <a:ext cx="19681" cy="32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1" name="rc2861"/>
            <p:cNvSpPr/>
            <p:nvPr/>
          </p:nvSpPr>
          <p:spPr>
            <a:xfrm>
              <a:off x="9216523" y="3918707"/>
              <a:ext cx="19681" cy="42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2" name="rc2862"/>
            <p:cNvSpPr/>
            <p:nvPr/>
          </p:nvSpPr>
          <p:spPr>
            <a:xfrm>
              <a:off x="9238391" y="3986513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3" name="rc2863"/>
            <p:cNvSpPr/>
            <p:nvPr/>
          </p:nvSpPr>
          <p:spPr>
            <a:xfrm>
              <a:off x="9260260" y="5199411"/>
              <a:ext cx="19681" cy="336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4" name="rc2864"/>
            <p:cNvSpPr/>
            <p:nvPr/>
          </p:nvSpPr>
          <p:spPr>
            <a:xfrm>
              <a:off x="9282129" y="3911659"/>
              <a:ext cx="19681" cy="36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5" name="rc2865"/>
            <p:cNvSpPr/>
            <p:nvPr/>
          </p:nvSpPr>
          <p:spPr>
            <a:xfrm>
              <a:off x="9303997" y="3908563"/>
              <a:ext cx="19681" cy="147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6" name="rc2866"/>
            <p:cNvSpPr/>
            <p:nvPr/>
          </p:nvSpPr>
          <p:spPr>
            <a:xfrm>
              <a:off x="9325866" y="3907626"/>
              <a:ext cx="19681" cy="24844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7" name="rc2867"/>
            <p:cNvSpPr/>
            <p:nvPr/>
          </p:nvSpPr>
          <p:spPr>
            <a:xfrm>
              <a:off x="9347735" y="3908294"/>
              <a:ext cx="19681" cy="17977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8" name="rc2868"/>
            <p:cNvSpPr/>
            <p:nvPr/>
          </p:nvSpPr>
          <p:spPr>
            <a:xfrm>
              <a:off x="9369603" y="4050875"/>
              <a:ext cx="19681" cy="55162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9" name="rc2869"/>
            <p:cNvSpPr/>
            <p:nvPr/>
          </p:nvSpPr>
          <p:spPr>
            <a:xfrm>
              <a:off x="9391472" y="4090674"/>
              <a:ext cx="19681" cy="8398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0" name="rc2870"/>
            <p:cNvSpPr/>
            <p:nvPr/>
          </p:nvSpPr>
          <p:spPr>
            <a:xfrm>
              <a:off x="9413341" y="3909078"/>
              <a:ext cx="19681" cy="84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1" name="rc2871"/>
            <p:cNvSpPr/>
            <p:nvPr/>
          </p:nvSpPr>
          <p:spPr>
            <a:xfrm>
              <a:off x="9435209" y="4097780"/>
              <a:ext cx="19681" cy="182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2" name="rc2872"/>
            <p:cNvSpPr/>
            <p:nvPr/>
          </p:nvSpPr>
          <p:spPr>
            <a:xfrm>
              <a:off x="9457078" y="3912688"/>
              <a:ext cx="19681" cy="47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3" name="rc2873"/>
            <p:cNvSpPr/>
            <p:nvPr/>
          </p:nvSpPr>
          <p:spPr>
            <a:xfrm>
              <a:off x="9478947" y="4112195"/>
              <a:ext cx="19681" cy="11408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4" name="rc2874"/>
            <p:cNvSpPr/>
            <p:nvPr/>
          </p:nvSpPr>
          <p:spPr>
            <a:xfrm>
              <a:off x="9500815" y="4057276"/>
              <a:ext cx="19681" cy="26819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5" name="rc2875"/>
            <p:cNvSpPr/>
            <p:nvPr/>
          </p:nvSpPr>
          <p:spPr>
            <a:xfrm>
              <a:off x="9522684" y="4798335"/>
              <a:ext cx="19681" cy="179422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6" name="rc2876"/>
            <p:cNvSpPr/>
            <p:nvPr/>
          </p:nvSpPr>
          <p:spPr>
            <a:xfrm>
              <a:off x="9544553" y="3911068"/>
              <a:ext cx="19681" cy="5746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7" name="rc2877"/>
            <p:cNvSpPr/>
            <p:nvPr/>
          </p:nvSpPr>
          <p:spPr>
            <a:xfrm>
              <a:off x="9566421" y="3911397"/>
              <a:ext cx="19681" cy="485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8" name="rc2878"/>
            <p:cNvSpPr/>
            <p:nvPr/>
          </p:nvSpPr>
          <p:spPr>
            <a:xfrm>
              <a:off x="9588290" y="3907693"/>
              <a:ext cx="19681" cy="18346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9" name="rc2879"/>
            <p:cNvSpPr/>
            <p:nvPr/>
          </p:nvSpPr>
          <p:spPr>
            <a:xfrm>
              <a:off x="9610159" y="3907670"/>
              <a:ext cx="19681" cy="115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0" name="rc2880"/>
            <p:cNvSpPr/>
            <p:nvPr/>
          </p:nvSpPr>
          <p:spPr>
            <a:xfrm>
              <a:off x="9632027" y="4081998"/>
              <a:ext cx="19681" cy="10754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1" name="rc2881"/>
            <p:cNvSpPr/>
            <p:nvPr/>
          </p:nvSpPr>
          <p:spPr>
            <a:xfrm>
              <a:off x="9653896" y="3975893"/>
              <a:ext cx="19681" cy="111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2" name="rc2882"/>
            <p:cNvSpPr/>
            <p:nvPr/>
          </p:nvSpPr>
          <p:spPr>
            <a:xfrm>
              <a:off x="9675765" y="3907627"/>
              <a:ext cx="19681" cy="16076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3" name="rc2883"/>
            <p:cNvSpPr/>
            <p:nvPr/>
          </p:nvSpPr>
          <p:spPr>
            <a:xfrm>
              <a:off x="9697633" y="3910007"/>
              <a:ext cx="19681" cy="136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4" name="rc2884"/>
            <p:cNvSpPr/>
            <p:nvPr/>
          </p:nvSpPr>
          <p:spPr>
            <a:xfrm>
              <a:off x="9719502" y="3907475"/>
              <a:ext cx="19681" cy="325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5" name="rc2885"/>
            <p:cNvSpPr/>
            <p:nvPr/>
          </p:nvSpPr>
          <p:spPr>
            <a:xfrm>
              <a:off x="9741370" y="3907941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6" name="rc2886"/>
            <p:cNvSpPr/>
            <p:nvPr/>
          </p:nvSpPr>
          <p:spPr>
            <a:xfrm>
              <a:off x="9763239" y="3909986"/>
              <a:ext cx="19681" cy="71160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7" name="rc2887"/>
            <p:cNvSpPr/>
            <p:nvPr/>
          </p:nvSpPr>
          <p:spPr>
            <a:xfrm>
              <a:off x="9785108" y="5217296"/>
              <a:ext cx="19681" cy="2490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8" name="rc2888"/>
            <p:cNvSpPr/>
            <p:nvPr/>
          </p:nvSpPr>
          <p:spPr>
            <a:xfrm>
              <a:off x="9806976" y="4443304"/>
              <a:ext cx="19681" cy="1731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9" name="rc2889"/>
            <p:cNvSpPr/>
            <p:nvPr/>
          </p:nvSpPr>
          <p:spPr>
            <a:xfrm>
              <a:off x="9828845" y="3908477"/>
              <a:ext cx="19681" cy="65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0" name="rc2890"/>
            <p:cNvSpPr/>
            <p:nvPr/>
          </p:nvSpPr>
          <p:spPr>
            <a:xfrm>
              <a:off x="9850714" y="4042809"/>
              <a:ext cx="19681" cy="11172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1" name="rc2891"/>
            <p:cNvSpPr/>
            <p:nvPr/>
          </p:nvSpPr>
          <p:spPr>
            <a:xfrm>
              <a:off x="9872582" y="3934625"/>
              <a:ext cx="19681" cy="1205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2" name="rc2892"/>
            <p:cNvSpPr/>
            <p:nvPr/>
          </p:nvSpPr>
          <p:spPr>
            <a:xfrm>
              <a:off x="9894451" y="4280711"/>
              <a:ext cx="19681" cy="18912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3" name="rc2893"/>
            <p:cNvSpPr/>
            <p:nvPr/>
          </p:nvSpPr>
          <p:spPr>
            <a:xfrm>
              <a:off x="9916320" y="4562427"/>
              <a:ext cx="19681" cy="26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4" name="rc2894"/>
            <p:cNvSpPr/>
            <p:nvPr/>
          </p:nvSpPr>
          <p:spPr>
            <a:xfrm>
              <a:off x="9938188" y="3911197"/>
              <a:ext cx="19681" cy="83569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5" name="rc2895"/>
            <p:cNvSpPr/>
            <p:nvPr/>
          </p:nvSpPr>
          <p:spPr>
            <a:xfrm>
              <a:off x="9960057" y="4015720"/>
              <a:ext cx="19681" cy="11432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6" name="rc2896"/>
            <p:cNvSpPr/>
            <p:nvPr/>
          </p:nvSpPr>
          <p:spPr>
            <a:xfrm>
              <a:off x="9981926" y="3937999"/>
              <a:ext cx="19681" cy="65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7" name="rc2897"/>
            <p:cNvSpPr/>
            <p:nvPr/>
          </p:nvSpPr>
          <p:spPr>
            <a:xfrm>
              <a:off x="10003794" y="3908645"/>
              <a:ext cx="19681" cy="82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8" name="rc2898"/>
            <p:cNvSpPr/>
            <p:nvPr/>
          </p:nvSpPr>
          <p:spPr>
            <a:xfrm>
              <a:off x="10025663" y="3907041"/>
              <a:ext cx="19681" cy="3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9" name="rc2899"/>
            <p:cNvSpPr/>
            <p:nvPr/>
          </p:nvSpPr>
          <p:spPr>
            <a:xfrm>
              <a:off x="10047532" y="3907586"/>
              <a:ext cx="19681" cy="253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0" name="rc2900"/>
            <p:cNvSpPr/>
            <p:nvPr/>
          </p:nvSpPr>
          <p:spPr>
            <a:xfrm>
              <a:off x="10069400" y="3908536"/>
              <a:ext cx="19681" cy="981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1" name="rc2901"/>
            <p:cNvSpPr/>
            <p:nvPr/>
          </p:nvSpPr>
          <p:spPr>
            <a:xfrm>
              <a:off x="10091269" y="5380006"/>
              <a:ext cx="19681" cy="1048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2" name="rc2902"/>
            <p:cNvSpPr/>
            <p:nvPr/>
          </p:nvSpPr>
          <p:spPr>
            <a:xfrm>
              <a:off x="10113138" y="4230011"/>
              <a:ext cx="19681" cy="255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3" name="rc2903"/>
            <p:cNvSpPr/>
            <p:nvPr/>
          </p:nvSpPr>
          <p:spPr>
            <a:xfrm>
              <a:off x="10135006" y="3908390"/>
              <a:ext cx="19681" cy="35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4" name="rc2904"/>
            <p:cNvSpPr/>
            <p:nvPr/>
          </p:nvSpPr>
          <p:spPr>
            <a:xfrm>
              <a:off x="10156875" y="4862009"/>
              <a:ext cx="19681" cy="42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5" name="rc2905"/>
            <p:cNvSpPr/>
            <p:nvPr/>
          </p:nvSpPr>
          <p:spPr>
            <a:xfrm>
              <a:off x="10178744" y="3971550"/>
              <a:ext cx="19681" cy="810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6" name="rc2906"/>
            <p:cNvSpPr/>
            <p:nvPr/>
          </p:nvSpPr>
          <p:spPr>
            <a:xfrm>
              <a:off x="10200612" y="3914375"/>
              <a:ext cx="19681" cy="269729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7" name="rc2907"/>
            <p:cNvSpPr/>
            <p:nvPr/>
          </p:nvSpPr>
          <p:spPr>
            <a:xfrm>
              <a:off x="10222481" y="4976197"/>
              <a:ext cx="19681" cy="13366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8" name="rc2908"/>
            <p:cNvSpPr/>
            <p:nvPr/>
          </p:nvSpPr>
          <p:spPr>
            <a:xfrm>
              <a:off x="10244350" y="4360289"/>
              <a:ext cx="19681" cy="1448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9" name="rc2909"/>
            <p:cNvSpPr/>
            <p:nvPr/>
          </p:nvSpPr>
          <p:spPr>
            <a:xfrm>
              <a:off x="10266218" y="4490839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0" name="rc2910"/>
            <p:cNvSpPr/>
            <p:nvPr/>
          </p:nvSpPr>
          <p:spPr>
            <a:xfrm>
              <a:off x="10288087" y="4226279"/>
              <a:ext cx="19681" cy="31882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1" name="rc2911"/>
            <p:cNvSpPr/>
            <p:nvPr/>
          </p:nvSpPr>
          <p:spPr>
            <a:xfrm>
              <a:off x="10309955" y="4486128"/>
              <a:ext cx="19681" cy="95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2" name="rc2912"/>
            <p:cNvSpPr/>
            <p:nvPr/>
          </p:nvSpPr>
          <p:spPr>
            <a:xfrm>
              <a:off x="10331824" y="3952133"/>
              <a:ext cx="19681" cy="79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3" name="rc2913"/>
            <p:cNvSpPr/>
            <p:nvPr/>
          </p:nvSpPr>
          <p:spPr>
            <a:xfrm>
              <a:off x="10353693" y="3922567"/>
              <a:ext cx="19681" cy="34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4" name="rc2914"/>
            <p:cNvSpPr/>
            <p:nvPr/>
          </p:nvSpPr>
          <p:spPr>
            <a:xfrm>
              <a:off x="10375561" y="3938011"/>
              <a:ext cx="19681" cy="119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5" name="rc2915"/>
            <p:cNvSpPr/>
            <p:nvPr/>
          </p:nvSpPr>
          <p:spPr>
            <a:xfrm>
              <a:off x="10397430" y="3907688"/>
              <a:ext cx="19681" cy="53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6" name="rc2916"/>
            <p:cNvSpPr/>
            <p:nvPr/>
          </p:nvSpPr>
          <p:spPr>
            <a:xfrm>
              <a:off x="10419299" y="3920914"/>
              <a:ext cx="19681" cy="796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7" name="rc2917"/>
            <p:cNvSpPr/>
            <p:nvPr/>
          </p:nvSpPr>
          <p:spPr>
            <a:xfrm>
              <a:off x="10441167" y="6112503"/>
              <a:ext cx="19681" cy="778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8" name="rc2918"/>
            <p:cNvSpPr/>
            <p:nvPr/>
          </p:nvSpPr>
          <p:spPr>
            <a:xfrm>
              <a:off x="10463036" y="4108175"/>
              <a:ext cx="19681" cy="133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9" name="rc2919"/>
            <p:cNvSpPr/>
            <p:nvPr/>
          </p:nvSpPr>
          <p:spPr>
            <a:xfrm>
              <a:off x="10484905" y="3910600"/>
              <a:ext cx="19681" cy="49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0" name="rc2920"/>
            <p:cNvSpPr/>
            <p:nvPr/>
          </p:nvSpPr>
          <p:spPr>
            <a:xfrm>
              <a:off x="10506773" y="3908258"/>
              <a:ext cx="19681" cy="37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1" name="rc2921"/>
            <p:cNvSpPr/>
            <p:nvPr/>
          </p:nvSpPr>
          <p:spPr>
            <a:xfrm>
              <a:off x="10528642" y="4560325"/>
              <a:ext cx="19681" cy="2540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2" name="rc2922"/>
            <p:cNvSpPr/>
            <p:nvPr/>
          </p:nvSpPr>
          <p:spPr>
            <a:xfrm>
              <a:off x="10550511" y="4190281"/>
              <a:ext cx="19681" cy="45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3" name="rc2923"/>
            <p:cNvSpPr/>
            <p:nvPr/>
          </p:nvSpPr>
          <p:spPr>
            <a:xfrm>
              <a:off x="10572379" y="4052422"/>
              <a:ext cx="19681" cy="6071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4" name="rc2924"/>
            <p:cNvSpPr/>
            <p:nvPr/>
          </p:nvSpPr>
          <p:spPr>
            <a:xfrm>
              <a:off x="10594248" y="3907587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5" name="rc2925"/>
            <p:cNvSpPr/>
            <p:nvPr/>
          </p:nvSpPr>
          <p:spPr>
            <a:xfrm>
              <a:off x="10616117" y="3908513"/>
              <a:ext cx="19681" cy="57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6" name="rc2926"/>
            <p:cNvSpPr/>
            <p:nvPr/>
          </p:nvSpPr>
          <p:spPr>
            <a:xfrm>
              <a:off x="10637985" y="3928518"/>
              <a:ext cx="19681" cy="10391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7" name="rc2927"/>
            <p:cNvSpPr/>
            <p:nvPr/>
          </p:nvSpPr>
          <p:spPr>
            <a:xfrm>
              <a:off x="10659854" y="3929978"/>
              <a:ext cx="19681" cy="6349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8" name="rc2928"/>
            <p:cNvSpPr/>
            <p:nvPr/>
          </p:nvSpPr>
          <p:spPr>
            <a:xfrm>
              <a:off x="10681723" y="4402024"/>
              <a:ext cx="19681" cy="6188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9" name="rc2929"/>
            <p:cNvSpPr/>
            <p:nvPr/>
          </p:nvSpPr>
          <p:spPr>
            <a:xfrm>
              <a:off x="10703591" y="3913897"/>
              <a:ext cx="19681" cy="1384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0" name="rc2930"/>
            <p:cNvSpPr/>
            <p:nvPr/>
          </p:nvSpPr>
          <p:spPr>
            <a:xfrm>
              <a:off x="10725460" y="3917036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1" name="rc2931"/>
            <p:cNvSpPr/>
            <p:nvPr/>
          </p:nvSpPr>
          <p:spPr>
            <a:xfrm>
              <a:off x="10747329" y="3914223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2" name="rc2932"/>
            <p:cNvSpPr/>
            <p:nvPr/>
          </p:nvSpPr>
          <p:spPr>
            <a:xfrm>
              <a:off x="10769197" y="3921418"/>
              <a:ext cx="19681" cy="4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3" name="rc2933"/>
            <p:cNvSpPr/>
            <p:nvPr/>
          </p:nvSpPr>
          <p:spPr>
            <a:xfrm>
              <a:off x="10791066" y="3918553"/>
              <a:ext cx="19681" cy="335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4" name="rc2934"/>
            <p:cNvSpPr/>
            <p:nvPr/>
          </p:nvSpPr>
          <p:spPr>
            <a:xfrm>
              <a:off x="10812934" y="4660305"/>
              <a:ext cx="19681" cy="3418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5" name="rc2935"/>
            <p:cNvSpPr/>
            <p:nvPr/>
          </p:nvSpPr>
          <p:spPr>
            <a:xfrm>
              <a:off x="10834803" y="5077634"/>
              <a:ext cx="19681" cy="1466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6" name="rc2936"/>
            <p:cNvSpPr/>
            <p:nvPr/>
          </p:nvSpPr>
          <p:spPr>
            <a:xfrm>
              <a:off x="10856672" y="3921718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7" name="rc2937"/>
            <p:cNvSpPr/>
            <p:nvPr/>
          </p:nvSpPr>
          <p:spPr>
            <a:xfrm>
              <a:off x="10878540" y="3981575"/>
              <a:ext cx="19681" cy="1347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8" name="rc2938"/>
            <p:cNvSpPr/>
            <p:nvPr/>
          </p:nvSpPr>
          <p:spPr>
            <a:xfrm>
              <a:off x="10900409" y="4937024"/>
              <a:ext cx="19681" cy="410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9" name="rc2939"/>
            <p:cNvSpPr/>
            <p:nvPr/>
          </p:nvSpPr>
          <p:spPr>
            <a:xfrm>
              <a:off x="10922278" y="3913989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0" name="rc2940"/>
            <p:cNvSpPr/>
            <p:nvPr/>
          </p:nvSpPr>
          <p:spPr>
            <a:xfrm>
              <a:off x="10944146" y="3911848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1" name="rc2941"/>
            <p:cNvSpPr/>
            <p:nvPr/>
          </p:nvSpPr>
          <p:spPr>
            <a:xfrm>
              <a:off x="10966015" y="3916133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2" name="rc2942"/>
            <p:cNvSpPr/>
            <p:nvPr/>
          </p:nvSpPr>
          <p:spPr>
            <a:xfrm>
              <a:off x="10987884" y="3915975"/>
              <a:ext cx="19681" cy="536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3" name="rc2943"/>
            <p:cNvSpPr/>
            <p:nvPr/>
          </p:nvSpPr>
          <p:spPr>
            <a:xfrm>
              <a:off x="11009752" y="3922896"/>
              <a:ext cx="19681" cy="4781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4" name="rc2944"/>
            <p:cNvSpPr/>
            <p:nvPr/>
          </p:nvSpPr>
          <p:spPr>
            <a:xfrm>
              <a:off x="11031621" y="4213540"/>
              <a:ext cx="19681" cy="457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5" name="rc2945"/>
            <p:cNvSpPr/>
            <p:nvPr/>
          </p:nvSpPr>
          <p:spPr>
            <a:xfrm>
              <a:off x="11053490" y="4844938"/>
              <a:ext cx="19681" cy="3830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6" name="rc2946"/>
            <p:cNvSpPr/>
            <p:nvPr/>
          </p:nvSpPr>
          <p:spPr>
            <a:xfrm>
              <a:off x="11075358" y="4654956"/>
              <a:ext cx="19681" cy="228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7" name="rc2947"/>
            <p:cNvSpPr/>
            <p:nvPr/>
          </p:nvSpPr>
          <p:spPr>
            <a:xfrm>
              <a:off x="11097227" y="4358582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8" name="rc2948"/>
            <p:cNvSpPr/>
            <p:nvPr/>
          </p:nvSpPr>
          <p:spPr>
            <a:xfrm>
              <a:off x="11119096" y="3931579"/>
              <a:ext cx="19681" cy="156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9" name="rc2949"/>
            <p:cNvSpPr/>
            <p:nvPr/>
          </p:nvSpPr>
          <p:spPr>
            <a:xfrm>
              <a:off x="11140964" y="3915920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0" name="rc2950"/>
            <p:cNvSpPr/>
            <p:nvPr/>
          </p:nvSpPr>
          <p:spPr>
            <a:xfrm>
              <a:off x="11162833" y="3969090"/>
              <a:ext cx="19681" cy="116516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1" name="rc2951"/>
            <p:cNvSpPr/>
            <p:nvPr/>
          </p:nvSpPr>
          <p:spPr>
            <a:xfrm>
              <a:off x="11184702" y="4769409"/>
              <a:ext cx="19681" cy="216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2" name="rc2952"/>
            <p:cNvSpPr/>
            <p:nvPr/>
          </p:nvSpPr>
          <p:spPr>
            <a:xfrm>
              <a:off x="11206570" y="3920727"/>
              <a:ext cx="19681" cy="58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3" name="rc2953"/>
            <p:cNvSpPr/>
            <p:nvPr/>
          </p:nvSpPr>
          <p:spPr>
            <a:xfrm>
              <a:off x="11228439" y="3995122"/>
              <a:ext cx="19681" cy="97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4" name="rc2954"/>
            <p:cNvSpPr/>
            <p:nvPr/>
          </p:nvSpPr>
          <p:spPr>
            <a:xfrm>
              <a:off x="11250308" y="3960814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5" name="rc2955"/>
            <p:cNvSpPr/>
            <p:nvPr/>
          </p:nvSpPr>
          <p:spPr>
            <a:xfrm>
              <a:off x="11272176" y="4434606"/>
              <a:ext cx="19681" cy="729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6" name="rc2956"/>
            <p:cNvSpPr/>
            <p:nvPr/>
          </p:nvSpPr>
          <p:spPr>
            <a:xfrm>
              <a:off x="11294045" y="4285151"/>
              <a:ext cx="19681" cy="34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7" name="rc2957"/>
            <p:cNvSpPr/>
            <p:nvPr/>
          </p:nvSpPr>
          <p:spPr>
            <a:xfrm>
              <a:off x="11315914" y="5901999"/>
              <a:ext cx="19681" cy="571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8" name="rc2958"/>
            <p:cNvSpPr/>
            <p:nvPr/>
          </p:nvSpPr>
          <p:spPr>
            <a:xfrm>
              <a:off x="11337782" y="3929685"/>
              <a:ext cx="19681" cy="82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9" name="rc2959"/>
            <p:cNvSpPr/>
            <p:nvPr/>
          </p:nvSpPr>
          <p:spPr>
            <a:xfrm>
              <a:off x="11359651" y="3933563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0" name="rc2960"/>
            <p:cNvSpPr/>
            <p:nvPr/>
          </p:nvSpPr>
          <p:spPr>
            <a:xfrm>
              <a:off x="11381519" y="3996331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1" name="rc2961"/>
            <p:cNvSpPr/>
            <p:nvPr/>
          </p:nvSpPr>
          <p:spPr>
            <a:xfrm>
              <a:off x="11403388" y="4420829"/>
              <a:ext cx="19681" cy="18266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2" name="rc2962"/>
            <p:cNvSpPr/>
            <p:nvPr/>
          </p:nvSpPr>
          <p:spPr>
            <a:xfrm>
              <a:off x="11425257" y="4378573"/>
              <a:ext cx="19681" cy="35583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3" name="rc2963"/>
            <p:cNvSpPr/>
            <p:nvPr/>
          </p:nvSpPr>
          <p:spPr>
            <a:xfrm>
              <a:off x="11447125" y="3915224"/>
              <a:ext cx="19681" cy="2733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4" name="rc2964"/>
            <p:cNvSpPr/>
            <p:nvPr/>
          </p:nvSpPr>
          <p:spPr>
            <a:xfrm>
              <a:off x="11468994" y="3914823"/>
              <a:ext cx="19681" cy="271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5" name="rc2965"/>
            <p:cNvSpPr/>
            <p:nvPr/>
          </p:nvSpPr>
          <p:spPr>
            <a:xfrm>
              <a:off x="11490863" y="3919120"/>
              <a:ext cx="19681" cy="128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6" name="rc2966"/>
            <p:cNvSpPr/>
            <p:nvPr/>
          </p:nvSpPr>
          <p:spPr>
            <a:xfrm>
              <a:off x="11512731" y="4687148"/>
              <a:ext cx="19681" cy="4847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7" name="rc2967"/>
            <p:cNvSpPr/>
            <p:nvPr/>
          </p:nvSpPr>
          <p:spPr>
            <a:xfrm>
              <a:off x="11534600" y="3936049"/>
              <a:ext cx="19681" cy="117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8" name="rc2968"/>
            <p:cNvSpPr/>
            <p:nvPr/>
          </p:nvSpPr>
          <p:spPr>
            <a:xfrm>
              <a:off x="11556469" y="3941515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9" name="rc2969"/>
            <p:cNvSpPr/>
            <p:nvPr/>
          </p:nvSpPr>
          <p:spPr>
            <a:xfrm>
              <a:off x="11578337" y="4011220"/>
              <a:ext cx="19681" cy="19868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0" name="rc2970"/>
            <p:cNvSpPr/>
            <p:nvPr/>
          </p:nvSpPr>
          <p:spPr>
            <a:xfrm>
              <a:off x="11600206" y="4092134"/>
              <a:ext cx="19681" cy="51503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1" name="rc2971"/>
            <p:cNvSpPr/>
            <p:nvPr/>
          </p:nvSpPr>
          <p:spPr>
            <a:xfrm>
              <a:off x="11622075" y="3915539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2" name="rc2972"/>
            <p:cNvSpPr/>
            <p:nvPr/>
          </p:nvSpPr>
          <p:spPr>
            <a:xfrm>
              <a:off x="11643943" y="4008349"/>
              <a:ext cx="19681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3" name="rc2973"/>
            <p:cNvSpPr/>
            <p:nvPr/>
          </p:nvSpPr>
          <p:spPr>
            <a:xfrm>
              <a:off x="11665812" y="4113689"/>
              <a:ext cx="19681" cy="1972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4" name="rc2974"/>
            <p:cNvSpPr/>
            <p:nvPr/>
          </p:nvSpPr>
          <p:spPr>
            <a:xfrm>
              <a:off x="11687681" y="3929340"/>
              <a:ext cx="19681" cy="58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5" name="rc2975"/>
            <p:cNvSpPr/>
            <p:nvPr/>
          </p:nvSpPr>
          <p:spPr>
            <a:xfrm>
              <a:off x="11709549" y="3914766"/>
              <a:ext cx="19681" cy="76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6" name="rc2976"/>
            <p:cNvSpPr/>
            <p:nvPr/>
          </p:nvSpPr>
          <p:spPr>
            <a:xfrm>
              <a:off x="11731418" y="3912908"/>
              <a:ext cx="19681" cy="12053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7" name="rc2977"/>
            <p:cNvSpPr/>
            <p:nvPr/>
          </p:nvSpPr>
          <p:spPr>
            <a:xfrm>
              <a:off x="11753287" y="4291102"/>
              <a:ext cx="19681" cy="53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8" name="rc2978"/>
            <p:cNvSpPr/>
            <p:nvPr/>
          </p:nvSpPr>
          <p:spPr>
            <a:xfrm>
              <a:off x="11775155" y="3912433"/>
              <a:ext cx="19681" cy="17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9" name="rc2979"/>
            <p:cNvSpPr/>
            <p:nvPr/>
          </p:nvSpPr>
          <p:spPr>
            <a:xfrm>
              <a:off x="11797024" y="4702634"/>
              <a:ext cx="19681" cy="1989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0" name="rc2980"/>
            <p:cNvSpPr/>
            <p:nvPr/>
          </p:nvSpPr>
          <p:spPr>
            <a:xfrm>
              <a:off x="8910362" y="5426218"/>
              <a:ext cx="19681" cy="24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1" name="rc2981"/>
            <p:cNvSpPr/>
            <p:nvPr/>
          </p:nvSpPr>
          <p:spPr>
            <a:xfrm>
              <a:off x="8932230" y="4044371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2" name="rc2982"/>
            <p:cNvSpPr/>
            <p:nvPr/>
          </p:nvSpPr>
          <p:spPr>
            <a:xfrm>
              <a:off x="8954099" y="4209458"/>
              <a:ext cx="19681" cy="28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3" name="rc2983"/>
            <p:cNvSpPr/>
            <p:nvPr/>
          </p:nvSpPr>
          <p:spPr>
            <a:xfrm>
              <a:off x="8975968" y="3989597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4" name="rc2984"/>
            <p:cNvSpPr/>
            <p:nvPr/>
          </p:nvSpPr>
          <p:spPr>
            <a:xfrm>
              <a:off x="8997836" y="3918421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5" name="rc2985"/>
            <p:cNvSpPr/>
            <p:nvPr/>
          </p:nvSpPr>
          <p:spPr>
            <a:xfrm>
              <a:off x="9019705" y="4566914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6" name="rc2986"/>
            <p:cNvSpPr/>
            <p:nvPr/>
          </p:nvSpPr>
          <p:spPr>
            <a:xfrm>
              <a:off x="9041574" y="6620654"/>
              <a:ext cx="19681" cy="30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7" name="rc2987"/>
            <p:cNvSpPr/>
            <p:nvPr/>
          </p:nvSpPr>
          <p:spPr>
            <a:xfrm>
              <a:off x="9063442" y="3909704"/>
              <a:ext cx="19681" cy="63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8" name="rc2988"/>
            <p:cNvSpPr/>
            <p:nvPr/>
          </p:nvSpPr>
          <p:spPr>
            <a:xfrm>
              <a:off x="9085311" y="3907523"/>
              <a:ext cx="19681" cy="45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9" name="rc2989"/>
            <p:cNvSpPr/>
            <p:nvPr/>
          </p:nvSpPr>
          <p:spPr>
            <a:xfrm>
              <a:off x="9107180" y="3927989"/>
              <a:ext cx="19681" cy="25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0" name="rc2990"/>
            <p:cNvSpPr/>
            <p:nvPr/>
          </p:nvSpPr>
          <p:spPr>
            <a:xfrm>
              <a:off x="9129048" y="3918752"/>
              <a:ext cx="19681" cy="105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1" name="rc2991"/>
            <p:cNvSpPr/>
            <p:nvPr/>
          </p:nvSpPr>
          <p:spPr>
            <a:xfrm>
              <a:off x="9150917" y="4560155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2" name="rc2992"/>
            <p:cNvSpPr/>
            <p:nvPr/>
          </p:nvSpPr>
          <p:spPr>
            <a:xfrm>
              <a:off x="9172785" y="3914595"/>
              <a:ext cx="19681" cy="60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3" name="rc2993"/>
            <p:cNvSpPr/>
            <p:nvPr/>
          </p:nvSpPr>
          <p:spPr>
            <a:xfrm>
              <a:off x="9194654" y="3910764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4" name="rc2994"/>
            <p:cNvSpPr/>
            <p:nvPr/>
          </p:nvSpPr>
          <p:spPr>
            <a:xfrm>
              <a:off x="9216523" y="3919129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5" name="rc2995"/>
            <p:cNvSpPr/>
            <p:nvPr/>
          </p:nvSpPr>
          <p:spPr>
            <a:xfrm>
              <a:off x="9238391" y="3986513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6" name="rc2996"/>
            <p:cNvSpPr/>
            <p:nvPr/>
          </p:nvSpPr>
          <p:spPr>
            <a:xfrm>
              <a:off x="9260260" y="5202777"/>
              <a:ext cx="19681" cy="141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7" name="rc2997"/>
            <p:cNvSpPr/>
            <p:nvPr/>
          </p:nvSpPr>
          <p:spPr>
            <a:xfrm>
              <a:off x="9282129" y="3912026"/>
              <a:ext cx="19681" cy="7425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8" name="rc2998"/>
            <p:cNvSpPr/>
            <p:nvPr/>
          </p:nvSpPr>
          <p:spPr>
            <a:xfrm>
              <a:off x="9303997" y="3910038"/>
              <a:ext cx="19681" cy="40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9" name="rc2999"/>
            <p:cNvSpPr/>
            <p:nvPr/>
          </p:nvSpPr>
          <p:spPr>
            <a:xfrm>
              <a:off x="9325866" y="4156067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0" name="rc3000"/>
            <p:cNvSpPr/>
            <p:nvPr/>
          </p:nvSpPr>
          <p:spPr>
            <a:xfrm>
              <a:off x="9347735" y="4088073"/>
              <a:ext cx="19681" cy="24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1" name="rc3001"/>
            <p:cNvSpPr/>
            <p:nvPr/>
          </p:nvSpPr>
          <p:spPr>
            <a:xfrm>
              <a:off x="9369603" y="4602498"/>
              <a:ext cx="19681" cy="20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2" name="rc3002"/>
            <p:cNvSpPr/>
            <p:nvPr/>
          </p:nvSpPr>
          <p:spPr>
            <a:xfrm>
              <a:off x="9391472" y="4174663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3" name="rc3003"/>
            <p:cNvSpPr/>
            <p:nvPr/>
          </p:nvSpPr>
          <p:spPr>
            <a:xfrm>
              <a:off x="9413341" y="3909926"/>
              <a:ext cx="19681" cy="107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4" name="rc3004"/>
            <p:cNvSpPr/>
            <p:nvPr/>
          </p:nvSpPr>
          <p:spPr>
            <a:xfrm>
              <a:off x="9435209" y="4099606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5" name="rc3005"/>
            <p:cNvSpPr/>
            <p:nvPr/>
          </p:nvSpPr>
          <p:spPr>
            <a:xfrm>
              <a:off x="9457078" y="3913161"/>
              <a:ext cx="19681" cy="12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6" name="rc3006"/>
            <p:cNvSpPr/>
            <p:nvPr/>
          </p:nvSpPr>
          <p:spPr>
            <a:xfrm>
              <a:off x="9478947" y="4226279"/>
              <a:ext cx="19681" cy="2281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7" name="rc3007"/>
            <p:cNvSpPr/>
            <p:nvPr/>
          </p:nvSpPr>
          <p:spPr>
            <a:xfrm>
              <a:off x="9500815" y="4325472"/>
              <a:ext cx="19681" cy="1421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8" name="rc3008"/>
            <p:cNvSpPr/>
            <p:nvPr/>
          </p:nvSpPr>
          <p:spPr>
            <a:xfrm>
              <a:off x="9522684" y="6592560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9" name="rc3009"/>
            <p:cNvSpPr/>
            <p:nvPr/>
          </p:nvSpPr>
          <p:spPr>
            <a:xfrm>
              <a:off x="9544553" y="3968531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0" name="rc3010"/>
            <p:cNvSpPr/>
            <p:nvPr/>
          </p:nvSpPr>
          <p:spPr>
            <a:xfrm>
              <a:off x="9566421" y="3916254"/>
              <a:ext cx="19681" cy="96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1" name="rc3011"/>
            <p:cNvSpPr/>
            <p:nvPr/>
          </p:nvSpPr>
          <p:spPr>
            <a:xfrm>
              <a:off x="9588290" y="4091161"/>
              <a:ext cx="19681" cy="47401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2" name="rc3012"/>
            <p:cNvSpPr/>
            <p:nvPr/>
          </p:nvSpPr>
          <p:spPr>
            <a:xfrm>
              <a:off x="9610159" y="3908828"/>
              <a:ext cx="19681" cy="124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3" name="rc3013"/>
            <p:cNvSpPr/>
            <p:nvPr/>
          </p:nvSpPr>
          <p:spPr>
            <a:xfrm>
              <a:off x="9632027" y="4189539"/>
              <a:ext cx="19681" cy="29550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4" name="rc3014"/>
            <p:cNvSpPr/>
            <p:nvPr/>
          </p:nvSpPr>
          <p:spPr>
            <a:xfrm>
              <a:off x="9653896" y="3977008"/>
              <a:ext cx="19681" cy="270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5" name="rc3015"/>
            <p:cNvSpPr/>
            <p:nvPr/>
          </p:nvSpPr>
          <p:spPr>
            <a:xfrm>
              <a:off x="9675765" y="4068387"/>
              <a:ext cx="19681" cy="35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6" name="rc3016"/>
            <p:cNvSpPr/>
            <p:nvPr/>
          </p:nvSpPr>
          <p:spPr>
            <a:xfrm>
              <a:off x="9697633" y="3911372"/>
              <a:ext cx="19681" cy="111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7" name="rc3017"/>
            <p:cNvSpPr/>
            <p:nvPr/>
          </p:nvSpPr>
          <p:spPr>
            <a:xfrm>
              <a:off x="9719502" y="3910727"/>
              <a:ext cx="19681" cy="12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8" name="rc3018"/>
            <p:cNvSpPr/>
            <p:nvPr/>
          </p:nvSpPr>
          <p:spPr>
            <a:xfrm>
              <a:off x="9741370" y="3907941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9" name="rc3019"/>
            <p:cNvSpPr/>
            <p:nvPr/>
          </p:nvSpPr>
          <p:spPr>
            <a:xfrm>
              <a:off x="9763239" y="4621596"/>
              <a:ext cx="19681" cy="3113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0" name="rc3020"/>
            <p:cNvSpPr/>
            <p:nvPr/>
          </p:nvSpPr>
          <p:spPr>
            <a:xfrm>
              <a:off x="9785108" y="5242202"/>
              <a:ext cx="19681" cy="147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1" name="rc3021"/>
            <p:cNvSpPr/>
            <p:nvPr/>
          </p:nvSpPr>
          <p:spPr>
            <a:xfrm>
              <a:off x="9806976" y="4460620"/>
              <a:ext cx="19681" cy="59509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2" name="rc3022"/>
            <p:cNvSpPr/>
            <p:nvPr/>
          </p:nvSpPr>
          <p:spPr>
            <a:xfrm>
              <a:off x="9828845" y="3909137"/>
              <a:ext cx="19681" cy="80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3" name="rc3023"/>
            <p:cNvSpPr/>
            <p:nvPr/>
          </p:nvSpPr>
          <p:spPr>
            <a:xfrm>
              <a:off x="9850714" y="4154531"/>
              <a:ext cx="19681" cy="15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4" name="rc3024"/>
            <p:cNvSpPr/>
            <p:nvPr/>
          </p:nvSpPr>
          <p:spPr>
            <a:xfrm>
              <a:off x="9872582" y="3946678"/>
              <a:ext cx="19681" cy="54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5" name="rc3025"/>
            <p:cNvSpPr/>
            <p:nvPr/>
          </p:nvSpPr>
          <p:spPr>
            <a:xfrm>
              <a:off x="9894451" y="4469836"/>
              <a:ext cx="19681" cy="38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6" name="rc3026"/>
            <p:cNvSpPr/>
            <p:nvPr/>
          </p:nvSpPr>
          <p:spPr>
            <a:xfrm>
              <a:off x="9916320" y="4562691"/>
              <a:ext cx="19681" cy="32151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7" name="rc3027"/>
            <p:cNvSpPr/>
            <p:nvPr/>
          </p:nvSpPr>
          <p:spPr>
            <a:xfrm>
              <a:off x="9938188" y="4746892"/>
              <a:ext cx="19681" cy="5293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8" name="rc3028"/>
            <p:cNvSpPr/>
            <p:nvPr/>
          </p:nvSpPr>
          <p:spPr>
            <a:xfrm>
              <a:off x="9960057" y="4130043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9" name="rc3029"/>
            <p:cNvSpPr/>
            <p:nvPr/>
          </p:nvSpPr>
          <p:spPr>
            <a:xfrm>
              <a:off x="9981926" y="3938655"/>
              <a:ext cx="19681" cy="75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0" name="rc3030"/>
            <p:cNvSpPr/>
            <p:nvPr/>
          </p:nvSpPr>
          <p:spPr>
            <a:xfrm>
              <a:off x="10003794" y="3909472"/>
              <a:ext cx="19681" cy="14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1" name="rc3031"/>
            <p:cNvSpPr/>
            <p:nvPr/>
          </p:nvSpPr>
          <p:spPr>
            <a:xfrm>
              <a:off x="10025663" y="3907373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2" name="rc3032"/>
            <p:cNvSpPr/>
            <p:nvPr/>
          </p:nvSpPr>
          <p:spPr>
            <a:xfrm>
              <a:off x="10047532" y="3910122"/>
              <a:ext cx="19681" cy="19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3" name="rc3033"/>
            <p:cNvSpPr/>
            <p:nvPr/>
          </p:nvSpPr>
          <p:spPr>
            <a:xfrm>
              <a:off x="10069400" y="3918349"/>
              <a:ext cx="19681" cy="26950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4" name="rc3034"/>
            <p:cNvSpPr/>
            <p:nvPr/>
          </p:nvSpPr>
          <p:spPr>
            <a:xfrm>
              <a:off x="10091269" y="5390495"/>
              <a:ext cx="19681" cy="23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5" name="rc3035"/>
            <p:cNvSpPr/>
            <p:nvPr/>
          </p:nvSpPr>
          <p:spPr>
            <a:xfrm>
              <a:off x="10113138" y="4232564"/>
              <a:ext cx="19681" cy="43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6" name="rc3036"/>
            <p:cNvSpPr/>
            <p:nvPr/>
          </p:nvSpPr>
          <p:spPr>
            <a:xfrm>
              <a:off x="10135006" y="3908743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7" name="rc3037"/>
            <p:cNvSpPr/>
            <p:nvPr/>
          </p:nvSpPr>
          <p:spPr>
            <a:xfrm>
              <a:off x="10156875" y="4862434"/>
              <a:ext cx="19681" cy="66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8" name="rc3038"/>
            <p:cNvSpPr/>
            <p:nvPr/>
          </p:nvSpPr>
          <p:spPr>
            <a:xfrm>
              <a:off x="10178744" y="3979656"/>
              <a:ext cx="19681" cy="139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9" name="rc3039"/>
            <p:cNvSpPr/>
            <p:nvPr/>
          </p:nvSpPr>
          <p:spPr>
            <a:xfrm>
              <a:off x="10200612" y="6611674"/>
              <a:ext cx="19681" cy="16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0" name="rc3040"/>
            <p:cNvSpPr/>
            <p:nvPr/>
          </p:nvSpPr>
          <p:spPr>
            <a:xfrm>
              <a:off x="10222481" y="5109866"/>
              <a:ext cx="19681" cy="703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1" name="rc3041"/>
            <p:cNvSpPr/>
            <p:nvPr/>
          </p:nvSpPr>
          <p:spPr>
            <a:xfrm>
              <a:off x="10244350" y="4374770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2" name="rc3042"/>
            <p:cNvSpPr/>
            <p:nvPr/>
          </p:nvSpPr>
          <p:spPr>
            <a:xfrm>
              <a:off x="10266218" y="4490839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3" name="rc3043"/>
            <p:cNvSpPr/>
            <p:nvPr/>
          </p:nvSpPr>
          <p:spPr>
            <a:xfrm>
              <a:off x="10288087" y="4545101"/>
              <a:ext cx="19681" cy="135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4" name="rc3044"/>
            <p:cNvSpPr/>
            <p:nvPr/>
          </p:nvSpPr>
          <p:spPr>
            <a:xfrm>
              <a:off x="10309955" y="4487087"/>
              <a:ext cx="19681" cy="12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5" name="rc3045"/>
            <p:cNvSpPr/>
            <p:nvPr/>
          </p:nvSpPr>
          <p:spPr>
            <a:xfrm>
              <a:off x="10331824" y="3952923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6" name="rc3046"/>
            <p:cNvSpPr/>
            <p:nvPr/>
          </p:nvSpPr>
          <p:spPr>
            <a:xfrm>
              <a:off x="10353693" y="3922915"/>
              <a:ext cx="19681" cy="52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7" name="rc3047"/>
            <p:cNvSpPr/>
            <p:nvPr/>
          </p:nvSpPr>
          <p:spPr>
            <a:xfrm>
              <a:off x="10375561" y="3939204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8" name="rc3048"/>
            <p:cNvSpPr/>
            <p:nvPr/>
          </p:nvSpPr>
          <p:spPr>
            <a:xfrm>
              <a:off x="10397430" y="3908220"/>
              <a:ext cx="19681" cy="59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9" name="rc3049"/>
            <p:cNvSpPr/>
            <p:nvPr/>
          </p:nvSpPr>
          <p:spPr>
            <a:xfrm>
              <a:off x="10419299" y="3928879"/>
              <a:ext cx="19681" cy="255469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0" name="rc3050"/>
            <p:cNvSpPr/>
            <p:nvPr/>
          </p:nvSpPr>
          <p:spPr>
            <a:xfrm>
              <a:off x="10441167" y="6120287"/>
              <a:ext cx="19681" cy="16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1" name="rc3051"/>
            <p:cNvSpPr/>
            <p:nvPr/>
          </p:nvSpPr>
          <p:spPr>
            <a:xfrm>
              <a:off x="10463036" y="4109513"/>
              <a:ext cx="19681" cy="190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2" name="rc3052"/>
            <p:cNvSpPr/>
            <p:nvPr/>
          </p:nvSpPr>
          <p:spPr>
            <a:xfrm>
              <a:off x="10484905" y="3911092"/>
              <a:ext cx="19681" cy="18865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3" name="rc3053"/>
            <p:cNvSpPr/>
            <p:nvPr/>
          </p:nvSpPr>
          <p:spPr>
            <a:xfrm>
              <a:off x="10506773" y="3908636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4" name="rc3054"/>
            <p:cNvSpPr/>
            <p:nvPr/>
          </p:nvSpPr>
          <p:spPr>
            <a:xfrm>
              <a:off x="10528642" y="4585727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5" name="rc3055"/>
            <p:cNvSpPr/>
            <p:nvPr/>
          </p:nvSpPr>
          <p:spPr>
            <a:xfrm>
              <a:off x="10550511" y="4190741"/>
              <a:ext cx="19681" cy="7014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6" name="rc3056"/>
            <p:cNvSpPr/>
            <p:nvPr/>
          </p:nvSpPr>
          <p:spPr>
            <a:xfrm>
              <a:off x="10572379" y="4113135"/>
              <a:ext cx="19681" cy="14081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7" name="rc3057"/>
            <p:cNvSpPr/>
            <p:nvPr/>
          </p:nvSpPr>
          <p:spPr>
            <a:xfrm>
              <a:off x="10594248" y="3907587"/>
              <a:ext cx="19681" cy="38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8" name="rc3058"/>
            <p:cNvSpPr/>
            <p:nvPr/>
          </p:nvSpPr>
          <p:spPr>
            <a:xfrm>
              <a:off x="10616117" y="3909092"/>
              <a:ext cx="19681" cy="25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9" name="rc3059"/>
            <p:cNvSpPr/>
            <p:nvPr/>
          </p:nvSpPr>
          <p:spPr>
            <a:xfrm>
              <a:off x="10637985" y="4032438"/>
              <a:ext cx="19681" cy="162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0" name="rc3060"/>
            <p:cNvSpPr/>
            <p:nvPr/>
          </p:nvSpPr>
          <p:spPr>
            <a:xfrm>
              <a:off x="10659854" y="3993470"/>
              <a:ext cx="19681" cy="50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1" name="rc3061"/>
            <p:cNvSpPr/>
            <p:nvPr/>
          </p:nvSpPr>
          <p:spPr>
            <a:xfrm>
              <a:off x="10681723" y="4463911"/>
              <a:ext cx="19681" cy="45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2" name="rc3062"/>
            <p:cNvSpPr/>
            <p:nvPr/>
          </p:nvSpPr>
          <p:spPr>
            <a:xfrm>
              <a:off x="10703591" y="3927738"/>
              <a:ext cx="19681" cy="12756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3" name="rc3063"/>
            <p:cNvSpPr/>
            <p:nvPr/>
          </p:nvSpPr>
          <p:spPr>
            <a:xfrm>
              <a:off x="10725460" y="3917036"/>
              <a:ext cx="19681" cy="95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4" name="rc3064"/>
            <p:cNvSpPr/>
            <p:nvPr/>
          </p:nvSpPr>
          <p:spPr>
            <a:xfrm>
              <a:off x="10747329" y="3914223"/>
              <a:ext cx="19681" cy="57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5" name="rc3065"/>
            <p:cNvSpPr/>
            <p:nvPr/>
          </p:nvSpPr>
          <p:spPr>
            <a:xfrm>
              <a:off x="10769197" y="3921850"/>
              <a:ext cx="19681" cy="9784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6" name="rc3066"/>
            <p:cNvSpPr/>
            <p:nvPr/>
          </p:nvSpPr>
          <p:spPr>
            <a:xfrm>
              <a:off x="10791066" y="3921910"/>
              <a:ext cx="19681" cy="51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7" name="rc3067"/>
            <p:cNvSpPr/>
            <p:nvPr/>
          </p:nvSpPr>
          <p:spPr>
            <a:xfrm>
              <a:off x="10812934" y="4694486"/>
              <a:ext cx="19681" cy="62032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8" name="rc3068"/>
            <p:cNvSpPr/>
            <p:nvPr/>
          </p:nvSpPr>
          <p:spPr>
            <a:xfrm>
              <a:off x="10834803" y="5092299"/>
              <a:ext cx="19681" cy="43181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9" name="rc3069"/>
            <p:cNvSpPr/>
            <p:nvPr/>
          </p:nvSpPr>
          <p:spPr>
            <a:xfrm>
              <a:off x="10856672" y="3921718"/>
              <a:ext cx="19681" cy="7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0" name="rc3070"/>
            <p:cNvSpPr/>
            <p:nvPr/>
          </p:nvSpPr>
          <p:spPr>
            <a:xfrm>
              <a:off x="10878540" y="3995053"/>
              <a:ext cx="19681" cy="40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1" name="rc3071"/>
            <p:cNvSpPr/>
            <p:nvPr/>
          </p:nvSpPr>
          <p:spPr>
            <a:xfrm>
              <a:off x="10900409" y="4941134"/>
              <a:ext cx="19681" cy="3392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2" name="rc3072"/>
            <p:cNvSpPr/>
            <p:nvPr/>
          </p:nvSpPr>
          <p:spPr>
            <a:xfrm>
              <a:off x="10922278" y="3913989"/>
              <a:ext cx="19681" cy="39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3" name="rc3073"/>
            <p:cNvSpPr/>
            <p:nvPr/>
          </p:nvSpPr>
          <p:spPr>
            <a:xfrm>
              <a:off x="10944146" y="3911848"/>
              <a:ext cx="19681" cy="9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4" name="rc3074"/>
            <p:cNvSpPr/>
            <p:nvPr/>
          </p:nvSpPr>
          <p:spPr>
            <a:xfrm>
              <a:off x="10966015" y="3916133"/>
              <a:ext cx="19681" cy="28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5" name="rc3075"/>
            <p:cNvSpPr/>
            <p:nvPr/>
          </p:nvSpPr>
          <p:spPr>
            <a:xfrm>
              <a:off x="10987884" y="3921342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6" name="rc3076"/>
            <p:cNvSpPr/>
            <p:nvPr/>
          </p:nvSpPr>
          <p:spPr>
            <a:xfrm>
              <a:off x="11009752" y="3970708"/>
              <a:ext cx="19681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7" name="rc3077"/>
            <p:cNvSpPr/>
            <p:nvPr/>
          </p:nvSpPr>
          <p:spPr>
            <a:xfrm>
              <a:off x="11031621" y="4218114"/>
              <a:ext cx="19681" cy="255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8" name="rc3078"/>
            <p:cNvSpPr/>
            <p:nvPr/>
          </p:nvSpPr>
          <p:spPr>
            <a:xfrm>
              <a:off x="11053490" y="4883244"/>
              <a:ext cx="19681" cy="27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9" name="rc3079"/>
            <p:cNvSpPr/>
            <p:nvPr/>
          </p:nvSpPr>
          <p:spPr>
            <a:xfrm>
              <a:off x="11075358" y="4657243"/>
              <a:ext cx="19681" cy="34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0" name="rc3080"/>
            <p:cNvSpPr/>
            <p:nvPr/>
          </p:nvSpPr>
          <p:spPr>
            <a:xfrm>
              <a:off x="11097227" y="4358582"/>
              <a:ext cx="19681" cy="18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1" name="rc3081"/>
            <p:cNvSpPr/>
            <p:nvPr/>
          </p:nvSpPr>
          <p:spPr>
            <a:xfrm>
              <a:off x="11119096" y="3933143"/>
              <a:ext cx="19681" cy="128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2" name="rc3082"/>
            <p:cNvSpPr/>
            <p:nvPr/>
          </p:nvSpPr>
          <p:spPr>
            <a:xfrm>
              <a:off x="11140964" y="3915920"/>
              <a:ext cx="19681" cy="97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3" name="rc3083"/>
            <p:cNvSpPr/>
            <p:nvPr/>
          </p:nvSpPr>
          <p:spPr>
            <a:xfrm>
              <a:off x="11162833" y="5134253"/>
              <a:ext cx="19681" cy="126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4" name="rc3084"/>
            <p:cNvSpPr/>
            <p:nvPr/>
          </p:nvSpPr>
          <p:spPr>
            <a:xfrm>
              <a:off x="11184702" y="4771572"/>
              <a:ext cx="19681" cy="19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5" name="rc3085"/>
            <p:cNvSpPr/>
            <p:nvPr/>
          </p:nvSpPr>
          <p:spPr>
            <a:xfrm>
              <a:off x="11206570" y="3921312"/>
              <a:ext cx="19681" cy="14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6" name="rc3086"/>
            <p:cNvSpPr/>
            <p:nvPr/>
          </p:nvSpPr>
          <p:spPr>
            <a:xfrm>
              <a:off x="11228439" y="3996100"/>
              <a:ext cx="19681" cy="199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7" name="rc3087"/>
            <p:cNvSpPr/>
            <p:nvPr/>
          </p:nvSpPr>
          <p:spPr>
            <a:xfrm>
              <a:off x="11250308" y="3960814"/>
              <a:ext cx="19681" cy="54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8" name="rc3088"/>
            <p:cNvSpPr/>
            <p:nvPr/>
          </p:nvSpPr>
          <p:spPr>
            <a:xfrm>
              <a:off x="11272176" y="4441898"/>
              <a:ext cx="19681" cy="102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9" name="rc3089"/>
            <p:cNvSpPr/>
            <p:nvPr/>
          </p:nvSpPr>
          <p:spPr>
            <a:xfrm>
              <a:off x="11294045" y="4285496"/>
              <a:ext cx="19681" cy="41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0" name="rc3090"/>
            <p:cNvSpPr/>
            <p:nvPr/>
          </p:nvSpPr>
          <p:spPr>
            <a:xfrm>
              <a:off x="11315914" y="5907718"/>
              <a:ext cx="19681" cy="38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1" name="rc3091"/>
            <p:cNvSpPr/>
            <p:nvPr/>
          </p:nvSpPr>
          <p:spPr>
            <a:xfrm>
              <a:off x="11337782" y="3930509"/>
              <a:ext cx="19681" cy="96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2" name="rc3092"/>
            <p:cNvSpPr/>
            <p:nvPr/>
          </p:nvSpPr>
          <p:spPr>
            <a:xfrm>
              <a:off x="11359651" y="3933563"/>
              <a:ext cx="19681" cy="91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3" name="rc3093"/>
            <p:cNvSpPr/>
            <p:nvPr/>
          </p:nvSpPr>
          <p:spPr>
            <a:xfrm>
              <a:off x="11381519" y="3996331"/>
              <a:ext cx="19681" cy="22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4" name="rc3094"/>
            <p:cNvSpPr/>
            <p:nvPr/>
          </p:nvSpPr>
          <p:spPr>
            <a:xfrm>
              <a:off x="11403388" y="4603497"/>
              <a:ext cx="19681" cy="11691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5" name="rc3095"/>
            <p:cNvSpPr/>
            <p:nvPr/>
          </p:nvSpPr>
          <p:spPr>
            <a:xfrm>
              <a:off x="11425257" y="4734404"/>
              <a:ext cx="19681" cy="133850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6" name="rc3096"/>
            <p:cNvSpPr/>
            <p:nvPr/>
          </p:nvSpPr>
          <p:spPr>
            <a:xfrm>
              <a:off x="11447125" y="3942554"/>
              <a:ext cx="19681" cy="95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7" name="rc3097"/>
            <p:cNvSpPr/>
            <p:nvPr/>
          </p:nvSpPr>
          <p:spPr>
            <a:xfrm>
              <a:off x="11468994" y="3917535"/>
              <a:ext cx="19681" cy="59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8" name="rc3098"/>
            <p:cNvSpPr/>
            <p:nvPr/>
          </p:nvSpPr>
          <p:spPr>
            <a:xfrm>
              <a:off x="11490863" y="3920408"/>
              <a:ext cx="19681" cy="41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9" name="rc3099"/>
            <p:cNvSpPr/>
            <p:nvPr/>
          </p:nvSpPr>
          <p:spPr>
            <a:xfrm>
              <a:off x="11512731" y="4735626"/>
              <a:ext cx="19681" cy="24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0" name="rc3100"/>
            <p:cNvSpPr/>
            <p:nvPr/>
          </p:nvSpPr>
          <p:spPr>
            <a:xfrm>
              <a:off x="11534600" y="3937224"/>
              <a:ext cx="19681" cy="11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1" name="rc3101"/>
            <p:cNvSpPr/>
            <p:nvPr/>
          </p:nvSpPr>
          <p:spPr>
            <a:xfrm>
              <a:off x="11556469" y="3941515"/>
              <a:ext cx="19681" cy="125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2" name="rc3102"/>
            <p:cNvSpPr/>
            <p:nvPr/>
          </p:nvSpPr>
          <p:spPr>
            <a:xfrm>
              <a:off x="11578337" y="4209907"/>
              <a:ext cx="19681" cy="88771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3" name="rc3103"/>
            <p:cNvSpPr/>
            <p:nvPr/>
          </p:nvSpPr>
          <p:spPr>
            <a:xfrm>
              <a:off x="11600206" y="4607169"/>
              <a:ext cx="19681" cy="66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4" name="rc3104"/>
            <p:cNvSpPr/>
            <p:nvPr/>
          </p:nvSpPr>
          <p:spPr>
            <a:xfrm>
              <a:off x="11622075" y="3915539"/>
              <a:ext cx="19681" cy="646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5" name="rc3105"/>
            <p:cNvSpPr/>
            <p:nvPr/>
          </p:nvSpPr>
          <p:spPr>
            <a:xfrm>
              <a:off x="11643943" y="4008349"/>
              <a:ext cx="19681" cy="154269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6" name="rc3106"/>
            <p:cNvSpPr/>
            <p:nvPr/>
          </p:nvSpPr>
          <p:spPr>
            <a:xfrm>
              <a:off x="11665812" y="4133415"/>
              <a:ext cx="19681" cy="133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7" name="rc3107"/>
            <p:cNvSpPr/>
            <p:nvPr/>
          </p:nvSpPr>
          <p:spPr>
            <a:xfrm>
              <a:off x="11687681" y="3929927"/>
              <a:ext cx="19681" cy="271849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8" name="rc3108"/>
            <p:cNvSpPr/>
            <p:nvPr/>
          </p:nvSpPr>
          <p:spPr>
            <a:xfrm>
              <a:off x="11709549" y="3915528"/>
              <a:ext cx="19681" cy="72491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9" name="rc3109"/>
            <p:cNvSpPr/>
            <p:nvPr/>
          </p:nvSpPr>
          <p:spPr>
            <a:xfrm>
              <a:off x="11731418" y="4033443"/>
              <a:ext cx="19681" cy="250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0" name="rc3110"/>
            <p:cNvSpPr/>
            <p:nvPr/>
          </p:nvSpPr>
          <p:spPr>
            <a:xfrm>
              <a:off x="11753287" y="4291639"/>
              <a:ext cx="19681" cy="119051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1" name="rc3111"/>
            <p:cNvSpPr/>
            <p:nvPr/>
          </p:nvSpPr>
          <p:spPr>
            <a:xfrm>
              <a:off x="11775155" y="3912605"/>
              <a:ext cx="19681" cy="260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2" name="rc3112"/>
            <p:cNvSpPr/>
            <p:nvPr/>
          </p:nvSpPr>
          <p:spPr>
            <a:xfrm>
              <a:off x="11797024" y="4722525"/>
              <a:ext cx="19681" cy="463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3" name="rc3113"/>
            <p:cNvSpPr/>
            <p:nvPr/>
          </p:nvSpPr>
          <p:spPr>
            <a:xfrm>
              <a:off x="8910362" y="5426466"/>
              <a:ext cx="19681" cy="215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4" name="rc3114"/>
            <p:cNvSpPr/>
            <p:nvPr/>
          </p:nvSpPr>
          <p:spPr>
            <a:xfrm>
              <a:off x="8932230" y="4044371"/>
              <a:ext cx="19681" cy="19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5" name="rc3115"/>
            <p:cNvSpPr/>
            <p:nvPr/>
          </p:nvSpPr>
          <p:spPr>
            <a:xfrm>
              <a:off x="8954099" y="4209740"/>
              <a:ext cx="19681" cy="75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6" name="rc3116"/>
            <p:cNvSpPr/>
            <p:nvPr/>
          </p:nvSpPr>
          <p:spPr>
            <a:xfrm>
              <a:off x="8975968" y="3989597"/>
              <a:ext cx="19681" cy="135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7" name="rc3117"/>
            <p:cNvSpPr/>
            <p:nvPr/>
          </p:nvSpPr>
          <p:spPr>
            <a:xfrm>
              <a:off x="8997836" y="3918421"/>
              <a:ext cx="19681" cy="74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8" name="rc3118"/>
            <p:cNvSpPr/>
            <p:nvPr/>
          </p:nvSpPr>
          <p:spPr>
            <a:xfrm>
              <a:off x="9019705" y="4566914"/>
              <a:ext cx="19681" cy="844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9" name="rc3119"/>
            <p:cNvSpPr/>
            <p:nvPr/>
          </p:nvSpPr>
          <p:spPr>
            <a:xfrm>
              <a:off x="9041574" y="6620955"/>
              <a:ext cx="19681" cy="286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0" name="rc3120"/>
            <p:cNvSpPr/>
            <p:nvPr/>
          </p:nvSpPr>
          <p:spPr>
            <a:xfrm>
              <a:off x="9063442" y="3910340"/>
              <a:ext cx="19681" cy="84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1" name="rc3121"/>
            <p:cNvSpPr/>
            <p:nvPr/>
          </p:nvSpPr>
          <p:spPr>
            <a:xfrm>
              <a:off x="9085311" y="3907978"/>
              <a:ext cx="19681" cy="230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2" name="rc3122"/>
            <p:cNvSpPr/>
            <p:nvPr/>
          </p:nvSpPr>
          <p:spPr>
            <a:xfrm>
              <a:off x="9107180" y="3928242"/>
              <a:ext cx="19681" cy="69877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3" name="rc3123"/>
            <p:cNvSpPr/>
            <p:nvPr/>
          </p:nvSpPr>
          <p:spPr>
            <a:xfrm>
              <a:off x="9129048" y="3919804"/>
              <a:ext cx="19681" cy="315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4" name="rc3124"/>
            <p:cNvSpPr/>
            <p:nvPr/>
          </p:nvSpPr>
          <p:spPr>
            <a:xfrm>
              <a:off x="9150917" y="4560155"/>
              <a:ext cx="19681" cy="108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5" name="rc3125"/>
            <p:cNvSpPr/>
            <p:nvPr/>
          </p:nvSpPr>
          <p:spPr>
            <a:xfrm>
              <a:off x="9172785" y="3915198"/>
              <a:ext cx="19681" cy="172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6" name="rc3126"/>
            <p:cNvSpPr/>
            <p:nvPr/>
          </p:nvSpPr>
          <p:spPr>
            <a:xfrm>
              <a:off x="9194654" y="3910764"/>
              <a:ext cx="19681" cy="129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7" name="rc3127"/>
            <p:cNvSpPr/>
            <p:nvPr/>
          </p:nvSpPr>
          <p:spPr>
            <a:xfrm>
              <a:off x="9216523" y="3919129"/>
              <a:ext cx="19681" cy="31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8" name="rc3128"/>
            <p:cNvSpPr/>
            <p:nvPr/>
          </p:nvSpPr>
          <p:spPr>
            <a:xfrm>
              <a:off x="9238391" y="3986513"/>
              <a:ext cx="19681" cy="386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9" name="rc3129"/>
            <p:cNvSpPr/>
            <p:nvPr/>
          </p:nvSpPr>
          <p:spPr>
            <a:xfrm>
              <a:off x="9260260" y="5204192"/>
              <a:ext cx="19681" cy="36584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0" name="rc3130"/>
            <p:cNvSpPr/>
            <p:nvPr/>
          </p:nvSpPr>
          <p:spPr>
            <a:xfrm>
              <a:off x="9282129" y="3986282"/>
              <a:ext cx="19681" cy="106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1" name="rc3131"/>
            <p:cNvSpPr/>
            <p:nvPr/>
          </p:nvSpPr>
          <p:spPr>
            <a:xfrm>
              <a:off x="9303997" y="3910447"/>
              <a:ext cx="19681" cy="43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2" name="rc3132"/>
            <p:cNvSpPr/>
            <p:nvPr/>
          </p:nvSpPr>
          <p:spPr>
            <a:xfrm>
              <a:off x="9325866" y="4156067"/>
              <a:ext cx="19681" cy="193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3" name="rc3133"/>
            <p:cNvSpPr/>
            <p:nvPr/>
          </p:nvSpPr>
          <p:spPr>
            <a:xfrm>
              <a:off x="9347735" y="4088315"/>
              <a:ext cx="19681" cy="614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4" name="rc3134"/>
            <p:cNvSpPr/>
            <p:nvPr/>
          </p:nvSpPr>
          <p:spPr>
            <a:xfrm>
              <a:off x="9369603" y="4602707"/>
              <a:ext cx="19681" cy="125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5" name="rc3135"/>
            <p:cNvSpPr/>
            <p:nvPr/>
          </p:nvSpPr>
          <p:spPr>
            <a:xfrm>
              <a:off x="9391472" y="4174663"/>
              <a:ext cx="19681" cy="101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6" name="rc3136"/>
            <p:cNvSpPr/>
            <p:nvPr/>
          </p:nvSpPr>
          <p:spPr>
            <a:xfrm>
              <a:off x="9413341" y="3911006"/>
              <a:ext cx="19681" cy="104951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7" name="rc3137"/>
            <p:cNvSpPr/>
            <p:nvPr/>
          </p:nvSpPr>
          <p:spPr>
            <a:xfrm>
              <a:off x="9435209" y="4099606"/>
              <a:ext cx="19681" cy="247461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8" name="rc3138"/>
            <p:cNvSpPr/>
            <p:nvPr/>
          </p:nvSpPr>
          <p:spPr>
            <a:xfrm>
              <a:off x="9457078" y="3913289"/>
              <a:ext cx="19681" cy="184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9" name="rc3139"/>
            <p:cNvSpPr/>
            <p:nvPr/>
          </p:nvSpPr>
          <p:spPr>
            <a:xfrm>
              <a:off x="9478947" y="4249096"/>
              <a:ext cx="19681" cy="35366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0" name="rc3140"/>
            <p:cNvSpPr/>
            <p:nvPr/>
          </p:nvSpPr>
          <p:spPr>
            <a:xfrm>
              <a:off x="9500815" y="4339687"/>
              <a:ext cx="19681" cy="132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1" name="rc3141"/>
            <p:cNvSpPr/>
            <p:nvPr/>
          </p:nvSpPr>
          <p:spPr>
            <a:xfrm>
              <a:off x="9522684" y="6592560"/>
              <a:ext cx="19681" cy="217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2" name="rc3142"/>
            <p:cNvSpPr/>
            <p:nvPr/>
          </p:nvSpPr>
          <p:spPr>
            <a:xfrm>
              <a:off x="9544553" y="3968531"/>
              <a:ext cx="19681" cy="33098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3" name="rc3143"/>
            <p:cNvSpPr/>
            <p:nvPr/>
          </p:nvSpPr>
          <p:spPr>
            <a:xfrm>
              <a:off x="9566421" y="3917214"/>
              <a:ext cx="19681" cy="57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4" name="rc3144"/>
            <p:cNvSpPr/>
            <p:nvPr/>
          </p:nvSpPr>
          <p:spPr>
            <a:xfrm>
              <a:off x="9588290" y="4565172"/>
              <a:ext cx="19681" cy="59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5" name="rc3145"/>
            <p:cNvSpPr/>
            <p:nvPr/>
          </p:nvSpPr>
          <p:spPr>
            <a:xfrm>
              <a:off x="9610159" y="3910070"/>
              <a:ext cx="19681" cy="55135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6" name="rc3146"/>
            <p:cNvSpPr/>
            <p:nvPr/>
          </p:nvSpPr>
          <p:spPr>
            <a:xfrm>
              <a:off x="9632027" y="4485046"/>
              <a:ext cx="19681" cy="191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7" name="rc3147"/>
            <p:cNvSpPr/>
            <p:nvPr/>
          </p:nvSpPr>
          <p:spPr>
            <a:xfrm>
              <a:off x="9653896" y="3979716"/>
              <a:ext cx="19681" cy="2998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8" name="rc3148"/>
            <p:cNvSpPr/>
            <p:nvPr/>
          </p:nvSpPr>
          <p:spPr>
            <a:xfrm>
              <a:off x="9675765" y="4068745"/>
              <a:ext cx="19681" cy="104379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9" name="rc3149"/>
            <p:cNvSpPr/>
            <p:nvPr/>
          </p:nvSpPr>
          <p:spPr>
            <a:xfrm>
              <a:off x="9697633" y="3912490"/>
              <a:ext cx="19681" cy="392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0" name="rc3150"/>
            <p:cNvSpPr/>
            <p:nvPr/>
          </p:nvSpPr>
          <p:spPr>
            <a:xfrm>
              <a:off x="9719502" y="3910854"/>
              <a:ext cx="19681" cy="346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1" name="rc3151"/>
            <p:cNvSpPr/>
            <p:nvPr/>
          </p:nvSpPr>
          <p:spPr>
            <a:xfrm>
              <a:off x="9741370" y="3907941"/>
              <a:ext cx="19681" cy="246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2" name="rc3152"/>
            <p:cNvSpPr/>
            <p:nvPr/>
          </p:nvSpPr>
          <p:spPr>
            <a:xfrm>
              <a:off x="9763239" y="4652736"/>
              <a:ext cx="19681" cy="106365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3" name="rc3153"/>
            <p:cNvSpPr/>
            <p:nvPr/>
          </p:nvSpPr>
          <p:spPr>
            <a:xfrm>
              <a:off x="9785108" y="5243676"/>
              <a:ext cx="19681" cy="374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4" name="rc3154"/>
            <p:cNvSpPr/>
            <p:nvPr/>
          </p:nvSpPr>
          <p:spPr>
            <a:xfrm>
              <a:off x="9806976" y="5055716"/>
              <a:ext cx="19681" cy="169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5" name="rc3155"/>
            <p:cNvSpPr/>
            <p:nvPr/>
          </p:nvSpPr>
          <p:spPr>
            <a:xfrm>
              <a:off x="9828845" y="3909940"/>
              <a:ext cx="19681" cy="77945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6" name="rc3156"/>
            <p:cNvSpPr/>
            <p:nvPr/>
          </p:nvSpPr>
          <p:spPr>
            <a:xfrm>
              <a:off x="9850714" y="4154690"/>
              <a:ext cx="19681" cy="264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7" name="rc3157"/>
            <p:cNvSpPr/>
            <p:nvPr/>
          </p:nvSpPr>
          <p:spPr>
            <a:xfrm>
              <a:off x="9872582" y="3947225"/>
              <a:ext cx="19681" cy="285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8" name="rc3158"/>
            <p:cNvSpPr/>
            <p:nvPr/>
          </p:nvSpPr>
          <p:spPr>
            <a:xfrm>
              <a:off x="9894451" y="4470217"/>
              <a:ext cx="19681" cy="428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9" name="rc3159"/>
            <p:cNvSpPr/>
            <p:nvPr/>
          </p:nvSpPr>
          <p:spPr>
            <a:xfrm>
              <a:off x="9916320" y="4884204"/>
              <a:ext cx="19681" cy="155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0" name="rc3160"/>
            <p:cNvSpPr/>
            <p:nvPr/>
          </p:nvSpPr>
          <p:spPr>
            <a:xfrm>
              <a:off x="9938188" y="4799824"/>
              <a:ext cx="19681" cy="47433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1" name="rc3161"/>
            <p:cNvSpPr/>
            <p:nvPr/>
          </p:nvSpPr>
          <p:spPr>
            <a:xfrm>
              <a:off x="9960057" y="4130043"/>
              <a:ext cx="19681" cy="28852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2" name="rc3162"/>
            <p:cNvSpPr/>
            <p:nvPr/>
          </p:nvSpPr>
          <p:spPr>
            <a:xfrm>
              <a:off x="9981926" y="3939409"/>
              <a:ext cx="19681" cy="60837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3" name="rc3163"/>
            <p:cNvSpPr/>
            <p:nvPr/>
          </p:nvSpPr>
          <p:spPr>
            <a:xfrm>
              <a:off x="10003794" y="3909620"/>
              <a:ext cx="19681" cy="124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4" name="rc3164"/>
            <p:cNvSpPr/>
            <p:nvPr/>
          </p:nvSpPr>
          <p:spPr>
            <a:xfrm>
              <a:off x="10025663" y="3907373"/>
              <a:ext cx="19681" cy="74222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5" name="rc3165"/>
            <p:cNvSpPr/>
            <p:nvPr/>
          </p:nvSpPr>
          <p:spPr>
            <a:xfrm>
              <a:off x="10047532" y="3910315"/>
              <a:ext cx="19681" cy="297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6" name="rc3166"/>
            <p:cNvSpPr/>
            <p:nvPr/>
          </p:nvSpPr>
          <p:spPr>
            <a:xfrm>
              <a:off x="10069400" y="4187855"/>
              <a:ext cx="19681" cy="128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7" name="rc3167"/>
            <p:cNvSpPr/>
            <p:nvPr/>
          </p:nvSpPr>
          <p:spPr>
            <a:xfrm>
              <a:off x="10091269" y="5390734"/>
              <a:ext cx="19681" cy="19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8" name="rc3168"/>
            <p:cNvSpPr/>
            <p:nvPr/>
          </p:nvSpPr>
          <p:spPr>
            <a:xfrm>
              <a:off x="10113138" y="4232994"/>
              <a:ext cx="19681" cy="888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9" name="rc3169"/>
            <p:cNvSpPr/>
            <p:nvPr/>
          </p:nvSpPr>
          <p:spPr>
            <a:xfrm>
              <a:off x="10135006" y="3908743"/>
              <a:ext cx="19681" cy="273226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0" name="rc3170"/>
            <p:cNvSpPr/>
            <p:nvPr/>
          </p:nvSpPr>
          <p:spPr>
            <a:xfrm>
              <a:off x="10156875" y="4863101"/>
              <a:ext cx="19681" cy="263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1" name="rc3171"/>
            <p:cNvSpPr/>
            <p:nvPr/>
          </p:nvSpPr>
          <p:spPr>
            <a:xfrm>
              <a:off x="10178744" y="3981051"/>
              <a:ext cx="19681" cy="48760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2" name="rc3172"/>
            <p:cNvSpPr/>
            <p:nvPr/>
          </p:nvSpPr>
          <p:spPr>
            <a:xfrm>
              <a:off x="10200612" y="6611843"/>
              <a:ext cx="19681" cy="474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3" name="rc3173"/>
            <p:cNvSpPr/>
            <p:nvPr/>
          </p:nvSpPr>
          <p:spPr>
            <a:xfrm>
              <a:off x="10222481" y="5116902"/>
              <a:ext cx="19681" cy="8794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4" name="rc3174"/>
            <p:cNvSpPr/>
            <p:nvPr/>
          </p:nvSpPr>
          <p:spPr>
            <a:xfrm>
              <a:off x="10244350" y="4374770"/>
              <a:ext cx="19681" cy="116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5" name="rc3175"/>
            <p:cNvSpPr/>
            <p:nvPr/>
          </p:nvSpPr>
          <p:spPr>
            <a:xfrm>
              <a:off x="10266218" y="4490839"/>
              <a:ext cx="19681" cy="112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6" name="rc3176"/>
            <p:cNvSpPr/>
            <p:nvPr/>
          </p:nvSpPr>
          <p:spPr>
            <a:xfrm>
              <a:off x="10288087" y="4546461"/>
              <a:ext cx="19681" cy="178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7" name="rc3177"/>
            <p:cNvSpPr/>
            <p:nvPr/>
          </p:nvSpPr>
          <p:spPr>
            <a:xfrm>
              <a:off x="10309955" y="4487210"/>
              <a:ext cx="19681" cy="135170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8" name="rc3178"/>
            <p:cNvSpPr/>
            <p:nvPr/>
          </p:nvSpPr>
          <p:spPr>
            <a:xfrm>
              <a:off x="10331824" y="3952923"/>
              <a:ext cx="19681" cy="267693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9" name="rc3179"/>
            <p:cNvSpPr/>
            <p:nvPr/>
          </p:nvSpPr>
          <p:spPr>
            <a:xfrm>
              <a:off x="10353693" y="3923436"/>
              <a:ext cx="19681" cy="75412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0" name="rc3180"/>
            <p:cNvSpPr/>
            <p:nvPr/>
          </p:nvSpPr>
          <p:spPr>
            <a:xfrm>
              <a:off x="10375561" y="3939204"/>
              <a:ext cx="19681" cy="68291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1" name="rc3181"/>
            <p:cNvSpPr/>
            <p:nvPr/>
          </p:nvSpPr>
          <p:spPr>
            <a:xfrm>
              <a:off x="10397430" y="3908815"/>
              <a:ext cx="19681" cy="25170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2" name="rc3182"/>
            <p:cNvSpPr/>
            <p:nvPr/>
          </p:nvSpPr>
          <p:spPr>
            <a:xfrm>
              <a:off x="10419299" y="6483579"/>
              <a:ext cx="19681" cy="3079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3" name="rc3183"/>
            <p:cNvSpPr/>
            <p:nvPr/>
          </p:nvSpPr>
          <p:spPr>
            <a:xfrm>
              <a:off x="10441167" y="6120457"/>
              <a:ext cx="19681" cy="84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4" name="rc3184"/>
            <p:cNvSpPr/>
            <p:nvPr/>
          </p:nvSpPr>
          <p:spPr>
            <a:xfrm>
              <a:off x="10463036" y="4111419"/>
              <a:ext cx="19681" cy="246286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5" name="rc3185"/>
            <p:cNvSpPr/>
            <p:nvPr/>
          </p:nvSpPr>
          <p:spPr>
            <a:xfrm>
              <a:off x="10484905" y="4099748"/>
              <a:ext cx="19681" cy="283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6" name="rc3186"/>
            <p:cNvSpPr/>
            <p:nvPr/>
          </p:nvSpPr>
          <p:spPr>
            <a:xfrm>
              <a:off x="10506773" y="3908636"/>
              <a:ext cx="19681" cy="6678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7" name="rc3187"/>
            <p:cNvSpPr/>
            <p:nvPr/>
          </p:nvSpPr>
          <p:spPr>
            <a:xfrm>
              <a:off x="10528642" y="4585727"/>
              <a:ext cx="19681" cy="267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8" name="rc3188"/>
            <p:cNvSpPr/>
            <p:nvPr/>
          </p:nvSpPr>
          <p:spPr>
            <a:xfrm>
              <a:off x="10550511" y="4260891"/>
              <a:ext cx="19681" cy="641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9" name="rc3189"/>
            <p:cNvSpPr/>
            <p:nvPr/>
          </p:nvSpPr>
          <p:spPr>
            <a:xfrm>
              <a:off x="10572379" y="4253946"/>
              <a:ext cx="19681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0" name="rc3190"/>
            <p:cNvSpPr/>
            <p:nvPr/>
          </p:nvSpPr>
          <p:spPr>
            <a:xfrm>
              <a:off x="10594248" y="3907970"/>
              <a:ext cx="19681" cy="103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1" name="rc3191"/>
            <p:cNvSpPr/>
            <p:nvPr/>
          </p:nvSpPr>
          <p:spPr>
            <a:xfrm>
              <a:off x="10616117" y="3909349"/>
              <a:ext cx="19681" cy="308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2" name="rc3192"/>
            <p:cNvSpPr/>
            <p:nvPr/>
          </p:nvSpPr>
          <p:spPr>
            <a:xfrm>
              <a:off x="10637985" y="4034065"/>
              <a:ext cx="19681" cy="152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3" name="rc3193"/>
            <p:cNvSpPr/>
            <p:nvPr/>
          </p:nvSpPr>
          <p:spPr>
            <a:xfrm>
              <a:off x="10659854" y="3993973"/>
              <a:ext cx="19681" cy="34479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4" name="rc3194"/>
            <p:cNvSpPr/>
            <p:nvPr/>
          </p:nvSpPr>
          <p:spPr>
            <a:xfrm>
              <a:off x="10681723" y="4464361"/>
              <a:ext cx="19681" cy="45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5" name="rc3195"/>
            <p:cNvSpPr/>
            <p:nvPr/>
          </p:nvSpPr>
          <p:spPr>
            <a:xfrm>
              <a:off x="10703591" y="4055301"/>
              <a:ext cx="19681" cy="75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6" name="rc3196"/>
            <p:cNvSpPr/>
            <p:nvPr/>
          </p:nvSpPr>
          <p:spPr>
            <a:xfrm>
              <a:off x="10725460" y="3917991"/>
              <a:ext cx="19681" cy="98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7" name="rc3197"/>
            <p:cNvSpPr/>
            <p:nvPr/>
          </p:nvSpPr>
          <p:spPr>
            <a:xfrm>
              <a:off x="10747329" y="3914798"/>
              <a:ext cx="19681" cy="108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8" name="rc3198"/>
            <p:cNvSpPr/>
            <p:nvPr/>
          </p:nvSpPr>
          <p:spPr>
            <a:xfrm>
              <a:off x="10769197" y="4019700"/>
              <a:ext cx="19681" cy="18169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9" name="rc3199"/>
            <p:cNvSpPr/>
            <p:nvPr/>
          </p:nvSpPr>
          <p:spPr>
            <a:xfrm>
              <a:off x="10791066" y="3922422"/>
              <a:ext cx="19681" cy="110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0" name="rc3200"/>
            <p:cNvSpPr/>
            <p:nvPr/>
          </p:nvSpPr>
          <p:spPr>
            <a:xfrm>
              <a:off x="10812934" y="5314812"/>
              <a:ext cx="19681" cy="8416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1" name="rc3201"/>
            <p:cNvSpPr/>
            <p:nvPr/>
          </p:nvSpPr>
          <p:spPr>
            <a:xfrm>
              <a:off x="10834803" y="5524119"/>
              <a:ext cx="19681" cy="300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2" name="rc3202"/>
            <p:cNvSpPr/>
            <p:nvPr/>
          </p:nvSpPr>
          <p:spPr>
            <a:xfrm>
              <a:off x="10856672" y="3922419"/>
              <a:ext cx="19681" cy="288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3" name="rc3203"/>
            <p:cNvSpPr/>
            <p:nvPr/>
          </p:nvSpPr>
          <p:spPr>
            <a:xfrm>
              <a:off x="10878540" y="3995456"/>
              <a:ext cx="19681" cy="20472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4" name="rc3204"/>
            <p:cNvSpPr/>
            <p:nvPr/>
          </p:nvSpPr>
          <p:spPr>
            <a:xfrm>
              <a:off x="10900409" y="4975055"/>
              <a:ext cx="19681" cy="53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5" name="rc3205"/>
            <p:cNvSpPr/>
            <p:nvPr/>
          </p:nvSpPr>
          <p:spPr>
            <a:xfrm>
              <a:off x="10922278" y="3914380"/>
              <a:ext cx="19681" cy="78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6" name="rc3206"/>
            <p:cNvSpPr/>
            <p:nvPr/>
          </p:nvSpPr>
          <p:spPr>
            <a:xfrm>
              <a:off x="10944146" y="3911946"/>
              <a:ext cx="19681" cy="60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7" name="rc3207"/>
            <p:cNvSpPr/>
            <p:nvPr/>
          </p:nvSpPr>
          <p:spPr>
            <a:xfrm>
              <a:off x="10966015" y="3916418"/>
              <a:ext cx="19681" cy="153160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8" name="rc3208"/>
            <p:cNvSpPr/>
            <p:nvPr/>
          </p:nvSpPr>
          <p:spPr>
            <a:xfrm>
              <a:off x="10987884" y="3921342"/>
              <a:ext cx="19681" cy="49065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9" name="rc3209"/>
            <p:cNvSpPr/>
            <p:nvPr/>
          </p:nvSpPr>
          <p:spPr>
            <a:xfrm>
              <a:off x="11009752" y="3970708"/>
              <a:ext cx="19681" cy="469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0" name="rc3210"/>
            <p:cNvSpPr/>
            <p:nvPr/>
          </p:nvSpPr>
          <p:spPr>
            <a:xfrm>
              <a:off x="11031621" y="4220670"/>
              <a:ext cx="19681" cy="1896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1" name="rc3211"/>
            <p:cNvSpPr/>
            <p:nvPr/>
          </p:nvSpPr>
          <p:spPr>
            <a:xfrm>
              <a:off x="11053490" y="4883514"/>
              <a:ext cx="19681" cy="97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2" name="rc3212"/>
            <p:cNvSpPr/>
            <p:nvPr/>
          </p:nvSpPr>
          <p:spPr>
            <a:xfrm>
              <a:off x="11075358" y="4657590"/>
              <a:ext cx="19681" cy="240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3" name="rc3213"/>
            <p:cNvSpPr/>
            <p:nvPr/>
          </p:nvSpPr>
          <p:spPr>
            <a:xfrm>
              <a:off x="11097227" y="4358764"/>
              <a:ext cx="19681" cy="35306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4" name="rc3214"/>
            <p:cNvSpPr/>
            <p:nvPr/>
          </p:nvSpPr>
          <p:spPr>
            <a:xfrm>
              <a:off x="11119096" y="3934430"/>
              <a:ext cx="19681" cy="574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5" name="rc3215"/>
            <p:cNvSpPr/>
            <p:nvPr/>
          </p:nvSpPr>
          <p:spPr>
            <a:xfrm>
              <a:off x="11140964" y="3916900"/>
              <a:ext cx="19681" cy="123536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6" name="rc3216"/>
            <p:cNvSpPr/>
            <p:nvPr/>
          </p:nvSpPr>
          <p:spPr>
            <a:xfrm>
              <a:off x="11162833" y="5135519"/>
              <a:ext cx="19681" cy="168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7" name="rc3217"/>
            <p:cNvSpPr/>
            <p:nvPr/>
          </p:nvSpPr>
          <p:spPr>
            <a:xfrm>
              <a:off x="11184702" y="4771770"/>
              <a:ext cx="19681" cy="1756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8" name="rc3218"/>
            <p:cNvSpPr/>
            <p:nvPr/>
          </p:nvSpPr>
          <p:spPr>
            <a:xfrm>
              <a:off x="11206570" y="3921453"/>
              <a:ext cx="19681" cy="50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9" name="rc3219"/>
            <p:cNvSpPr/>
            <p:nvPr/>
          </p:nvSpPr>
          <p:spPr>
            <a:xfrm>
              <a:off x="11228439" y="3998099"/>
              <a:ext cx="19681" cy="250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0" name="rc3220"/>
            <p:cNvSpPr/>
            <p:nvPr/>
          </p:nvSpPr>
          <p:spPr>
            <a:xfrm>
              <a:off x="11250308" y="3961358"/>
              <a:ext cx="19681" cy="32041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1" name="rc3221"/>
            <p:cNvSpPr/>
            <p:nvPr/>
          </p:nvSpPr>
          <p:spPr>
            <a:xfrm>
              <a:off x="11272176" y="4442925"/>
              <a:ext cx="19681" cy="557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2" name="rc3222"/>
            <p:cNvSpPr/>
            <p:nvPr/>
          </p:nvSpPr>
          <p:spPr>
            <a:xfrm>
              <a:off x="11294045" y="4285916"/>
              <a:ext cx="19681" cy="125215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3" name="rc3223"/>
            <p:cNvSpPr/>
            <p:nvPr/>
          </p:nvSpPr>
          <p:spPr>
            <a:xfrm>
              <a:off x="11315914" y="5908106"/>
              <a:ext cx="19681" cy="131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4" name="rc3224"/>
            <p:cNvSpPr/>
            <p:nvPr/>
          </p:nvSpPr>
          <p:spPr>
            <a:xfrm>
              <a:off x="11337782" y="3931471"/>
              <a:ext cx="19681" cy="140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5" name="rc3225"/>
            <p:cNvSpPr/>
            <p:nvPr/>
          </p:nvSpPr>
          <p:spPr>
            <a:xfrm>
              <a:off x="11359651" y="3934475"/>
              <a:ext cx="19681" cy="67162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6" name="rc3226"/>
            <p:cNvSpPr/>
            <p:nvPr/>
          </p:nvSpPr>
          <p:spPr>
            <a:xfrm>
              <a:off x="11381519" y="3996557"/>
              <a:ext cx="19681" cy="131305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7" name="rc3227"/>
            <p:cNvSpPr/>
            <p:nvPr/>
          </p:nvSpPr>
          <p:spPr>
            <a:xfrm>
              <a:off x="11403388" y="4720416"/>
              <a:ext cx="19681" cy="2973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8" name="rc3228"/>
            <p:cNvSpPr/>
            <p:nvPr/>
          </p:nvSpPr>
          <p:spPr>
            <a:xfrm>
              <a:off x="11425257" y="6072912"/>
              <a:ext cx="19681" cy="95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9" name="rc3229"/>
            <p:cNvSpPr/>
            <p:nvPr/>
          </p:nvSpPr>
          <p:spPr>
            <a:xfrm>
              <a:off x="11447125" y="3943512"/>
              <a:ext cx="19681" cy="167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0" name="rc3230"/>
            <p:cNvSpPr/>
            <p:nvPr/>
          </p:nvSpPr>
          <p:spPr>
            <a:xfrm>
              <a:off x="11468994" y="3918130"/>
              <a:ext cx="19681" cy="273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1" name="rc3231"/>
            <p:cNvSpPr/>
            <p:nvPr/>
          </p:nvSpPr>
          <p:spPr>
            <a:xfrm>
              <a:off x="11490863" y="3920819"/>
              <a:ext cx="19681" cy="43929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2" name="rc3232"/>
            <p:cNvSpPr/>
            <p:nvPr/>
          </p:nvSpPr>
          <p:spPr>
            <a:xfrm>
              <a:off x="11512731" y="4735871"/>
              <a:ext cx="19681" cy="165138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3" name="rc3233"/>
            <p:cNvSpPr/>
            <p:nvPr/>
          </p:nvSpPr>
          <p:spPr>
            <a:xfrm>
              <a:off x="11534600" y="3937339"/>
              <a:ext cx="19681" cy="253883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4" name="rc3234"/>
            <p:cNvSpPr/>
            <p:nvPr/>
          </p:nvSpPr>
          <p:spPr>
            <a:xfrm>
              <a:off x="11556469" y="3942767"/>
              <a:ext cx="19681" cy="289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5" name="rc3235"/>
            <p:cNvSpPr/>
            <p:nvPr/>
          </p:nvSpPr>
          <p:spPr>
            <a:xfrm>
              <a:off x="11578337" y="5097622"/>
              <a:ext cx="19681" cy="38981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6" name="rc3236"/>
            <p:cNvSpPr/>
            <p:nvPr/>
          </p:nvSpPr>
          <p:spPr>
            <a:xfrm>
              <a:off x="11600206" y="4607837"/>
              <a:ext cx="19681" cy="31465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7" name="rc3237"/>
            <p:cNvSpPr/>
            <p:nvPr/>
          </p:nvSpPr>
          <p:spPr>
            <a:xfrm>
              <a:off x="11622075" y="3922009"/>
              <a:ext cx="19681" cy="180080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8" name="rc3238"/>
            <p:cNvSpPr/>
            <p:nvPr/>
          </p:nvSpPr>
          <p:spPr>
            <a:xfrm>
              <a:off x="11643943" y="5551041"/>
              <a:ext cx="19681" cy="90375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9" name="rc3239"/>
            <p:cNvSpPr/>
            <p:nvPr/>
          </p:nvSpPr>
          <p:spPr>
            <a:xfrm>
              <a:off x="11665812" y="4134751"/>
              <a:ext cx="19681" cy="235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0" name="rc3240"/>
            <p:cNvSpPr/>
            <p:nvPr/>
          </p:nvSpPr>
          <p:spPr>
            <a:xfrm>
              <a:off x="11687681" y="6648417"/>
              <a:ext cx="19681" cy="70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1" name="rc3241"/>
            <p:cNvSpPr/>
            <p:nvPr/>
          </p:nvSpPr>
          <p:spPr>
            <a:xfrm>
              <a:off x="11709549" y="4640446"/>
              <a:ext cx="19681" cy="52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2" name="rc3242"/>
            <p:cNvSpPr/>
            <p:nvPr/>
          </p:nvSpPr>
          <p:spPr>
            <a:xfrm>
              <a:off x="11731418" y="4035952"/>
              <a:ext cx="19681" cy="91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3" name="rc3243"/>
            <p:cNvSpPr/>
            <p:nvPr/>
          </p:nvSpPr>
          <p:spPr>
            <a:xfrm>
              <a:off x="11753287" y="5482158"/>
              <a:ext cx="19681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4" name="rc3244"/>
            <p:cNvSpPr/>
            <p:nvPr/>
          </p:nvSpPr>
          <p:spPr>
            <a:xfrm>
              <a:off x="11775155" y="3915206"/>
              <a:ext cx="19681" cy="43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5" name="rc3245"/>
            <p:cNvSpPr/>
            <p:nvPr/>
          </p:nvSpPr>
          <p:spPr>
            <a:xfrm>
              <a:off x="11797024" y="4727161"/>
              <a:ext cx="19681" cy="118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6" name="rc3246"/>
            <p:cNvSpPr/>
            <p:nvPr/>
          </p:nvSpPr>
          <p:spPr>
            <a:xfrm>
              <a:off x="8910362" y="5428622"/>
              <a:ext cx="19681" cy="122195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7" name="rc3247"/>
            <p:cNvSpPr/>
            <p:nvPr/>
          </p:nvSpPr>
          <p:spPr>
            <a:xfrm>
              <a:off x="8932230" y="4044563"/>
              <a:ext cx="19681" cy="260601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8" name="rc3248"/>
            <p:cNvSpPr/>
            <p:nvPr/>
          </p:nvSpPr>
          <p:spPr>
            <a:xfrm>
              <a:off x="8954099" y="4210494"/>
              <a:ext cx="19681" cy="244008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9" name="rc3249"/>
            <p:cNvSpPr/>
            <p:nvPr/>
          </p:nvSpPr>
          <p:spPr>
            <a:xfrm>
              <a:off x="8975968" y="3990953"/>
              <a:ext cx="19681" cy="265962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0" name="rc3250"/>
            <p:cNvSpPr/>
            <p:nvPr/>
          </p:nvSpPr>
          <p:spPr>
            <a:xfrm>
              <a:off x="8997836" y="3919166"/>
              <a:ext cx="19681" cy="273141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1" name="rc3251"/>
            <p:cNvSpPr/>
            <p:nvPr/>
          </p:nvSpPr>
          <p:spPr>
            <a:xfrm>
              <a:off x="9019705" y="4575362"/>
              <a:ext cx="19681" cy="207521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2" name="rc3252"/>
            <p:cNvSpPr/>
            <p:nvPr/>
          </p:nvSpPr>
          <p:spPr>
            <a:xfrm>
              <a:off x="9041574" y="6623817"/>
              <a:ext cx="19681" cy="2676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3" name="rc3253"/>
            <p:cNvSpPr/>
            <p:nvPr/>
          </p:nvSpPr>
          <p:spPr>
            <a:xfrm>
              <a:off x="9063442" y="3911188"/>
              <a:ext cx="19681" cy="273939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4" name="rc3254"/>
            <p:cNvSpPr/>
            <p:nvPr/>
          </p:nvSpPr>
          <p:spPr>
            <a:xfrm>
              <a:off x="9085311" y="3910282"/>
              <a:ext cx="19681" cy="274029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5" name="rc3255"/>
            <p:cNvSpPr/>
            <p:nvPr/>
          </p:nvSpPr>
          <p:spPr>
            <a:xfrm>
              <a:off x="9107180" y="4627018"/>
              <a:ext cx="19681" cy="202356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6" name="rc3256"/>
            <p:cNvSpPr/>
            <p:nvPr/>
          </p:nvSpPr>
          <p:spPr>
            <a:xfrm>
              <a:off x="9129048" y="3922960"/>
              <a:ext cx="19681" cy="272762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7" name="rc3257"/>
            <p:cNvSpPr/>
            <p:nvPr/>
          </p:nvSpPr>
          <p:spPr>
            <a:xfrm>
              <a:off x="9150917" y="4561245"/>
              <a:ext cx="19681" cy="208933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8" name="rc3258"/>
            <p:cNvSpPr/>
            <p:nvPr/>
          </p:nvSpPr>
          <p:spPr>
            <a:xfrm>
              <a:off x="9172785" y="3916921"/>
              <a:ext cx="19681" cy="273366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9" name="rc3259"/>
            <p:cNvSpPr/>
            <p:nvPr/>
          </p:nvSpPr>
          <p:spPr>
            <a:xfrm>
              <a:off x="9194654" y="3912059"/>
              <a:ext cx="19681" cy="273852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0" name="rc3260"/>
            <p:cNvSpPr/>
            <p:nvPr/>
          </p:nvSpPr>
          <p:spPr>
            <a:xfrm>
              <a:off x="9216523" y="3922260"/>
              <a:ext cx="19681" cy="272832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1" name="rc3261"/>
            <p:cNvSpPr/>
            <p:nvPr/>
          </p:nvSpPr>
          <p:spPr>
            <a:xfrm>
              <a:off x="9238391" y="3990380"/>
              <a:ext cx="19681" cy="266020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2" name="rc3262"/>
            <p:cNvSpPr/>
            <p:nvPr/>
          </p:nvSpPr>
          <p:spPr>
            <a:xfrm>
              <a:off x="9260260" y="5570034"/>
              <a:ext cx="19681" cy="108054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3" name="rc3263"/>
            <p:cNvSpPr/>
            <p:nvPr/>
          </p:nvSpPr>
          <p:spPr>
            <a:xfrm>
              <a:off x="9282129" y="3987343"/>
              <a:ext cx="19681" cy="266323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4" name="rc3264"/>
            <p:cNvSpPr/>
            <p:nvPr/>
          </p:nvSpPr>
          <p:spPr>
            <a:xfrm>
              <a:off x="9303997" y="3910884"/>
              <a:ext cx="19681" cy="273969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5" name="rc3265"/>
            <p:cNvSpPr/>
            <p:nvPr/>
          </p:nvSpPr>
          <p:spPr>
            <a:xfrm>
              <a:off x="9325866" y="4157999"/>
              <a:ext cx="19681" cy="249258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6" name="rc3266"/>
            <p:cNvSpPr/>
            <p:nvPr/>
          </p:nvSpPr>
          <p:spPr>
            <a:xfrm>
              <a:off x="9347735" y="4094463"/>
              <a:ext cx="19681" cy="255611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7" name="rc3267"/>
            <p:cNvSpPr/>
            <p:nvPr/>
          </p:nvSpPr>
          <p:spPr>
            <a:xfrm>
              <a:off x="9369603" y="4603963"/>
              <a:ext cx="19681" cy="204661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8" name="rc3268"/>
            <p:cNvSpPr/>
            <p:nvPr/>
          </p:nvSpPr>
          <p:spPr>
            <a:xfrm>
              <a:off x="9391472" y="4175682"/>
              <a:ext cx="19681" cy="247489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9" name="rc3269"/>
            <p:cNvSpPr/>
            <p:nvPr/>
          </p:nvSpPr>
          <p:spPr>
            <a:xfrm>
              <a:off x="9413341" y="4960525"/>
              <a:ext cx="19681" cy="169005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0" name="rc3270"/>
            <p:cNvSpPr/>
            <p:nvPr/>
          </p:nvSpPr>
          <p:spPr>
            <a:xfrm>
              <a:off x="9435209" y="6574225"/>
              <a:ext cx="19681" cy="7635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1" name="rc3271"/>
            <p:cNvSpPr/>
            <p:nvPr/>
          </p:nvSpPr>
          <p:spPr>
            <a:xfrm>
              <a:off x="9457078" y="3915138"/>
              <a:ext cx="19681" cy="273544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2" name="rc3272"/>
            <p:cNvSpPr/>
            <p:nvPr/>
          </p:nvSpPr>
          <p:spPr>
            <a:xfrm>
              <a:off x="9478947" y="4602759"/>
              <a:ext cx="19681" cy="204782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3" name="rc3273"/>
            <p:cNvSpPr/>
            <p:nvPr/>
          </p:nvSpPr>
          <p:spPr>
            <a:xfrm>
              <a:off x="9500815" y="4341008"/>
              <a:ext cx="19681" cy="230957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4" name="rc3274"/>
            <p:cNvSpPr/>
            <p:nvPr/>
          </p:nvSpPr>
          <p:spPr>
            <a:xfrm>
              <a:off x="9522684" y="6594738"/>
              <a:ext cx="19681" cy="5584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5" name="rc3275"/>
            <p:cNvSpPr/>
            <p:nvPr/>
          </p:nvSpPr>
          <p:spPr>
            <a:xfrm>
              <a:off x="9544553" y="4299515"/>
              <a:ext cx="19681" cy="235106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6" name="rc3276"/>
            <p:cNvSpPr/>
            <p:nvPr/>
          </p:nvSpPr>
          <p:spPr>
            <a:xfrm>
              <a:off x="9566421" y="3917790"/>
              <a:ext cx="19681" cy="273279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7" name="rc3277"/>
            <p:cNvSpPr/>
            <p:nvPr/>
          </p:nvSpPr>
          <p:spPr>
            <a:xfrm>
              <a:off x="9588290" y="4565767"/>
              <a:ext cx="19681" cy="208481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8" name="rc3278"/>
            <p:cNvSpPr/>
            <p:nvPr/>
          </p:nvSpPr>
          <p:spPr>
            <a:xfrm>
              <a:off x="9610159" y="4461425"/>
              <a:ext cx="19681" cy="218915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9" name="rc3279"/>
            <p:cNvSpPr/>
            <p:nvPr/>
          </p:nvSpPr>
          <p:spPr>
            <a:xfrm>
              <a:off x="9632027" y="4486963"/>
              <a:ext cx="19681" cy="216361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0" name="rc3280"/>
            <p:cNvSpPr/>
            <p:nvPr/>
          </p:nvSpPr>
          <p:spPr>
            <a:xfrm>
              <a:off x="9653896" y="4009701"/>
              <a:ext cx="19681" cy="264088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1" name="rc3281"/>
            <p:cNvSpPr/>
            <p:nvPr/>
          </p:nvSpPr>
          <p:spPr>
            <a:xfrm>
              <a:off x="9675765" y="5112542"/>
              <a:ext cx="19681" cy="153803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2" name="rc3282"/>
            <p:cNvSpPr/>
            <p:nvPr/>
          </p:nvSpPr>
          <p:spPr>
            <a:xfrm>
              <a:off x="9697633" y="3916420"/>
              <a:ext cx="19681" cy="273416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3" name="rc3283"/>
            <p:cNvSpPr/>
            <p:nvPr/>
          </p:nvSpPr>
          <p:spPr>
            <a:xfrm>
              <a:off x="9719502" y="3914317"/>
              <a:ext cx="19681" cy="273626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4" name="rc3284"/>
            <p:cNvSpPr/>
            <p:nvPr/>
          </p:nvSpPr>
          <p:spPr>
            <a:xfrm>
              <a:off x="9741370" y="3910404"/>
              <a:ext cx="19681" cy="274017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5" name="rc3285"/>
            <p:cNvSpPr/>
            <p:nvPr/>
          </p:nvSpPr>
          <p:spPr>
            <a:xfrm>
              <a:off x="9763239" y="5716393"/>
              <a:ext cx="19681" cy="93418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6" name="rc3286"/>
            <p:cNvSpPr/>
            <p:nvPr/>
          </p:nvSpPr>
          <p:spPr>
            <a:xfrm>
              <a:off x="9785108" y="5247418"/>
              <a:ext cx="19681" cy="140316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7" name="rc3287"/>
            <p:cNvSpPr/>
            <p:nvPr/>
          </p:nvSpPr>
          <p:spPr>
            <a:xfrm>
              <a:off x="9806976" y="5057414"/>
              <a:ext cx="19681" cy="159316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8" name="rc3288"/>
            <p:cNvSpPr/>
            <p:nvPr/>
          </p:nvSpPr>
          <p:spPr>
            <a:xfrm>
              <a:off x="9828845" y="4689395"/>
              <a:ext cx="19681" cy="196118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9" name="rc3289"/>
            <p:cNvSpPr/>
            <p:nvPr/>
          </p:nvSpPr>
          <p:spPr>
            <a:xfrm>
              <a:off x="9850714" y="4157336"/>
              <a:ext cx="19681" cy="249324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0" name="rc3290"/>
            <p:cNvSpPr/>
            <p:nvPr/>
          </p:nvSpPr>
          <p:spPr>
            <a:xfrm>
              <a:off x="9872582" y="3950082"/>
              <a:ext cx="19681" cy="270049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1" name="rc3291"/>
            <p:cNvSpPr/>
            <p:nvPr/>
          </p:nvSpPr>
          <p:spPr>
            <a:xfrm>
              <a:off x="9894451" y="4474502"/>
              <a:ext cx="19681" cy="217607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2" name="rc3292"/>
            <p:cNvSpPr/>
            <p:nvPr/>
          </p:nvSpPr>
          <p:spPr>
            <a:xfrm>
              <a:off x="9916320" y="4885756"/>
              <a:ext cx="19681" cy="176482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3" name="rc3293"/>
            <p:cNvSpPr/>
            <p:nvPr/>
          </p:nvSpPr>
          <p:spPr>
            <a:xfrm>
              <a:off x="9938188" y="5274162"/>
              <a:ext cx="19681" cy="137641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4" name="rc3294"/>
            <p:cNvSpPr/>
            <p:nvPr/>
          </p:nvSpPr>
          <p:spPr>
            <a:xfrm>
              <a:off x="9960057" y="4418571"/>
              <a:ext cx="19681" cy="223201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5" name="rc3295"/>
            <p:cNvSpPr/>
            <p:nvPr/>
          </p:nvSpPr>
          <p:spPr>
            <a:xfrm>
              <a:off x="9981926" y="4547788"/>
              <a:ext cx="19681" cy="210279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6" name="rc3296"/>
            <p:cNvSpPr/>
            <p:nvPr/>
          </p:nvSpPr>
          <p:spPr>
            <a:xfrm>
              <a:off x="10003794" y="3910862"/>
              <a:ext cx="19681" cy="273972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7" name="rc3297"/>
            <p:cNvSpPr/>
            <p:nvPr/>
          </p:nvSpPr>
          <p:spPr>
            <a:xfrm>
              <a:off x="10025663" y="4649598"/>
              <a:ext cx="19681" cy="200098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8" name="rc3298"/>
            <p:cNvSpPr/>
            <p:nvPr/>
          </p:nvSpPr>
          <p:spPr>
            <a:xfrm>
              <a:off x="10047532" y="3913293"/>
              <a:ext cx="19681" cy="273728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9" name="rc3299"/>
            <p:cNvSpPr/>
            <p:nvPr/>
          </p:nvSpPr>
          <p:spPr>
            <a:xfrm>
              <a:off x="10069400" y="4189145"/>
              <a:ext cx="19681" cy="246143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0" name="rc3300"/>
            <p:cNvSpPr/>
            <p:nvPr/>
          </p:nvSpPr>
          <p:spPr>
            <a:xfrm>
              <a:off x="10091269" y="5390925"/>
              <a:ext cx="19681" cy="125965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1" name="rc3301"/>
            <p:cNvSpPr/>
            <p:nvPr/>
          </p:nvSpPr>
          <p:spPr>
            <a:xfrm>
              <a:off x="10113138" y="4241882"/>
              <a:ext cx="19681" cy="240869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2" name="rc3302"/>
            <p:cNvSpPr/>
            <p:nvPr/>
          </p:nvSpPr>
          <p:spPr>
            <a:xfrm>
              <a:off x="10135006" y="6641008"/>
              <a:ext cx="19681" cy="957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3" name="rc3303"/>
            <p:cNvSpPr/>
            <p:nvPr/>
          </p:nvSpPr>
          <p:spPr>
            <a:xfrm>
              <a:off x="10156875" y="4865740"/>
              <a:ext cx="19681" cy="178484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4" name="rc3304"/>
            <p:cNvSpPr/>
            <p:nvPr/>
          </p:nvSpPr>
          <p:spPr>
            <a:xfrm>
              <a:off x="10178744" y="4468658"/>
              <a:ext cx="19681" cy="218192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5" name="rc3305"/>
            <p:cNvSpPr/>
            <p:nvPr/>
          </p:nvSpPr>
          <p:spPr>
            <a:xfrm>
              <a:off x="10200612" y="6616583"/>
              <a:ext cx="19681" cy="3399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6" name="rc3306"/>
            <p:cNvSpPr/>
            <p:nvPr/>
          </p:nvSpPr>
          <p:spPr>
            <a:xfrm>
              <a:off x="10222481" y="5204842"/>
              <a:ext cx="19681" cy="144573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7" name="rc3307"/>
            <p:cNvSpPr/>
            <p:nvPr/>
          </p:nvSpPr>
          <p:spPr>
            <a:xfrm>
              <a:off x="10244350" y="4375939"/>
              <a:ext cx="19681" cy="227464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8" name="rc3308"/>
            <p:cNvSpPr/>
            <p:nvPr/>
          </p:nvSpPr>
          <p:spPr>
            <a:xfrm>
              <a:off x="10266218" y="4491965"/>
              <a:ext cx="19681" cy="215861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9" name="rc3309"/>
            <p:cNvSpPr/>
            <p:nvPr/>
          </p:nvSpPr>
          <p:spPr>
            <a:xfrm>
              <a:off x="10288087" y="4548242"/>
              <a:ext cx="19681" cy="210234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0" name="rc3310"/>
            <p:cNvSpPr/>
            <p:nvPr/>
          </p:nvSpPr>
          <p:spPr>
            <a:xfrm>
              <a:off x="10309955" y="5838919"/>
              <a:ext cx="19681" cy="81166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1" name="rc3311"/>
            <p:cNvSpPr/>
            <p:nvPr/>
          </p:nvSpPr>
          <p:spPr>
            <a:xfrm>
              <a:off x="10331824" y="6629856"/>
              <a:ext cx="19681" cy="2072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2" name="rc3312"/>
            <p:cNvSpPr/>
            <p:nvPr/>
          </p:nvSpPr>
          <p:spPr>
            <a:xfrm>
              <a:off x="10353693" y="4677558"/>
              <a:ext cx="19681" cy="197302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3" name="rc3313"/>
            <p:cNvSpPr/>
            <p:nvPr/>
          </p:nvSpPr>
          <p:spPr>
            <a:xfrm>
              <a:off x="10375561" y="4622117"/>
              <a:ext cx="19681" cy="202846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4" name="rc3314"/>
            <p:cNvSpPr/>
            <p:nvPr/>
          </p:nvSpPr>
          <p:spPr>
            <a:xfrm>
              <a:off x="10397430" y="4160522"/>
              <a:ext cx="19681" cy="249006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5" name="rc3315"/>
            <p:cNvSpPr/>
            <p:nvPr/>
          </p:nvSpPr>
          <p:spPr>
            <a:xfrm>
              <a:off x="10419299" y="6514377"/>
              <a:ext cx="19681" cy="13620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6" name="rc3316"/>
            <p:cNvSpPr/>
            <p:nvPr/>
          </p:nvSpPr>
          <p:spPr>
            <a:xfrm>
              <a:off x="10441167" y="6121303"/>
              <a:ext cx="19681" cy="52927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7" name="rc3317"/>
            <p:cNvSpPr/>
            <p:nvPr/>
          </p:nvSpPr>
          <p:spPr>
            <a:xfrm>
              <a:off x="10463036" y="6574289"/>
              <a:ext cx="19681" cy="7629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8" name="rc3318"/>
            <p:cNvSpPr/>
            <p:nvPr/>
          </p:nvSpPr>
          <p:spPr>
            <a:xfrm>
              <a:off x="10484905" y="4102581"/>
              <a:ext cx="19681" cy="25480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9" name="rc3319"/>
            <p:cNvSpPr/>
            <p:nvPr/>
          </p:nvSpPr>
          <p:spPr>
            <a:xfrm>
              <a:off x="10506773" y="3975422"/>
              <a:ext cx="19681" cy="267515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0" name="rc3320"/>
            <p:cNvSpPr/>
            <p:nvPr/>
          </p:nvSpPr>
          <p:spPr>
            <a:xfrm>
              <a:off x="10528642" y="4588403"/>
              <a:ext cx="19681" cy="206217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1" name="rc3321"/>
            <p:cNvSpPr/>
            <p:nvPr/>
          </p:nvSpPr>
          <p:spPr>
            <a:xfrm>
              <a:off x="10550511" y="4267303"/>
              <a:ext cx="19681" cy="238327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2" name="rc3322"/>
            <p:cNvSpPr/>
            <p:nvPr/>
          </p:nvSpPr>
          <p:spPr>
            <a:xfrm>
              <a:off x="10572379" y="4253946"/>
              <a:ext cx="19681" cy="239663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3" name="rc3323"/>
            <p:cNvSpPr/>
            <p:nvPr/>
          </p:nvSpPr>
          <p:spPr>
            <a:xfrm>
              <a:off x="10594248" y="3909009"/>
              <a:ext cx="19681" cy="274157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4" name="rc3324"/>
            <p:cNvSpPr/>
            <p:nvPr/>
          </p:nvSpPr>
          <p:spPr>
            <a:xfrm>
              <a:off x="10616117" y="3912434"/>
              <a:ext cx="19681" cy="273814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5" name="rc3325"/>
            <p:cNvSpPr/>
            <p:nvPr/>
          </p:nvSpPr>
          <p:spPr>
            <a:xfrm>
              <a:off x="10637985" y="4035594"/>
              <a:ext cx="19681" cy="261498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6" name="rc3326"/>
            <p:cNvSpPr/>
            <p:nvPr/>
          </p:nvSpPr>
          <p:spPr>
            <a:xfrm>
              <a:off x="10659854" y="4338771"/>
              <a:ext cx="19681" cy="231181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7" name="rc3327"/>
            <p:cNvSpPr/>
            <p:nvPr/>
          </p:nvSpPr>
          <p:spPr>
            <a:xfrm>
              <a:off x="10681723" y="4464811"/>
              <a:ext cx="19681" cy="218577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8" name="rc3328"/>
            <p:cNvSpPr/>
            <p:nvPr/>
          </p:nvSpPr>
          <p:spPr>
            <a:xfrm>
              <a:off x="10703591" y="4056058"/>
              <a:ext cx="19681" cy="259452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9" name="rc3329"/>
            <p:cNvSpPr/>
            <p:nvPr/>
          </p:nvSpPr>
          <p:spPr>
            <a:xfrm>
              <a:off x="10725460" y="3918976"/>
              <a:ext cx="19681" cy="273160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0" name="rc3330"/>
            <p:cNvSpPr/>
            <p:nvPr/>
          </p:nvSpPr>
          <p:spPr>
            <a:xfrm>
              <a:off x="10747329" y="3915887"/>
              <a:ext cx="19681" cy="273469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1" name="rc3331"/>
            <p:cNvSpPr/>
            <p:nvPr/>
          </p:nvSpPr>
          <p:spPr>
            <a:xfrm>
              <a:off x="10769197" y="4201390"/>
              <a:ext cx="19681" cy="244919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2" name="rc3332"/>
            <p:cNvSpPr/>
            <p:nvPr/>
          </p:nvSpPr>
          <p:spPr>
            <a:xfrm>
              <a:off x="10791066" y="3923524"/>
              <a:ext cx="19681" cy="272705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3" name="rc3333"/>
            <p:cNvSpPr/>
            <p:nvPr/>
          </p:nvSpPr>
          <p:spPr>
            <a:xfrm>
              <a:off x="10812934" y="5398975"/>
              <a:ext cx="19681" cy="125160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4" name="rc3334"/>
            <p:cNvSpPr/>
            <p:nvPr/>
          </p:nvSpPr>
          <p:spPr>
            <a:xfrm>
              <a:off x="10834803" y="5554119"/>
              <a:ext cx="19681" cy="109646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5" name="rc3335"/>
            <p:cNvSpPr/>
            <p:nvPr/>
          </p:nvSpPr>
          <p:spPr>
            <a:xfrm>
              <a:off x="10856672" y="3925301"/>
              <a:ext cx="19681" cy="272528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6" name="rc3336"/>
            <p:cNvSpPr/>
            <p:nvPr/>
          </p:nvSpPr>
          <p:spPr>
            <a:xfrm>
              <a:off x="10878540" y="4200179"/>
              <a:ext cx="19681" cy="245040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7" name="rc3337"/>
            <p:cNvSpPr/>
            <p:nvPr/>
          </p:nvSpPr>
          <p:spPr>
            <a:xfrm>
              <a:off x="10900409" y="4975589"/>
              <a:ext cx="19681" cy="167499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8" name="rc3338"/>
            <p:cNvSpPr/>
            <p:nvPr/>
          </p:nvSpPr>
          <p:spPr>
            <a:xfrm>
              <a:off x="10922278" y="3915162"/>
              <a:ext cx="19681" cy="273541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9" name="rc3339"/>
            <p:cNvSpPr/>
            <p:nvPr/>
          </p:nvSpPr>
          <p:spPr>
            <a:xfrm>
              <a:off x="10944146" y="3912553"/>
              <a:ext cx="19681" cy="273802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0" name="rc3340"/>
            <p:cNvSpPr/>
            <p:nvPr/>
          </p:nvSpPr>
          <p:spPr>
            <a:xfrm>
              <a:off x="10966015" y="5448022"/>
              <a:ext cx="19681" cy="120256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1" name="rc3341"/>
            <p:cNvSpPr/>
            <p:nvPr/>
          </p:nvSpPr>
          <p:spPr>
            <a:xfrm>
              <a:off x="10987884" y="4412001"/>
              <a:ext cx="19681" cy="223858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2" name="rc3342"/>
            <p:cNvSpPr/>
            <p:nvPr/>
          </p:nvSpPr>
          <p:spPr>
            <a:xfrm>
              <a:off x="11009752" y="3975406"/>
              <a:ext cx="19681" cy="267517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3" name="rc3343"/>
            <p:cNvSpPr/>
            <p:nvPr/>
          </p:nvSpPr>
          <p:spPr>
            <a:xfrm>
              <a:off x="11031621" y="4239637"/>
              <a:ext cx="19681" cy="241094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4" name="rc3344"/>
            <p:cNvSpPr/>
            <p:nvPr/>
          </p:nvSpPr>
          <p:spPr>
            <a:xfrm>
              <a:off x="11053490" y="4884493"/>
              <a:ext cx="19681" cy="176608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5" name="rc3345"/>
            <p:cNvSpPr/>
            <p:nvPr/>
          </p:nvSpPr>
          <p:spPr>
            <a:xfrm>
              <a:off x="11075358" y="4659993"/>
              <a:ext cx="19681" cy="199058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6" name="rc3346"/>
            <p:cNvSpPr/>
            <p:nvPr/>
          </p:nvSpPr>
          <p:spPr>
            <a:xfrm>
              <a:off x="11097227" y="4711826"/>
              <a:ext cx="19681" cy="193875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7" name="rc3347"/>
            <p:cNvSpPr/>
            <p:nvPr/>
          </p:nvSpPr>
          <p:spPr>
            <a:xfrm>
              <a:off x="11119096" y="3940178"/>
              <a:ext cx="19681" cy="271040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8" name="rc3348"/>
            <p:cNvSpPr/>
            <p:nvPr/>
          </p:nvSpPr>
          <p:spPr>
            <a:xfrm>
              <a:off x="11140964" y="5152270"/>
              <a:ext cx="19681" cy="149831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9" name="rc3349"/>
            <p:cNvSpPr/>
            <p:nvPr/>
          </p:nvSpPr>
          <p:spPr>
            <a:xfrm>
              <a:off x="11162833" y="5137208"/>
              <a:ext cx="19681" cy="151337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0" name="rc3350"/>
            <p:cNvSpPr/>
            <p:nvPr/>
          </p:nvSpPr>
          <p:spPr>
            <a:xfrm>
              <a:off x="11184702" y="4789338"/>
              <a:ext cx="19681" cy="186124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1" name="rc3351"/>
            <p:cNvSpPr/>
            <p:nvPr/>
          </p:nvSpPr>
          <p:spPr>
            <a:xfrm>
              <a:off x="11206570" y="3921957"/>
              <a:ext cx="19681" cy="272862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2" name="rc3352"/>
            <p:cNvSpPr/>
            <p:nvPr/>
          </p:nvSpPr>
          <p:spPr>
            <a:xfrm>
              <a:off x="11228439" y="4000607"/>
              <a:ext cx="19681" cy="264997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3" name="rc3353"/>
            <p:cNvSpPr/>
            <p:nvPr/>
          </p:nvSpPr>
          <p:spPr>
            <a:xfrm>
              <a:off x="11250308" y="4281775"/>
              <a:ext cx="19681" cy="236880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4" name="rc3354"/>
            <p:cNvSpPr/>
            <p:nvPr/>
          </p:nvSpPr>
          <p:spPr>
            <a:xfrm>
              <a:off x="11272176" y="4448504"/>
              <a:ext cx="19681" cy="220207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5" name="rc3355"/>
            <p:cNvSpPr/>
            <p:nvPr/>
          </p:nvSpPr>
          <p:spPr>
            <a:xfrm>
              <a:off x="11294045" y="5538074"/>
              <a:ext cx="19681" cy="111250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6" name="rc3356"/>
            <p:cNvSpPr/>
            <p:nvPr/>
          </p:nvSpPr>
          <p:spPr>
            <a:xfrm>
              <a:off x="11315914" y="5909416"/>
              <a:ext cx="19681" cy="74116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7" name="rc3357"/>
            <p:cNvSpPr/>
            <p:nvPr/>
          </p:nvSpPr>
          <p:spPr>
            <a:xfrm>
              <a:off x="11337782" y="3932879"/>
              <a:ext cx="19681" cy="271770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8" name="rc3358"/>
            <p:cNvSpPr/>
            <p:nvPr/>
          </p:nvSpPr>
          <p:spPr>
            <a:xfrm>
              <a:off x="11359651" y="4606096"/>
              <a:ext cx="19681" cy="204448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9" name="rc3359"/>
            <p:cNvSpPr/>
            <p:nvPr/>
          </p:nvSpPr>
          <p:spPr>
            <a:xfrm>
              <a:off x="11381519" y="5309609"/>
              <a:ext cx="19681" cy="134097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0" name="rc3360"/>
            <p:cNvSpPr/>
            <p:nvPr/>
          </p:nvSpPr>
          <p:spPr>
            <a:xfrm>
              <a:off x="11403388" y="4750146"/>
              <a:ext cx="19681" cy="190043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1" name="rc3361"/>
            <p:cNvSpPr/>
            <p:nvPr/>
          </p:nvSpPr>
          <p:spPr>
            <a:xfrm>
              <a:off x="11425257" y="6073863"/>
              <a:ext cx="19681" cy="57671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2" name="rc3362"/>
            <p:cNvSpPr/>
            <p:nvPr/>
          </p:nvSpPr>
          <p:spPr>
            <a:xfrm>
              <a:off x="11447125" y="3945184"/>
              <a:ext cx="19681" cy="270539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3" name="rc3363"/>
            <p:cNvSpPr/>
            <p:nvPr/>
          </p:nvSpPr>
          <p:spPr>
            <a:xfrm>
              <a:off x="11468994" y="3920864"/>
              <a:ext cx="19681" cy="272971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4" name="rc3364"/>
            <p:cNvSpPr/>
            <p:nvPr/>
          </p:nvSpPr>
          <p:spPr>
            <a:xfrm>
              <a:off x="11490863" y="4360117"/>
              <a:ext cx="19681" cy="229046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5" name="rc3365"/>
            <p:cNvSpPr/>
            <p:nvPr/>
          </p:nvSpPr>
          <p:spPr>
            <a:xfrm>
              <a:off x="11512731" y="6387251"/>
              <a:ext cx="19681" cy="26333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6" name="rc3366"/>
            <p:cNvSpPr/>
            <p:nvPr/>
          </p:nvSpPr>
          <p:spPr>
            <a:xfrm>
              <a:off x="11534600" y="6476169"/>
              <a:ext cx="19681" cy="17441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7" name="rc3367"/>
            <p:cNvSpPr/>
            <p:nvPr/>
          </p:nvSpPr>
          <p:spPr>
            <a:xfrm>
              <a:off x="11556469" y="3945662"/>
              <a:ext cx="19681" cy="270492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8" name="rc3368"/>
            <p:cNvSpPr/>
            <p:nvPr/>
          </p:nvSpPr>
          <p:spPr>
            <a:xfrm>
              <a:off x="11578337" y="5487434"/>
              <a:ext cx="19681" cy="116314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9" name="rc3369"/>
            <p:cNvSpPr/>
            <p:nvPr/>
          </p:nvSpPr>
          <p:spPr>
            <a:xfrm>
              <a:off x="11600206" y="4922488"/>
              <a:ext cx="19681" cy="172809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0" name="rc3370"/>
            <p:cNvSpPr/>
            <p:nvPr/>
          </p:nvSpPr>
          <p:spPr>
            <a:xfrm>
              <a:off x="11622075" y="5722815"/>
              <a:ext cx="19681" cy="92776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1" name="rc3371"/>
            <p:cNvSpPr/>
            <p:nvPr/>
          </p:nvSpPr>
          <p:spPr>
            <a:xfrm>
              <a:off x="11643943" y="6454796"/>
              <a:ext cx="19681" cy="19578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2" name="rc3372"/>
            <p:cNvSpPr/>
            <p:nvPr/>
          </p:nvSpPr>
          <p:spPr>
            <a:xfrm>
              <a:off x="11665812" y="4137109"/>
              <a:ext cx="19681" cy="251347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3" name="rc3373"/>
            <p:cNvSpPr/>
            <p:nvPr/>
          </p:nvSpPr>
          <p:spPr>
            <a:xfrm>
              <a:off x="11687681" y="6649125"/>
              <a:ext cx="19681" cy="145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4" name="rc3374"/>
            <p:cNvSpPr/>
            <p:nvPr/>
          </p:nvSpPr>
          <p:spPr>
            <a:xfrm>
              <a:off x="11709549" y="4640968"/>
              <a:ext cx="19681" cy="200961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5" name="rc3375"/>
            <p:cNvSpPr/>
            <p:nvPr/>
          </p:nvSpPr>
          <p:spPr>
            <a:xfrm>
              <a:off x="11731418" y="4036869"/>
              <a:ext cx="19681" cy="261371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6" name="rc3376"/>
            <p:cNvSpPr/>
            <p:nvPr/>
          </p:nvSpPr>
          <p:spPr>
            <a:xfrm>
              <a:off x="11753287" y="5482158"/>
              <a:ext cx="19681" cy="116842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7" name="rc3377"/>
            <p:cNvSpPr/>
            <p:nvPr/>
          </p:nvSpPr>
          <p:spPr>
            <a:xfrm>
              <a:off x="11775155" y="3915637"/>
              <a:ext cx="19681" cy="273494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8" name="rc3378"/>
            <p:cNvSpPr/>
            <p:nvPr/>
          </p:nvSpPr>
          <p:spPr>
            <a:xfrm>
              <a:off x="11797024" y="4728347"/>
              <a:ext cx="19681" cy="192223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9" name="rc3379"/>
            <p:cNvSpPr/>
            <p:nvPr/>
          </p:nvSpPr>
          <p:spPr>
            <a:xfrm>
              <a:off x="2454579" y="3799491"/>
              <a:ext cx="879119" cy="107076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0" name="tx3380"/>
            <p:cNvSpPr/>
            <p:nvPr/>
          </p:nvSpPr>
          <p:spPr>
            <a:xfrm>
              <a:off x="2821627" y="3811378"/>
              <a:ext cx="145023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SS</a:t>
              </a:r>
            </a:p>
          </p:txBody>
        </p:sp>
        <p:sp>
          <p:nvSpPr>
            <p:cNvPr id="3381" name="rc3381"/>
            <p:cNvSpPr/>
            <p:nvPr/>
          </p:nvSpPr>
          <p:spPr>
            <a:xfrm>
              <a:off x="3384309" y="3799491"/>
              <a:ext cx="2366188" cy="107076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2" name="tx3382"/>
            <p:cNvSpPr/>
            <p:nvPr/>
          </p:nvSpPr>
          <p:spPr>
            <a:xfrm>
              <a:off x="4461287" y="3811378"/>
              <a:ext cx="212232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TST</a:t>
              </a:r>
            </a:p>
          </p:txBody>
        </p:sp>
        <p:sp>
          <p:nvSpPr>
            <p:cNvPr id="3383" name="rc3383"/>
            <p:cNvSpPr/>
            <p:nvPr/>
          </p:nvSpPr>
          <p:spPr>
            <a:xfrm>
              <a:off x="5801108" y="3799491"/>
              <a:ext cx="1557048" cy="107076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4" name="tx3384"/>
            <p:cNvSpPr/>
            <p:nvPr/>
          </p:nvSpPr>
          <p:spPr>
            <a:xfrm>
              <a:off x="6464372" y="3811378"/>
              <a:ext cx="230520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NSS</a:t>
              </a:r>
            </a:p>
          </p:txBody>
        </p:sp>
        <p:sp>
          <p:nvSpPr>
            <p:cNvPr id="3385" name="rc3385"/>
            <p:cNvSpPr/>
            <p:nvPr/>
          </p:nvSpPr>
          <p:spPr>
            <a:xfrm>
              <a:off x="7408766" y="3799491"/>
              <a:ext cx="1447704" cy="107076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6" name="tx3386"/>
            <p:cNvSpPr/>
            <p:nvPr/>
          </p:nvSpPr>
          <p:spPr>
            <a:xfrm>
              <a:off x="8058781" y="3811378"/>
              <a:ext cx="147675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3K</a:t>
              </a:r>
            </a:p>
          </p:txBody>
        </p:sp>
        <p:sp>
          <p:nvSpPr>
            <p:cNvPr id="3387" name="rc3387"/>
            <p:cNvSpPr/>
            <p:nvPr/>
          </p:nvSpPr>
          <p:spPr>
            <a:xfrm>
              <a:off x="8907081" y="3799491"/>
              <a:ext cx="2912904" cy="107076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8" name="tx3388"/>
            <p:cNvSpPr/>
            <p:nvPr/>
          </p:nvSpPr>
          <p:spPr>
            <a:xfrm>
              <a:off x="10220659" y="3811378"/>
              <a:ext cx="285750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Tibet</a:t>
              </a:r>
            </a:p>
          </p:txBody>
        </p:sp>
        <p:sp>
          <p:nvSpPr>
            <p:cNvPr id="3389" name="pl3389"/>
            <p:cNvSpPr/>
            <p:nvPr/>
          </p:nvSpPr>
          <p:spPr>
            <a:xfrm>
              <a:off x="2454579" y="6650856"/>
              <a:ext cx="879119" cy="0"/>
            </a:xfrm>
            <a:custGeom>
              <a:avLst/>
              <a:pathLst>
                <a:path w="879119" h="0">
                  <a:moveTo>
                    <a:pt x="0" y="0"/>
                  </a:moveTo>
                  <a:lnTo>
                    <a:pt x="879119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0" name="pl3390"/>
            <p:cNvSpPr/>
            <p:nvPr/>
          </p:nvSpPr>
          <p:spPr>
            <a:xfrm>
              <a:off x="246770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1" name="pl3391"/>
            <p:cNvSpPr/>
            <p:nvPr/>
          </p:nvSpPr>
          <p:spPr>
            <a:xfrm>
              <a:off x="248956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2" name="pl3392"/>
            <p:cNvSpPr/>
            <p:nvPr/>
          </p:nvSpPr>
          <p:spPr>
            <a:xfrm>
              <a:off x="251143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3" name="pl3393"/>
            <p:cNvSpPr/>
            <p:nvPr/>
          </p:nvSpPr>
          <p:spPr>
            <a:xfrm>
              <a:off x="253330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4" name="pl3394"/>
            <p:cNvSpPr/>
            <p:nvPr/>
          </p:nvSpPr>
          <p:spPr>
            <a:xfrm>
              <a:off x="255517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5" name="pl3395"/>
            <p:cNvSpPr/>
            <p:nvPr/>
          </p:nvSpPr>
          <p:spPr>
            <a:xfrm>
              <a:off x="257704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6" name="pl3396"/>
            <p:cNvSpPr/>
            <p:nvPr/>
          </p:nvSpPr>
          <p:spPr>
            <a:xfrm>
              <a:off x="259891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7" name="pl3397"/>
            <p:cNvSpPr/>
            <p:nvPr/>
          </p:nvSpPr>
          <p:spPr>
            <a:xfrm>
              <a:off x="262078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8" name="pl3398"/>
            <p:cNvSpPr/>
            <p:nvPr/>
          </p:nvSpPr>
          <p:spPr>
            <a:xfrm>
              <a:off x="264265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9" name="pl3399"/>
            <p:cNvSpPr/>
            <p:nvPr/>
          </p:nvSpPr>
          <p:spPr>
            <a:xfrm>
              <a:off x="266451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0" name="pl3400"/>
            <p:cNvSpPr/>
            <p:nvPr/>
          </p:nvSpPr>
          <p:spPr>
            <a:xfrm>
              <a:off x="268638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1" name="pl3401"/>
            <p:cNvSpPr/>
            <p:nvPr/>
          </p:nvSpPr>
          <p:spPr>
            <a:xfrm>
              <a:off x="270825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2" name="pl3402"/>
            <p:cNvSpPr/>
            <p:nvPr/>
          </p:nvSpPr>
          <p:spPr>
            <a:xfrm>
              <a:off x="273012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3" name="pl3403"/>
            <p:cNvSpPr/>
            <p:nvPr/>
          </p:nvSpPr>
          <p:spPr>
            <a:xfrm>
              <a:off x="275199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4" name="pl3404"/>
            <p:cNvSpPr/>
            <p:nvPr/>
          </p:nvSpPr>
          <p:spPr>
            <a:xfrm>
              <a:off x="277386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5" name="pl3405"/>
            <p:cNvSpPr/>
            <p:nvPr/>
          </p:nvSpPr>
          <p:spPr>
            <a:xfrm>
              <a:off x="279573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6" name="pl3406"/>
            <p:cNvSpPr/>
            <p:nvPr/>
          </p:nvSpPr>
          <p:spPr>
            <a:xfrm>
              <a:off x="281759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7" name="pl3407"/>
            <p:cNvSpPr/>
            <p:nvPr/>
          </p:nvSpPr>
          <p:spPr>
            <a:xfrm>
              <a:off x="283946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8" name="pl3408"/>
            <p:cNvSpPr/>
            <p:nvPr/>
          </p:nvSpPr>
          <p:spPr>
            <a:xfrm>
              <a:off x="286133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9" name="pl3409"/>
            <p:cNvSpPr/>
            <p:nvPr/>
          </p:nvSpPr>
          <p:spPr>
            <a:xfrm>
              <a:off x="288320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0" name="pl3410"/>
            <p:cNvSpPr/>
            <p:nvPr/>
          </p:nvSpPr>
          <p:spPr>
            <a:xfrm>
              <a:off x="290507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1" name="pl3411"/>
            <p:cNvSpPr/>
            <p:nvPr/>
          </p:nvSpPr>
          <p:spPr>
            <a:xfrm>
              <a:off x="292694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2" name="pl3412"/>
            <p:cNvSpPr/>
            <p:nvPr/>
          </p:nvSpPr>
          <p:spPr>
            <a:xfrm>
              <a:off x="294881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3" name="pl3413"/>
            <p:cNvSpPr/>
            <p:nvPr/>
          </p:nvSpPr>
          <p:spPr>
            <a:xfrm>
              <a:off x="297068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4" name="pl3414"/>
            <p:cNvSpPr/>
            <p:nvPr/>
          </p:nvSpPr>
          <p:spPr>
            <a:xfrm>
              <a:off x="299254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5" name="pl3415"/>
            <p:cNvSpPr/>
            <p:nvPr/>
          </p:nvSpPr>
          <p:spPr>
            <a:xfrm>
              <a:off x="301441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6" name="pl3416"/>
            <p:cNvSpPr/>
            <p:nvPr/>
          </p:nvSpPr>
          <p:spPr>
            <a:xfrm>
              <a:off x="303628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7" name="pl3417"/>
            <p:cNvSpPr/>
            <p:nvPr/>
          </p:nvSpPr>
          <p:spPr>
            <a:xfrm>
              <a:off x="305815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8" name="pl3418"/>
            <p:cNvSpPr/>
            <p:nvPr/>
          </p:nvSpPr>
          <p:spPr>
            <a:xfrm>
              <a:off x="308002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9" name="pl3419"/>
            <p:cNvSpPr/>
            <p:nvPr/>
          </p:nvSpPr>
          <p:spPr>
            <a:xfrm>
              <a:off x="310189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0" name="pl3420"/>
            <p:cNvSpPr/>
            <p:nvPr/>
          </p:nvSpPr>
          <p:spPr>
            <a:xfrm>
              <a:off x="312376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1" name="pl3421"/>
            <p:cNvSpPr/>
            <p:nvPr/>
          </p:nvSpPr>
          <p:spPr>
            <a:xfrm>
              <a:off x="314562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2" name="pl3422"/>
            <p:cNvSpPr/>
            <p:nvPr/>
          </p:nvSpPr>
          <p:spPr>
            <a:xfrm>
              <a:off x="316749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3" name="pl3423"/>
            <p:cNvSpPr/>
            <p:nvPr/>
          </p:nvSpPr>
          <p:spPr>
            <a:xfrm>
              <a:off x="318936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4" name="pl3424"/>
            <p:cNvSpPr/>
            <p:nvPr/>
          </p:nvSpPr>
          <p:spPr>
            <a:xfrm>
              <a:off x="321123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5" name="pl3425"/>
            <p:cNvSpPr/>
            <p:nvPr/>
          </p:nvSpPr>
          <p:spPr>
            <a:xfrm>
              <a:off x="323310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6" name="pl3426"/>
            <p:cNvSpPr/>
            <p:nvPr/>
          </p:nvSpPr>
          <p:spPr>
            <a:xfrm>
              <a:off x="325497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7" name="pl3427"/>
            <p:cNvSpPr/>
            <p:nvPr/>
          </p:nvSpPr>
          <p:spPr>
            <a:xfrm>
              <a:off x="327684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8" name="pl3428"/>
            <p:cNvSpPr/>
            <p:nvPr/>
          </p:nvSpPr>
          <p:spPr>
            <a:xfrm>
              <a:off x="329870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9" name="pl3429"/>
            <p:cNvSpPr/>
            <p:nvPr/>
          </p:nvSpPr>
          <p:spPr>
            <a:xfrm>
              <a:off x="332057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0" name="tx3430"/>
            <p:cNvSpPr/>
            <p:nvPr/>
          </p:nvSpPr>
          <p:spPr>
            <a:xfrm>
              <a:off x="2265344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DLN031</a:t>
              </a:r>
            </a:p>
          </p:txBody>
        </p:sp>
        <p:sp>
          <p:nvSpPr>
            <p:cNvPr id="3431" name="tx3431"/>
            <p:cNvSpPr/>
            <p:nvPr/>
          </p:nvSpPr>
          <p:spPr>
            <a:xfrm>
              <a:off x="2230657" y="6696406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DLN031_a</a:t>
              </a:r>
            </a:p>
          </p:txBody>
        </p:sp>
        <p:sp>
          <p:nvSpPr>
            <p:cNvPr id="3432" name="tx3432"/>
            <p:cNvSpPr/>
            <p:nvPr/>
          </p:nvSpPr>
          <p:spPr>
            <a:xfrm>
              <a:off x="2251337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DLN055_1</a:t>
              </a:r>
            </a:p>
          </p:txBody>
        </p:sp>
        <p:sp>
          <p:nvSpPr>
            <p:cNvPr id="3433" name="tx3433"/>
            <p:cNvSpPr/>
            <p:nvPr/>
          </p:nvSpPr>
          <p:spPr>
            <a:xfrm>
              <a:off x="2273205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DLN055_2</a:t>
              </a:r>
            </a:p>
          </p:txBody>
        </p:sp>
        <p:sp>
          <p:nvSpPr>
            <p:cNvPr id="3434" name="tx3434"/>
            <p:cNvSpPr/>
            <p:nvPr/>
          </p:nvSpPr>
          <p:spPr>
            <a:xfrm>
              <a:off x="2352818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DLN057</a:t>
              </a:r>
            </a:p>
          </p:txBody>
        </p:sp>
        <p:sp>
          <p:nvSpPr>
            <p:cNvPr id="3435" name="tx3435"/>
            <p:cNvSpPr/>
            <p:nvPr/>
          </p:nvSpPr>
          <p:spPr>
            <a:xfrm>
              <a:off x="2316943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DLN060_1</a:t>
              </a:r>
            </a:p>
          </p:txBody>
        </p:sp>
        <p:sp>
          <p:nvSpPr>
            <p:cNvPr id="3436" name="tx3436"/>
            <p:cNvSpPr/>
            <p:nvPr/>
          </p:nvSpPr>
          <p:spPr>
            <a:xfrm>
              <a:off x="2338811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DLN060_2</a:t>
              </a:r>
            </a:p>
          </p:txBody>
        </p:sp>
        <p:sp>
          <p:nvSpPr>
            <p:cNvPr id="3437" name="tx3437"/>
            <p:cNvSpPr/>
            <p:nvPr/>
          </p:nvSpPr>
          <p:spPr>
            <a:xfrm>
              <a:off x="2418424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DLN061</a:t>
              </a:r>
            </a:p>
          </p:txBody>
        </p:sp>
        <p:sp>
          <p:nvSpPr>
            <p:cNvPr id="3438" name="tx3438"/>
            <p:cNvSpPr/>
            <p:nvPr/>
          </p:nvSpPr>
          <p:spPr>
            <a:xfrm>
              <a:off x="2440293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DLN063</a:t>
              </a:r>
            </a:p>
          </p:txBody>
        </p:sp>
        <p:sp>
          <p:nvSpPr>
            <p:cNvPr id="3439" name="tx3439"/>
            <p:cNvSpPr/>
            <p:nvPr/>
          </p:nvSpPr>
          <p:spPr>
            <a:xfrm>
              <a:off x="2462162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DLN064</a:t>
              </a:r>
            </a:p>
          </p:txBody>
        </p:sp>
        <p:sp>
          <p:nvSpPr>
            <p:cNvPr id="3440" name="tx3440"/>
            <p:cNvSpPr/>
            <p:nvPr/>
          </p:nvSpPr>
          <p:spPr>
            <a:xfrm>
              <a:off x="2426286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DLN065_1</a:t>
              </a:r>
            </a:p>
          </p:txBody>
        </p:sp>
        <p:sp>
          <p:nvSpPr>
            <p:cNvPr id="3441" name="tx3441"/>
            <p:cNvSpPr/>
            <p:nvPr/>
          </p:nvSpPr>
          <p:spPr>
            <a:xfrm>
              <a:off x="2448155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DLN065_2</a:t>
              </a:r>
            </a:p>
          </p:txBody>
        </p:sp>
        <p:sp>
          <p:nvSpPr>
            <p:cNvPr id="3442" name="tx3442"/>
            <p:cNvSpPr/>
            <p:nvPr/>
          </p:nvSpPr>
          <p:spPr>
            <a:xfrm>
              <a:off x="2470023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DLN066_1</a:t>
              </a:r>
            </a:p>
          </p:txBody>
        </p:sp>
        <p:sp>
          <p:nvSpPr>
            <p:cNvPr id="3443" name="tx3443"/>
            <p:cNvSpPr/>
            <p:nvPr/>
          </p:nvSpPr>
          <p:spPr>
            <a:xfrm>
              <a:off x="2491892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DLN066_2</a:t>
              </a:r>
            </a:p>
          </p:txBody>
        </p:sp>
        <p:sp>
          <p:nvSpPr>
            <p:cNvPr id="3444" name="tx3444"/>
            <p:cNvSpPr/>
            <p:nvPr/>
          </p:nvSpPr>
          <p:spPr>
            <a:xfrm>
              <a:off x="2571505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DLN068</a:t>
              </a:r>
            </a:p>
          </p:txBody>
        </p:sp>
        <p:sp>
          <p:nvSpPr>
            <p:cNvPr id="3445" name="tx3445"/>
            <p:cNvSpPr/>
            <p:nvPr/>
          </p:nvSpPr>
          <p:spPr>
            <a:xfrm>
              <a:off x="2593374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DLN069</a:t>
              </a:r>
            </a:p>
          </p:txBody>
        </p:sp>
        <p:sp>
          <p:nvSpPr>
            <p:cNvPr id="3446" name="tx3446"/>
            <p:cNvSpPr/>
            <p:nvPr/>
          </p:nvSpPr>
          <p:spPr>
            <a:xfrm>
              <a:off x="2615242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DLN072</a:t>
              </a:r>
            </a:p>
          </p:txBody>
        </p:sp>
        <p:sp>
          <p:nvSpPr>
            <p:cNvPr id="3447" name="tx3447"/>
            <p:cNvSpPr/>
            <p:nvPr/>
          </p:nvSpPr>
          <p:spPr>
            <a:xfrm>
              <a:off x="2637111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DLN073</a:t>
              </a:r>
            </a:p>
          </p:txBody>
        </p:sp>
        <p:sp>
          <p:nvSpPr>
            <p:cNvPr id="3448" name="tx3448"/>
            <p:cNvSpPr/>
            <p:nvPr/>
          </p:nvSpPr>
          <p:spPr>
            <a:xfrm>
              <a:off x="2658980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DLN135</a:t>
              </a:r>
            </a:p>
          </p:txBody>
        </p:sp>
        <p:sp>
          <p:nvSpPr>
            <p:cNvPr id="3449" name="tx3449"/>
            <p:cNvSpPr/>
            <p:nvPr/>
          </p:nvSpPr>
          <p:spPr>
            <a:xfrm>
              <a:off x="2623104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DLN197_1</a:t>
              </a:r>
            </a:p>
          </p:txBody>
        </p:sp>
        <p:sp>
          <p:nvSpPr>
            <p:cNvPr id="3450" name="tx3450"/>
            <p:cNvSpPr/>
            <p:nvPr/>
          </p:nvSpPr>
          <p:spPr>
            <a:xfrm>
              <a:off x="2644973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DLN197_2</a:t>
              </a:r>
            </a:p>
          </p:txBody>
        </p:sp>
        <p:sp>
          <p:nvSpPr>
            <p:cNvPr id="3451" name="tx3451"/>
            <p:cNvSpPr/>
            <p:nvPr/>
          </p:nvSpPr>
          <p:spPr>
            <a:xfrm>
              <a:off x="2724586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DLN218</a:t>
              </a:r>
            </a:p>
          </p:txBody>
        </p:sp>
        <p:sp>
          <p:nvSpPr>
            <p:cNvPr id="3452" name="tx3452"/>
            <p:cNvSpPr/>
            <p:nvPr/>
          </p:nvSpPr>
          <p:spPr>
            <a:xfrm>
              <a:off x="2620496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WMT_SWP51</a:t>
              </a:r>
            </a:p>
          </p:txBody>
        </p:sp>
        <p:sp>
          <p:nvSpPr>
            <p:cNvPr id="3453" name="tx3453"/>
            <p:cNvSpPr/>
            <p:nvPr/>
          </p:nvSpPr>
          <p:spPr>
            <a:xfrm>
              <a:off x="2642364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WMT_SWP52</a:t>
              </a:r>
            </a:p>
          </p:txBody>
        </p:sp>
        <p:sp>
          <p:nvSpPr>
            <p:cNvPr id="3454" name="tx3454"/>
            <p:cNvSpPr/>
            <p:nvPr/>
          </p:nvSpPr>
          <p:spPr>
            <a:xfrm>
              <a:off x="2664233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WMT_SWP53</a:t>
              </a:r>
            </a:p>
          </p:txBody>
        </p:sp>
        <p:sp>
          <p:nvSpPr>
            <p:cNvPr id="3455" name="tx3455"/>
            <p:cNvSpPr/>
            <p:nvPr/>
          </p:nvSpPr>
          <p:spPr>
            <a:xfrm>
              <a:off x="2686102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WMT_SWP54</a:t>
              </a:r>
            </a:p>
          </p:txBody>
        </p:sp>
        <p:sp>
          <p:nvSpPr>
            <p:cNvPr id="3456" name="tx3456"/>
            <p:cNvSpPr/>
            <p:nvPr/>
          </p:nvSpPr>
          <p:spPr>
            <a:xfrm>
              <a:off x="2707970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WMT_SWP55</a:t>
              </a:r>
            </a:p>
          </p:txBody>
        </p:sp>
        <p:sp>
          <p:nvSpPr>
            <p:cNvPr id="3457" name="tx3457"/>
            <p:cNvSpPr/>
            <p:nvPr/>
          </p:nvSpPr>
          <p:spPr>
            <a:xfrm>
              <a:off x="2729839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WMT_SWP56</a:t>
              </a:r>
            </a:p>
          </p:txBody>
        </p:sp>
        <p:sp>
          <p:nvSpPr>
            <p:cNvPr id="3458" name="tx3458"/>
            <p:cNvSpPr/>
            <p:nvPr/>
          </p:nvSpPr>
          <p:spPr>
            <a:xfrm>
              <a:off x="2751708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WMT_SWP57</a:t>
              </a:r>
            </a:p>
          </p:txBody>
        </p:sp>
        <p:sp>
          <p:nvSpPr>
            <p:cNvPr id="3459" name="tx3459"/>
            <p:cNvSpPr/>
            <p:nvPr/>
          </p:nvSpPr>
          <p:spPr>
            <a:xfrm>
              <a:off x="2773576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WMT_SWP58</a:t>
              </a:r>
            </a:p>
          </p:txBody>
        </p:sp>
        <p:sp>
          <p:nvSpPr>
            <p:cNvPr id="3460" name="tx3460"/>
            <p:cNvSpPr/>
            <p:nvPr/>
          </p:nvSpPr>
          <p:spPr>
            <a:xfrm>
              <a:off x="2795445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WMT_SWP59</a:t>
              </a:r>
            </a:p>
          </p:txBody>
        </p:sp>
        <p:sp>
          <p:nvSpPr>
            <p:cNvPr id="3461" name="tx3461"/>
            <p:cNvSpPr/>
            <p:nvPr/>
          </p:nvSpPr>
          <p:spPr>
            <a:xfrm>
              <a:off x="2817314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WMT_SWP60</a:t>
              </a:r>
            </a:p>
          </p:txBody>
        </p:sp>
        <p:sp>
          <p:nvSpPr>
            <p:cNvPr id="3462" name="tx3462"/>
            <p:cNvSpPr/>
            <p:nvPr/>
          </p:nvSpPr>
          <p:spPr>
            <a:xfrm>
              <a:off x="2839182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WMT_SWP61</a:t>
              </a:r>
            </a:p>
          </p:txBody>
        </p:sp>
        <p:sp>
          <p:nvSpPr>
            <p:cNvPr id="3463" name="tx3463"/>
            <p:cNvSpPr/>
            <p:nvPr/>
          </p:nvSpPr>
          <p:spPr>
            <a:xfrm>
              <a:off x="2861051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WMT_SWP62</a:t>
              </a:r>
            </a:p>
          </p:txBody>
        </p:sp>
        <p:sp>
          <p:nvSpPr>
            <p:cNvPr id="3464" name="tx3464"/>
            <p:cNvSpPr/>
            <p:nvPr/>
          </p:nvSpPr>
          <p:spPr>
            <a:xfrm>
              <a:off x="2882919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WMT_SWP63</a:t>
              </a:r>
            </a:p>
          </p:txBody>
        </p:sp>
        <p:sp>
          <p:nvSpPr>
            <p:cNvPr id="3465" name="tx3465"/>
            <p:cNvSpPr/>
            <p:nvPr/>
          </p:nvSpPr>
          <p:spPr>
            <a:xfrm>
              <a:off x="2904788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WMT_SWP64</a:t>
              </a:r>
            </a:p>
          </p:txBody>
        </p:sp>
        <p:sp>
          <p:nvSpPr>
            <p:cNvPr id="3466" name="tx3466"/>
            <p:cNvSpPr/>
            <p:nvPr/>
          </p:nvSpPr>
          <p:spPr>
            <a:xfrm>
              <a:off x="2926657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WMT_SWP65</a:t>
              </a:r>
            </a:p>
          </p:txBody>
        </p:sp>
        <p:sp>
          <p:nvSpPr>
            <p:cNvPr id="3467" name="tx3467"/>
            <p:cNvSpPr/>
            <p:nvPr/>
          </p:nvSpPr>
          <p:spPr>
            <a:xfrm>
              <a:off x="2948525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WMT_SWP66</a:t>
              </a:r>
            </a:p>
          </p:txBody>
        </p:sp>
        <p:sp>
          <p:nvSpPr>
            <p:cNvPr id="3468" name="tx3468"/>
            <p:cNvSpPr/>
            <p:nvPr/>
          </p:nvSpPr>
          <p:spPr>
            <a:xfrm>
              <a:off x="2970394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WMT_SWP67</a:t>
              </a:r>
            </a:p>
          </p:txBody>
        </p:sp>
        <p:sp>
          <p:nvSpPr>
            <p:cNvPr id="3469" name="tx3469"/>
            <p:cNvSpPr/>
            <p:nvPr/>
          </p:nvSpPr>
          <p:spPr>
            <a:xfrm>
              <a:off x="2992263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WMT_SWP68</a:t>
              </a:r>
            </a:p>
          </p:txBody>
        </p:sp>
        <p:sp>
          <p:nvSpPr>
            <p:cNvPr id="3470" name="pl3470"/>
            <p:cNvSpPr/>
            <p:nvPr/>
          </p:nvSpPr>
          <p:spPr>
            <a:xfrm>
              <a:off x="3384309" y="6650856"/>
              <a:ext cx="2366188" cy="0"/>
            </a:xfrm>
            <a:custGeom>
              <a:avLst/>
              <a:pathLst>
                <a:path w="2366188" h="0">
                  <a:moveTo>
                    <a:pt x="0" y="0"/>
                  </a:moveTo>
                  <a:lnTo>
                    <a:pt x="2366188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1" name="pl3471"/>
            <p:cNvSpPr/>
            <p:nvPr/>
          </p:nvSpPr>
          <p:spPr>
            <a:xfrm>
              <a:off x="339743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2" name="pl3472"/>
            <p:cNvSpPr/>
            <p:nvPr/>
          </p:nvSpPr>
          <p:spPr>
            <a:xfrm>
              <a:off x="341929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3" name="pl3473"/>
            <p:cNvSpPr/>
            <p:nvPr/>
          </p:nvSpPr>
          <p:spPr>
            <a:xfrm>
              <a:off x="344116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4" name="pl3474"/>
            <p:cNvSpPr/>
            <p:nvPr/>
          </p:nvSpPr>
          <p:spPr>
            <a:xfrm>
              <a:off x="346303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5" name="pl3475"/>
            <p:cNvSpPr/>
            <p:nvPr/>
          </p:nvSpPr>
          <p:spPr>
            <a:xfrm>
              <a:off x="348490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6" name="pl3476"/>
            <p:cNvSpPr/>
            <p:nvPr/>
          </p:nvSpPr>
          <p:spPr>
            <a:xfrm>
              <a:off x="350677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7" name="pl3477"/>
            <p:cNvSpPr/>
            <p:nvPr/>
          </p:nvSpPr>
          <p:spPr>
            <a:xfrm>
              <a:off x="352864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8" name="pl3478"/>
            <p:cNvSpPr/>
            <p:nvPr/>
          </p:nvSpPr>
          <p:spPr>
            <a:xfrm>
              <a:off x="355051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9" name="pl3479"/>
            <p:cNvSpPr/>
            <p:nvPr/>
          </p:nvSpPr>
          <p:spPr>
            <a:xfrm>
              <a:off x="357238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0" name="pl3480"/>
            <p:cNvSpPr/>
            <p:nvPr/>
          </p:nvSpPr>
          <p:spPr>
            <a:xfrm>
              <a:off x="359424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1" name="pl3481"/>
            <p:cNvSpPr/>
            <p:nvPr/>
          </p:nvSpPr>
          <p:spPr>
            <a:xfrm>
              <a:off x="361611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2" name="pl3482"/>
            <p:cNvSpPr/>
            <p:nvPr/>
          </p:nvSpPr>
          <p:spPr>
            <a:xfrm>
              <a:off x="363798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3" name="pl3483"/>
            <p:cNvSpPr/>
            <p:nvPr/>
          </p:nvSpPr>
          <p:spPr>
            <a:xfrm>
              <a:off x="365985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4" name="pl3484"/>
            <p:cNvSpPr/>
            <p:nvPr/>
          </p:nvSpPr>
          <p:spPr>
            <a:xfrm>
              <a:off x="368172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5" name="pl3485"/>
            <p:cNvSpPr/>
            <p:nvPr/>
          </p:nvSpPr>
          <p:spPr>
            <a:xfrm>
              <a:off x="370359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6" name="pl3486"/>
            <p:cNvSpPr/>
            <p:nvPr/>
          </p:nvSpPr>
          <p:spPr>
            <a:xfrm>
              <a:off x="372546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7" name="pl3487"/>
            <p:cNvSpPr/>
            <p:nvPr/>
          </p:nvSpPr>
          <p:spPr>
            <a:xfrm>
              <a:off x="374732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8" name="pl3488"/>
            <p:cNvSpPr/>
            <p:nvPr/>
          </p:nvSpPr>
          <p:spPr>
            <a:xfrm>
              <a:off x="376919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9" name="pl3489"/>
            <p:cNvSpPr/>
            <p:nvPr/>
          </p:nvSpPr>
          <p:spPr>
            <a:xfrm>
              <a:off x="379106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0" name="pl3490"/>
            <p:cNvSpPr/>
            <p:nvPr/>
          </p:nvSpPr>
          <p:spPr>
            <a:xfrm>
              <a:off x="381293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1" name="pl3491"/>
            <p:cNvSpPr/>
            <p:nvPr/>
          </p:nvSpPr>
          <p:spPr>
            <a:xfrm>
              <a:off x="383480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2" name="pl3492"/>
            <p:cNvSpPr/>
            <p:nvPr/>
          </p:nvSpPr>
          <p:spPr>
            <a:xfrm>
              <a:off x="385667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3" name="pl3493"/>
            <p:cNvSpPr/>
            <p:nvPr/>
          </p:nvSpPr>
          <p:spPr>
            <a:xfrm>
              <a:off x="387854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4" name="pl3494"/>
            <p:cNvSpPr/>
            <p:nvPr/>
          </p:nvSpPr>
          <p:spPr>
            <a:xfrm>
              <a:off x="390041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5" name="pl3495"/>
            <p:cNvSpPr/>
            <p:nvPr/>
          </p:nvSpPr>
          <p:spPr>
            <a:xfrm>
              <a:off x="392227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6" name="pl3496"/>
            <p:cNvSpPr/>
            <p:nvPr/>
          </p:nvSpPr>
          <p:spPr>
            <a:xfrm>
              <a:off x="394414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7" name="pl3497"/>
            <p:cNvSpPr/>
            <p:nvPr/>
          </p:nvSpPr>
          <p:spPr>
            <a:xfrm>
              <a:off x="396601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8" name="pl3498"/>
            <p:cNvSpPr/>
            <p:nvPr/>
          </p:nvSpPr>
          <p:spPr>
            <a:xfrm>
              <a:off x="398788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9" name="pl3499"/>
            <p:cNvSpPr/>
            <p:nvPr/>
          </p:nvSpPr>
          <p:spPr>
            <a:xfrm>
              <a:off x="400975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0" name="pl3500"/>
            <p:cNvSpPr/>
            <p:nvPr/>
          </p:nvSpPr>
          <p:spPr>
            <a:xfrm>
              <a:off x="403162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1" name="pl3501"/>
            <p:cNvSpPr/>
            <p:nvPr/>
          </p:nvSpPr>
          <p:spPr>
            <a:xfrm>
              <a:off x="405349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2" name="pl3502"/>
            <p:cNvSpPr/>
            <p:nvPr/>
          </p:nvSpPr>
          <p:spPr>
            <a:xfrm>
              <a:off x="407535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3" name="pl3503"/>
            <p:cNvSpPr/>
            <p:nvPr/>
          </p:nvSpPr>
          <p:spPr>
            <a:xfrm>
              <a:off x="409722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4" name="pl3504"/>
            <p:cNvSpPr/>
            <p:nvPr/>
          </p:nvSpPr>
          <p:spPr>
            <a:xfrm>
              <a:off x="411909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5" name="pl3505"/>
            <p:cNvSpPr/>
            <p:nvPr/>
          </p:nvSpPr>
          <p:spPr>
            <a:xfrm>
              <a:off x="414096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6" name="pl3506"/>
            <p:cNvSpPr/>
            <p:nvPr/>
          </p:nvSpPr>
          <p:spPr>
            <a:xfrm>
              <a:off x="416283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7" name="pl3507"/>
            <p:cNvSpPr/>
            <p:nvPr/>
          </p:nvSpPr>
          <p:spPr>
            <a:xfrm>
              <a:off x="418470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8" name="pl3508"/>
            <p:cNvSpPr/>
            <p:nvPr/>
          </p:nvSpPr>
          <p:spPr>
            <a:xfrm>
              <a:off x="420657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9" name="pl3509"/>
            <p:cNvSpPr/>
            <p:nvPr/>
          </p:nvSpPr>
          <p:spPr>
            <a:xfrm>
              <a:off x="422843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0" name="pl3510"/>
            <p:cNvSpPr/>
            <p:nvPr/>
          </p:nvSpPr>
          <p:spPr>
            <a:xfrm>
              <a:off x="425030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1" name="pl3511"/>
            <p:cNvSpPr/>
            <p:nvPr/>
          </p:nvSpPr>
          <p:spPr>
            <a:xfrm>
              <a:off x="427217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2" name="pl3512"/>
            <p:cNvSpPr/>
            <p:nvPr/>
          </p:nvSpPr>
          <p:spPr>
            <a:xfrm>
              <a:off x="429404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3" name="pl3513"/>
            <p:cNvSpPr/>
            <p:nvPr/>
          </p:nvSpPr>
          <p:spPr>
            <a:xfrm>
              <a:off x="431591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4" name="pl3514"/>
            <p:cNvSpPr/>
            <p:nvPr/>
          </p:nvSpPr>
          <p:spPr>
            <a:xfrm>
              <a:off x="433778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5" name="pl3515"/>
            <p:cNvSpPr/>
            <p:nvPr/>
          </p:nvSpPr>
          <p:spPr>
            <a:xfrm>
              <a:off x="435965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6" name="pl3516"/>
            <p:cNvSpPr/>
            <p:nvPr/>
          </p:nvSpPr>
          <p:spPr>
            <a:xfrm>
              <a:off x="438152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7" name="pl3517"/>
            <p:cNvSpPr/>
            <p:nvPr/>
          </p:nvSpPr>
          <p:spPr>
            <a:xfrm>
              <a:off x="440338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8" name="pl3518"/>
            <p:cNvSpPr/>
            <p:nvPr/>
          </p:nvSpPr>
          <p:spPr>
            <a:xfrm>
              <a:off x="442525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9" name="pl3519"/>
            <p:cNvSpPr/>
            <p:nvPr/>
          </p:nvSpPr>
          <p:spPr>
            <a:xfrm>
              <a:off x="444712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0" name="pl3520"/>
            <p:cNvSpPr/>
            <p:nvPr/>
          </p:nvSpPr>
          <p:spPr>
            <a:xfrm>
              <a:off x="446899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1" name="pl3521"/>
            <p:cNvSpPr/>
            <p:nvPr/>
          </p:nvSpPr>
          <p:spPr>
            <a:xfrm>
              <a:off x="449086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2" name="pl3522"/>
            <p:cNvSpPr/>
            <p:nvPr/>
          </p:nvSpPr>
          <p:spPr>
            <a:xfrm>
              <a:off x="451273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3" name="pl3523"/>
            <p:cNvSpPr/>
            <p:nvPr/>
          </p:nvSpPr>
          <p:spPr>
            <a:xfrm>
              <a:off x="453460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4" name="pl3524"/>
            <p:cNvSpPr/>
            <p:nvPr/>
          </p:nvSpPr>
          <p:spPr>
            <a:xfrm>
              <a:off x="455646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5" name="pl3525"/>
            <p:cNvSpPr/>
            <p:nvPr/>
          </p:nvSpPr>
          <p:spPr>
            <a:xfrm>
              <a:off x="457833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6" name="pl3526"/>
            <p:cNvSpPr/>
            <p:nvPr/>
          </p:nvSpPr>
          <p:spPr>
            <a:xfrm>
              <a:off x="460020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7" name="pl3527"/>
            <p:cNvSpPr/>
            <p:nvPr/>
          </p:nvSpPr>
          <p:spPr>
            <a:xfrm>
              <a:off x="462207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8" name="pl3528"/>
            <p:cNvSpPr/>
            <p:nvPr/>
          </p:nvSpPr>
          <p:spPr>
            <a:xfrm>
              <a:off x="464394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9" name="pl3529"/>
            <p:cNvSpPr/>
            <p:nvPr/>
          </p:nvSpPr>
          <p:spPr>
            <a:xfrm>
              <a:off x="466581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0" name="pl3530"/>
            <p:cNvSpPr/>
            <p:nvPr/>
          </p:nvSpPr>
          <p:spPr>
            <a:xfrm>
              <a:off x="468768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1" name="pl3531"/>
            <p:cNvSpPr/>
            <p:nvPr/>
          </p:nvSpPr>
          <p:spPr>
            <a:xfrm>
              <a:off x="470955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2" name="pl3532"/>
            <p:cNvSpPr/>
            <p:nvPr/>
          </p:nvSpPr>
          <p:spPr>
            <a:xfrm>
              <a:off x="473141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3" name="pl3533"/>
            <p:cNvSpPr/>
            <p:nvPr/>
          </p:nvSpPr>
          <p:spPr>
            <a:xfrm>
              <a:off x="475328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4" name="pl3534"/>
            <p:cNvSpPr/>
            <p:nvPr/>
          </p:nvSpPr>
          <p:spPr>
            <a:xfrm>
              <a:off x="477515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5" name="pl3535"/>
            <p:cNvSpPr/>
            <p:nvPr/>
          </p:nvSpPr>
          <p:spPr>
            <a:xfrm>
              <a:off x="479702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6" name="pl3536"/>
            <p:cNvSpPr/>
            <p:nvPr/>
          </p:nvSpPr>
          <p:spPr>
            <a:xfrm>
              <a:off x="481889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7" name="pl3537"/>
            <p:cNvSpPr/>
            <p:nvPr/>
          </p:nvSpPr>
          <p:spPr>
            <a:xfrm>
              <a:off x="484076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8" name="pl3538"/>
            <p:cNvSpPr/>
            <p:nvPr/>
          </p:nvSpPr>
          <p:spPr>
            <a:xfrm>
              <a:off x="486263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9" name="pl3539"/>
            <p:cNvSpPr/>
            <p:nvPr/>
          </p:nvSpPr>
          <p:spPr>
            <a:xfrm>
              <a:off x="488449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0" name="pl3540"/>
            <p:cNvSpPr/>
            <p:nvPr/>
          </p:nvSpPr>
          <p:spPr>
            <a:xfrm>
              <a:off x="490636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1" name="pl3541"/>
            <p:cNvSpPr/>
            <p:nvPr/>
          </p:nvSpPr>
          <p:spPr>
            <a:xfrm>
              <a:off x="492823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2" name="pl3542"/>
            <p:cNvSpPr/>
            <p:nvPr/>
          </p:nvSpPr>
          <p:spPr>
            <a:xfrm>
              <a:off x="495010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3" name="pl3543"/>
            <p:cNvSpPr/>
            <p:nvPr/>
          </p:nvSpPr>
          <p:spPr>
            <a:xfrm>
              <a:off x="497197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4" name="pl3544"/>
            <p:cNvSpPr/>
            <p:nvPr/>
          </p:nvSpPr>
          <p:spPr>
            <a:xfrm>
              <a:off x="499384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5" name="pl3545"/>
            <p:cNvSpPr/>
            <p:nvPr/>
          </p:nvSpPr>
          <p:spPr>
            <a:xfrm>
              <a:off x="501571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6" name="pl3546"/>
            <p:cNvSpPr/>
            <p:nvPr/>
          </p:nvSpPr>
          <p:spPr>
            <a:xfrm>
              <a:off x="503758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7" name="pl3547"/>
            <p:cNvSpPr/>
            <p:nvPr/>
          </p:nvSpPr>
          <p:spPr>
            <a:xfrm>
              <a:off x="505944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8" name="pl3548"/>
            <p:cNvSpPr/>
            <p:nvPr/>
          </p:nvSpPr>
          <p:spPr>
            <a:xfrm>
              <a:off x="508131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9" name="pl3549"/>
            <p:cNvSpPr/>
            <p:nvPr/>
          </p:nvSpPr>
          <p:spPr>
            <a:xfrm>
              <a:off x="510318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0" name="pl3550"/>
            <p:cNvSpPr/>
            <p:nvPr/>
          </p:nvSpPr>
          <p:spPr>
            <a:xfrm>
              <a:off x="512505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1" name="pl3551"/>
            <p:cNvSpPr/>
            <p:nvPr/>
          </p:nvSpPr>
          <p:spPr>
            <a:xfrm>
              <a:off x="514692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2" name="pl3552"/>
            <p:cNvSpPr/>
            <p:nvPr/>
          </p:nvSpPr>
          <p:spPr>
            <a:xfrm>
              <a:off x="516879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3" name="pl3553"/>
            <p:cNvSpPr/>
            <p:nvPr/>
          </p:nvSpPr>
          <p:spPr>
            <a:xfrm>
              <a:off x="519066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4" name="pl3554"/>
            <p:cNvSpPr/>
            <p:nvPr/>
          </p:nvSpPr>
          <p:spPr>
            <a:xfrm>
              <a:off x="521252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5" name="pl3555"/>
            <p:cNvSpPr/>
            <p:nvPr/>
          </p:nvSpPr>
          <p:spPr>
            <a:xfrm>
              <a:off x="523439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6" name="pl3556"/>
            <p:cNvSpPr/>
            <p:nvPr/>
          </p:nvSpPr>
          <p:spPr>
            <a:xfrm>
              <a:off x="525626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7" name="pl3557"/>
            <p:cNvSpPr/>
            <p:nvPr/>
          </p:nvSpPr>
          <p:spPr>
            <a:xfrm>
              <a:off x="527813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8" name="pl3558"/>
            <p:cNvSpPr/>
            <p:nvPr/>
          </p:nvSpPr>
          <p:spPr>
            <a:xfrm>
              <a:off x="530000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9" name="pl3559"/>
            <p:cNvSpPr/>
            <p:nvPr/>
          </p:nvSpPr>
          <p:spPr>
            <a:xfrm>
              <a:off x="532187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0" name="pl3560"/>
            <p:cNvSpPr/>
            <p:nvPr/>
          </p:nvSpPr>
          <p:spPr>
            <a:xfrm>
              <a:off x="534374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1" name="pl3561"/>
            <p:cNvSpPr/>
            <p:nvPr/>
          </p:nvSpPr>
          <p:spPr>
            <a:xfrm>
              <a:off x="536560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2" name="pl3562"/>
            <p:cNvSpPr/>
            <p:nvPr/>
          </p:nvSpPr>
          <p:spPr>
            <a:xfrm>
              <a:off x="538747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3" name="pl3563"/>
            <p:cNvSpPr/>
            <p:nvPr/>
          </p:nvSpPr>
          <p:spPr>
            <a:xfrm>
              <a:off x="540934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4" name="pl3564"/>
            <p:cNvSpPr/>
            <p:nvPr/>
          </p:nvSpPr>
          <p:spPr>
            <a:xfrm>
              <a:off x="543121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5" name="pl3565"/>
            <p:cNvSpPr/>
            <p:nvPr/>
          </p:nvSpPr>
          <p:spPr>
            <a:xfrm>
              <a:off x="545308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6" name="pl3566"/>
            <p:cNvSpPr/>
            <p:nvPr/>
          </p:nvSpPr>
          <p:spPr>
            <a:xfrm>
              <a:off x="547495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7" name="pl3567"/>
            <p:cNvSpPr/>
            <p:nvPr/>
          </p:nvSpPr>
          <p:spPr>
            <a:xfrm>
              <a:off x="549682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8" name="pl3568"/>
            <p:cNvSpPr/>
            <p:nvPr/>
          </p:nvSpPr>
          <p:spPr>
            <a:xfrm>
              <a:off x="551869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9" name="pl3569"/>
            <p:cNvSpPr/>
            <p:nvPr/>
          </p:nvSpPr>
          <p:spPr>
            <a:xfrm>
              <a:off x="554055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0" name="pl3570"/>
            <p:cNvSpPr/>
            <p:nvPr/>
          </p:nvSpPr>
          <p:spPr>
            <a:xfrm>
              <a:off x="556242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1" name="pl3571"/>
            <p:cNvSpPr/>
            <p:nvPr/>
          </p:nvSpPr>
          <p:spPr>
            <a:xfrm>
              <a:off x="558429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2" name="pl3572"/>
            <p:cNvSpPr/>
            <p:nvPr/>
          </p:nvSpPr>
          <p:spPr>
            <a:xfrm>
              <a:off x="560616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3" name="pl3573"/>
            <p:cNvSpPr/>
            <p:nvPr/>
          </p:nvSpPr>
          <p:spPr>
            <a:xfrm>
              <a:off x="562803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4" name="pl3574"/>
            <p:cNvSpPr/>
            <p:nvPr/>
          </p:nvSpPr>
          <p:spPr>
            <a:xfrm>
              <a:off x="564990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5" name="pl3575"/>
            <p:cNvSpPr/>
            <p:nvPr/>
          </p:nvSpPr>
          <p:spPr>
            <a:xfrm>
              <a:off x="567177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6" name="pl3576"/>
            <p:cNvSpPr/>
            <p:nvPr/>
          </p:nvSpPr>
          <p:spPr>
            <a:xfrm>
              <a:off x="569363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7" name="pl3577"/>
            <p:cNvSpPr/>
            <p:nvPr/>
          </p:nvSpPr>
          <p:spPr>
            <a:xfrm>
              <a:off x="571550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8" name="pl3578"/>
            <p:cNvSpPr/>
            <p:nvPr/>
          </p:nvSpPr>
          <p:spPr>
            <a:xfrm>
              <a:off x="573737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9" name="tx3579"/>
            <p:cNvSpPr/>
            <p:nvPr/>
          </p:nvSpPr>
          <p:spPr>
            <a:xfrm>
              <a:off x="3195074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DLN002</a:t>
              </a:r>
            </a:p>
          </p:txBody>
        </p:sp>
        <p:sp>
          <p:nvSpPr>
            <p:cNvPr id="3580" name="tx3580"/>
            <p:cNvSpPr/>
            <p:nvPr/>
          </p:nvSpPr>
          <p:spPr>
            <a:xfrm>
              <a:off x="3216943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DLN007</a:t>
              </a:r>
            </a:p>
          </p:txBody>
        </p:sp>
        <p:sp>
          <p:nvSpPr>
            <p:cNvPr id="3581" name="tx3581"/>
            <p:cNvSpPr/>
            <p:nvPr/>
          </p:nvSpPr>
          <p:spPr>
            <a:xfrm>
              <a:off x="3238811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DLN009</a:t>
              </a:r>
            </a:p>
          </p:txBody>
        </p:sp>
        <p:sp>
          <p:nvSpPr>
            <p:cNvPr id="3582" name="tx3582"/>
            <p:cNvSpPr/>
            <p:nvPr/>
          </p:nvSpPr>
          <p:spPr>
            <a:xfrm>
              <a:off x="3260680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DLN010</a:t>
              </a:r>
            </a:p>
          </p:txBody>
        </p:sp>
        <p:sp>
          <p:nvSpPr>
            <p:cNvPr id="3583" name="tx3583"/>
            <p:cNvSpPr/>
            <p:nvPr/>
          </p:nvSpPr>
          <p:spPr>
            <a:xfrm>
              <a:off x="3225993" y="6696406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DLN012_a</a:t>
              </a:r>
            </a:p>
          </p:txBody>
        </p:sp>
        <p:sp>
          <p:nvSpPr>
            <p:cNvPr id="3584" name="tx3584"/>
            <p:cNvSpPr/>
            <p:nvPr/>
          </p:nvSpPr>
          <p:spPr>
            <a:xfrm>
              <a:off x="3251062" y="6696406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DLN012_c</a:t>
              </a:r>
            </a:p>
          </p:txBody>
        </p:sp>
        <p:sp>
          <p:nvSpPr>
            <p:cNvPr id="3585" name="tx3585"/>
            <p:cNvSpPr/>
            <p:nvPr/>
          </p:nvSpPr>
          <p:spPr>
            <a:xfrm>
              <a:off x="3269730" y="6696406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DLN013_a</a:t>
              </a:r>
            </a:p>
          </p:txBody>
        </p:sp>
        <p:sp>
          <p:nvSpPr>
            <p:cNvPr id="3586" name="tx3586"/>
            <p:cNvSpPr/>
            <p:nvPr/>
          </p:nvSpPr>
          <p:spPr>
            <a:xfrm>
              <a:off x="3291599" y="6696406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DLN016_a</a:t>
              </a:r>
            </a:p>
          </p:txBody>
        </p:sp>
        <p:sp>
          <p:nvSpPr>
            <p:cNvPr id="3587" name="tx3587"/>
            <p:cNvSpPr/>
            <p:nvPr/>
          </p:nvSpPr>
          <p:spPr>
            <a:xfrm>
              <a:off x="3316668" y="6696406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DLN018_c</a:t>
              </a:r>
            </a:p>
          </p:txBody>
        </p:sp>
        <p:sp>
          <p:nvSpPr>
            <p:cNvPr id="3588" name="tx3588"/>
            <p:cNvSpPr/>
            <p:nvPr/>
          </p:nvSpPr>
          <p:spPr>
            <a:xfrm>
              <a:off x="3334239" y="6696406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DLN019_b</a:t>
              </a:r>
            </a:p>
          </p:txBody>
        </p:sp>
        <p:sp>
          <p:nvSpPr>
            <p:cNvPr id="3589" name="tx3589"/>
            <p:cNvSpPr/>
            <p:nvPr/>
          </p:nvSpPr>
          <p:spPr>
            <a:xfrm>
              <a:off x="3357205" y="6696406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DLN020_a</a:t>
              </a:r>
            </a:p>
          </p:txBody>
        </p:sp>
        <p:sp>
          <p:nvSpPr>
            <p:cNvPr id="3590" name="tx3590"/>
            <p:cNvSpPr/>
            <p:nvPr/>
          </p:nvSpPr>
          <p:spPr>
            <a:xfrm>
              <a:off x="3435629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DLN021</a:t>
              </a:r>
            </a:p>
          </p:txBody>
        </p:sp>
        <p:sp>
          <p:nvSpPr>
            <p:cNvPr id="3591" name="tx3591"/>
            <p:cNvSpPr/>
            <p:nvPr/>
          </p:nvSpPr>
          <p:spPr>
            <a:xfrm>
              <a:off x="3399845" y="6696406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DLN021_b</a:t>
              </a:r>
            </a:p>
          </p:txBody>
        </p:sp>
        <p:sp>
          <p:nvSpPr>
            <p:cNvPr id="3592" name="tx3592"/>
            <p:cNvSpPr/>
            <p:nvPr/>
          </p:nvSpPr>
          <p:spPr>
            <a:xfrm>
              <a:off x="3426011" y="6696406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DLN021_c</a:t>
              </a:r>
            </a:p>
          </p:txBody>
        </p:sp>
        <p:sp>
          <p:nvSpPr>
            <p:cNvPr id="3593" name="tx3593"/>
            <p:cNvSpPr/>
            <p:nvPr/>
          </p:nvSpPr>
          <p:spPr>
            <a:xfrm>
              <a:off x="3444679" y="6696406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DLN022_a</a:t>
              </a:r>
            </a:p>
          </p:txBody>
        </p:sp>
        <p:sp>
          <p:nvSpPr>
            <p:cNvPr id="3594" name="tx3594"/>
            <p:cNvSpPr/>
            <p:nvPr/>
          </p:nvSpPr>
          <p:spPr>
            <a:xfrm>
              <a:off x="3469748" y="6696406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DLN022_c</a:t>
              </a:r>
            </a:p>
          </p:txBody>
        </p:sp>
        <p:sp>
          <p:nvSpPr>
            <p:cNvPr id="3595" name="tx3595"/>
            <p:cNvSpPr/>
            <p:nvPr/>
          </p:nvSpPr>
          <p:spPr>
            <a:xfrm>
              <a:off x="3488417" y="6696406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DLN024_a</a:t>
              </a:r>
            </a:p>
          </p:txBody>
        </p:sp>
        <p:sp>
          <p:nvSpPr>
            <p:cNvPr id="3596" name="tx3596"/>
            <p:cNvSpPr/>
            <p:nvPr/>
          </p:nvSpPr>
          <p:spPr>
            <a:xfrm>
              <a:off x="3509188" y="6696406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DLN024_b</a:t>
              </a:r>
            </a:p>
          </p:txBody>
        </p:sp>
        <p:sp>
          <p:nvSpPr>
            <p:cNvPr id="3597" name="tx3597"/>
            <p:cNvSpPr/>
            <p:nvPr/>
          </p:nvSpPr>
          <p:spPr>
            <a:xfrm>
              <a:off x="3535354" y="6696406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DLN024_c</a:t>
              </a:r>
            </a:p>
          </p:txBody>
        </p:sp>
        <p:sp>
          <p:nvSpPr>
            <p:cNvPr id="3598" name="tx3598"/>
            <p:cNvSpPr/>
            <p:nvPr/>
          </p:nvSpPr>
          <p:spPr>
            <a:xfrm>
              <a:off x="3554023" y="6696406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DLN025_a</a:t>
              </a:r>
            </a:p>
          </p:txBody>
        </p:sp>
        <p:sp>
          <p:nvSpPr>
            <p:cNvPr id="3599" name="tx3599"/>
            <p:cNvSpPr/>
            <p:nvPr/>
          </p:nvSpPr>
          <p:spPr>
            <a:xfrm>
              <a:off x="3574794" y="6696406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DLN025_b</a:t>
              </a:r>
            </a:p>
          </p:txBody>
        </p:sp>
        <p:sp>
          <p:nvSpPr>
            <p:cNvPr id="3600" name="tx3600"/>
            <p:cNvSpPr/>
            <p:nvPr/>
          </p:nvSpPr>
          <p:spPr>
            <a:xfrm>
              <a:off x="3600960" y="6696406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DLN025_c</a:t>
              </a:r>
            </a:p>
          </p:txBody>
        </p:sp>
        <p:sp>
          <p:nvSpPr>
            <p:cNvPr id="3601" name="tx3601"/>
            <p:cNvSpPr/>
            <p:nvPr/>
          </p:nvSpPr>
          <p:spPr>
            <a:xfrm>
              <a:off x="3619629" y="6696406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DLN026_a</a:t>
              </a:r>
            </a:p>
          </p:txBody>
        </p:sp>
        <p:sp>
          <p:nvSpPr>
            <p:cNvPr id="3602" name="tx3602"/>
            <p:cNvSpPr/>
            <p:nvPr/>
          </p:nvSpPr>
          <p:spPr>
            <a:xfrm>
              <a:off x="3644698" y="6696406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DLN026_c</a:t>
              </a:r>
            </a:p>
          </p:txBody>
        </p:sp>
        <p:sp>
          <p:nvSpPr>
            <p:cNvPr id="3603" name="tx3603"/>
            <p:cNvSpPr/>
            <p:nvPr/>
          </p:nvSpPr>
          <p:spPr>
            <a:xfrm>
              <a:off x="3663366" y="6696406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DLN027_a</a:t>
              </a:r>
            </a:p>
          </p:txBody>
        </p:sp>
        <p:sp>
          <p:nvSpPr>
            <p:cNvPr id="3604" name="tx3604"/>
            <p:cNvSpPr/>
            <p:nvPr/>
          </p:nvSpPr>
          <p:spPr>
            <a:xfrm>
              <a:off x="3684137" y="6696406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DLN027_b</a:t>
              </a:r>
            </a:p>
          </p:txBody>
        </p:sp>
        <p:sp>
          <p:nvSpPr>
            <p:cNvPr id="3605" name="tx3605"/>
            <p:cNvSpPr/>
            <p:nvPr/>
          </p:nvSpPr>
          <p:spPr>
            <a:xfrm>
              <a:off x="3710304" y="6696406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DLN027_c</a:t>
              </a:r>
            </a:p>
          </p:txBody>
        </p:sp>
        <p:sp>
          <p:nvSpPr>
            <p:cNvPr id="3606" name="tx3606"/>
            <p:cNvSpPr/>
            <p:nvPr/>
          </p:nvSpPr>
          <p:spPr>
            <a:xfrm>
              <a:off x="3728972" y="6696406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DLN028_a</a:t>
              </a:r>
            </a:p>
          </p:txBody>
        </p:sp>
        <p:sp>
          <p:nvSpPr>
            <p:cNvPr id="3607" name="tx3607"/>
            <p:cNvSpPr/>
            <p:nvPr/>
          </p:nvSpPr>
          <p:spPr>
            <a:xfrm>
              <a:off x="3749743" y="6696406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DLN028_b</a:t>
              </a:r>
            </a:p>
          </p:txBody>
        </p:sp>
        <p:sp>
          <p:nvSpPr>
            <p:cNvPr id="3608" name="tx3608"/>
            <p:cNvSpPr/>
            <p:nvPr/>
          </p:nvSpPr>
          <p:spPr>
            <a:xfrm>
              <a:off x="3775910" y="6696406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DLN028_c</a:t>
              </a:r>
            </a:p>
          </p:txBody>
        </p:sp>
        <p:sp>
          <p:nvSpPr>
            <p:cNvPr id="3609" name="tx3609"/>
            <p:cNvSpPr/>
            <p:nvPr/>
          </p:nvSpPr>
          <p:spPr>
            <a:xfrm>
              <a:off x="3794578" y="6696406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DLN029_a</a:t>
              </a:r>
            </a:p>
          </p:txBody>
        </p:sp>
        <p:sp>
          <p:nvSpPr>
            <p:cNvPr id="3610" name="tx3610"/>
            <p:cNvSpPr/>
            <p:nvPr/>
          </p:nvSpPr>
          <p:spPr>
            <a:xfrm>
              <a:off x="3757605" y="6696406"/>
              <a:ext cx="63550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DLN029_b_1</a:t>
              </a:r>
            </a:p>
          </p:txBody>
        </p:sp>
        <p:sp>
          <p:nvSpPr>
            <p:cNvPr id="3611" name="tx3611"/>
            <p:cNvSpPr/>
            <p:nvPr/>
          </p:nvSpPr>
          <p:spPr>
            <a:xfrm>
              <a:off x="3779474" y="6696406"/>
              <a:ext cx="63550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DLN029_b_2</a:t>
              </a:r>
            </a:p>
          </p:txBody>
        </p:sp>
        <p:sp>
          <p:nvSpPr>
            <p:cNvPr id="3612" name="tx3612"/>
            <p:cNvSpPr/>
            <p:nvPr/>
          </p:nvSpPr>
          <p:spPr>
            <a:xfrm>
              <a:off x="3863384" y="6696406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DLN029_c</a:t>
              </a:r>
            </a:p>
          </p:txBody>
        </p:sp>
        <p:sp>
          <p:nvSpPr>
            <p:cNvPr id="3613" name="tx3613"/>
            <p:cNvSpPr/>
            <p:nvPr/>
          </p:nvSpPr>
          <p:spPr>
            <a:xfrm>
              <a:off x="3880955" y="6696406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DLN030_b</a:t>
              </a:r>
            </a:p>
          </p:txBody>
        </p:sp>
        <p:sp>
          <p:nvSpPr>
            <p:cNvPr id="3614" name="tx3614"/>
            <p:cNvSpPr/>
            <p:nvPr/>
          </p:nvSpPr>
          <p:spPr>
            <a:xfrm>
              <a:off x="3907122" y="6696406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DLN030_c</a:t>
              </a:r>
            </a:p>
          </p:txBody>
        </p:sp>
        <p:sp>
          <p:nvSpPr>
            <p:cNvPr id="3615" name="tx3615"/>
            <p:cNvSpPr/>
            <p:nvPr/>
          </p:nvSpPr>
          <p:spPr>
            <a:xfrm>
              <a:off x="3982345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DLN032</a:t>
              </a:r>
            </a:p>
          </p:txBody>
        </p:sp>
        <p:sp>
          <p:nvSpPr>
            <p:cNvPr id="3616" name="tx3616"/>
            <p:cNvSpPr/>
            <p:nvPr/>
          </p:nvSpPr>
          <p:spPr>
            <a:xfrm>
              <a:off x="4004214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DLN033</a:t>
              </a:r>
            </a:p>
          </p:txBody>
        </p:sp>
        <p:sp>
          <p:nvSpPr>
            <p:cNvPr id="3617" name="tx3617"/>
            <p:cNvSpPr/>
            <p:nvPr/>
          </p:nvSpPr>
          <p:spPr>
            <a:xfrm>
              <a:off x="4026083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DLN034</a:t>
              </a:r>
            </a:p>
          </p:txBody>
        </p:sp>
        <p:sp>
          <p:nvSpPr>
            <p:cNvPr id="3618" name="tx3618"/>
            <p:cNvSpPr/>
            <p:nvPr/>
          </p:nvSpPr>
          <p:spPr>
            <a:xfrm>
              <a:off x="3990207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DLN035_1</a:t>
              </a:r>
            </a:p>
          </p:txBody>
        </p:sp>
        <p:sp>
          <p:nvSpPr>
            <p:cNvPr id="3619" name="tx3619"/>
            <p:cNvSpPr/>
            <p:nvPr/>
          </p:nvSpPr>
          <p:spPr>
            <a:xfrm>
              <a:off x="4012076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DLN035_2</a:t>
              </a:r>
            </a:p>
          </p:txBody>
        </p:sp>
        <p:sp>
          <p:nvSpPr>
            <p:cNvPr id="3620" name="tx3620"/>
            <p:cNvSpPr/>
            <p:nvPr/>
          </p:nvSpPr>
          <p:spPr>
            <a:xfrm>
              <a:off x="4033944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DLN036_1</a:t>
              </a:r>
            </a:p>
          </p:txBody>
        </p:sp>
        <p:sp>
          <p:nvSpPr>
            <p:cNvPr id="3621" name="tx3621"/>
            <p:cNvSpPr/>
            <p:nvPr/>
          </p:nvSpPr>
          <p:spPr>
            <a:xfrm>
              <a:off x="4055813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DLN036_2</a:t>
              </a:r>
            </a:p>
          </p:txBody>
        </p:sp>
        <p:sp>
          <p:nvSpPr>
            <p:cNvPr id="3622" name="tx3622"/>
            <p:cNvSpPr/>
            <p:nvPr/>
          </p:nvSpPr>
          <p:spPr>
            <a:xfrm>
              <a:off x="4077682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DLN036_3</a:t>
              </a:r>
            </a:p>
          </p:txBody>
        </p:sp>
        <p:sp>
          <p:nvSpPr>
            <p:cNvPr id="3623" name="tx3623"/>
            <p:cNvSpPr/>
            <p:nvPr/>
          </p:nvSpPr>
          <p:spPr>
            <a:xfrm>
              <a:off x="4099550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DLN037_1</a:t>
              </a:r>
            </a:p>
          </p:txBody>
        </p:sp>
        <p:sp>
          <p:nvSpPr>
            <p:cNvPr id="3624" name="tx3624"/>
            <p:cNvSpPr/>
            <p:nvPr/>
          </p:nvSpPr>
          <p:spPr>
            <a:xfrm>
              <a:off x="4121419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DLN037_2</a:t>
              </a:r>
            </a:p>
          </p:txBody>
        </p:sp>
        <p:sp>
          <p:nvSpPr>
            <p:cNvPr id="3625" name="tx3625"/>
            <p:cNvSpPr/>
            <p:nvPr/>
          </p:nvSpPr>
          <p:spPr>
            <a:xfrm>
              <a:off x="4143288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DLN039_1</a:t>
              </a:r>
            </a:p>
          </p:txBody>
        </p:sp>
        <p:sp>
          <p:nvSpPr>
            <p:cNvPr id="3626" name="tx3626"/>
            <p:cNvSpPr/>
            <p:nvPr/>
          </p:nvSpPr>
          <p:spPr>
            <a:xfrm>
              <a:off x="4165156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DLN039_2</a:t>
              </a:r>
            </a:p>
          </p:txBody>
        </p:sp>
        <p:sp>
          <p:nvSpPr>
            <p:cNvPr id="3627" name="tx3627"/>
            <p:cNvSpPr/>
            <p:nvPr/>
          </p:nvSpPr>
          <p:spPr>
            <a:xfrm>
              <a:off x="4187025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DLN039_3</a:t>
              </a:r>
            </a:p>
          </p:txBody>
        </p:sp>
        <p:sp>
          <p:nvSpPr>
            <p:cNvPr id="3628" name="tx3628"/>
            <p:cNvSpPr/>
            <p:nvPr/>
          </p:nvSpPr>
          <p:spPr>
            <a:xfrm>
              <a:off x="4266638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DLN041</a:t>
              </a:r>
            </a:p>
          </p:txBody>
        </p:sp>
        <p:sp>
          <p:nvSpPr>
            <p:cNvPr id="3629" name="tx3629"/>
            <p:cNvSpPr/>
            <p:nvPr/>
          </p:nvSpPr>
          <p:spPr>
            <a:xfrm>
              <a:off x="4288507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DLN042</a:t>
              </a:r>
            </a:p>
          </p:txBody>
        </p:sp>
        <p:sp>
          <p:nvSpPr>
            <p:cNvPr id="3630" name="tx3630"/>
            <p:cNvSpPr/>
            <p:nvPr/>
          </p:nvSpPr>
          <p:spPr>
            <a:xfrm>
              <a:off x="4253820" y="6696406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DLN042_a</a:t>
              </a:r>
            </a:p>
          </p:txBody>
        </p:sp>
        <p:sp>
          <p:nvSpPr>
            <p:cNvPr id="3631" name="tx3631"/>
            <p:cNvSpPr/>
            <p:nvPr/>
          </p:nvSpPr>
          <p:spPr>
            <a:xfrm>
              <a:off x="4274591" y="6696406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DLN042_b</a:t>
              </a:r>
            </a:p>
          </p:txBody>
        </p:sp>
        <p:sp>
          <p:nvSpPr>
            <p:cNvPr id="3632" name="tx3632"/>
            <p:cNvSpPr/>
            <p:nvPr/>
          </p:nvSpPr>
          <p:spPr>
            <a:xfrm>
              <a:off x="4300757" y="6696406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DLN042_c</a:t>
              </a:r>
            </a:p>
          </p:txBody>
        </p:sp>
        <p:sp>
          <p:nvSpPr>
            <p:cNvPr id="3633" name="tx3633"/>
            <p:cNvSpPr/>
            <p:nvPr/>
          </p:nvSpPr>
          <p:spPr>
            <a:xfrm>
              <a:off x="4318328" y="6696406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DLN043_b</a:t>
              </a:r>
            </a:p>
          </p:txBody>
        </p:sp>
        <p:sp>
          <p:nvSpPr>
            <p:cNvPr id="3634" name="tx3634"/>
            <p:cNvSpPr/>
            <p:nvPr/>
          </p:nvSpPr>
          <p:spPr>
            <a:xfrm>
              <a:off x="4344495" y="6696406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DLN043_c</a:t>
              </a:r>
            </a:p>
          </p:txBody>
        </p:sp>
        <p:sp>
          <p:nvSpPr>
            <p:cNvPr id="3635" name="tx3635"/>
            <p:cNvSpPr/>
            <p:nvPr/>
          </p:nvSpPr>
          <p:spPr>
            <a:xfrm>
              <a:off x="4366363" y="6696406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DLN045_c</a:t>
              </a:r>
            </a:p>
          </p:txBody>
        </p:sp>
        <p:sp>
          <p:nvSpPr>
            <p:cNvPr id="3636" name="tx3636"/>
            <p:cNvSpPr/>
            <p:nvPr/>
          </p:nvSpPr>
          <p:spPr>
            <a:xfrm>
              <a:off x="4441587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DLN051</a:t>
              </a:r>
            </a:p>
          </p:txBody>
        </p:sp>
        <p:sp>
          <p:nvSpPr>
            <p:cNvPr id="3637" name="tx3637"/>
            <p:cNvSpPr/>
            <p:nvPr/>
          </p:nvSpPr>
          <p:spPr>
            <a:xfrm>
              <a:off x="4369821" y="6696406"/>
              <a:ext cx="59198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</a:t>
              </a:r>
            </a:p>
          </p:txBody>
        </p:sp>
        <p:sp>
          <p:nvSpPr>
            <p:cNvPr id="3638" name="tx3638"/>
            <p:cNvSpPr/>
            <p:nvPr/>
          </p:nvSpPr>
          <p:spPr>
            <a:xfrm>
              <a:off x="4359366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WMT_SWP10</a:t>
              </a:r>
            </a:p>
          </p:txBody>
        </p:sp>
        <p:sp>
          <p:nvSpPr>
            <p:cNvPr id="3639" name="tx3639"/>
            <p:cNvSpPr/>
            <p:nvPr/>
          </p:nvSpPr>
          <p:spPr>
            <a:xfrm>
              <a:off x="4381235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WMT_SWP11</a:t>
              </a:r>
            </a:p>
          </p:txBody>
        </p:sp>
        <p:sp>
          <p:nvSpPr>
            <p:cNvPr id="3640" name="tx3640"/>
            <p:cNvSpPr/>
            <p:nvPr/>
          </p:nvSpPr>
          <p:spPr>
            <a:xfrm>
              <a:off x="4403103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WMT_SWP12</a:t>
              </a:r>
            </a:p>
          </p:txBody>
        </p:sp>
        <p:sp>
          <p:nvSpPr>
            <p:cNvPr id="3641" name="tx3641"/>
            <p:cNvSpPr/>
            <p:nvPr/>
          </p:nvSpPr>
          <p:spPr>
            <a:xfrm>
              <a:off x="4424972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WMT_SWP13</a:t>
              </a:r>
            </a:p>
          </p:txBody>
        </p:sp>
        <p:sp>
          <p:nvSpPr>
            <p:cNvPr id="3642" name="tx3642"/>
            <p:cNvSpPr/>
            <p:nvPr/>
          </p:nvSpPr>
          <p:spPr>
            <a:xfrm>
              <a:off x="4446840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WMT_SWP14</a:t>
              </a:r>
            </a:p>
          </p:txBody>
        </p:sp>
        <p:sp>
          <p:nvSpPr>
            <p:cNvPr id="3643" name="tx3643"/>
            <p:cNvSpPr/>
            <p:nvPr/>
          </p:nvSpPr>
          <p:spPr>
            <a:xfrm>
              <a:off x="4468709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WMT_SWP15</a:t>
              </a:r>
            </a:p>
          </p:txBody>
        </p:sp>
        <p:sp>
          <p:nvSpPr>
            <p:cNvPr id="3644" name="tx3644"/>
            <p:cNvSpPr/>
            <p:nvPr/>
          </p:nvSpPr>
          <p:spPr>
            <a:xfrm>
              <a:off x="4490578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WMT_SWP16</a:t>
              </a:r>
            </a:p>
          </p:txBody>
        </p:sp>
        <p:sp>
          <p:nvSpPr>
            <p:cNvPr id="3645" name="tx3645"/>
            <p:cNvSpPr/>
            <p:nvPr/>
          </p:nvSpPr>
          <p:spPr>
            <a:xfrm>
              <a:off x="4512446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WMT_SWP17</a:t>
              </a:r>
            </a:p>
          </p:txBody>
        </p:sp>
        <p:sp>
          <p:nvSpPr>
            <p:cNvPr id="3646" name="tx3646"/>
            <p:cNvSpPr/>
            <p:nvPr/>
          </p:nvSpPr>
          <p:spPr>
            <a:xfrm>
              <a:off x="4534315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WMT_SWP18</a:t>
              </a:r>
            </a:p>
          </p:txBody>
        </p:sp>
        <p:sp>
          <p:nvSpPr>
            <p:cNvPr id="3647" name="tx3647"/>
            <p:cNvSpPr/>
            <p:nvPr/>
          </p:nvSpPr>
          <p:spPr>
            <a:xfrm>
              <a:off x="4556184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WMT_SWP19</a:t>
              </a:r>
            </a:p>
          </p:txBody>
        </p:sp>
        <p:sp>
          <p:nvSpPr>
            <p:cNvPr id="3648" name="tx3648"/>
            <p:cNvSpPr/>
            <p:nvPr/>
          </p:nvSpPr>
          <p:spPr>
            <a:xfrm>
              <a:off x="4610376" y="6696406"/>
              <a:ext cx="59198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WMT_SWP2</a:t>
              </a:r>
            </a:p>
          </p:txBody>
        </p:sp>
        <p:sp>
          <p:nvSpPr>
            <p:cNvPr id="3649" name="tx3649"/>
            <p:cNvSpPr/>
            <p:nvPr/>
          </p:nvSpPr>
          <p:spPr>
            <a:xfrm>
              <a:off x="4599921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WMT_SWP20</a:t>
              </a:r>
            </a:p>
          </p:txBody>
        </p:sp>
        <p:sp>
          <p:nvSpPr>
            <p:cNvPr id="3650" name="tx3650"/>
            <p:cNvSpPr/>
            <p:nvPr/>
          </p:nvSpPr>
          <p:spPr>
            <a:xfrm>
              <a:off x="4621790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WMT_SWP21</a:t>
              </a:r>
            </a:p>
          </p:txBody>
        </p:sp>
        <p:sp>
          <p:nvSpPr>
            <p:cNvPr id="3651" name="tx3651"/>
            <p:cNvSpPr/>
            <p:nvPr/>
          </p:nvSpPr>
          <p:spPr>
            <a:xfrm>
              <a:off x="4643658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WMT_SWP22</a:t>
              </a:r>
            </a:p>
          </p:txBody>
        </p:sp>
        <p:sp>
          <p:nvSpPr>
            <p:cNvPr id="3652" name="tx3652"/>
            <p:cNvSpPr/>
            <p:nvPr/>
          </p:nvSpPr>
          <p:spPr>
            <a:xfrm>
              <a:off x="4665527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WMT_SWP23</a:t>
              </a:r>
            </a:p>
          </p:txBody>
        </p:sp>
        <p:sp>
          <p:nvSpPr>
            <p:cNvPr id="3653" name="tx3653"/>
            <p:cNvSpPr/>
            <p:nvPr/>
          </p:nvSpPr>
          <p:spPr>
            <a:xfrm>
              <a:off x="4687396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WMT_SWP24</a:t>
              </a:r>
            </a:p>
          </p:txBody>
        </p:sp>
        <p:sp>
          <p:nvSpPr>
            <p:cNvPr id="3654" name="tx3654"/>
            <p:cNvSpPr/>
            <p:nvPr/>
          </p:nvSpPr>
          <p:spPr>
            <a:xfrm>
              <a:off x="4709264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WMT_SWP25</a:t>
              </a:r>
            </a:p>
          </p:txBody>
        </p:sp>
        <p:sp>
          <p:nvSpPr>
            <p:cNvPr id="3655" name="tx3655"/>
            <p:cNvSpPr/>
            <p:nvPr/>
          </p:nvSpPr>
          <p:spPr>
            <a:xfrm>
              <a:off x="4731133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WMT_SWP26</a:t>
              </a:r>
            </a:p>
          </p:txBody>
        </p:sp>
        <p:sp>
          <p:nvSpPr>
            <p:cNvPr id="3656" name="tx3656"/>
            <p:cNvSpPr/>
            <p:nvPr/>
          </p:nvSpPr>
          <p:spPr>
            <a:xfrm>
              <a:off x="4753002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WMT_SWP27</a:t>
              </a:r>
            </a:p>
          </p:txBody>
        </p:sp>
        <p:sp>
          <p:nvSpPr>
            <p:cNvPr id="3657" name="tx3657"/>
            <p:cNvSpPr/>
            <p:nvPr/>
          </p:nvSpPr>
          <p:spPr>
            <a:xfrm>
              <a:off x="4774870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WMT_SWP28</a:t>
              </a:r>
            </a:p>
          </p:txBody>
        </p:sp>
        <p:sp>
          <p:nvSpPr>
            <p:cNvPr id="3658" name="tx3658"/>
            <p:cNvSpPr/>
            <p:nvPr/>
          </p:nvSpPr>
          <p:spPr>
            <a:xfrm>
              <a:off x="4796739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WMT_SWP29</a:t>
              </a:r>
            </a:p>
          </p:txBody>
        </p:sp>
        <p:sp>
          <p:nvSpPr>
            <p:cNvPr id="3659" name="tx3659"/>
            <p:cNvSpPr/>
            <p:nvPr/>
          </p:nvSpPr>
          <p:spPr>
            <a:xfrm>
              <a:off x="4850932" y="6696406"/>
              <a:ext cx="59198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WMT_SWP3</a:t>
              </a:r>
            </a:p>
          </p:txBody>
        </p:sp>
        <p:sp>
          <p:nvSpPr>
            <p:cNvPr id="3660" name="tx3660"/>
            <p:cNvSpPr/>
            <p:nvPr/>
          </p:nvSpPr>
          <p:spPr>
            <a:xfrm>
              <a:off x="4840476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WMT_SWP30</a:t>
              </a:r>
            </a:p>
          </p:txBody>
        </p:sp>
        <p:sp>
          <p:nvSpPr>
            <p:cNvPr id="3661" name="tx3661"/>
            <p:cNvSpPr/>
            <p:nvPr/>
          </p:nvSpPr>
          <p:spPr>
            <a:xfrm>
              <a:off x="4862345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WMT_SWP31</a:t>
              </a:r>
            </a:p>
          </p:txBody>
        </p:sp>
        <p:sp>
          <p:nvSpPr>
            <p:cNvPr id="3662" name="tx3662"/>
            <p:cNvSpPr/>
            <p:nvPr/>
          </p:nvSpPr>
          <p:spPr>
            <a:xfrm>
              <a:off x="4884214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WMT_SWP32</a:t>
              </a:r>
            </a:p>
          </p:txBody>
        </p:sp>
        <p:sp>
          <p:nvSpPr>
            <p:cNvPr id="3663" name="tx3663"/>
            <p:cNvSpPr/>
            <p:nvPr/>
          </p:nvSpPr>
          <p:spPr>
            <a:xfrm>
              <a:off x="4906082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WMT_SWP33</a:t>
              </a:r>
            </a:p>
          </p:txBody>
        </p:sp>
        <p:sp>
          <p:nvSpPr>
            <p:cNvPr id="3664" name="tx3664"/>
            <p:cNvSpPr/>
            <p:nvPr/>
          </p:nvSpPr>
          <p:spPr>
            <a:xfrm>
              <a:off x="4927951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WMT_SWP34</a:t>
              </a:r>
            </a:p>
          </p:txBody>
        </p:sp>
        <p:sp>
          <p:nvSpPr>
            <p:cNvPr id="3665" name="tx3665"/>
            <p:cNvSpPr/>
            <p:nvPr/>
          </p:nvSpPr>
          <p:spPr>
            <a:xfrm>
              <a:off x="4949820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WMT_SWP35</a:t>
              </a:r>
            </a:p>
          </p:txBody>
        </p:sp>
        <p:sp>
          <p:nvSpPr>
            <p:cNvPr id="3666" name="tx3666"/>
            <p:cNvSpPr/>
            <p:nvPr/>
          </p:nvSpPr>
          <p:spPr>
            <a:xfrm>
              <a:off x="4971688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WMT_SWP36</a:t>
              </a:r>
            </a:p>
          </p:txBody>
        </p:sp>
        <p:sp>
          <p:nvSpPr>
            <p:cNvPr id="3667" name="tx3667"/>
            <p:cNvSpPr/>
            <p:nvPr/>
          </p:nvSpPr>
          <p:spPr>
            <a:xfrm>
              <a:off x="4993557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WMT_SWP37</a:t>
              </a:r>
            </a:p>
          </p:txBody>
        </p:sp>
        <p:sp>
          <p:nvSpPr>
            <p:cNvPr id="3668" name="tx3668"/>
            <p:cNvSpPr/>
            <p:nvPr/>
          </p:nvSpPr>
          <p:spPr>
            <a:xfrm>
              <a:off x="5015425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WMT_SWP38</a:t>
              </a:r>
            </a:p>
          </p:txBody>
        </p:sp>
        <p:sp>
          <p:nvSpPr>
            <p:cNvPr id="3669" name="tx3669"/>
            <p:cNvSpPr/>
            <p:nvPr/>
          </p:nvSpPr>
          <p:spPr>
            <a:xfrm>
              <a:off x="5037294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WMT_SWP39</a:t>
              </a:r>
            </a:p>
          </p:txBody>
        </p:sp>
        <p:sp>
          <p:nvSpPr>
            <p:cNvPr id="3670" name="tx3670"/>
            <p:cNvSpPr/>
            <p:nvPr/>
          </p:nvSpPr>
          <p:spPr>
            <a:xfrm>
              <a:off x="5091487" y="6696406"/>
              <a:ext cx="59198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WMT_SWP4</a:t>
              </a:r>
            </a:p>
          </p:txBody>
        </p:sp>
        <p:sp>
          <p:nvSpPr>
            <p:cNvPr id="3671" name="tx3671"/>
            <p:cNvSpPr/>
            <p:nvPr/>
          </p:nvSpPr>
          <p:spPr>
            <a:xfrm>
              <a:off x="5081031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WMT_SWP40</a:t>
              </a:r>
            </a:p>
          </p:txBody>
        </p:sp>
        <p:sp>
          <p:nvSpPr>
            <p:cNvPr id="3672" name="tx3672"/>
            <p:cNvSpPr/>
            <p:nvPr/>
          </p:nvSpPr>
          <p:spPr>
            <a:xfrm>
              <a:off x="5102900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WMT_SWP41</a:t>
              </a:r>
            </a:p>
          </p:txBody>
        </p:sp>
        <p:sp>
          <p:nvSpPr>
            <p:cNvPr id="3673" name="tx3673"/>
            <p:cNvSpPr/>
            <p:nvPr/>
          </p:nvSpPr>
          <p:spPr>
            <a:xfrm>
              <a:off x="5124769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WMT_SWP42</a:t>
              </a:r>
            </a:p>
          </p:txBody>
        </p:sp>
        <p:sp>
          <p:nvSpPr>
            <p:cNvPr id="3674" name="tx3674"/>
            <p:cNvSpPr/>
            <p:nvPr/>
          </p:nvSpPr>
          <p:spPr>
            <a:xfrm>
              <a:off x="5146637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WMT_SWP43</a:t>
              </a:r>
            </a:p>
          </p:txBody>
        </p:sp>
        <p:sp>
          <p:nvSpPr>
            <p:cNvPr id="3675" name="tx3675"/>
            <p:cNvSpPr/>
            <p:nvPr/>
          </p:nvSpPr>
          <p:spPr>
            <a:xfrm>
              <a:off x="5168506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WMT_SWP44</a:t>
              </a:r>
            </a:p>
          </p:txBody>
        </p:sp>
        <p:sp>
          <p:nvSpPr>
            <p:cNvPr id="3676" name="tx3676"/>
            <p:cNvSpPr/>
            <p:nvPr/>
          </p:nvSpPr>
          <p:spPr>
            <a:xfrm>
              <a:off x="5190375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WMT_SWP45</a:t>
              </a:r>
            </a:p>
          </p:txBody>
        </p:sp>
        <p:sp>
          <p:nvSpPr>
            <p:cNvPr id="3677" name="tx3677"/>
            <p:cNvSpPr/>
            <p:nvPr/>
          </p:nvSpPr>
          <p:spPr>
            <a:xfrm>
              <a:off x="5212243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WMT_SWP46</a:t>
              </a:r>
            </a:p>
          </p:txBody>
        </p:sp>
        <p:sp>
          <p:nvSpPr>
            <p:cNvPr id="3678" name="tx3678"/>
            <p:cNvSpPr/>
            <p:nvPr/>
          </p:nvSpPr>
          <p:spPr>
            <a:xfrm>
              <a:off x="5234112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WMT_SWP47</a:t>
              </a:r>
            </a:p>
          </p:txBody>
        </p:sp>
        <p:sp>
          <p:nvSpPr>
            <p:cNvPr id="3679" name="tx3679"/>
            <p:cNvSpPr/>
            <p:nvPr/>
          </p:nvSpPr>
          <p:spPr>
            <a:xfrm>
              <a:off x="5255981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WMT_SWP48</a:t>
              </a:r>
            </a:p>
          </p:txBody>
        </p:sp>
        <p:sp>
          <p:nvSpPr>
            <p:cNvPr id="3680" name="tx3680"/>
            <p:cNvSpPr/>
            <p:nvPr/>
          </p:nvSpPr>
          <p:spPr>
            <a:xfrm>
              <a:off x="5277849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WMT_SWP49</a:t>
              </a:r>
            </a:p>
          </p:txBody>
        </p:sp>
        <p:sp>
          <p:nvSpPr>
            <p:cNvPr id="3681" name="tx3681"/>
            <p:cNvSpPr/>
            <p:nvPr/>
          </p:nvSpPr>
          <p:spPr>
            <a:xfrm>
              <a:off x="5332042" y="6696406"/>
              <a:ext cx="59198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WMT_SWP5</a:t>
              </a:r>
            </a:p>
          </p:txBody>
        </p:sp>
        <p:sp>
          <p:nvSpPr>
            <p:cNvPr id="3682" name="tx3682"/>
            <p:cNvSpPr/>
            <p:nvPr/>
          </p:nvSpPr>
          <p:spPr>
            <a:xfrm>
              <a:off x="5321587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WMT_SWP50</a:t>
              </a:r>
            </a:p>
          </p:txBody>
        </p:sp>
        <p:sp>
          <p:nvSpPr>
            <p:cNvPr id="3683" name="tx3683"/>
            <p:cNvSpPr/>
            <p:nvPr/>
          </p:nvSpPr>
          <p:spPr>
            <a:xfrm>
              <a:off x="5375779" y="6696406"/>
              <a:ext cx="59198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WMT_SWP6</a:t>
              </a:r>
            </a:p>
          </p:txBody>
        </p:sp>
        <p:sp>
          <p:nvSpPr>
            <p:cNvPr id="3684" name="tx3684"/>
            <p:cNvSpPr/>
            <p:nvPr/>
          </p:nvSpPr>
          <p:spPr>
            <a:xfrm>
              <a:off x="5397648" y="6696406"/>
              <a:ext cx="59198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WMT_SWP7</a:t>
              </a:r>
            </a:p>
          </p:txBody>
        </p:sp>
        <p:sp>
          <p:nvSpPr>
            <p:cNvPr id="3685" name="tx3685"/>
            <p:cNvSpPr/>
            <p:nvPr/>
          </p:nvSpPr>
          <p:spPr>
            <a:xfrm>
              <a:off x="5419517" y="6696406"/>
              <a:ext cx="59198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WMT_SWP8</a:t>
              </a:r>
            </a:p>
          </p:txBody>
        </p:sp>
        <p:sp>
          <p:nvSpPr>
            <p:cNvPr id="3686" name="tx3686"/>
            <p:cNvSpPr/>
            <p:nvPr/>
          </p:nvSpPr>
          <p:spPr>
            <a:xfrm>
              <a:off x="5441385" y="6696406"/>
              <a:ext cx="59198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WMT_SWP9</a:t>
              </a:r>
            </a:p>
          </p:txBody>
        </p:sp>
        <p:sp>
          <p:nvSpPr>
            <p:cNvPr id="3687" name="pl3687"/>
            <p:cNvSpPr/>
            <p:nvPr/>
          </p:nvSpPr>
          <p:spPr>
            <a:xfrm>
              <a:off x="5801108" y="6650856"/>
              <a:ext cx="1557048" cy="0"/>
            </a:xfrm>
            <a:custGeom>
              <a:avLst/>
              <a:pathLst>
                <a:path w="1557048" h="0">
                  <a:moveTo>
                    <a:pt x="0" y="0"/>
                  </a:moveTo>
                  <a:lnTo>
                    <a:pt x="1557048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8" name="pl3688"/>
            <p:cNvSpPr/>
            <p:nvPr/>
          </p:nvSpPr>
          <p:spPr>
            <a:xfrm>
              <a:off x="581422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9" name="pl3689"/>
            <p:cNvSpPr/>
            <p:nvPr/>
          </p:nvSpPr>
          <p:spPr>
            <a:xfrm>
              <a:off x="583609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0" name="pl3690"/>
            <p:cNvSpPr/>
            <p:nvPr/>
          </p:nvSpPr>
          <p:spPr>
            <a:xfrm>
              <a:off x="585796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1" name="pl3691"/>
            <p:cNvSpPr/>
            <p:nvPr/>
          </p:nvSpPr>
          <p:spPr>
            <a:xfrm>
              <a:off x="587983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2" name="pl3692"/>
            <p:cNvSpPr/>
            <p:nvPr/>
          </p:nvSpPr>
          <p:spPr>
            <a:xfrm>
              <a:off x="590170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3" name="pl3693"/>
            <p:cNvSpPr/>
            <p:nvPr/>
          </p:nvSpPr>
          <p:spPr>
            <a:xfrm>
              <a:off x="592357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4" name="pl3694"/>
            <p:cNvSpPr/>
            <p:nvPr/>
          </p:nvSpPr>
          <p:spPr>
            <a:xfrm>
              <a:off x="594544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5" name="pl3695"/>
            <p:cNvSpPr/>
            <p:nvPr/>
          </p:nvSpPr>
          <p:spPr>
            <a:xfrm>
              <a:off x="596731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6" name="pl3696"/>
            <p:cNvSpPr/>
            <p:nvPr/>
          </p:nvSpPr>
          <p:spPr>
            <a:xfrm>
              <a:off x="598917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7" name="pl3697"/>
            <p:cNvSpPr/>
            <p:nvPr/>
          </p:nvSpPr>
          <p:spPr>
            <a:xfrm>
              <a:off x="601104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8" name="pl3698"/>
            <p:cNvSpPr/>
            <p:nvPr/>
          </p:nvSpPr>
          <p:spPr>
            <a:xfrm>
              <a:off x="603291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9" name="pl3699"/>
            <p:cNvSpPr/>
            <p:nvPr/>
          </p:nvSpPr>
          <p:spPr>
            <a:xfrm>
              <a:off x="605478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0" name="pl3700"/>
            <p:cNvSpPr/>
            <p:nvPr/>
          </p:nvSpPr>
          <p:spPr>
            <a:xfrm>
              <a:off x="607665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1" name="pl3701"/>
            <p:cNvSpPr/>
            <p:nvPr/>
          </p:nvSpPr>
          <p:spPr>
            <a:xfrm>
              <a:off x="609852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2" name="pl3702"/>
            <p:cNvSpPr/>
            <p:nvPr/>
          </p:nvSpPr>
          <p:spPr>
            <a:xfrm>
              <a:off x="612039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3" name="pl3703"/>
            <p:cNvSpPr/>
            <p:nvPr/>
          </p:nvSpPr>
          <p:spPr>
            <a:xfrm>
              <a:off x="614225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4" name="pl3704"/>
            <p:cNvSpPr/>
            <p:nvPr/>
          </p:nvSpPr>
          <p:spPr>
            <a:xfrm>
              <a:off x="616412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5" name="pl3705"/>
            <p:cNvSpPr/>
            <p:nvPr/>
          </p:nvSpPr>
          <p:spPr>
            <a:xfrm>
              <a:off x="618599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6" name="pl3706"/>
            <p:cNvSpPr/>
            <p:nvPr/>
          </p:nvSpPr>
          <p:spPr>
            <a:xfrm>
              <a:off x="620786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7" name="pl3707"/>
            <p:cNvSpPr/>
            <p:nvPr/>
          </p:nvSpPr>
          <p:spPr>
            <a:xfrm>
              <a:off x="622973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8" name="pl3708"/>
            <p:cNvSpPr/>
            <p:nvPr/>
          </p:nvSpPr>
          <p:spPr>
            <a:xfrm>
              <a:off x="625160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9" name="pl3709"/>
            <p:cNvSpPr/>
            <p:nvPr/>
          </p:nvSpPr>
          <p:spPr>
            <a:xfrm>
              <a:off x="627347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0" name="pl3710"/>
            <p:cNvSpPr/>
            <p:nvPr/>
          </p:nvSpPr>
          <p:spPr>
            <a:xfrm>
              <a:off x="629534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1" name="pl3711"/>
            <p:cNvSpPr/>
            <p:nvPr/>
          </p:nvSpPr>
          <p:spPr>
            <a:xfrm>
              <a:off x="631720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2" name="pl3712"/>
            <p:cNvSpPr/>
            <p:nvPr/>
          </p:nvSpPr>
          <p:spPr>
            <a:xfrm>
              <a:off x="633907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3" name="pl3713"/>
            <p:cNvSpPr/>
            <p:nvPr/>
          </p:nvSpPr>
          <p:spPr>
            <a:xfrm>
              <a:off x="636094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4" name="pl3714"/>
            <p:cNvSpPr/>
            <p:nvPr/>
          </p:nvSpPr>
          <p:spPr>
            <a:xfrm>
              <a:off x="638281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5" name="pl3715"/>
            <p:cNvSpPr/>
            <p:nvPr/>
          </p:nvSpPr>
          <p:spPr>
            <a:xfrm>
              <a:off x="640468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6" name="pl3716"/>
            <p:cNvSpPr/>
            <p:nvPr/>
          </p:nvSpPr>
          <p:spPr>
            <a:xfrm>
              <a:off x="642655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7" name="pl3717"/>
            <p:cNvSpPr/>
            <p:nvPr/>
          </p:nvSpPr>
          <p:spPr>
            <a:xfrm>
              <a:off x="644842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8" name="pl3718"/>
            <p:cNvSpPr/>
            <p:nvPr/>
          </p:nvSpPr>
          <p:spPr>
            <a:xfrm>
              <a:off x="647028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9" name="pl3719"/>
            <p:cNvSpPr/>
            <p:nvPr/>
          </p:nvSpPr>
          <p:spPr>
            <a:xfrm>
              <a:off x="649215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0" name="pl3720"/>
            <p:cNvSpPr/>
            <p:nvPr/>
          </p:nvSpPr>
          <p:spPr>
            <a:xfrm>
              <a:off x="651402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1" name="pl3721"/>
            <p:cNvSpPr/>
            <p:nvPr/>
          </p:nvSpPr>
          <p:spPr>
            <a:xfrm>
              <a:off x="653589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2" name="pl3722"/>
            <p:cNvSpPr/>
            <p:nvPr/>
          </p:nvSpPr>
          <p:spPr>
            <a:xfrm>
              <a:off x="655776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3" name="pl3723"/>
            <p:cNvSpPr/>
            <p:nvPr/>
          </p:nvSpPr>
          <p:spPr>
            <a:xfrm>
              <a:off x="657963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4" name="pl3724"/>
            <p:cNvSpPr/>
            <p:nvPr/>
          </p:nvSpPr>
          <p:spPr>
            <a:xfrm>
              <a:off x="660150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5" name="pl3725"/>
            <p:cNvSpPr/>
            <p:nvPr/>
          </p:nvSpPr>
          <p:spPr>
            <a:xfrm>
              <a:off x="662336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6" name="pl3726"/>
            <p:cNvSpPr/>
            <p:nvPr/>
          </p:nvSpPr>
          <p:spPr>
            <a:xfrm>
              <a:off x="664523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7" name="pl3727"/>
            <p:cNvSpPr/>
            <p:nvPr/>
          </p:nvSpPr>
          <p:spPr>
            <a:xfrm>
              <a:off x="666710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8" name="pl3728"/>
            <p:cNvSpPr/>
            <p:nvPr/>
          </p:nvSpPr>
          <p:spPr>
            <a:xfrm>
              <a:off x="668897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9" name="pl3729"/>
            <p:cNvSpPr/>
            <p:nvPr/>
          </p:nvSpPr>
          <p:spPr>
            <a:xfrm>
              <a:off x="671084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0" name="pl3730"/>
            <p:cNvSpPr/>
            <p:nvPr/>
          </p:nvSpPr>
          <p:spPr>
            <a:xfrm>
              <a:off x="673271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1" name="pl3731"/>
            <p:cNvSpPr/>
            <p:nvPr/>
          </p:nvSpPr>
          <p:spPr>
            <a:xfrm>
              <a:off x="675458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2" name="pl3732"/>
            <p:cNvSpPr/>
            <p:nvPr/>
          </p:nvSpPr>
          <p:spPr>
            <a:xfrm>
              <a:off x="677645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3" name="pl3733"/>
            <p:cNvSpPr/>
            <p:nvPr/>
          </p:nvSpPr>
          <p:spPr>
            <a:xfrm>
              <a:off x="679831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4" name="pl3734"/>
            <p:cNvSpPr/>
            <p:nvPr/>
          </p:nvSpPr>
          <p:spPr>
            <a:xfrm>
              <a:off x="682018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5" name="pl3735"/>
            <p:cNvSpPr/>
            <p:nvPr/>
          </p:nvSpPr>
          <p:spPr>
            <a:xfrm>
              <a:off x="684205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6" name="pl3736"/>
            <p:cNvSpPr/>
            <p:nvPr/>
          </p:nvSpPr>
          <p:spPr>
            <a:xfrm>
              <a:off x="686392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7" name="pl3737"/>
            <p:cNvSpPr/>
            <p:nvPr/>
          </p:nvSpPr>
          <p:spPr>
            <a:xfrm>
              <a:off x="688579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8" name="pl3738"/>
            <p:cNvSpPr/>
            <p:nvPr/>
          </p:nvSpPr>
          <p:spPr>
            <a:xfrm>
              <a:off x="690766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9" name="pl3739"/>
            <p:cNvSpPr/>
            <p:nvPr/>
          </p:nvSpPr>
          <p:spPr>
            <a:xfrm>
              <a:off x="692953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0" name="pl3740"/>
            <p:cNvSpPr/>
            <p:nvPr/>
          </p:nvSpPr>
          <p:spPr>
            <a:xfrm>
              <a:off x="695139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1" name="pl3741"/>
            <p:cNvSpPr/>
            <p:nvPr/>
          </p:nvSpPr>
          <p:spPr>
            <a:xfrm>
              <a:off x="697326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2" name="pl3742"/>
            <p:cNvSpPr/>
            <p:nvPr/>
          </p:nvSpPr>
          <p:spPr>
            <a:xfrm>
              <a:off x="699513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3" name="pl3743"/>
            <p:cNvSpPr/>
            <p:nvPr/>
          </p:nvSpPr>
          <p:spPr>
            <a:xfrm>
              <a:off x="701700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4" name="pl3744"/>
            <p:cNvSpPr/>
            <p:nvPr/>
          </p:nvSpPr>
          <p:spPr>
            <a:xfrm>
              <a:off x="703887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5" name="pl3745"/>
            <p:cNvSpPr/>
            <p:nvPr/>
          </p:nvSpPr>
          <p:spPr>
            <a:xfrm>
              <a:off x="706074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6" name="pl3746"/>
            <p:cNvSpPr/>
            <p:nvPr/>
          </p:nvSpPr>
          <p:spPr>
            <a:xfrm>
              <a:off x="708261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7" name="pl3747"/>
            <p:cNvSpPr/>
            <p:nvPr/>
          </p:nvSpPr>
          <p:spPr>
            <a:xfrm>
              <a:off x="710448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8" name="pl3748"/>
            <p:cNvSpPr/>
            <p:nvPr/>
          </p:nvSpPr>
          <p:spPr>
            <a:xfrm>
              <a:off x="712634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9" name="pl3749"/>
            <p:cNvSpPr/>
            <p:nvPr/>
          </p:nvSpPr>
          <p:spPr>
            <a:xfrm>
              <a:off x="714821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0" name="pl3750"/>
            <p:cNvSpPr/>
            <p:nvPr/>
          </p:nvSpPr>
          <p:spPr>
            <a:xfrm>
              <a:off x="717008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1" name="pl3751"/>
            <p:cNvSpPr/>
            <p:nvPr/>
          </p:nvSpPr>
          <p:spPr>
            <a:xfrm>
              <a:off x="719195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2" name="pl3752"/>
            <p:cNvSpPr/>
            <p:nvPr/>
          </p:nvSpPr>
          <p:spPr>
            <a:xfrm>
              <a:off x="721382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3" name="pl3753"/>
            <p:cNvSpPr/>
            <p:nvPr/>
          </p:nvSpPr>
          <p:spPr>
            <a:xfrm>
              <a:off x="723569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4" name="pl3754"/>
            <p:cNvSpPr/>
            <p:nvPr/>
          </p:nvSpPr>
          <p:spPr>
            <a:xfrm>
              <a:off x="725756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5" name="pl3755"/>
            <p:cNvSpPr/>
            <p:nvPr/>
          </p:nvSpPr>
          <p:spPr>
            <a:xfrm>
              <a:off x="727942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6" name="pl3756"/>
            <p:cNvSpPr/>
            <p:nvPr/>
          </p:nvSpPr>
          <p:spPr>
            <a:xfrm>
              <a:off x="730129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7" name="pl3757"/>
            <p:cNvSpPr/>
            <p:nvPr/>
          </p:nvSpPr>
          <p:spPr>
            <a:xfrm>
              <a:off x="732316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8" name="pl3758"/>
            <p:cNvSpPr/>
            <p:nvPr/>
          </p:nvSpPr>
          <p:spPr>
            <a:xfrm>
              <a:off x="734503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9" name="tx3759"/>
            <p:cNvSpPr/>
            <p:nvPr/>
          </p:nvSpPr>
          <p:spPr>
            <a:xfrm>
              <a:off x="5554128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DLN074_1</a:t>
              </a:r>
            </a:p>
          </p:txBody>
        </p:sp>
        <p:sp>
          <p:nvSpPr>
            <p:cNvPr id="3760" name="tx3760"/>
            <p:cNvSpPr/>
            <p:nvPr/>
          </p:nvSpPr>
          <p:spPr>
            <a:xfrm>
              <a:off x="5575997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DLN074_2</a:t>
              </a:r>
            </a:p>
          </p:txBody>
        </p:sp>
        <p:sp>
          <p:nvSpPr>
            <p:cNvPr id="3761" name="tx3761"/>
            <p:cNvSpPr/>
            <p:nvPr/>
          </p:nvSpPr>
          <p:spPr>
            <a:xfrm>
              <a:off x="5597865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DLN075_1</a:t>
              </a:r>
            </a:p>
          </p:txBody>
        </p:sp>
        <p:sp>
          <p:nvSpPr>
            <p:cNvPr id="3762" name="tx3762"/>
            <p:cNvSpPr/>
            <p:nvPr/>
          </p:nvSpPr>
          <p:spPr>
            <a:xfrm>
              <a:off x="5619734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DLN075_2</a:t>
              </a:r>
            </a:p>
          </p:txBody>
        </p:sp>
        <p:sp>
          <p:nvSpPr>
            <p:cNvPr id="3763" name="tx3763"/>
            <p:cNvSpPr/>
            <p:nvPr/>
          </p:nvSpPr>
          <p:spPr>
            <a:xfrm>
              <a:off x="5699347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DLN076</a:t>
              </a:r>
            </a:p>
          </p:txBody>
        </p:sp>
        <p:sp>
          <p:nvSpPr>
            <p:cNvPr id="3764" name="tx3764"/>
            <p:cNvSpPr/>
            <p:nvPr/>
          </p:nvSpPr>
          <p:spPr>
            <a:xfrm>
              <a:off x="5663471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DLN077_1</a:t>
              </a:r>
            </a:p>
          </p:txBody>
        </p:sp>
        <p:sp>
          <p:nvSpPr>
            <p:cNvPr id="3765" name="tx3765"/>
            <p:cNvSpPr/>
            <p:nvPr/>
          </p:nvSpPr>
          <p:spPr>
            <a:xfrm>
              <a:off x="5685340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DLN077_2</a:t>
              </a:r>
            </a:p>
          </p:txBody>
        </p:sp>
        <p:sp>
          <p:nvSpPr>
            <p:cNvPr id="3766" name="tx3766"/>
            <p:cNvSpPr/>
            <p:nvPr/>
          </p:nvSpPr>
          <p:spPr>
            <a:xfrm>
              <a:off x="5764953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DLN078</a:t>
              </a:r>
            </a:p>
          </p:txBody>
        </p:sp>
        <p:sp>
          <p:nvSpPr>
            <p:cNvPr id="3767" name="tx3767"/>
            <p:cNvSpPr/>
            <p:nvPr/>
          </p:nvSpPr>
          <p:spPr>
            <a:xfrm>
              <a:off x="5786822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DLN079</a:t>
              </a:r>
            </a:p>
          </p:txBody>
        </p:sp>
        <p:sp>
          <p:nvSpPr>
            <p:cNvPr id="3768" name="tx3768"/>
            <p:cNvSpPr/>
            <p:nvPr/>
          </p:nvSpPr>
          <p:spPr>
            <a:xfrm>
              <a:off x="5808690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DLN080</a:t>
              </a:r>
            </a:p>
          </p:txBody>
        </p:sp>
        <p:sp>
          <p:nvSpPr>
            <p:cNvPr id="3769" name="tx3769"/>
            <p:cNvSpPr/>
            <p:nvPr/>
          </p:nvSpPr>
          <p:spPr>
            <a:xfrm>
              <a:off x="5830559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DLN082</a:t>
              </a:r>
            </a:p>
          </p:txBody>
        </p:sp>
        <p:sp>
          <p:nvSpPr>
            <p:cNvPr id="3770" name="tx3770"/>
            <p:cNvSpPr/>
            <p:nvPr/>
          </p:nvSpPr>
          <p:spPr>
            <a:xfrm>
              <a:off x="5852428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DLN083</a:t>
              </a:r>
            </a:p>
          </p:txBody>
        </p:sp>
        <p:sp>
          <p:nvSpPr>
            <p:cNvPr id="3771" name="tx3771"/>
            <p:cNvSpPr/>
            <p:nvPr/>
          </p:nvSpPr>
          <p:spPr>
            <a:xfrm>
              <a:off x="5816552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DLN084_1</a:t>
              </a:r>
            </a:p>
          </p:txBody>
        </p:sp>
        <p:sp>
          <p:nvSpPr>
            <p:cNvPr id="3772" name="tx3772"/>
            <p:cNvSpPr/>
            <p:nvPr/>
          </p:nvSpPr>
          <p:spPr>
            <a:xfrm>
              <a:off x="5838421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DLN084_2</a:t>
              </a:r>
            </a:p>
          </p:txBody>
        </p:sp>
        <p:sp>
          <p:nvSpPr>
            <p:cNvPr id="3773" name="tx3773"/>
            <p:cNvSpPr/>
            <p:nvPr/>
          </p:nvSpPr>
          <p:spPr>
            <a:xfrm>
              <a:off x="5918034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DLN085</a:t>
              </a:r>
            </a:p>
          </p:txBody>
        </p:sp>
        <p:sp>
          <p:nvSpPr>
            <p:cNvPr id="3774" name="tx3774"/>
            <p:cNvSpPr/>
            <p:nvPr/>
          </p:nvSpPr>
          <p:spPr>
            <a:xfrm>
              <a:off x="5882158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DLN086_1</a:t>
              </a:r>
            </a:p>
          </p:txBody>
        </p:sp>
        <p:sp>
          <p:nvSpPr>
            <p:cNvPr id="3775" name="tx3775"/>
            <p:cNvSpPr/>
            <p:nvPr/>
          </p:nvSpPr>
          <p:spPr>
            <a:xfrm>
              <a:off x="5904027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DLN086_2</a:t>
              </a:r>
            </a:p>
          </p:txBody>
        </p:sp>
        <p:sp>
          <p:nvSpPr>
            <p:cNvPr id="3776" name="tx3776"/>
            <p:cNvSpPr/>
            <p:nvPr/>
          </p:nvSpPr>
          <p:spPr>
            <a:xfrm>
              <a:off x="5983640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DLN087</a:t>
              </a:r>
            </a:p>
          </p:txBody>
        </p:sp>
        <p:sp>
          <p:nvSpPr>
            <p:cNvPr id="3777" name="tx3777"/>
            <p:cNvSpPr/>
            <p:nvPr/>
          </p:nvSpPr>
          <p:spPr>
            <a:xfrm>
              <a:off x="5947764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DLN088_1</a:t>
              </a:r>
            </a:p>
          </p:txBody>
        </p:sp>
        <p:sp>
          <p:nvSpPr>
            <p:cNvPr id="3778" name="tx3778"/>
            <p:cNvSpPr/>
            <p:nvPr/>
          </p:nvSpPr>
          <p:spPr>
            <a:xfrm>
              <a:off x="5969632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DLN088_2</a:t>
              </a:r>
            </a:p>
          </p:txBody>
        </p:sp>
        <p:sp>
          <p:nvSpPr>
            <p:cNvPr id="3779" name="tx3779"/>
            <p:cNvSpPr/>
            <p:nvPr/>
          </p:nvSpPr>
          <p:spPr>
            <a:xfrm>
              <a:off x="5991501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DLN089_1</a:t>
              </a:r>
            </a:p>
          </p:txBody>
        </p:sp>
        <p:sp>
          <p:nvSpPr>
            <p:cNvPr id="3780" name="tx3780"/>
            <p:cNvSpPr/>
            <p:nvPr/>
          </p:nvSpPr>
          <p:spPr>
            <a:xfrm>
              <a:off x="6013370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DLN089_2</a:t>
              </a:r>
            </a:p>
          </p:txBody>
        </p:sp>
        <p:sp>
          <p:nvSpPr>
            <p:cNvPr id="3781" name="tx3781"/>
            <p:cNvSpPr/>
            <p:nvPr/>
          </p:nvSpPr>
          <p:spPr>
            <a:xfrm>
              <a:off x="6035238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DLN090_1</a:t>
              </a:r>
            </a:p>
          </p:txBody>
        </p:sp>
        <p:sp>
          <p:nvSpPr>
            <p:cNvPr id="3782" name="tx3782"/>
            <p:cNvSpPr/>
            <p:nvPr/>
          </p:nvSpPr>
          <p:spPr>
            <a:xfrm>
              <a:off x="6057107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DLN090_2</a:t>
              </a:r>
            </a:p>
          </p:txBody>
        </p:sp>
        <p:sp>
          <p:nvSpPr>
            <p:cNvPr id="3783" name="tx3783"/>
            <p:cNvSpPr/>
            <p:nvPr/>
          </p:nvSpPr>
          <p:spPr>
            <a:xfrm>
              <a:off x="6136720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DLN092</a:t>
              </a:r>
            </a:p>
          </p:txBody>
        </p:sp>
        <p:sp>
          <p:nvSpPr>
            <p:cNvPr id="3784" name="tx3784"/>
            <p:cNvSpPr/>
            <p:nvPr/>
          </p:nvSpPr>
          <p:spPr>
            <a:xfrm>
              <a:off x="6158589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DLN093</a:t>
              </a:r>
            </a:p>
          </p:txBody>
        </p:sp>
        <p:sp>
          <p:nvSpPr>
            <p:cNvPr id="3785" name="tx3785"/>
            <p:cNvSpPr/>
            <p:nvPr/>
          </p:nvSpPr>
          <p:spPr>
            <a:xfrm>
              <a:off x="6180457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DLN094</a:t>
              </a:r>
            </a:p>
          </p:txBody>
        </p:sp>
        <p:sp>
          <p:nvSpPr>
            <p:cNvPr id="3786" name="tx3786"/>
            <p:cNvSpPr/>
            <p:nvPr/>
          </p:nvSpPr>
          <p:spPr>
            <a:xfrm>
              <a:off x="6202326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DLN095</a:t>
              </a:r>
            </a:p>
          </p:txBody>
        </p:sp>
        <p:sp>
          <p:nvSpPr>
            <p:cNvPr id="3787" name="tx3787"/>
            <p:cNvSpPr/>
            <p:nvPr/>
          </p:nvSpPr>
          <p:spPr>
            <a:xfrm>
              <a:off x="6224195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DLN096</a:t>
              </a:r>
            </a:p>
          </p:txBody>
        </p:sp>
        <p:sp>
          <p:nvSpPr>
            <p:cNvPr id="3788" name="tx3788"/>
            <p:cNvSpPr/>
            <p:nvPr/>
          </p:nvSpPr>
          <p:spPr>
            <a:xfrm>
              <a:off x="6188319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DLN097_1</a:t>
              </a:r>
            </a:p>
          </p:txBody>
        </p:sp>
        <p:sp>
          <p:nvSpPr>
            <p:cNvPr id="3789" name="tx3789"/>
            <p:cNvSpPr/>
            <p:nvPr/>
          </p:nvSpPr>
          <p:spPr>
            <a:xfrm>
              <a:off x="6210188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DLN097_2</a:t>
              </a:r>
            </a:p>
          </p:txBody>
        </p:sp>
        <p:sp>
          <p:nvSpPr>
            <p:cNvPr id="3790" name="tx3790"/>
            <p:cNvSpPr/>
            <p:nvPr/>
          </p:nvSpPr>
          <p:spPr>
            <a:xfrm>
              <a:off x="6289801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DLN098</a:t>
              </a:r>
            </a:p>
          </p:txBody>
        </p:sp>
        <p:sp>
          <p:nvSpPr>
            <p:cNvPr id="3791" name="tx3791"/>
            <p:cNvSpPr/>
            <p:nvPr/>
          </p:nvSpPr>
          <p:spPr>
            <a:xfrm>
              <a:off x="6311669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DLN099</a:t>
              </a:r>
            </a:p>
          </p:txBody>
        </p:sp>
        <p:sp>
          <p:nvSpPr>
            <p:cNvPr id="3792" name="tx3792"/>
            <p:cNvSpPr/>
            <p:nvPr/>
          </p:nvSpPr>
          <p:spPr>
            <a:xfrm>
              <a:off x="6333538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DLN100</a:t>
              </a:r>
            </a:p>
          </p:txBody>
        </p:sp>
        <p:sp>
          <p:nvSpPr>
            <p:cNvPr id="3793" name="tx3793"/>
            <p:cNvSpPr/>
            <p:nvPr/>
          </p:nvSpPr>
          <p:spPr>
            <a:xfrm>
              <a:off x="6297662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DLN101_1</a:t>
              </a:r>
            </a:p>
          </p:txBody>
        </p:sp>
        <p:sp>
          <p:nvSpPr>
            <p:cNvPr id="3794" name="tx3794"/>
            <p:cNvSpPr/>
            <p:nvPr/>
          </p:nvSpPr>
          <p:spPr>
            <a:xfrm>
              <a:off x="6319531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DLN101_2</a:t>
              </a:r>
            </a:p>
          </p:txBody>
        </p:sp>
        <p:sp>
          <p:nvSpPr>
            <p:cNvPr id="3795" name="tx3795"/>
            <p:cNvSpPr/>
            <p:nvPr/>
          </p:nvSpPr>
          <p:spPr>
            <a:xfrm>
              <a:off x="6341400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DLN102_1</a:t>
              </a:r>
            </a:p>
          </p:txBody>
        </p:sp>
        <p:sp>
          <p:nvSpPr>
            <p:cNvPr id="3796" name="tx3796"/>
            <p:cNvSpPr/>
            <p:nvPr/>
          </p:nvSpPr>
          <p:spPr>
            <a:xfrm>
              <a:off x="6363268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DLN102_2</a:t>
              </a:r>
            </a:p>
          </p:txBody>
        </p:sp>
        <p:sp>
          <p:nvSpPr>
            <p:cNvPr id="3797" name="tx3797"/>
            <p:cNvSpPr/>
            <p:nvPr/>
          </p:nvSpPr>
          <p:spPr>
            <a:xfrm>
              <a:off x="6389526" y="6696406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DLN102_c</a:t>
              </a:r>
            </a:p>
          </p:txBody>
        </p:sp>
        <p:sp>
          <p:nvSpPr>
            <p:cNvPr id="3798" name="tx3798"/>
            <p:cNvSpPr/>
            <p:nvPr/>
          </p:nvSpPr>
          <p:spPr>
            <a:xfrm>
              <a:off x="6464750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DLN103</a:t>
              </a:r>
            </a:p>
          </p:txBody>
        </p:sp>
        <p:sp>
          <p:nvSpPr>
            <p:cNvPr id="3799" name="tx3799"/>
            <p:cNvSpPr/>
            <p:nvPr/>
          </p:nvSpPr>
          <p:spPr>
            <a:xfrm>
              <a:off x="6486619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DLN104</a:t>
              </a:r>
            </a:p>
          </p:txBody>
        </p:sp>
        <p:sp>
          <p:nvSpPr>
            <p:cNvPr id="3800" name="tx3800"/>
            <p:cNvSpPr/>
            <p:nvPr/>
          </p:nvSpPr>
          <p:spPr>
            <a:xfrm>
              <a:off x="6382529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WMT_SWP69</a:t>
              </a:r>
            </a:p>
          </p:txBody>
        </p:sp>
        <p:sp>
          <p:nvSpPr>
            <p:cNvPr id="3801" name="tx3801"/>
            <p:cNvSpPr/>
            <p:nvPr/>
          </p:nvSpPr>
          <p:spPr>
            <a:xfrm>
              <a:off x="6404397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WMT_SWP70</a:t>
              </a:r>
            </a:p>
          </p:txBody>
        </p:sp>
        <p:sp>
          <p:nvSpPr>
            <p:cNvPr id="3802" name="tx3802"/>
            <p:cNvSpPr/>
            <p:nvPr/>
          </p:nvSpPr>
          <p:spPr>
            <a:xfrm>
              <a:off x="6426266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WMT_SWP71</a:t>
              </a:r>
            </a:p>
          </p:txBody>
        </p:sp>
        <p:sp>
          <p:nvSpPr>
            <p:cNvPr id="3803" name="tx3803"/>
            <p:cNvSpPr/>
            <p:nvPr/>
          </p:nvSpPr>
          <p:spPr>
            <a:xfrm>
              <a:off x="6448135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WMT_SWP72</a:t>
              </a:r>
            </a:p>
          </p:txBody>
        </p:sp>
        <p:sp>
          <p:nvSpPr>
            <p:cNvPr id="3804" name="tx3804"/>
            <p:cNvSpPr/>
            <p:nvPr/>
          </p:nvSpPr>
          <p:spPr>
            <a:xfrm>
              <a:off x="6470003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WMT_SWP73</a:t>
              </a:r>
            </a:p>
          </p:txBody>
        </p:sp>
        <p:sp>
          <p:nvSpPr>
            <p:cNvPr id="3805" name="tx3805"/>
            <p:cNvSpPr/>
            <p:nvPr/>
          </p:nvSpPr>
          <p:spPr>
            <a:xfrm>
              <a:off x="6491872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WMT_SWP74</a:t>
              </a:r>
            </a:p>
          </p:txBody>
        </p:sp>
        <p:sp>
          <p:nvSpPr>
            <p:cNvPr id="3806" name="tx3806"/>
            <p:cNvSpPr/>
            <p:nvPr/>
          </p:nvSpPr>
          <p:spPr>
            <a:xfrm>
              <a:off x="6513741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WMT_SWP75</a:t>
              </a:r>
            </a:p>
          </p:txBody>
        </p:sp>
        <p:sp>
          <p:nvSpPr>
            <p:cNvPr id="3807" name="tx3807"/>
            <p:cNvSpPr/>
            <p:nvPr/>
          </p:nvSpPr>
          <p:spPr>
            <a:xfrm>
              <a:off x="6535609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WMT_SWP76</a:t>
              </a:r>
            </a:p>
          </p:txBody>
        </p:sp>
        <p:sp>
          <p:nvSpPr>
            <p:cNvPr id="3808" name="tx3808"/>
            <p:cNvSpPr/>
            <p:nvPr/>
          </p:nvSpPr>
          <p:spPr>
            <a:xfrm>
              <a:off x="6557478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WMT_SWP77</a:t>
              </a:r>
            </a:p>
          </p:txBody>
        </p:sp>
        <p:sp>
          <p:nvSpPr>
            <p:cNvPr id="3809" name="tx3809"/>
            <p:cNvSpPr/>
            <p:nvPr/>
          </p:nvSpPr>
          <p:spPr>
            <a:xfrm>
              <a:off x="6579346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WMT_SWP78</a:t>
              </a:r>
            </a:p>
          </p:txBody>
        </p:sp>
        <p:sp>
          <p:nvSpPr>
            <p:cNvPr id="3810" name="tx3810"/>
            <p:cNvSpPr/>
            <p:nvPr/>
          </p:nvSpPr>
          <p:spPr>
            <a:xfrm>
              <a:off x="6601215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WMT_SWP79</a:t>
              </a:r>
            </a:p>
          </p:txBody>
        </p:sp>
        <p:sp>
          <p:nvSpPr>
            <p:cNvPr id="3811" name="tx3811"/>
            <p:cNvSpPr/>
            <p:nvPr/>
          </p:nvSpPr>
          <p:spPr>
            <a:xfrm>
              <a:off x="6623084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WMT_SWP80</a:t>
              </a:r>
            </a:p>
          </p:txBody>
        </p:sp>
        <p:sp>
          <p:nvSpPr>
            <p:cNvPr id="3812" name="tx3812"/>
            <p:cNvSpPr/>
            <p:nvPr/>
          </p:nvSpPr>
          <p:spPr>
            <a:xfrm>
              <a:off x="6644952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WMT_SWP81</a:t>
              </a:r>
            </a:p>
          </p:txBody>
        </p:sp>
        <p:sp>
          <p:nvSpPr>
            <p:cNvPr id="3813" name="tx3813"/>
            <p:cNvSpPr/>
            <p:nvPr/>
          </p:nvSpPr>
          <p:spPr>
            <a:xfrm>
              <a:off x="6666821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WMT_SWP82</a:t>
              </a:r>
            </a:p>
          </p:txBody>
        </p:sp>
        <p:sp>
          <p:nvSpPr>
            <p:cNvPr id="3814" name="tx3814"/>
            <p:cNvSpPr/>
            <p:nvPr/>
          </p:nvSpPr>
          <p:spPr>
            <a:xfrm>
              <a:off x="6688690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WMT_SWP83</a:t>
              </a:r>
            </a:p>
          </p:txBody>
        </p:sp>
        <p:sp>
          <p:nvSpPr>
            <p:cNvPr id="3815" name="tx3815"/>
            <p:cNvSpPr/>
            <p:nvPr/>
          </p:nvSpPr>
          <p:spPr>
            <a:xfrm>
              <a:off x="6710558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WMT_SWP84</a:t>
              </a:r>
            </a:p>
          </p:txBody>
        </p:sp>
        <p:sp>
          <p:nvSpPr>
            <p:cNvPr id="3816" name="tx3816"/>
            <p:cNvSpPr/>
            <p:nvPr/>
          </p:nvSpPr>
          <p:spPr>
            <a:xfrm>
              <a:off x="6732427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WMT_SWP85</a:t>
              </a:r>
            </a:p>
          </p:txBody>
        </p:sp>
        <p:sp>
          <p:nvSpPr>
            <p:cNvPr id="3817" name="tx3817"/>
            <p:cNvSpPr/>
            <p:nvPr/>
          </p:nvSpPr>
          <p:spPr>
            <a:xfrm>
              <a:off x="6754296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WMT_SWP86</a:t>
              </a:r>
            </a:p>
          </p:txBody>
        </p:sp>
        <p:sp>
          <p:nvSpPr>
            <p:cNvPr id="3818" name="tx3818"/>
            <p:cNvSpPr/>
            <p:nvPr/>
          </p:nvSpPr>
          <p:spPr>
            <a:xfrm>
              <a:off x="6776164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WMT_SWP87</a:t>
              </a:r>
            </a:p>
          </p:txBody>
        </p:sp>
        <p:sp>
          <p:nvSpPr>
            <p:cNvPr id="3819" name="tx3819"/>
            <p:cNvSpPr/>
            <p:nvPr/>
          </p:nvSpPr>
          <p:spPr>
            <a:xfrm>
              <a:off x="6798033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WMT_SWP88</a:t>
              </a:r>
            </a:p>
          </p:txBody>
        </p:sp>
        <p:sp>
          <p:nvSpPr>
            <p:cNvPr id="3820" name="tx3820"/>
            <p:cNvSpPr/>
            <p:nvPr/>
          </p:nvSpPr>
          <p:spPr>
            <a:xfrm>
              <a:off x="6819902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WMT_SWP89</a:t>
              </a:r>
            </a:p>
          </p:txBody>
        </p:sp>
        <p:sp>
          <p:nvSpPr>
            <p:cNvPr id="3821" name="tx3821"/>
            <p:cNvSpPr/>
            <p:nvPr/>
          </p:nvSpPr>
          <p:spPr>
            <a:xfrm>
              <a:off x="6841770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WMT_SWP90</a:t>
              </a:r>
            </a:p>
          </p:txBody>
        </p:sp>
        <p:sp>
          <p:nvSpPr>
            <p:cNvPr id="3822" name="tx3822"/>
            <p:cNvSpPr/>
            <p:nvPr/>
          </p:nvSpPr>
          <p:spPr>
            <a:xfrm>
              <a:off x="6863639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WMT_SWP91</a:t>
              </a:r>
            </a:p>
          </p:txBody>
        </p:sp>
        <p:sp>
          <p:nvSpPr>
            <p:cNvPr id="3823" name="tx3823"/>
            <p:cNvSpPr/>
            <p:nvPr/>
          </p:nvSpPr>
          <p:spPr>
            <a:xfrm>
              <a:off x="6885508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WMT_SWP92</a:t>
              </a:r>
            </a:p>
          </p:txBody>
        </p:sp>
        <p:sp>
          <p:nvSpPr>
            <p:cNvPr id="3824" name="tx3824"/>
            <p:cNvSpPr/>
            <p:nvPr/>
          </p:nvSpPr>
          <p:spPr>
            <a:xfrm>
              <a:off x="6907376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WMT_SWP93</a:t>
              </a:r>
            </a:p>
          </p:txBody>
        </p:sp>
        <p:sp>
          <p:nvSpPr>
            <p:cNvPr id="3825" name="tx3825"/>
            <p:cNvSpPr/>
            <p:nvPr/>
          </p:nvSpPr>
          <p:spPr>
            <a:xfrm>
              <a:off x="6929245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WMT_SWP94</a:t>
              </a:r>
            </a:p>
          </p:txBody>
        </p:sp>
        <p:sp>
          <p:nvSpPr>
            <p:cNvPr id="3826" name="tx3826"/>
            <p:cNvSpPr/>
            <p:nvPr/>
          </p:nvSpPr>
          <p:spPr>
            <a:xfrm>
              <a:off x="6951114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WMT_SWP95</a:t>
              </a:r>
            </a:p>
          </p:txBody>
        </p:sp>
        <p:sp>
          <p:nvSpPr>
            <p:cNvPr id="3827" name="tx3827"/>
            <p:cNvSpPr/>
            <p:nvPr/>
          </p:nvSpPr>
          <p:spPr>
            <a:xfrm>
              <a:off x="6972982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WMT_SWP96</a:t>
              </a:r>
            </a:p>
          </p:txBody>
        </p:sp>
        <p:sp>
          <p:nvSpPr>
            <p:cNvPr id="3828" name="tx3828"/>
            <p:cNvSpPr/>
            <p:nvPr/>
          </p:nvSpPr>
          <p:spPr>
            <a:xfrm>
              <a:off x="6994851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WMT_SWP97</a:t>
              </a:r>
            </a:p>
          </p:txBody>
        </p:sp>
        <p:sp>
          <p:nvSpPr>
            <p:cNvPr id="3829" name="tx3829"/>
            <p:cNvSpPr/>
            <p:nvPr/>
          </p:nvSpPr>
          <p:spPr>
            <a:xfrm>
              <a:off x="7016720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WMT_SWP98</a:t>
              </a:r>
            </a:p>
          </p:txBody>
        </p:sp>
        <p:sp>
          <p:nvSpPr>
            <p:cNvPr id="3830" name="pl3830"/>
            <p:cNvSpPr/>
            <p:nvPr/>
          </p:nvSpPr>
          <p:spPr>
            <a:xfrm>
              <a:off x="7408766" y="6650856"/>
              <a:ext cx="1447704" cy="0"/>
            </a:xfrm>
            <a:custGeom>
              <a:avLst/>
              <a:pathLst>
                <a:path w="1447704" h="0">
                  <a:moveTo>
                    <a:pt x="0" y="0"/>
                  </a:moveTo>
                  <a:lnTo>
                    <a:pt x="1447704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1" name="pl3831"/>
            <p:cNvSpPr/>
            <p:nvPr/>
          </p:nvSpPr>
          <p:spPr>
            <a:xfrm>
              <a:off x="742188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2" name="pl3832"/>
            <p:cNvSpPr/>
            <p:nvPr/>
          </p:nvSpPr>
          <p:spPr>
            <a:xfrm>
              <a:off x="744375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3" name="pl3833"/>
            <p:cNvSpPr/>
            <p:nvPr/>
          </p:nvSpPr>
          <p:spPr>
            <a:xfrm>
              <a:off x="746562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4" name="pl3834"/>
            <p:cNvSpPr/>
            <p:nvPr/>
          </p:nvSpPr>
          <p:spPr>
            <a:xfrm>
              <a:off x="748749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5" name="pl3835"/>
            <p:cNvSpPr/>
            <p:nvPr/>
          </p:nvSpPr>
          <p:spPr>
            <a:xfrm>
              <a:off x="750936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6" name="pl3836"/>
            <p:cNvSpPr/>
            <p:nvPr/>
          </p:nvSpPr>
          <p:spPr>
            <a:xfrm>
              <a:off x="753123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7" name="pl3837"/>
            <p:cNvSpPr/>
            <p:nvPr/>
          </p:nvSpPr>
          <p:spPr>
            <a:xfrm>
              <a:off x="755309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8" name="pl3838"/>
            <p:cNvSpPr/>
            <p:nvPr/>
          </p:nvSpPr>
          <p:spPr>
            <a:xfrm>
              <a:off x="757496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9" name="pl3839"/>
            <p:cNvSpPr/>
            <p:nvPr/>
          </p:nvSpPr>
          <p:spPr>
            <a:xfrm>
              <a:off x="759683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0" name="pl3840"/>
            <p:cNvSpPr/>
            <p:nvPr/>
          </p:nvSpPr>
          <p:spPr>
            <a:xfrm>
              <a:off x="761870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1" name="pl3841"/>
            <p:cNvSpPr/>
            <p:nvPr/>
          </p:nvSpPr>
          <p:spPr>
            <a:xfrm>
              <a:off x="764057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2" name="pl3842"/>
            <p:cNvSpPr/>
            <p:nvPr/>
          </p:nvSpPr>
          <p:spPr>
            <a:xfrm>
              <a:off x="766244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3" name="pl3843"/>
            <p:cNvSpPr/>
            <p:nvPr/>
          </p:nvSpPr>
          <p:spPr>
            <a:xfrm>
              <a:off x="768431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4" name="pl3844"/>
            <p:cNvSpPr/>
            <p:nvPr/>
          </p:nvSpPr>
          <p:spPr>
            <a:xfrm>
              <a:off x="770618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5" name="pl3845"/>
            <p:cNvSpPr/>
            <p:nvPr/>
          </p:nvSpPr>
          <p:spPr>
            <a:xfrm>
              <a:off x="772804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6" name="pl3846"/>
            <p:cNvSpPr/>
            <p:nvPr/>
          </p:nvSpPr>
          <p:spPr>
            <a:xfrm>
              <a:off x="774991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7" name="pl3847"/>
            <p:cNvSpPr/>
            <p:nvPr/>
          </p:nvSpPr>
          <p:spPr>
            <a:xfrm>
              <a:off x="777178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8" name="pl3848"/>
            <p:cNvSpPr/>
            <p:nvPr/>
          </p:nvSpPr>
          <p:spPr>
            <a:xfrm>
              <a:off x="779365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9" name="pl3849"/>
            <p:cNvSpPr/>
            <p:nvPr/>
          </p:nvSpPr>
          <p:spPr>
            <a:xfrm>
              <a:off x="781552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0" name="pl3850"/>
            <p:cNvSpPr/>
            <p:nvPr/>
          </p:nvSpPr>
          <p:spPr>
            <a:xfrm>
              <a:off x="783739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1" name="pl3851"/>
            <p:cNvSpPr/>
            <p:nvPr/>
          </p:nvSpPr>
          <p:spPr>
            <a:xfrm>
              <a:off x="785926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2" name="pl3852"/>
            <p:cNvSpPr/>
            <p:nvPr/>
          </p:nvSpPr>
          <p:spPr>
            <a:xfrm>
              <a:off x="788112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3" name="pl3853"/>
            <p:cNvSpPr/>
            <p:nvPr/>
          </p:nvSpPr>
          <p:spPr>
            <a:xfrm>
              <a:off x="790299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4" name="pl3854"/>
            <p:cNvSpPr/>
            <p:nvPr/>
          </p:nvSpPr>
          <p:spPr>
            <a:xfrm>
              <a:off x="792486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5" name="pl3855"/>
            <p:cNvSpPr/>
            <p:nvPr/>
          </p:nvSpPr>
          <p:spPr>
            <a:xfrm>
              <a:off x="794673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6" name="pl3856"/>
            <p:cNvSpPr/>
            <p:nvPr/>
          </p:nvSpPr>
          <p:spPr>
            <a:xfrm>
              <a:off x="796860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7" name="pl3857"/>
            <p:cNvSpPr/>
            <p:nvPr/>
          </p:nvSpPr>
          <p:spPr>
            <a:xfrm>
              <a:off x="799047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8" name="pl3858"/>
            <p:cNvSpPr/>
            <p:nvPr/>
          </p:nvSpPr>
          <p:spPr>
            <a:xfrm>
              <a:off x="801234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9" name="pl3859"/>
            <p:cNvSpPr/>
            <p:nvPr/>
          </p:nvSpPr>
          <p:spPr>
            <a:xfrm>
              <a:off x="803421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0" name="pl3860"/>
            <p:cNvSpPr/>
            <p:nvPr/>
          </p:nvSpPr>
          <p:spPr>
            <a:xfrm>
              <a:off x="805607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1" name="pl3861"/>
            <p:cNvSpPr/>
            <p:nvPr/>
          </p:nvSpPr>
          <p:spPr>
            <a:xfrm>
              <a:off x="807794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2" name="pl3862"/>
            <p:cNvSpPr/>
            <p:nvPr/>
          </p:nvSpPr>
          <p:spPr>
            <a:xfrm>
              <a:off x="809981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3" name="pl3863"/>
            <p:cNvSpPr/>
            <p:nvPr/>
          </p:nvSpPr>
          <p:spPr>
            <a:xfrm>
              <a:off x="812168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4" name="pl3864"/>
            <p:cNvSpPr/>
            <p:nvPr/>
          </p:nvSpPr>
          <p:spPr>
            <a:xfrm>
              <a:off x="814355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5" name="pl3865"/>
            <p:cNvSpPr/>
            <p:nvPr/>
          </p:nvSpPr>
          <p:spPr>
            <a:xfrm>
              <a:off x="816542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6" name="pl3866"/>
            <p:cNvSpPr/>
            <p:nvPr/>
          </p:nvSpPr>
          <p:spPr>
            <a:xfrm>
              <a:off x="818729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7" name="pl3867"/>
            <p:cNvSpPr/>
            <p:nvPr/>
          </p:nvSpPr>
          <p:spPr>
            <a:xfrm>
              <a:off x="820915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8" name="pl3868"/>
            <p:cNvSpPr/>
            <p:nvPr/>
          </p:nvSpPr>
          <p:spPr>
            <a:xfrm>
              <a:off x="823102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9" name="pl3869"/>
            <p:cNvSpPr/>
            <p:nvPr/>
          </p:nvSpPr>
          <p:spPr>
            <a:xfrm>
              <a:off x="825289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0" name="pl3870"/>
            <p:cNvSpPr/>
            <p:nvPr/>
          </p:nvSpPr>
          <p:spPr>
            <a:xfrm>
              <a:off x="827476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1" name="pl3871"/>
            <p:cNvSpPr/>
            <p:nvPr/>
          </p:nvSpPr>
          <p:spPr>
            <a:xfrm>
              <a:off x="829663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2" name="pl3872"/>
            <p:cNvSpPr/>
            <p:nvPr/>
          </p:nvSpPr>
          <p:spPr>
            <a:xfrm>
              <a:off x="831850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3" name="pl3873"/>
            <p:cNvSpPr/>
            <p:nvPr/>
          </p:nvSpPr>
          <p:spPr>
            <a:xfrm>
              <a:off x="834037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4" name="pl3874"/>
            <p:cNvSpPr/>
            <p:nvPr/>
          </p:nvSpPr>
          <p:spPr>
            <a:xfrm>
              <a:off x="836224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5" name="pl3875"/>
            <p:cNvSpPr/>
            <p:nvPr/>
          </p:nvSpPr>
          <p:spPr>
            <a:xfrm>
              <a:off x="838410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6" name="pl3876"/>
            <p:cNvSpPr/>
            <p:nvPr/>
          </p:nvSpPr>
          <p:spPr>
            <a:xfrm>
              <a:off x="840597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7" name="pl3877"/>
            <p:cNvSpPr/>
            <p:nvPr/>
          </p:nvSpPr>
          <p:spPr>
            <a:xfrm>
              <a:off x="842784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8" name="pl3878"/>
            <p:cNvSpPr/>
            <p:nvPr/>
          </p:nvSpPr>
          <p:spPr>
            <a:xfrm>
              <a:off x="844971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9" name="pl3879"/>
            <p:cNvSpPr/>
            <p:nvPr/>
          </p:nvSpPr>
          <p:spPr>
            <a:xfrm>
              <a:off x="847158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0" name="pl3880"/>
            <p:cNvSpPr/>
            <p:nvPr/>
          </p:nvSpPr>
          <p:spPr>
            <a:xfrm>
              <a:off x="849345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1" name="pl3881"/>
            <p:cNvSpPr/>
            <p:nvPr/>
          </p:nvSpPr>
          <p:spPr>
            <a:xfrm>
              <a:off x="851532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2" name="pl3882"/>
            <p:cNvSpPr/>
            <p:nvPr/>
          </p:nvSpPr>
          <p:spPr>
            <a:xfrm>
              <a:off x="853718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3" name="pl3883"/>
            <p:cNvSpPr/>
            <p:nvPr/>
          </p:nvSpPr>
          <p:spPr>
            <a:xfrm>
              <a:off x="855905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4" name="pl3884"/>
            <p:cNvSpPr/>
            <p:nvPr/>
          </p:nvSpPr>
          <p:spPr>
            <a:xfrm>
              <a:off x="858092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5" name="pl3885"/>
            <p:cNvSpPr/>
            <p:nvPr/>
          </p:nvSpPr>
          <p:spPr>
            <a:xfrm>
              <a:off x="860279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6" name="pl3886"/>
            <p:cNvSpPr/>
            <p:nvPr/>
          </p:nvSpPr>
          <p:spPr>
            <a:xfrm>
              <a:off x="862466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7" name="pl3887"/>
            <p:cNvSpPr/>
            <p:nvPr/>
          </p:nvSpPr>
          <p:spPr>
            <a:xfrm>
              <a:off x="864653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8" name="pl3888"/>
            <p:cNvSpPr/>
            <p:nvPr/>
          </p:nvSpPr>
          <p:spPr>
            <a:xfrm>
              <a:off x="866840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9" name="pl3889"/>
            <p:cNvSpPr/>
            <p:nvPr/>
          </p:nvSpPr>
          <p:spPr>
            <a:xfrm>
              <a:off x="869026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0" name="pl3890"/>
            <p:cNvSpPr/>
            <p:nvPr/>
          </p:nvSpPr>
          <p:spPr>
            <a:xfrm>
              <a:off x="871213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1" name="pl3891"/>
            <p:cNvSpPr/>
            <p:nvPr/>
          </p:nvSpPr>
          <p:spPr>
            <a:xfrm>
              <a:off x="873400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2" name="pl3892"/>
            <p:cNvSpPr/>
            <p:nvPr/>
          </p:nvSpPr>
          <p:spPr>
            <a:xfrm>
              <a:off x="875587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3" name="pl3893"/>
            <p:cNvSpPr/>
            <p:nvPr/>
          </p:nvSpPr>
          <p:spPr>
            <a:xfrm>
              <a:off x="877774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4" name="pl3894"/>
            <p:cNvSpPr/>
            <p:nvPr/>
          </p:nvSpPr>
          <p:spPr>
            <a:xfrm>
              <a:off x="879961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5" name="pl3895"/>
            <p:cNvSpPr/>
            <p:nvPr/>
          </p:nvSpPr>
          <p:spPr>
            <a:xfrm>
              <a:off x="882148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6" name="pl3896"/>
            <p:cNvSpPr/>
            <p:nvPr/>
          </p:nvSpPr>
          <p:spPr>
            <a:xfrm>
              <a:off x="884335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7" name="tx3897"/>
            <p:cNvSpPr/>
            <p:nvPr/>
          </p:nvSpPr>
          <p:spPr>
            <a:xfrm>
              <a:off x="7219531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DLN106</a:t>
              </a:r>
            </a:p>
          </p:txBody>
        </p:sp>
        <p:sp>
          <p:nvSpPr>
            <p:cNvPr id="3898" name="tx3898"/>
            <p:cNvSpPr/>
            <p:nvPr/>
          </p:nvSpPr>
          <p:spPr>
            <a:xfrm>
              <a:off x="7183655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DLN107_1</a:t>
              </a:r>
            </a:p>
          </p:txBody>
        </p:sp>
        <p:sp>
          <p:nvSpPr>
            <p:cNvPr id="3899" name="tx3899"/>
            <p:cNvSpPr/>
            <p:nvPr/>
          </p:nvSpPr>
          <p:spPr>
            <a:xfrm>
              <a:off x="7205524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DLN107_2</a:t>
              </a:r>
            </a:p>
          </p:txBody>
        </p:sp>
        <p:sp>
          <p:nvSpPr>
            <p:cNvPr id="3900" name="tx3900"/>
            <p:cNvSpPr/>
            <p:nvPr/>
          </p:nvSpPr>
          <p:spPr>
            <a:xfrm>
              <a:off x="7285137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DLN109</a:t>
              </a:r>
            </a:p>
          </p:txBody>
        </p:sp>
        <p:sp>
          <p:nvSpPr>
            <p:cNvPr id="3901" name="tx3901"/>
            <p:cNvSpPr/>
            <p:nvPr/>
          </p:nvSpPr>
          <p:spPr>
            <a:xfrm>
              <a:off x="7307005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DLN110</a:t>
              </a:r>
            </a:p>
          </p:txBody>
        </p:sp>
        <p:sp>
          <p:nvSpPr>
            <p:cNvPr id="3902" name="tx3902"/>
            <p:cNvSpPr/>
            <p:nvPr/>
          </p:nvSpPr>
          <p:spPr>
            <a:xfrm>
              <a:off x="7275519" y="6696406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DLN111_c</a:t>
              </a:r>
            </a:p>
          </p:txBody>
        </p:sp>
        <p:sp>
          <p:nvSpPr>
            <p:cNvPr id="3903" name="tx3903"/>
            <p:cNvSpPr/>
            <p:nvPr/>
          </p:nvSpPr>
          <p:spPr>
            <a:xfrm>
              <a:off x="7294187" y="6696406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DLN112_a</a:t>
              </a:r>
            </a:p>
          </p:txBody>
        </p:sp>
        <p:sp>
          <p:nvSpPr>
            <p:cNvPr id="3904" name="tx3904"/>
            <p:cNvSpPr/>
            <p:nvPr/>
          </p:nvSpPr>
          <p:spPr>
            <a:xfrm>
              <a:off x="7314958" y="6696406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DLN112_b</a:t>
              </a:r>
            </a:p>
          </p:txBody>
        </p:sp>
        <p:sp>
          <p:nvSpPr>
            <p:cNvPr id="3905" name="tx3905"/>
            <p:cNvSpPr/>
            <p:nvPr/>
          </p:nvSpPr>
          <p:spPr>
            <a:xfrm>
              <a:off x="7337924" y="6696406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DLN113_a</a:t>
              </a:r>
            </a:p>
          </p:txBody>
        </p:sp>
        <p:sp>
          <p:nvSpPr>
            <p:cNvPr id="3906" name="tx3906"/>
            <p:cNvSpPr/>
            <p:nvPr/>
          </p:nvSpPr>
          <p:spPr>
            <a:xfrm>
              <a:off x="7358696" y="6696406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DLN113_b</a:t>
              </a:r>
            </a:p>
          </p:txBody>
        </p:sp>
        <p:sp>
          <p:nvSpPr>
            <p:cNvPr id="3907" name="tx3907"/>
            <p:cNvSpPr/>
            <p:nvPr/>
          </p:nvSpPr>
          <p:spPr>
            <a:xfrm>
              <a:off x="7380564" y="6696406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DLN114_b</a:t>
              </a:r>
            </a:p>
          </p:txBody>
        </p:sp>
        <p:sp>
          <p:nvSpPr>
            <p:cNvPr id="3908" name="tx3908"/>
            <p:cNvSpPr/>
            <p:nvPr/>
          </p:nvSpPr>
          <p:spPr>
            <a:xfrm>
              <a:off x="7403530" y="6696406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DLN115_a</a:t>
              </a:r>
            </a:p>
          </p:txBody>
        </p:sp>
        <p:sp>
          <p:nvSpPr>
            <p:cNvPr id="3909" name="tx3909"/>
            <p:cNvSpPr/>
            <p:nvPr/>
          </p:nvSpPr>
          <p:spPr>
            <a:xfrm>
              <a:off x="7424302" y="6696406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DLN115_b</a:t>
              </a:r>
            </a:p>
          </p:txBody>
        </p:sp>
        <p:sp>
          <p:nvSpPr>
            <p:cNvPr id="3910" name="tx3910"/>
            <p:cNvSpPr/>
            <p:nvPr/>
          </p:nvSpPr>
          <p:spPr>
            <a:xfrm>
              <a:off x="7503823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DLN116</a:t>
              </a:r>
            </a:p>
          </p:txBody>
        </p:sp>
        <p:sp>
          <p:nvSpPr>
            <p:cNvPr id="3911" name="tx3911"/>
            <p:cNvSpPr/>
            <p:nvPr/>
          </p:nvSpPr>
          <p:spPr>
            <a:xfrm>
              <a:off x="7469136" y="6696406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DLN116_a</a:t>
              </a:r>
            </a:p>
          </p:txBody>
        </p:sp>
        <p:sp>
          <p:nvSpPr>
            <p:cNvPr id="3912" name="tx3912"/>
            <p:cNvSpPr/>
            <p:nvPr/>
          </p:nvSpPr>
          <p:spPr>
            <a:xfrm>
              <a:off x="7489908" y="6696406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DLN116_b</a:t>
              </a:r>
            </a:p>
          </p:txBody>
        </p:sp>
        <p:sp>
          <p:nvSpPr>
            <p:cNvPr id="3913" name="tx3913"/>
            <p:cNvSpPr/>
            <p:nvPr/>
          </p:nvSpPr>
          <p:spPr>
            <a:xfrm>
              <a:off x="7458330" y="6696406"/>
              <a:ext cx="62691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DLN116_c_1</a:t>
              </a:r>
            </a:p>
          </p:txBody>
        </p:sp>
        <p:sp>
          <p:nvSpPr>
            <p:cNvPr id="3914" name="tx3914"/>
            <p:cNvSpPr/>
            <p:nvPr/>
          </p:nvSpPr>
          <p:spPr>
            <a:xfrm>
              <a:off x="7480198" y="6696406"/>
              <a:ext cx="62691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DLN116_c_2</a:t>
              </a:r>
            </a:p>
          </p:txBody>
        </p:sp>
        <p:sp>
          <p:nvSpPr>
            <p:cNvPr id="3915" name="tx3915"/>
            <p:cNvSpPr/>
            <p:nvPr/>
          </p:nvSpPr>
          <p:spPr>
            <a:xfrm>
              <a:off x="7613167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DLN117</a:t>
              </a:r>
            </a:p>
          </p:txBody>
        </p:sp>
        <p:sp>
          <p:nvSpPr>
            <p:cNvPr id="3916" name="tx3916"/>
            <p:cNvSpPr/>
            <p:nvPr/>
          </p:nvSpPr>
          <p:spPr>
            <a:xfrm>
              <a:off x="7577382" y="6696406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DLN117_b</a:t>
              </a:r>
            </a:p>
          </p:txBody>
        </p:sp>
        <p:sp>
          <p:nvSpPr>
            <p:cNvPr id="3917" name="tx3917"/>
            <p:cNvSpPr/>
            <p:nvPr/>
          </p:nvSpPr>
          <p:spPr>
            <a:xfrm>
              <a:off x="7656904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DLN118</a:t>
              </a:r>
            </a:p>
          </p:txBody>
        </p:sp>
        <p:sp>
          <p:nvSpPr>
            <p:cNvPr id="3918" name="tx3918"/>
            <p:cNvSpPr/>
            <p:nvPr/>
          </p:nvSpPr>
          <p:spPr>
            <a:xfrm>
              <a:off x="7678772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DLN120</a:t>
              </a:r>
            </a:p>
          </p:txBody>
        </p:sp>
        <p:sp>
          <p:nvSpPr>
            <p:cNvPr id="3919" name="tx3919"/>
            <p:cNvSpPr/>
            <p:nvPr/>
          </p:nvSpPr>
          <p:spPr>
            <a:xfrm>
              <a:off x="7644085" y="6696406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DLN120_a</a:t>
              </a:r>
            </a:p>
          </p:txBody>
        </p:sp>
        <p:sp>
          <p:nvSpPr>
            <p:cNvPr id="3920" name="tx3920"/>
            <p:cNvSpPr/>
            <p:nvPr/>
          </p:nvSpPr>
          <p:spPr>
            <a:xfrm>
              <a:off x="7722510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DLN121</a:t>
              </a:r>
            </a:p>
          </p:txBody>
        </p:sp>
        <p:sp>
          <p:nvSpPr>
            <p:cNvPr id="3921" name="tx3921"/>
            <p:cNvSpPr/>
            <p:nvPr/>
          </p:nvSpPr>
          <p:spPr>
            <a:xfrm>
              <a:off x="7744378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DLN122</a:t>
              </a:r>
            </a:p>
          </p:txBody>
        </p:sp>
        <p:sp>
          <p:nvSpPr>
            <p:cNvPr id="3922" name="tx3922"/>
            <p:cNvSpPr/>
            <p:nvPr/>
          </p:nvSpPr>
          <p:spPr>
            <a:xfrm>
              <a:off x="7766247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DLN123</a:t>
              </a:r>
            </a:p>
          </p:txBody>
        </p:sp>
        <p:sp>
          <p:nvSpPr>
            <p:cNvPr id="3923" name="tx3923"/>
            <p:cNvSpPr/>
            <p:nvPr/>
          </p:nvSpPr>
          <p:spPr>
            <a:xfrm>
              <a:off x="7730371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DLN126_1</a:t>
              </a:r>
            </a:p>
          </p:txBody>
        </p:sp>
        <p:sp>
          <p:nvSpPr>
            <p:cNvPr id="3924" name="tx3924"/>
            <p:cNvSpPr/>
            <p:nvPr/>
          </p:nvSpPr>
          <p:spPr>
            <a:xfrm>
              <a:off x="7752240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DLN126_2</a:t>
              </a:r>
            </a:p>
          </p:txBody>
        </p:sp>
        <p:sp>
          <p:nvSpPr>
            <p:cNvPr id="3925" name="tx3925"/>
            <p:cNvSpPr/>
            <p:nvPr/>
          </p:nvSpPr>
          <p:spPr>
            <a:xfrm>
              <a:off x="7831853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DLN127</a:t>
              </a:r>
            </a:p>
          </p:txBody>
        </p:sp>
        <p:sp>
          <p:nvSpPr>
            <p:cNvPr id="3926" name="tx3926"/>
            <p:cNvSpPr/>
            <p:nvPr/>
          </p:nvSpPr>
          <p:spPr>
            <a:xfrm>
              <a:off x="7795977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DLN128_1</a:t>
              </a:r>
            </a:p>
          </p:txBody>
        </p:sp>
        <p:sp>
          <p:nvSpPr>
            <p:cNvPr id="3927" name="tx3927"/>
            <p:cNvSpPr/>
            <p:nvPr/>
          </p:nvSpPr>
          <p:spPr>
            <a:xfrm>
              <a:off x="7817846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DLN128_2</a:t>
              </a:r>
            </a:p>
          </p:txBody>
        </p:sp>
        <p:sp>
          <p:nvSpPr>
            <p:cNvPr id="3928" name="tx3928"/>
            <p:cNvSpPr/>
            <p:nvPr/>
          </p:nvSpPr>
          <p:spPr>
            <a:xfrm>
              <a:off x="7839715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DLN129_1</a:t>
              </a:r>
            </a:p>
          </p:txBody>
        </p:sp>
        <p:sp>
          <p:nvSpPr>
            <p:cNvPr id="3929" name="tx3929"/>
            <p:cNvSpPr/>
            <p:nvPr/>
          </p:nvSpPr>
          <p:spPr>
            <a:xfrm>
              <a:off x="7861583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DLN129_2</a:t>
              </a:r>
            </a:p>
          </p:txBody>
        </p:sp>
        <p:sp>
          <p:nvSpPr>
            <p:cNvPr id="3930" name="tx3930"/>
            <p:cNvSpPr/>
            <p:nvPr/>
          </p:nvSpPr>
          <p:spPr>
            <a:xfrm>
              <a:off x="7941196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DLN130</a:t>
              </a:r>
            </a:p>
          </p:txBody>
        </p:sp>
        <p:sp>
          <p:nvSpPr>
            <p:cNvPr id="3931" name="tx3931"/>
            <p:cNvSpPr/>
            <p:nvPr/>
          </p:nvSpPr>
          <p:spPr>
            <a:xfrm>
              <a:off x="7905321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DLN131_1</a:t>
              </a:r>
            </a:p>
          </p:txBody>
        </p:sp>
        <p:sp>
          <p:nvSpPr>
            <p:cNvPr id="3932" name="tx3932"/>
            <p:cNvSpPr/>
            <p:nvPr/>
          </p:nvSpPr>
          <p:spPr>
            <a:xfrm>
              <a:off x="7927189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DLN131_2</a:t>
              </a:r>
            </a:p>
          </p:txBody>
        </p:sp>
        <p:sp>
          <p:nvSpPr>
            <p:cNvPr id="3933" name="tx3933"/>
            <p:cNvSpPr/>
            <p:nvPr/>
          </p:nvSpPr>
          <p:spPr>
            <a:xfrm>
              <a:off x="7949058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DLN133_1</a:t>
              </a:r>
            </a:p>
          </p:txBody>
        </p:sp>
        <p:sp>
          <p:nvSpPr>
            <p:cNvPr id="3934" name="tx3934"/>
            <p:cNvSpPr/>
            <p:nvPr/>
          </p:nvSpPr>
          <p:spPr>
            <a:xfrm>
              <a:off x="7970927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DLN133_2</a:t>
              </a:r>
            </a:p>
          </p:txBody>
        </p:sp>
        <p:sp>
          <p:nvSpPr>
            <p:cNvPr id="3935" name="tx3935"/>
            <p:cNvSpPr/>
            <p:nvPr/>
          </p:nvSpPr>
          <p:spPr>
            <a:xfrm>
              <a:off x="8050540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DLN134</a:t>
              </a:r>
            </a:p>
          </p:txBody>
        </p:sp>
        <p:sp>
          <p:nvSpPr>
            <p:cNvPr id="3936" name="tx3936"/>
            <p:cNvSpPr/>
            <p:nvPr/>
          </p:nvSpPr>
          <p:spPr>
            <a:xfrm>
              <a:off x="7914126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WMT_SWP100</a:t>
              </a:r>
            </a:p>
          </p:txBody>
        </p:sp>
        <p:sp>
          <p:nvSpPr>
            <p:cNvPr id="3937" name="tx3937"/>
            <p:cNvSpPr/>
            <p:nvPr/>
          </p:nvSpPr>
          <p:spPr>
            <a:xfrm>
              <a:off x="7935994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WMT_SWP101</a:t>
              </a:r>
            </a:p>
          </p:txBody>
        </p:sp>
        <p:sp>
          <p:nvSpPr>
            <p:cNvPr id="3938" name="tx3938"/>
            <p:cNvSpPr/>
            <p:nvPr/>
          </p:nvSpPr>
          <p:spPr>
            <a:xfrm>
              <a:off x="7957863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WMT_SWP102</a:t>
              </a:r>
            </a:p>
          </p:txBody>
        </p:sp>
        <p:sp>
          <p:nvSpPr>
            <p:cNvPr id="3939" name="tx3939"/>
            <p:cNvSpPr/>
            <p:nvPr/>
          </p:nvSpPr>
          <p:spPr>
            <a:xfrm>
              <a:off x="7979732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WMT_SWP103</a:t>
              </a:r>
            </a:p>
          </p:txBody>
        </p:sp>
        <p:sp>
          <p:nvSpPr>
            <p:cNvPr id="3940" name="tx3940"/>
            <p:cNvSpPr/>
            <p:nvPr/>
          </p:nvSpPr>
          <p:spPr>
            <a:xfrm>
              <a:off x="8001600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WMT_SWP104</a:t>
              </a:r>
            </a:p>
          </p:txBody>
        </p:sp>
        <p:sp>
          <p:nvSpPr>
            <p:cNvPr id="3941" name="tx3941"/>
            <p:cNvSpPr/>
            <p:nvPr/>
          </p:nvSpPr>
          <p:spPr>
            <a:xfrm>
              <a:off x="8023469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WMT_SWP105</a:t>
              </a:r>
            </a:p>
          </p:txBody>
        </p:sp>
        <p:sp>
          <p:nvSpPr>
            <p:cNvPr id="3942" name="tx3942"/>
            <p:cNvSpPr/>
            <p:nvPr/>
          </p:nvSpPr>
          <p:spPr>
            <a:xfrm>
              <a:off x="8045338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WMT_SWP106</a:t>
              </a:r>
            </a:p>
          </p:txBody>
        </p:sp>
        <p:sp>
          <p:nvSpPr>
            <p:cNvPr id="3943" name="tx3943"/>
            <p:cNvSpPr/>
            <p:nvPr/>
          </p:nvSpPr>
          <p:spPr>
            <a:xfrm>
              <a:off x="8067206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WMT_SWP107</a:t>
              </a:r>
            </a:p>
          </p:txBody>
        </p:sp>
        <p:sp>
          <p:nvSpPr>
            <p:cNvPr id="3944" name="tx3944"/>
            <p:cNvSpPr/>
            <p:nvPr/>
          </p:nvSpPr>
          <p:spPr>
            <a:xfrm>
              <a:off x="8089075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WMT_SWP108</a:t>
              </a:r>
            </a:p>
          </p:txBody>
        </p:sp>
        <p:sp>
          <p:nvSpPr>
            <p:cNvPr id="3945" name="tx3945"/>
            <p:cNvSpPr/>
            <p:nvPr/>
          </p:nvSpPr>
          <p:spPr>
            <a:xfrm>
              <a:off x="8110943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WMT_SWP109</a:t>
              </a:r>
            </a:p>
          </p:txBody>
        </p:sp>
        <p:sp>
          <p:nvSpPr>
            <p:cNvPr id="3946" name="tx3946"/>
            <p:cNvSpPr/>
            <p:nvPr/>
          </p:nvSpPr>
          <p:spPr>
            <a:xfrm>
              <a:off x="8132812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WMT_SWP110</a:t>
              </a:r>
            </a:p>
          </p:txBody>
        </p:sp>
        <p:sp>
          <p:nvSpPr>
            <p:cNvPr id="3947" name="tx3947"/>
            <p:cNvSpPr/>
            <p:nvPr/>
          </p:nvSpPr>
          <p:spPr>
            <a:xfrm>
              <a:off x="8154681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WMT_SWP111</a:t>
              </a:r>
            </a:p>
          </p:txBody>
        </p:sp>
        <p:sp>
          <p:nvSpPr>
            <p:cNvPr id="3948" name="tx3948"/>
            <p:cNvSpPr/>
            <p:nvPr/>
          </p:nvSpPr>
          <p:spPr>
            <a:xfrm>
              <a:off x="8176549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WMT_SWP112</a:t>
              </a:r>
            </a:p>
          </p:txBody>
        </p:sp>
        <p:sp>
          <p:nvSpPr>
            <p:cNvPr id="3949" name="tx3949"/>
            <p:cNvSpPr/>
            <p:nvPr/>
          </p:nvSpPr>
          <p:spPr>
            <a:xfrm>
              <a:off x="8198418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WMT_SWP113</a:t>
              </a:r>
            </a:p>
          </p:txBody>
        </p:sp>
        <p:sp>
          <p:nvSpPr>
            <p:cNvPr id="3950" name="tx3950"/>
            <p:cNvSpPr/>
            <p:nvPr/>
          </p:nvSpPr>
          <p:spPr>
            <a:xfrm>
              <a:off x="8220287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WMT_SWP114</a:t>
              </a:r>
            </a:p>
          </p:txBody>
        </p:sp>
        <p:sp>
          <p:nvSpPr>
            <p:cNvPr id="3951" name="tx3951"/>
            <p:cNvSpPr/>
            <p:nvPr/>
          </p:nvSpPr>
          <p:spPr>
            <a:xfrm>
              <a:off x="8242155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WMT_SWP115</a:t>
              </a:r>
            </a:p>
          </p:txBody>
        </p:sp>
        <p:sp>
          <p:nvSpPr>
            <p:cNvPr id="3952" name="tx3952"/>
            <p:cNvSpPr/>
            <p:nvPr/>
          </p:nvSpPr>
          <p:spPr>
            <a:xfrm>
              <a:off x="8264024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WMT_SWP116</a:t>
              </a:r>
            </a:p>
          </p:txBody>
        </p:sp>
        <p:sp>
          <p:nvSpPr>
            <p:cNvPr id="3953" name="tx3953"/>
            <p:cNvSpPr/>
            <p:nvPr/>
          </p:nvSpPr>
          <p:spPr>
            <a:xfrm>
              <a:off x="8285893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WMT_SWP117</a:t>
              </a:r>
            </a:p>
          </p:txBody>
        </p:sp>
        <p:sp>
          <p:nvSpPr>
            <p:cNvPr id="3954" name="tx3954"/>
            <p:cNvSpPr/>
            <p:nvPr/>
          </p:nvSpPr>
          <p:spPr>
            <a:xfrm>
              <a:off x="8307761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WMT_SWP118</a:t>
              </a:r>
            </a:p>
          </p:txBody>
        </p:sp>
        <p:sp>
          <p:nvSpPr>
            <p:cNvPr id="3955" name="tx3955"/>
            <p:cNvSpPr/>
            <p:nvPr/>
          </p:nvSpPr>
          <p:spPr>
            <a:xfrm>
              <a:off x="8329630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WMT_SWP119</a:t>
              </a:r>
            </a:p>
          </p:txBody>
        </p:sp>
        <p:sp>
          <p:nvSpPr>
            <p:cNvPr id="3956" name="tx3956"/>
            <p:cNvSpPr/>
            <p:nvPr/>
          </p:nvSpPr>
          <p:spPr>
            <a:xfrm>
              <a:off x="8351499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WMT_SWP120</a:t>
              </a:r>
            </a:p>
          </p:txBody>
        </p:sp>
        <p:sp>
          <p:nvSpPr>
            <p:cNvPr id="3957" name="tx3957"/>
            <p:cNvSpPr/>
            <p:nvPr/>
          </p:nvSpPr>
          <p:spPr>
            <a:xfrm>
              <a:off x="8373367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WMT_SWP121</a:t>
              </a:r>
            </a:p>
          </p:txBody>
        </p:sp>
        <p:sp>
          <p:nvSpPr>
            <p:cNvPr id="3958" name="tx3958"/>
            <p:cNvSpPr/>
            <p:nvPr/>
          </p:nvSpPr>
          <p:spPr>
            <a:xfrm>
              <a:off x="8395236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WMT_SWP122</a:t>
              </a:r>
            </a:p>
          </p:txBody>
        </p:sp>
        <p:sp>
          <p:nvSpPr>
            <p:cNvPr id="3959" name="tx3959"/>
            <p:cNvSpPr/>
            <p:nvPr/>
          </p:nvSpPr>
          <p:spPr>
            <a:xfrm>
              <a:off x="8417105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WMT_SWP123</a:t>
              </a:r>
            </a:p>
          </p:txBody>
        </p:sp>
        <p:sp>
          <p:nvSpPr>
            <p:cNvPr id="3960" name="tx3960"/>
            <p:cNvSpPr/>
            <p:nvPr/>
          </p:nvSpPr>
          <p:spPr>
            <a:xfrm>
              <a:off x="8438973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WMT_SWP124</a:t>
              </a:r>
            </a:p>
          </p:txBody>
        </p:sp>
        <p:sp>
          <p:nvSpPr>
            <p:cNvPr id="3961" name="tx3961"/>
            <p:cNvSpPr/>
            <p:nvPr/>
          </p:nvSpPr>
          <p:spPr>
            <a:xfrm>
              <a:off x="8460842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WMT_SWP125</a:t>
              </a:r>
            </a:p>
          </p:txBody>
        </p:sp>
        <p:sp>
          <p:nvSpPr>
            <p:cNvPr id="3962" name="tx3962"/>
            <p:cNvSpPr/>
            <p:nvPr/>
          </p:nvSpPr>
          <p:spPr>
            <a:xfrm>
              <a:off x="8515035" y="6696406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WMT_SWP99</a:t>
              </a:r>
            </a:p>
          </p:txBody>
        </p:sp>
        <p:sp>
          <p:nvSpPr>
            <p:cNvPr id="3963" name="pl3963"/>
            <p:cNvSpPr/>
            <p:nvPr/>
          </p:nvSpPr>
          <p:spPr>
            <a:xfrm>
              <a:off x="8907081" y="6650856"/>
              <a:ext cx="2912904" cy="0"/>
            </a:xfrm>
            <a:custGeom>
              <a:avLst/>
              <a:pathLst>
                <a:path w="2912904" h="0">
                  <a:moveTo>
                    <a:pt x="0" y="0"/>
                  </a:moveTo>
                  <a:lnTo>
                    <a:pt x="2912904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4" name="pl3964"/>
            <p:cNvSpPr/>
            <p:nvPr/>
          </p:nvSpPr>
          <p:spPr>
            <a:xfrm>
              <a:off x="892020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5" name="pl3965"/>
            <p:cNvSpPr/>
            <p:nvPr/>
          </p:nvSpPr>
          <p:spPr>
            <a:xfrm>
              <a:off x="894207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6" name="pl3966"/>
            <p:cNvSpPr/>
            <p:nvPr/>
          </p:nvSpPr>
          <p:spPr>
            <a:xfrm>
              <a:off x="896394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7" name="pl3967"/>
            <p:cNvSpPr/>
            <p:nvPr/>
          </p:nvSpPr>
          <p:spPr>
            <a:xfrm>
              <a:off x="898580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8" name="pl3968"/>
            <p:cNvSpPr/>
            <p:nvPr/>
          </p:nvSpPr>
          <p:spPr>
            <a:xfrm>
              <a:off x="900767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9" name="pl3969"/>
            <p:cNvSpPr/>
            <p:nvPr/>
          </p:nvSpPr>
          <p:spPr>
            <a:xfrm>
              <a:off x="902954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0" name="pl3970"/>
            <p:cNvSpPr/>
            <p:nvPr/>
          </p:nvSpPr>
          <p:spPr>
            <a:xfrm>
              <a:off x="905141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1" name="pl3971"/>
            <p:cNvSpPr/>
            <p:nvPr/>
          </p:nvSpPr>
          <p:spPr>
            <a:xfrm>
              <a:off x="907328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2" name="pl3972"/>
            <p:cNvSpPr/>
            <p:nvPr/>
          </p:nvSpPr>
          <p:spPr>
            <a:xfrm>
              <a:off x="909515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3" name="pl3973"/>
            <p:cNvSpPr/>
            <p:nvPr/>
          </p:nvSpPr>
          <p:spPr>
            <a:xfrm>
              <a:off x="911702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4" name="pl3974"/>
            <p:cNvSpPr/>
            <p:nvPr/>
          </p:nvSpPr>
          <p:spPr>
            <a:xfrm>
              <a:off x="913888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5" name="pl3975"/>
            <p:cNvSpPr/>
            <p:nvPr/>
          </p:nvSpPr>
          <p:spPr>
            <a:xfrm>
              <a:off x="916075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6" name="pl3976"/>
            <p:cNvSpPr/>
            <p:nvPr/>
          </p:nvSpPr>
          <p:spPr>
            <a:xfrm>
              <a:off x="918262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7" name="pl3977"/>
            <p:cNvSpPr/>
            <p:nvPr/>
          </p:nvSpPr>
          <p:spPr>
            <a:xfrm>
              <a:off x="920449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8" name="pl3978"/>
            <p:cNvSpPr/>
            <p:nvPr/>
          </p:nvSpPr>
          <p:spPr>
            <a:xfrm>
              <a:off x="922636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9" name="pl3979"/>
            <p:cNvSpPr/>
            <p:nvPr/>
          </p:nvSpPr>
          <p:spPr>
            <a:xfrm>
              <a:off x="924823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0" name="pl3980"/>
            <p:cNvSpPr/>
            <p:nvPr/>
          </p:nvSpPr>
          <p:spPr>
            <a:xfrm>
              <a:off x="927010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1" name="pl3981"/>
            <p:cNvSpPr/>
            <p:nvPr/>
          </p:nvSpPr>
          <p:spPr>
            <a:xfrm>
              <a:off x="929197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2" name="pl3982"/>
            <p:cNvSpPr/>
            <p:nvPr/>
          </p:nvSpPr>
          <p:spPr>
            <a:xfrm>
              <a:off x="931383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3" name="pl3983"/>
            <p:cNvSpPr/>
            <p:nvPr/>
          </p:nvSpPr>
          <p:spPr>
            <a:xfrm>
              <a:off x="933570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4" name="pl3984"/>
            <p:cNvSpPr/>
            <p:nvPr/>
          </p:nvSpPr>
          <p:spPr>
            <a:xfrm>
              <a:off x="935757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5" name="pl3985"/>
            <p:cNvSpPr/>
            <p:nvPr/>
          </p:nvSpPr>
          <p:spPr>
            <a:xfrm>
              <a:off x="937944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6" name="pl3986"/>
            <p:cNvSpPr/>
            <p:nvPr/>
          </p:nvSpPr>
          <p:spPr>
            <a:xfrm>
              <a:off x="940131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7" name="pl3987"/>
            <p:cNvSpPr/>
            <p:nvPr/>
          </p:nvSpPr>
          <p:spPr>
            <a:xfrm>
              <a:off x="942318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8" name="pl3988"/>
            <p:cNvSpPr/>
            <p:nvPr/>
          </p:nvSpPr>
          <p:spPr>
            <a:xfrm>
              <a:off x="944505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9" name="pl3989"/>
            <p:cNvSpPr/>
            <p:nvPr/>
          </p:nvSpPr>
          <p:spPr>
            <a:xfrm>
              <a:off x="946691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0" name="pl3990"/>
            <p:cNvSpPr/>
            <p:nvPr/>
          </p:nvSpPr>
          <p:spPr>
            <a:xfrm>
              <a:off x="948878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1" name="pl3991"/>
            <p:cNvSpPr/>
            <p:nvPr/>
          </p:nvSpPr>
          <p:spPr>
            <a:xfrm>
              <a:off x="951065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2" name="pl3992"/>
            <p:cNvSpPr/>
            <p:nvPr/>
          </p:nvSpPr>
          <p:spPr>
            <a:xfrm>
              <a:off x="953252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3" name="pl3993"/>
            <p:cNvSpPr/>
            <p:nvPr/>
          </p:nvSpPr>
          <p:spPr>
            <a:xfrm>
              <a:off x="955439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4" name="pl3994"/>
            <p:cNvSpPr/>
            <p:nvPr/>
          </p:nvSpPr>
          <p:spPr>
            <a:xfrm>
              <a:off x="957626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5" name="pl3995"/>
            <p:cNvSpPr/>
            <p:nvPr/>
          </p:nvSpPr>
          <p:spPr>
            <a:xfrm>
              <a:off x="959813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6" name="pl3996"/>
            <p:cNvSpPr/>
            <p:nvPr/>
          </p:nvSpPr>
          <p:spPr>
            <a:xfrm>
              <a:off x="961999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7" name="pl3997"/>
            <p:cNvSpPr/>
            <p:nvPr/>
          </p:nvSpPr>
          <p:spPr>
            <a:xfrm>
              <a:off x="964186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8" name="pl3998"/>
            <p:cNvSpPr/>
            <p:nvPr/>
          </p:nvSpPr>
          <p:spPr>
            <a:xfrm>
              <a:off x="966373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9" name="pl3999"/>
            <p:cNvSpPr/>
            <p:nvPr/>
          </p:nvSpPr>
          <p:spPr>
            <a:xfrm>
              <a:off x="968560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0" name="pl4000"/>
            <p:cNvSpPr/>
            <p:nvPr/>
          </p:nvSpPr>
          <p:spPr>
            <a:xfrm>
              <a:off x="970747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1" name="pl4001"/>
            <p:cNvSpPr/>
            <p:nvPr/>
          </p:nvSpPr>
          <p:spPr>
            <a:xfrm>
              <a:off x="972934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2" name="pl4002"/>
            <p:cNvSpPr/>
            <p:nvPr/>
          </p:nvSpPr>
          <p:spPr>
            <a:xfrm>
              <a:off x="975121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3" name="pl4003"/>
            <p:cNvSpPr/>
            <p:nvPr/>
          </p:nvSpPr>
          <p:spPr>
            <a:xfrm>
              <a:off x="977308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4" name="pl4004"/>
            <p:cNvSpPr/>
            <p:nvPr/>
          </p:nvSpPr>
          <p:spPr>
            <a:xfrm>
              <a:off x="979494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5" name="pl4005"/>
            <p:cNvSpPr/>
            <p:nvPr/>
          </p:nvSpPr>
          <p:spPr>
            <a:xfrm>
              <a:off x="981681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6" name="pl4006"/>
            <p:cNvSpPr/>
            <p:nvPr/>
          </p:nvSpPr>
          <p:spPr>
            <a:xfrm>
              <a:off x="983868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7" name="pl4007"/>
            <p:cNvSpPr/>
            <p:nvPr/>
          </p:nvSpPr>
          <p:spPr>
            <a:xfrm>
              <a:off x="986055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8" name="pl4008"/>
            <p:cNvSpPr/>
            <p:nvPr/>
          </p:nvSpPr>
          <p:spPr>
            <a:xfrm>
              <a:off x="988242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9" name="pl4009"/>
            <p:cNvSpPr/>
            <p:nvPr/>
          </p:nvSpPr>
          <p:spPr>
            <a:xfrm>
              <a:off x="990429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0" name="pl4010"/>
            <p:cNvSpPr/>
            <p:nvPr/>
          </p:nvSpPr>
          <p:spPr>
            <a:xfrm>
              <a:off x="992616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1" name="pl4011"/>
            <p:cNvSpPr/>
            <p:nvPr/>
          </p:nvSpPr>
          <p:spPr>
            <a:xfrm>
              <a:off x="994802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2" name="pl4012"/>
            <p:cNvSpPr/>
            <p:nvPr/>
          </p:nvSpPr>
          <p:spPr>
            <a:xfrm>
              <a:off x="996989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3" name="pl4013"/>
            <p:cNvSpPr/>
            <p:nvPr/>
          </p:nvSpPr>
          <p:spPr>
            <a:xfrm>
              <a:off x="999176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4" name="pl4014"/>
            <p:cNvSpPr/>
            <p:nvPr/>
          </p:nvSpPr>
          <p:spPr>
            <a:xfrm>
              <a:off x="1001363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5" name="pl4015"/>
            <p:cNvSpPr/>
            <p:nvPr/>
          </p:nvSpPr>
          <p:spPr>
            <a:xfrm>
              <a:off x="1003550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6" name="pl4016"/>
            <p:cNvSpPr/>
            <p:nvPr/>
          </p:nvSpPr>
          <p:spPr>
            <a:xfrm>
              <a:off x="1005737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7" name="pl4017"/>
            <p:cNvSpPr/>
            <p:nvPr/>
          </p:nvSpPr>
          <p:spPr>
            <a:xfrm>
              <a:off x="1007924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8" name="pl4018"/>
            <p:cNvSpPr/>
            <p:nvPr/>
          </p:nvSpPr>
          <p:spPr>
            <a:xfrm>
              <a:off x="1010111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9" name="pl4019"/>
            <p:cNvSpPr/>
            <p:nvPr/>
          </p:nvSpPr>
          <p:spPr>
            <a:xfrm>
              <a:off x="1012297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0" name="pl4020"/>
            <p:cNvSpPr/>
            <p:nvPr/>
          </p:nvSpPr>
          <p:spPr>
            <a:xfrm>
              <a:off x="1014484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1" name="pl4021"/>
            <p:cNvSpPr/>
            <p:nvPr/>
          </p:nvSpPr>
          <p:spPr>
            <a:xfrm>
              <a:off x="1016671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2" name="pl4022"/>
            <p:cNvSpPr/>
            <p:nvPr/>
          </p:nvSpPr>
          <p:spPr>
            <a:xfrm>
              <a:off x="1018858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3" name="pl4023"/>
            <p:cNvSpPr/>
            <p:nvPr/>
          </p:nvSpPr>
          <p:spPr>
            <a:xfrm>
              <a:off x="1021045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4" name="pl4024"/>
            <p:cNvSpPr/>
            <p:nvPr/>
          </p:nvSpPr>
          <p:spPr>
            <a:xfrm>
              <a:off x="1023232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5" name="pl4025"/>
            <p:cNvSpPr/>
            <p:nvPr/>
          </p:nvSpPr>
          <p:spPr>
            <a:xfrm>
              <a:off x="1025419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6" name="pl4026"/>
            <p:cNvSpPr/>
            <p:nvPr/>
          </p:nvSpPr>
          <p:spPr>
            <a:xfrm>
              <a:off x="1027605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7" name="pl4027"/>
            <p:cNvSpPr/>
            <p:nvPr/>
          </p:nvSpPr>
          <p:spPr>
            <a:xfrm>
              <a:off x="1029792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8" name="pl4028"/>
            <p:cNvSpPr/>
            <p:nvPr/>
          </p:nvSpPr>
          <p:spPr>
            <a:xfrm>
              <a:off x="1031979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9" name="pl4029"/>
            <p:cNvSpPr/>
            <p:nvPr/>
          </p:nvSpPr>
          <p:spPr>
            <a:xfrm>
              <a:off x="1034166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0" name="pl4030"/>
            <p:cNvSpPr/>
            <p:nvPr/>
          </p:nvSpPr>
          <p:spPr>
            <a:xfrm>
              <a:off x="1036353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1" name="pl4031"/>
            <p:cNvSpPr/>
            <p:nvPr/>
          </p:nvSpPr>
          <p:spPr>
            <a:xfrm>
              <a:off x="1038540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2" name="pl4032"/>
            <p:cNvSpPr/>
            <p:nvPr/>
          </p:nvSpPr>
          <p:spPr>
            <a:xfrm>
              <a:off x="1040727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3" name="pl4033"/>
            <p:cNvSpPr/>
            <p:nvPr/>
          </p:nvSpPr>
          <p:spPr>
            <a:xfrm>
              <a:off x="1042914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4" name="pl4034"/>
            <p:cNvSpPr/>
            <p:nvPr/>
          </p:nvSpPr>
          <p:spPr>
            <a:xfrm>
              <a:off x="1045100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5" name="pl4035"/>
            <p:cNvSpPr/>
            <p:nvPr/>
          </p:nvSpPr>
          <p:spPr>
            <a:xfrm>
              <a:off x="1047287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6" name="pl4036"/>
            <p:cNvSpPr/>
            <p:nvPr/>
          </p:nvSpPr>
          <p:spPr>
            <a:xfrm>
              <a:off x="1049474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7" name="pl4037"/>
            <p:cNvSpPr/>
            <p:nvPr/>
          </p:nvSpPr>
          <p:spPr>
            <a:xfrm>
              <a:off x="1051661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8" name="pl4038"/>
            <p:cNvSpPr/>
            <p:nvPr/>
          </p:nvSpPr>
          <p:spPr>
            <a:xfrm>
              <a:off x="1053848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9" name="pl4039"/>
            <p:cNvSpPr/>
            <p:nvPr/>
          </p:nvSpPr>
          <p:spPr>
            <a:xfrm>
              <a:off x="1056035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0" name="pl4040"/>
            <p:cNvSpPr/>
            <p:nvPr/>
          </p:nvSpPr>
          <p:spPr>
            <a:xfrm>
              <a:off x="1058222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1" name="pl4041"/>
            <p:cNvSpPr/>
            <p:nvPr/>
          </p:nvSpPr>
          <p:spPr>
            <a:xfrm>
              <a:off x="1060408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2" name="pl4042"/>
            <p:cNvSpPr/>
            <p:nvPr/>
          </p:nvSpPr>
          <p:spPr>
            <a:xfrm>
              <a:off x="1062595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3" name="pl4043"/>
            <p:cNvSpPr/>
            <p:nvPr/>
          </p:nvSpPr>
          <p:spPr>
            <a:xfrm>
              <a:off x="1064782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4" name="pl4044"/>
            <p:cNvSpPr/>
            <p:nvPr/>
          </p:nvSpPr>
          <p:spPr>
            <a:xfrm>
              <a:off x="1066969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5" name="pl4045"/>
            <p:cNvSpPr/>
            <p:nvPr/>
          </p:nvSpPr>
          <p:spPr>
            <a:xfrm>
              <a:off x="1069156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6" name="pl4046"/>
            <p:cNvSpPr/>
            <p:nvPr/>
          </p:nvSpPr>
          <p:spPr>
            <a:xfrm>
              <a:off x="1071343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7" name="pl4047"/>
            <p:cNvSpPr/>
            <p:nvPr/>
          </p:nvSpPr>
          <p:spPr>
            <a:xfrm>
              <a:off x="1073530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8" name="pl4048"/>
            <p:cNvSpPr/>
            <p:nvPr/>
          </p:nvSpPr>
          <p:spPr>
            <a:xfrm>
              <a:off x="1075716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9" name="pl4049"/>
            <p:cNvSpPr/>
            <p:nvPr/>
          </p:nvSpPr>
          <p:spPr>
            <a:xfrm>
              <a:off x="1077903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0" name="pl4050"/>
            <p:cNvSpPr/>
            <p:nvPr/>
          </p:nvSpPr>
          <p:spPr>
            <a:xfrm>
              <a:off x="1080090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1" name="pl4051"/>
            <p:cNvSpPr/>
            <p:nvPr/>
          </p:nvSpPr>
          <p:spPr>
            <a:xfrm>
              <a:off x="1082277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2" name="pl4052"/>
            <p:cNvSpPr/>
            <p:nvPr/>
          </p:nvSpPr>
          <p:spPr>
            <a:xfrm>
              <a:off x="1084464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3" name="pl4053"/>
            <p:cNvSpPr/>
            <p:nvPr/>
          </p:nvSpPr>
          <p:spPr>
            <a:xfrm>
              <a:off x="1086651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4" name="pl4054"/>
            <p:cNvSpPr/>
            <p:nvPr/>
          </p:nvSpPr>
          <p:spPr>
            <a:xfrm>
              <a:off x="1088838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5" name="pl4055"/>
            <p:cNvSpPr/>
            <p:nvPr/>
          </p:nvSpPr>
          <p:spPr>
            <a:xfrm>
              <a:off x="1091025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6" name="pl4056"/>
            <p:cNvSpPr/>
            <p:nvPr/>
          </p:nvSpPr>
          <p:spPr>
            <a:xfrm>
              <a:off x="1093211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7" name="pl4057"/>
            <p:cNvSpPr/>
            <p:nvPr/>
          </p:nvSpPr>
          <p:spPr>
            <a:xfrm>
              <a:off x="1095398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8" name="pl4058"/>
            <p:cNvSpPr/>
            <p:nvPr/>
          </p:nvSpPr>
          <p:spPr>
            <a:xfrm>
              <a:off x="1097585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9" name="pl4059"/>
            <p:cNvSpPr/>
            <p:nvPr/>
          </p:nvSpPr>
          <p:spPr>
            <a:xfrm>
              <a:off x="1099772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0" name="pl4060"/>
            <p:cNvSpPr/>
            <p:nvPr/>
          </p:nvSpPr>
          <p:spPr>
            <a:xfrm>
              <a:off x="1101959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1" name="pl4061"/>
            <p:cNvSpPr/>
            <p:nvPr/>
          </p:nvSpPr>
          <p:spPr>
            <a:xfrm>
              <a:off x="1104146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2" name="pl4062"/>
            <p:cNvSpPr/>
            <p:nvPr/>
          </p:nvSpPr>
          <p:spPr>
            <a:xfrm>
              <a:off x="1106333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3" name="pl4063"/>
            <p:cNvSpPr/>
            <p:nvPr/>
          </p:nvSpPr>
          <p:spPr>
            <a:xfrm>
              <a:off x="1108519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4" name="pl4064"/>
            <p:cNvSpPr/>
            <p:nvPr/>
          </p:nvSpPr>
          <p:spPr>
            <a:xfrm>
              <a:off x="1110706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5" name="pl4065"/>
            <p:cNvSpPr/>
            <p:nvPr/>
          </p:nvSpPr>
          <p:spPr>
            <a:xfrm>
              <a:off x="1112893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6" name="pl4066"/>
            <p:cNvSpPr/>
            <p:nvPr/>
          </p:nvSpPr>
          <p:spPr>
            <a:xfrm>
              <a:off x="1115080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7" name="pl4067"/>
            <p:cNvSpPr/>
            <p:nvPr/>
          </p:nvSpPr>
          <p:spPr>
            <a:xfrm>
              <a:off x="1117267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8" name="pl4068"/>
            <p:cNvSpPr/>
            <p:nvPr/>
          </p:nvSpPr>
          <p:spPr>
            <a:xfrm>
              <a:off x="1119454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9" name="pl4069"/>
            <p:cNvSpPr/>
            <p:nvPr/>
          </p:nvSpPr>
          <p:spPr>
            <a:xfrm>
              <a:off x="1121641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0" name="pl4070"/>
            <p:cNvSpPr/>
            <p:nvPr/>
          </p:nvSpPr>
          <p:spPr>
            <a:xfrm>
              <a:off x="1123828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1" name="pl4071"/>
            <p:cNvSpPr/>
            <p:nvPr/>
          </p:nvSpPr>
          <p:spPr>
            <a:xfrm>
              <a:off x="1126014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2" name="pl4072"/>
            <p:cNvSpPr/>
            <p:nvPr/>
          </p:nvSpPr>
          <p:spPr>
            <a:xfrm>
              <a:off x="1128201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3" name="pl4073"/>
            <p:cNvSpPr/>
            <p:nvPr/>
          </p:nvSpPr>
          <p:spPr>
            <a:xfrm>
              <a:off x="1130388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4" name="pl4074"/>
            <p:cNvSpPr/>
            <p:nvPr/>
          </p:nvSpPr>
          <p:spPr>
            <a:xfrm>
              <a:off x="1132575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5" name="pl4075"/>
            <p:cNvSpPr/>
            <p:nvPr/>
          </p:nvSpPr>
          <p:spPr>
            <a:xfrm>
              <a:off x="1134762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6" name="pl4076"/>
            <p:cNvSpPr/>
            <p:nvPr/>
          </p:nvSpPr>
          <p:spPr>
            <a:xfrm>
              <a:off x="1136949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7" name="pl4077"/>
            <p:cNvSpPr/>
            <p:nvPr/>
          </p:nvSpPr>
          <p:spPr>
            <a:xfrm>
              <a:off x="1139136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8" name="pl4078"/>
            <p:cNvSpPr/>
            <p:nvPr/>
          </p:nvSpPr>
          <p:spPr>
            <a:xfrm>
              <a:off x="1141322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9" name="pl4079"/>
            <p:cNvSpPr/>
            <p:nvPr/>
          </p:nvSpPr>
          <p:spPr>
            <a:xfrm>
              <a:off x="1143509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0" name="pl4080"/>
            <p:cNvSpPr/>
            <p:nvPr/>
          </p:nvSpPr>
          <p:spPr>
            <a:xfrm>
              <a:off x="1145696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1" name="pl4081"/>
            <p:cNvSpPr/>
            <p:nvPr/>
          </p:nvSpPr>
          <p:spPr>
            <a:xfrm>
              <a:off x="1147883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2" name="pl4082"/>
            <p:cNvSpPr/>
            <p:nvPr/>
          </p:nvSpPr>
          <p:spPr>
            <a:xfrm>
              <a:off x="1150070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3" name="pl4083"/>
            <p:cNvSpPr/>
            <p:nvPr/>
          </p:nvSpPr>
          <p:spPr>
            <a:xfrm>
              <a:off x="1152257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4" name="pl4084"/>
            <p:cNvSpPr/>
            <p:nvPr/>
          </p:nvSpPr>
          <p:spPr>
            <a:xfrm>
              <a:off x="11544441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5" name="pl4085"/>
            <p:cNvSpPr/>
            <p:nvPr/>
          </p:nvSpPr>
          <p:spPr>
            <a:xfrm>
              <a:off x="1156631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6" name="pl4086"/>
            <p:cNvSpPr/>
            <p:nvPr/>
          </p:nvSpPr>
          <p:spPr>
            <a:xfrm>
              <a:off x="11588178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7" name="pl4087"/>
            <p:cNvSpPr/>
            <p:nvPr/>
          </p:nvSpPr>
          <p:spPr>
            <a:xfrm>
              <a:off x="1161004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8" name="pl4088"/>
            <p:cNvSpPr/>
            <p:nvPr/>
          </p:nvSpPr>
          <p:spPr>
            <a:xfrm>
              <a:off x="1163191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9" name="pl4089"/>
            <p:cNvSpPr/>
            <p:nvPr/>
          </p:nvSpPr>
          <p:spPr>
            <a:xfrm>
              <a:off x="11653784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0" name="pl4090"/>
            <p:cNvSpPr/>
            <p:nvPr/>
          </p:nvSpPr>
          <p:spPr>
            <a:xfrm>
              <a:off x="11675653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1" name="pl4091"/>
            <p:cNvSpPr/>
            <p:nvPr/>
          </p:nvSpPr>
          <p:spPr>
            <a:xfrm>
              <a:off x="11697522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2" name="pl4092"/>
            <p:cNvSpPr/>
            <p:nvPr/>
          </p:nvSpPr>
          <p:spPr>
            <a:xfrm>
              <a:off x="11719390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3" name="pl4093"/>
            <p:cNvSpPr/>
            <p:nvPr/>
          </p:nvSpPr>
          <p:spPr>
            <a:xfrm>
              <a:off x="11741259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4" name="pl4094"/>
            <p:cNvSpPr/>
            <p:nvPr/>
          </p:nvSpPr>
          <p:spPr>
            <a:xfrm>
              <a:off x="11763127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5" name="pl4095"/>
            <p:cNvSpPr/>
            <p:nvPr/>
          </p:nvSpPr>
          <p:spPr>
            <a:xfrm>
              <a:off x="11784996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6" name="pl4096"/>
            <p:cNvSpPr/>
            <p:nvPr/>
          </p:nvSpPr>
          <p:spPr>
            <a:xfrm>
              <a:off x="11806865" y="665085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7" name="tx4097"/>
            <p:cNvSpPr/>
            <p:nvPr/>
          </p:nvSpPr>
          <p:spPr>
            <a:xfrm>
              <a:off x="8660101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DLN139_1</a:t>
              </a:r>
            </a:p>
          </p:txBody>
        </p:sp>
        <p:sp>
          <p:nvSpPr>
            <p:cNvPr id="4098" name="tx4098"/>
            <p:cNvSpPr/>
            <p:nvPr/>
          </p:nvSpPr>
          <p:spPr>
            <a:xfrm>
              <a:off x="8681970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DLN139_2</a:t>
              </a:r>
            </a:p>
          </p:txBody>
        </p:sp>
        <p:sp>
          <p:nvSpPr>
            <p:cNvPr id="4099" name="tx4099"/>
            <p:cNvSpPr/>
            <p:nvPr/>
          </p:nvSpPr>
          <p:spPr>
            <a:xfrm>
              <a:off x="8761583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DLN140</a:t>
              </a:r>
            </a:p>
          </p:txBody>
        </p:sp>
        <p:sp>
          <p:nvSpPr>
            <p:cNvPr id="4100" name="tx4100"/>
            <p:cNvSpPr/>
            <p:nvPr/>
          </p:nvSpPr>
          <p:spPr>
            <a:xfrm>
              <a:off x="8725707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DLN142_1</a:t>
              </a:r>
            </a:p>
          </p:txBody>
        </p:sp>
        <p:sp>
          <p:nvSpPr>
            <p:cNvPr id="4101" name="tx4101"/>
            <p:cNvSpPr/>
            <p:nvPr/>
          </p:nvSpPr>
          <p:spPr>
            <a:xfrm>
              <a:off x="8747576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DLN143_1</a:t>
              </a:r>
            </a:p>
          </p:txBody>
        </p:sp>
        <p:sp>
          <p:nvSpPr>
            <p:cNvPr id="4102" name="tx4102"/>
            <p:cNvSpPr/>
            <p:nvPr/>
          </p:nvSpPr>
          <p:spPr>
            <a:xfrm>
              <a:off x="8769445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DLN143_2</a:t>
              </a:r>
            </a:p>
          </p:txBody>
        </p:sp>
        <p:sp>
          <p:nvSpPr>
            <p:cNvPr id="4103" name="tx4103"/>
            <p:cNvSpPr/>
            <p:nvPr/>
          </p:nvSpPr>
          <p:spPr>
            <a:xfrm>
              <a:off x="8849058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DLN144</a:t>
              </a:r>
            </a:p>
          </p:txBody>
        </p:sp>
        <p:sp>
          <p:nvSpPr>
            <p:cNvPr id="4104" name="tx4104"/>
            <p:cNvSpPr/>
            <p:nvPr/>
          </p:nvSpPr>
          <p:spPr>
            <a:xfrm>
              <a:off x="8870926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DLN145</a:t>
              </a:r>
            </a:p>
          </p:txBody>
        </p:sp>
        <p:sp>
          <p:nvSpPr>
            <p:cNvPr id="4105" name="tx4105"/>
            <p:cNvSpPr/>
            <p:nvPr/>
          </p:nvSpPr>
          <p:spPr>
            <a:xfrm>
              <a:off x="8835051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DLN146_1</a:t>
              </a:r>
            </a:p>
          </p:txBody>
        </p:sp>
        <p:sp>
          <p:nvSpPr>
            <p:cNvPr id="4106" name="tx4106"/>
            <p:cNvSpPr/>
            <p:nvPr/>
          </p:nvSpPr>
          <p:spPr>
            <a:xfrm>
              <a:off x="8856919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DLN146_2</a:t>
              </a:r>
            </a:p>
          </p:txBody>
        </p:sp>
        <p:sp>
          <p:nvSpPr>
            <p:cNvPr id="4107" name="tx4107"/>
            <p:cNvSpPr/>
            <p:nvPr/>
          </p:nvSpPr>
          <p:spPr>
            <a:xfrm>
              <a:off x="8936532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DLN147</a:t>
              </a:r>
            </a:p>
          </p:txBody>
        </p:sp>
        <p:sp>
          <p:nvSpPr>
            <p:cNvPr id="4108" name="tx4108"/>
            <p:cNvSpPr/>
            <p:nvPr/>
          </p:nvSpPr>
          <p:spPr>
            <a:xfrm>
              <a:off x="8958401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DLN148</a:t>
              </a:r>
            </a:p>
          </p:txBody>
        </p:sp>
        <p:sp>
          <p:nvSpPr>
            <p:cNvPr id="4109" name="tx4109"/>
            <p:cNvSpPr/>
            <p:nvPr/>
          </p:nvSpPr>
          <p:spPr>
            <a:xfrm>
              <a:off x="8922525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DLN149_1</a:t>
              </a:r>
            </a:p>
          </p:txBody>
        </p:sp>
        <p:sp>
          <p:nvSpPr>
            <p:cNvPr id="4110" name="tx4110"/>
            <p:cNvSpPr/>
            <p:nvPr/>
          </p:nvSpPr>
          <p:spPr>
            <a:xfrm>
              <a:off x="8944394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DLN149_2</a:t>
              </a:r>
            </a:p>
          </p:txBody>
        </p:sp>
        <p:sp>
          <p:nvSpPr>
            <p:cNvPr id="4111" name="tx4111"/>
            <p:cNvSpPr/>
            <p:nvPr/>
          </p:nvSpPr>
          <p:spPr>
            <a:xfrm>
              <a:off x="9024007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DLN151</a:t>
              </a:r>
            </a:p>
          </p:txBody>
        </p:sp>
        <p:sp>
          <p:nvSpPr>
            <p:cNvPr id="4112" name="tx4112"/>
            <p:cNvSpPr/>
            <p:nvPr/>
          </p:nvSpPr>
          <p:spPr>
            <a:xfrm>
              <a:off x="9045876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DLN152</a:t>
              </a:r>
            </a:p>
          </p:txBody>
        </p:sp>
        <p:sp>
          <p:nvSpPr>
            <p:cNvPr id="4113" name="tx4113"/>
            <p:cNvSpPr/>
            <p:nvPr/>
          </p:nvSpPr>
          <p:spPr>
            <a:xfrm>
              <a:off x="9067744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DLN153</a:t>
              </a:r>
            </a:p>
          </p:txBody>
        </p:sp>
        <p:sp>
          <p:nvSpPr>
            <p:cNvPr id="4114" name="tx4114"/>
            <p:cNvSpPr/>
            <p:nvPr/>
          </p:nvSpPr>
          <p:spPr>
            <a:xfrm>
              <a:off x="9089613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DLN154</a:t>
              </a:r>
            </a:p>
          </p:txBody>
        </p:sp>
        <p:sp>
          <p:nvSpPr>
            <p:cNvPr id="4115" name="tx4115"/>
            <p:cNvSpPr/>
            <p:nvPr/>
          </p:nvSpPr>
          <p:spPr>
            <a:xfrm>
              <a:off x="9111482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DLN156</a:t>
              </a:r>
            </a:p>
          </p:txBody>
        </p:sp>
        <p:sp>
          <p:nvSpPr>
            <p:cNvPr id="4116" name="tx4116"/>
            <p:cNvSpPr/>
            <p:nvPr/>
          </p:nvSpPr>
          <p:spPr>
            <a:xfrm>
              <a:off x="9133350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DLN157</a:t>
              </a:r>
            </a:p>
          </p:txBody>
        </p:sp>
        <p:sp>
          <p:nvSpPr>
            <p:cNvPr id="4117" name="tx4117"/>
            <p:cNvSpPr/>
            <p:nvPr/>
          </p:nvSpPr>
          <p:spPr>
            <a:xfrm>
              <a:off x="9097475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DLN158_1</a:t>
              </a:r>
            </a:p>
          </p:txBody>
        </p:sp>
        <p:sp>
          <p:nvSpPr>
            <p:cNvPr id="4118" name="tx4118"/>
            <p:cNvSpPr/>
            <p:nvPr/>
          </p:nvSpPr>
          <p:spPr>
            <a:xfrm>
              <a:off x="9119343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DLN158_2</a:t>
              </a:r>
            </a:p>
          </p:txBody>
        </p:sp>
        <p:sp>
          <p:nvSpPr>
            <p:cNvPr id="4119" name="tx4119"/>
            <p:cNvSpPr/>
            <p:nvPr/>
          </p:nvSpPr>
          <p:spPr>
            <a:xfrm>
              <a:off x="9198956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DLN159</a:t>
              </a:r>
            </a:p>
          </p:txBody>
        </p:sp>
        <p:sp>
          <p:nvSpPr>
            <p:cNvPr id="4120" name="tx4120"/>
            <p:cNvSpPr/>
            <p:nvPr/>
          </p:nvSpPr>
          <p:spPr>
            <a:xfrm>
              <a:off x="9163080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DLN161_1</a:t>
              </a:r>
            </a:p>
          </p:txBody>
        </p:sp>
        <p:sp>
          <p:nvSpPr>
            <p:cNvPr id="4121" name="tx4121"/>
            <p:cNvSpPr/>
            <p:nvPr/>
          </p:nvSpPr>
          <p:spPr>
            <a:xfrm>
              <a:off x="9184949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DLN161_2</a:t>
              </a:r>
            </a:p>
          </p:txBody>
        </p:sp>
        <p:sp>
          <p:nvSpPr>
            <p:cNvPr id="4122" name="tx4122"/>
            <p:cNvSpPr/>
            <p:nvPr/>
          </p:nvSpPr>
          <p:spPr>
            <a:xfrm>
              <a:off x="9264562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DLN164</a:t>
              </a:r>
            </a:p>
          </p:txBody>
        </p:sp>
        <p:sp>
          <p:nvSpPr>
            <p:cNvPr id="4123" name="tx4123"/>
            <p:cNvSpPr/>
            <p:nvPr/>
          </p:nvSpPr>
          <p:spPr>
            <a:xfrm>
              <a:off x="9286431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DLN165</a:t>
              </a:r>
            </a:p>
          </p:txBody>
        </p:sp>
        <p:sp>
          <p:nvSpPr>
            <p:cNvPr id="4124" name="tx4124"/>
            <p:cNvSpPr/>
            <p:nvPr/>
          </p:nvSpPr>
          <p:spPr>
            <a:xfrm>
              <a:off x="9308299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DLN167</a:t>
              </a:r>
            </a:p>
          </p:txBody>
        </p:sp>
        <p:sp>
          <p:nvSpPr>
            <p:cNvPr id="4125" name="tx4125"/>
            <p:cNvSpPr/>
            <p:nvPr/>
          </p:nvSpPr>
          <p:spPr>
            <a:xfrm>
              <a:off x="9330168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DLN168</a:t>
              </a:r>
            </a:p>
          </p:txBody>
        </p:sp>
        <p:sp>
          <p:nvSpPr>
            <p:cNvPr id="4126" name="tx4126"/>
            <p:cNvSpPr/>
            <p:nvPr/>
          </p:nvSpPr>
          <p:spPr>
            <a:xfrm>
              <a:off x="9294292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DLN169_1</a:t>
              </a:r>
            </a:p>
          </p:txBody>
        </p:sp>
        <p:sp>
          <p:nvSpPr>
            <p:cNvPr id="4127" name="tx4127"/>
            <p:cNvSpPr/>
            <p:nvPr/>
          </p:nvSpPr>
          <p:spPr>
            <a:xfrm>
              <a:off x="9316161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DLN169_2</a:t>
              </a:r>
            </a:p>
          </p:txBody>
        </p:sp>
        <p:sp>
          <p:nvSpPr>
            <p:cNvPr id="4128" name="tx4128"/>
            <p:cNvSpPr/>
            <p:nvPr/>
          </p:nvSpPr>
          <p:spPr>
            <a:xfrm>
              <a:off x="9338030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DLN170_1</a:t>
              </a:r>
            </a:p>
          </p:txBody>
        </p:sp>
        <p:sp>
          <p:nvSpPr>
            <p:cNvPr id="4129" name="tx4129"/>
            <p:cNvSpPr/>
            <p:nvPr/>
          </p:nvSpPr>
          <p:spPr>
            <a:xfrm>
              <a:off x="9359898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DLN170_2</a:t>
              </a:r>
            </a:p>
          </p:txBody>
        </p:sp>
        <p:sp>
          <p:nvSpPr>
            <p:cNvPr id="4130" name="tx4130"/>
            <p:cNvSpPr/>
            <p:nvPr/>
          </p:nvSpPr>
          <p:spPr>
            <a:xfrm>
              <a:off x="9439511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DLN171</a:t>
              </a:r>
            </a:p>
          </p:txBody>
        </p:sp>
        <p:sp>
          <p:nvSpPr>
            <p:cNvPr id="4131" name="tx4131"/>
            <p:cNvSpPr/>
            <p:nvPr/>
          </p:nvSpPr>
          <p:spPr>
            <a:xfrm>
              <a:off x="9461380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DLN173</a:t>
              </a:r>
            </a:p>
          </p:txBody>
        </p:sp>
        <p:sp>
          <p:nvSpPr>
            <p:cNvPr id="4132" name="tx4132"/>
            <p:cNvSpPr/>
            <p:nvPr/>
          </p:nvSpPr>
          <p:spPr>
            <a:xfrm>
              <a:off x="9483249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DLN174</a:t>
              </a:r>
            </a:p>
          </p:txBody>
        </p:sp>
        <p:sp>
          <p:nvSpPr>
            <p:cNvPr id="4133" name="tx4133"/>
            <p:cNvSpPr/>
            <p:nvPr/>
          </p:nvSpPr>
          <p:spPr>
            <a:xfrm>
              <a:off x="9505117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DLN175</a:t>
              </a:r>
            </a:p>
          </p:txBody>
        </p:sp>
        <p:sp>
          <p:nvSpPr>
            <p:cNvPr id="4134" name="tx4134"/>
            <p:cNvSpPr/>
            <p:nvPr/>
          </p:nvSpPr>
          <p:spPr>
            <a:xfrm>
              <a:off x="9469242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DLN178_1</a:t>
              </a:r>
            </a:p>
          </p:txBody>
        </p:sp>
        <p:sp>
          <p:nvSpPr>
            <p:cNvPr id="4135" name="tx4135"/>
            <p:cNvSpPr/>
            <p:nvPr/>
          </p:nvSpPr>
          <p:spPr>
            <a:xfrm>
              <a:off x="9491110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DLN178_2</a:t>
              </a:r>
            </a:p>
          </p:txBody>
        </p:sp>
        <p:sp>
          <p:nvSpPr>
            <p:cNvPr id="4136" name="tx4136"/>
            <p:cNvSpPr/>
            <p:nvPr/>
          </p:nvSpPr>
          <p:spPr>
            <a:xfrm>
              <a:off x="9512979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DLN179_1</a:t>
              </a:r>
            </a:p>
          </p:txBody>
        </p:sp>
        <p:sp>
          <p:nvSpPr>
            <p:cNvPr id="4137" name="tx4137"/>
            <p:cNvSpPr/>
            <p:nvPr/>
          </p:nvSpPr>
          <p:spPr>
            <a:xfrm>
              <a:off x="9534848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DLN179_2</a:t>
              </a:r>
            </a:p>
          </p:txBody>
        </p:sp>
        <p:sp>
          <p:nvSpPr>
            <p:cNvPr id="4138" name="tx4138"/>
            <p:cNvSpPr/>
            <p:nvPr/>
          </p:nvSpPr>
          <p:spPr>
            <a:xfrm>
              <a:off x="9614461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DLN180</a:t>
              </a:r>
            </a:p>
          </p:txBody>
        </p:sp>
        <p:sp>
          <p:nvSpPr>
            <p:cNvPr id="4139" name="tx4139"/>
            <p:cNvSpPr/>
            <p:nvPr/>
          </p:nvSpPr>
          <p:spPr>
            <a:xfrm>
              <a:off x="9636329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DLN181</a:t>
              </a:r>
            </a:p>
          </p:txBody>
        </p:sp>
        <p:sp>
          <p:nvSpPr>
            <p:cNvPr id="4140" name="tx4140"/>
            <p:cNvSpPr/>
            <p:nvPr/>
          </p:nvSpPr>
          <p:spPr>
            <a:xfrm>
              <a:off x="9658198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DLN182</a:t>
              </a:r>
            </a:p>
          </p:txBody>
        </p:sp>
        <p:sp>
          <p:nvSpPr>
            <p:cNvPr id="4141" name="tx4141"/>
            <p:cNvSpPr/>
            <p:nvPr/>
          </p:nvSpPr>
          <p:spPr>
            <a:xfrm>
              <a:off x="9680067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DLN184</a:t>
              </a:r>
            </a:p>
          </p:txBody>
        </p:sp>
        <p:sp>
          <p:nvSpPr>
            <p:cNvPr id="4142" name="tx4142"/>
            <p:cNvSpPr/>
            <p:nvPr/>
          </p:nvSpPr>
          <p:spPr>
            <a:xfrm>
              <a:off x="9701935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DLN187</a:t>
              </a:r>
            </a:p>
          </p:txBody>
        </p:sp>
        <p:sp>
          <p:nvSpPr>
            <p:cNvPr id="4143" name="tx4143"/>
            <p:cNvSpPr/>
            <p:nvPr/>
          </p:nvSpPr>
          <p:spPr>
            <a:xfrm>
              <a:off x="9723804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DLN188</a:t>
              </a:r>
            </a:p>
          </p:txBody>
        </p:sp>
        <p:sp>
          <p:nvSpPr>
            <p:cNvPr id="4144" name="tx4144"/>
            <p:cNvSpPr/>
            <p:nvPr/>
          </p:nvSpPr>
          <p:spPr>
            <a:xfrm>
              <a:off x="9745673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DLN189</a:t>
              </a:r>
            </a:p>
          </p:txBody>
        </p:sp>
        <p:sp>
          <p:nvSpPr>
            <p:cNvPr id="4145" name="tx4145"/>
            <p:cNvSpPr/>
            <p:nvPr/>
          </p:nvSpPr>
          <p:spPr>
            <a:xfrm>
              <a:off x="9709797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DLN190_1</a:t>
              </a:r>
            </a:p>
          </p:txBody>
        </p:sp>
        <p:sp>
          <p:nvSpPr>
            <p:cNvPr id="4146" name="tx4146"/>
            <p:cNvSpPr/>
            <p:nvPr/>
          </p:nvSpPr>
          <p:spPr>
            <a:xfrm>
              <a:off x="9731665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DLN190_2</a:t>
              </a:r>
            </a:p>
          </p:txBody>
        </p:sp>
        <p:sp>
          <p:nvSpPr>
            <p:cNvPr id="4147" name="tx4147"/>
            <p:cNvSpPr/>
            <p:nvPr/>
          </p:nvSpPr>
          <p:spPr>
            <a:xfrm>
              <a:off x="9753534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DLN191_1</a:t>
              </a:r>
            </a:p>
          </p:txBody>
        </p:sp>
        <p:sp>
          <p:nvSpPr>
            <p:cNvPr id="4148" name="tx4148"/>
            <p:cNvSpPr/>
            <p:nvPr/>
          </p:nvSpPr>
          <p:spPr>
            <a:xfrm>
              <a:off x="9775403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DLN191_2</a:t>
              </a:r>
            </a:p>
          </p:txBody>
        </p:sp>
        <p:sp>
          <p:nvSpPr>
            <p:cNvPr id="4149" name="tx4149"/>
            <p:cNvSpPr/>
            <p:nvPr/>
          </p:nvSpPr>
          <p:spPr>
            <a:xfrm>
              <a:off x="9797271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DLN192_1</a:t>
              </a:r>
            </a:p>
          </p:txBody>
        </p:sp>
        <p:sp>
          <p:nvSpPr>
            <p:cNvPr id="4150" name="tx4150"/>
            <p:cNvSpPr/>
            <p:nvPr/>
          </p:nvSpPr>
          <p:spPr>
            <a:xfrm>
              <a:off x="9819140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DLN192_2</a:t>
              </a:r>
            </a:p>
          </p:txBody>
        </p:sp>
        <p:sp>
          <p:nvSpPr>
            <p:cNvPr id="4151" name="tx4151"/>
            <p:cNvSpPr/>
            <p:nvPr/>
          </p:nvSpPr>
          <p:spPr>
            <a:xfrm>
              <a:off x="9841009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DLN193_1</a:t>
              </a:r>
            </a:p>
          </p:txBody>
        </p:sp>
        <p:sp>
          <p:nvSpPr>
            <p:cNvPr id="4152" name="tx4152"/>
            <p:cNvSpPr/>
            <p:nvPr/>
          </p:nvSpPr>
          <p:spPr>
            <a:xfrm>
              <a:off x="9862877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DLN193_2</a:t>
              </a:r>
            </a:p>
          </p:txBody>
        </p:sp>
        <p:sp>
          <p:nvSpPr>
            <p:cNvPr id="4153" name="tx4153"/>
            <p:cNvSpPr/>
            <p:nvPr/>
          </p:nvSpPr>
          <p:spPr>
            <a:xfrm>
              <a:off x="9942490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DLN195</a:t>
              </a:r>
            </a:p>
          </p:txBody>
        </p:sp>
        <p:sp>
          <p:nvSpPr>
            <p:cNvPr id="4154" name="tx4154"/>
            <p:cNvSpPr/>
            <p:nvPr/>
          </p:nvSpPr>
          <p:spPr>
            <a:xfrm>
              <a:off x="9906615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DLN198_1</a:t>
              </a:r>
            </a:p>
          </p:txBody>
        </p:sp>
        <p:sp>
          <p:nvSpPr>
            <p:cNvPr id="4155" name="tx4155"/>
            <p:cNvSpPr/>
            <p:nvPr/>
          </p:nvSpPr>
          <p:spPr>
            <a:xfrm>
              <a:off x="9928483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DLN198_2</a:t>
              </a:r>
            </a:p>
          </p:txBody>
        </p:sp>
        <p:sp>
          <p:nvSpPr>
            <p:cNvPr id="4156" name="tx4156"/>
            <p:cNvSpPr/>
            <p:nvPr/>
          </p:nvSpPr>
          <p:spPr>
            <a:xfrm>
              <a:off x="10008096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DLN201</a:t>
              </a:r>
            </a:p>
          </p:txBody>
        </p:sp>
        <p:sp>
          <p:nvSpPr>
            <p:cNvPr id="4157" name="tx4157"/>
            <p:cNvSpPr/>
            <p:nvPr/>
          </p:nvSpPr>
          <p:spPr>
            <a:xfrm>
              <a:off x="10029965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DLN202</a:t>
              </a:r>
            </a:p>
          </p:txBody>
        </p:sp>
        <p:sp>
          <p:nvSpPr>
            <p:cNvPr id="4158" name="tx4158"/>
            <p:cNvSpPr/>
            <p:nvPr/>
          </p:nvSpPr>
          <p:spPr>
            <a:xfrm>
              <a:off x="9994089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DLN203_1</a:t>
              </a:r>
            </a:p>
          </p:txBody>
        </p:sp>
        <p:sp>
          <p:nvSpPr>
            <p:cNvPr id="4159" name="tx4159"/>
            <p:cNvSpPr/>
            <p:nvPr/>
          </p:nvSpPr>
          <p:spPr>
            <a:xfrm>
              <a:off x="10015958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DLN203_2</a:t>
              </a:r>
            </a:p>
          </p:txBody>
        </p:sp>
        <p:sp>
          <p:nvSpPr>
            <p:cNvPr id="4160" name="tx4160"/>
            <p:cNvSpPr/>
            <p:nvPr/>
          </p:nvSpPr>
          <p:spPr>
            <a:xfrm>
              <a:off x="10095571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DLN204</a:t>
              </a:r>
            </a:p>
          </p:txBody>
        </p:sp>
        <p:sp>
          <p:nvSpPr>
            <p:cNvPr id="4161" name="tx4161"/>
            <p:cNvSpPr/>
            <p:nvPr/>
          </p:nvSpPr>
          <p:spPr>
            <a:xfrm>
              <a:off x="10117440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DLN205</a:t>
              </a:r>
            </a:p>
          </p:txBody>
        </p:sp>
        <p:sp>
          <p:nvSpPr>
            <p:cNvPr id="4162" name="tx4162"/>
            <p:cNvSpPr/>
            <p:nvPr/>
          </p:nvSpPr>
          <p:spPr>
            <a:xfrm>
              <a:off x="10139308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DLN207</a:t>
              </a:r>
            </a:p>
          </p:txBody>
        </p:sp>
        <p:sp>
          <p:nvSpPr>
            <p:cNvPr id="4163" name="tx4163"/>
            <p:cNvSpPr/>
            <p:nvPr/>
          </p:nvSpPr>
          <p:spPr>
            <a:xfrm>
              <a:off x="10161177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DLN208</a:t>
              </a:r>
            </a:p>
          </p:txBody>
        </p:sp>
        <p:sp>
          <p:nvSpPr>
            <p:cNvPr id="4164" name="tx4164"/>
            <p:cNvSpPr/>
            <p:nvPr/>
          </p:nvSpPr>
          <p:spPr>
            <a:xfrm>
              <a:off x="10125301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DLN209_1</a:t>
              </a:r>
            </a:p>
          </p:txBody>
        </p:sp>
        <p:sp>
          <p:nvSpPr>
            <p:cNvPr id="4165" name="tx4165"/>
            <p:cNvSpPr/>
            <p:nvPr/>
          </p:nvSpPr>
          <p:spPr>
            <a:xfrm>
              <a:off x="10147170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DLN209_2</a:t>
              </a:r>
            </a:p>
          </p:txBody>
        </p:sp>
        <p:sp>
          <p:nvSpPr>
            <p:cNvPr id="4166" name="tx4166"/>
            <p:cNvSpPr/>
            <p:nvPr/>
          </p:nvSpPr>
          <p:spPr>
            <a:xfrm>
              <a:off x="10169039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DLN210_1</a:t>
              </a:r>
            </a:p>
          </p:txBody>
        </p:sp>
        <p:sp>
          <p:nvSpPr>
            <p:cNvPr id="4167" name="tx4167"/>
            <p:cNvSpPr/>
            <p:nvPr/>
          </p:nvSpPr>
          <p:spPr>
            <a:xfrm>
              <a:off x="10190907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DLN210_2</a:t>
              </a:r>
            </a:p>
          </p:txBody>
        </p:sp>
        <p:sp>
          <p:nvSpPr>
            <p:cNvPr id="4168" name="tx4168"/>
            <p:cNvSpPr/>
            <p:nvPr/>
          </p:nvSpPr>
          <p:spPr>
            <a:xfrm>
              <a:off x="10212776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DLN211_1</a:t>
              </a:r>
            </a:p>
          </p:txBody>
        </p:sp>
        <p:sp>
          <p:nvSpPr>
            <p:cNvPr id="4169" name="tx4169"/>
            <p:cNvSpPr/>
            <p:nvPr/>
          </p:nvSpPr>
          <p:spPr>
            <a:xfrm>
              <a:off x="10234645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DLN211_2</a:t>
              </a:r>
            </a:p>
          </p:txBody>
        </p:sp>
        <p:sp>
          <p:nvSpPr>
            <p:cNvPr id="4170" name="tx4170"/>
            <p:cNvSpPr/>
            <p:nvPr/>
          </p:nvSpPr>
          <p:spPr>
            <a:xfrm>
              <a:off x="10314258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DLN212</a:t>
              </a:r>
            </a:p>
          </p:txBody>
        </p:sp>
        <p:sp>
          <p:nvSpPr>
            <p:cNvPr id="4171" name="tx4171"/>
            <p:cNvSpPr/>
            <p:nvPr/>
          </p:nvSpPr>
          <p:spPr>
            <a:xfrm>
              <a:off x="10336126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DLN213</a:t>
              </a:r>
            </a:p>
          </p:txBody>
        </p:sp>
        <p:sp>
          <p:nvSpPr>
            <p:cNvPr id="4172" name="tx4172"/>
            <p:cNvSpPr/>
            <p:nvPr/>
          </p:nvSpPr>
          <p:spPr>
            <a:xfrm>
              <a:off x="10357995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DLN214</a:t>
              </a:r>
            </a:p>
          </p:txBody>
        </p:sp>
        <p:sp>
          <p:nvSpPr>
            <p:cNvPr id="4173" name="tx4173"/>
            <p:cNvSpPr/>
            <p:nvPr/>
          </p:nvSpPr>
          <p:spPr>
            <a:xfrm>
              <a:off x="10379863" y="6696406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DLN215</a:t>
              </a:r>
            </a:p>
          </p:txBody>
        </p:sp>
        <p:sp>
          <p:nvSpPr>
            <p:cNvPr id="4174" name="tx4174"/>
            <p:cNvSpPr/>
            <p:nvPr/>
          </p:nvSpPr>
          <p:spPr>
            <a:xfrm>
              <a:off x="10343988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DLN217_1</a:t>
              </a:r>
            </a:p>
          </p:txBody>
        </p:sp>
        <p:sp>
          <p:nvSpPr>
            <p:cNvPr id="4175" name="tx4175"/>
            <p:cNvSpPr/>
            <p:nvPr/>
          </p:nvSpPr>
          <p:spPr>
            <a:xfrm>
              <a:off x="10365856" y="6696406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DLN217_2</a:t>
              </a:r>
            </a:p>
          </p:txBody>
        </p:sp>
        <p:sp>
          <p:nvSpPr>
            <p:cNvPr id="4176" name="tx4176"/>
            <p:cNvSpPr/>
            <p:nvPr/>
          </p:nvSpPr>
          <p:spPr>
            <a:xfrm>
              <a:off x="10287187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WMT_SWP126</a:t>
              </a:r>
            </a:p>
          </p:txBody>
        </p:sp>
        <p:sp>
          <p:nvSpPr>
            <p:cNvPr id="4177" name="tx4177"/>
            <p:cNvSpPr/>
            <p:nvPr/>
          </p:nvSpPr>
          <p:spPr>
            <a:xfrm>
              <a:off x="10309055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WMT_SWP127</a:t>
              </a:r>
            </a:p>
          </p:txBody>
        </p:sp>
        <p:sp>
          <p:nvSpPr>
            <p:cNvPr id="4178" name="tx4178"/>
            <p:cNvSpPr/>
            <p:nvPr/>
          </p:nvSpPr>
          <p:spPr>
            <a:xfrm>
              <a:off x="10330924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WMT_SWP128</a:t>
              </a:r>
            </a:p>
          </p:txBody>
        </p:sp>
        <p:sp>
          <p:nvSpPr>
            <p:cNvPr id="4179" name="tx4179"/>
            <p:cNvSpPr/>
            <p:nvPr/>
          </p:nvSpPr>
          <p:spPr>
            <a:xfrm>
              <a:off x="10352793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WMT_SWP129</a:t>
              </a:r>
            </a:p>
          </p:txBody>
        </p:sp>
        <p:sp>
          <p:nvSpPr>
            <p:cNvPr id="4180" name="tx4180"/>
            <p:cNvSpPr/>
            <p:nvPr/>
          </p:nvSpPr>
          <p:spPr>
            <a:xfrm>
              <a:off x="10374661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WMT_SWP130</a:t>
              </a:r>
            </a:p>
          </p:txBody>
        </p:sp>
        <p:sp>
          <p:nvSpPr>
            <p:cNvPr id="4181" name="tx4181"/>
            <p:cNvSpPr/>
            <p:nvPr/>
          </p:nvSpPr>
          <p:spPr>
            <a:xfrm>
              <a:off x="10396530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WMT_SWP131</a:t>
              </a:r>
            </a:p>
          </p:txBody>
        </p:sp>
        <p:sp>
          <p:nvSpPr>
            <p:cNvPr id="4182" name="tx4182"/>
            <p:cNvSpPr/>
            <p:nvPr/>
          </p:nvSpPr>
          <p:spPr>
            <a:xfrm>
              <a:off x="10418399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WMT_SWP132</a:t>
              </a:r>
            </a:p>
          </p:txBody>
        </p:sp>
        <p:sp>
          <p:nvSpPr>
            <p:cNvPr id="4183" name="tx4183"/>
            <p:cNvSpPr/>
            <p:nvPr/>
          </p:nvSpPr>
          <p:spPr>
            <a:xfrm>
              <a:off x="10440267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WMT_SWP133</a:t>
              </a:r>
            </a:p>
          </p:txBody>
        </p:sp>
        <p:sp>
          <p:nvSpPr>
            <p:cNvPr id="4184" name="tx4184"/>
            <p:cNvSpPr/>
            <p:nvPr/>
          </p:nvSpPr>
          <p:spPr>
            <a:xfrm>
              <a:off x="10462136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WMT_SWP134</a:t>
              </a:r>
            </a:p>
          </p:txBody>
        </p:sp>
        <p:sp>
          <p:nvSpPr>
            <p:cNvPr id="4185" name="tx4185"/>
            <p:cNvSpPr/>
            <p:nvPr/>
          </p:nvSpPr>
          <p:spPr>
            <a:xfrm>
              <a:off x="10484005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WMT_SWP135</a:t>
              </a:r>
            </a:p>
          </p:txBody>
        </p:sp>
        <p:sp>
          <p:nvSpPr>
            <p:cNvPr id="4186" name="tx4186"/>
            <p:cNvSpPr/>
            <p:nvPr/>
          </p:nvSpPr>
          <p:spPr>
            <a:xfrm>
              <a:off x="10505873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WMT_SWP136</a:t>
              </a:r>
            </a:p>
          </p:txBody>
        </p:sp>
        <p:sp>
          <p:nvSpPr>
            <p:cNvPr id="4187" name="tx4187"/>
            <p:cNvSpPr/>
            <p:nvPr/>
          </p:nvSpPr>
          <p:spPr>
            <a:xfrm>
              <a:off x="10527742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WMT_SWP137</a:t>
              </a:r>
            </a:p>
          </p:txBody>
        </p:sp>
        <p:sp>
          <p:nvSpPr>
            <p:cNvPr id="4188" name="tx4188"/>
            <p:cNvSpPr/>
            <p:nvPr/>
          </p:nvSpPr>
          <p:spPr>
            <a:xfrm>
              <a:off x="10549611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WMT_SWP138</a:t>
              </a:r>
            </a:p>
          </p:txBody>
        </p:sp>
        <p:sp>
          <p:nvSpPr>
            <p:cNvPr id="4189" name="tx4189"/>
            <p:cNvSpPr/>
            <p:nvPr/>
          </p:nvSpPr>
          <p:spPr>
            <a:xfrm>
              <a:off x="10571479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WMT_SWP139</a:t>
              </a:r>
            </a:p>
          </p:txBody>
        </p:sp>
        <p:sp>
          <p:nvSpPr>
            <p:cNvPr id="4190" name="tx4190"/>
            <p:cNvSpPr/>
            <p:nvPr/>
          </p:nvSpPr>
          <p:spPr>
            <a:xfrm>
              <a:off x="10593348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WMT_SWP140</a:t>
              </a:r>
            </a:p>
          </p:txBody>
        </p:sp>
        <p:sp>
          <p:nvSpPr>
            <p:cNvPr id="4191" name="tx4191"/>
            <p:cNvSpPr/>
            <p:nvPr/>
          </p:nvSpPr>
          <p:spPr>
            <a:xfrm>
              <a:off x="10615217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WMT_SWP141</a:t>
              </a:r>
            </a:p>
          </p:txBody>
        </p:sp>
        <p:sp>
          <p:nvSpPr>
            <p:cNvPr id="4192" name="tx4192"/>
            <p:cNvSpPr/>
            <p:nvPr/>
          </p:nvSpPr>
          <p:spPr>
            <a:xfrm>
              <a:off x="10637085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WMT_SWP142</a:t>
              </a:r>
            </a:p>
          </p:txBody>
        </p:sp>
        <p:sp>
          <p:nvSpPr>
            <p:cNvPr id="4193" name="tx4193"/>
            <p:cNvSpPr/>
            <p:nvPr/>
          </p:nvSpPr>
          <p:spPr>
            <a:xfrm>
              <a:off x="10658954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WMT_SWP143</a:t>
              </a:r>
            </a:p>
          </p:txBody>
        </p:sp>
        <p:sp>
          <p:nvSpPr>
            <p:cNvPr id="4194" name="tx4194"/>
            <p:cNvSpPr/>
            <p:nvPr/>
          </p:nvSpPr>
          <p:spPr>
            <a:xfrm>
              <a:off x="10680823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WMT_SWP144</a:t>
              </a:r>
            </a:p>
          </p:txBody>
        </p:sp>
        <p:sp>
          <p:nvSpPr>
            <p:cNvPr id="4195" name="tx4195"/>
            <p:cNvSpPr/>
            <p:nvPr/>
          </p:nvSpPr>
          <p:spPr>
            <a:xfrm>
              <a:off x="10702691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WMT_SWP145</a:t>
              </a:r>
            </a:p>
          </p:txBody>
        </p:sp>
        <p:sp>
          <p:nvSpPr>
            <p:cNvPr id="4196" name="tx4196"/>
            <p:cNvSpPr/>
            <p:nvPr/>
          </p:nvSpPr>
          <p:spPr>
            <a:xfrm>
              <a:off x="10724560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WMT_SWP146</a:t>
              </a:r>
            </a:p>
          </p:txBody>
        </p:sp>
        <p:sp>
          <p:nvSpPr>
            <p:cNvPr id="4197" name="tx4197"/>
            <p:cNvSpPr/>
            <p:nvPr/>
          </p:nvSpPr>
          <p:spPr>
            <a:xfrm>
              <a:off x="10746429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WMT_SWP147</a:t>
              </a:r>
            </a:p>
          </p:txBody>
        </p:sp>
        <p:sp>
          <p:nvSpPr>
            <p:cNvPr id="4198" name="tx4198"/>
            <p:cNvSpPr/>
            <p:nvPr/>
          </p:nvSpPr>
          <p:spPr>
            <a:xfrm>
              <a:off x="10768297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WMT_SWP148</a:t>
              </a:r>
            </a:p>
          </p:txBody>
        </p:sp>
        <p:sp>
          <p:nvSpPr>
            <p:cNvPr id="4199" name="tx4199"/>
            <p:cNvSpPr/>
            <p:nvPr/>
          </p:nvSpPr>
          <p:spPr>
            <a:xfrm>
              <a:off x="10790166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WMT_SWP149</a:t>
              </a:r>
            </a:p>
          </p:txBody>
        </p:sp>
        <p:sp>
          <p:nvSpPr>
            <p:cNvPr id="4200" name="tx4200"/>
            <p:cNvSpPr/>
            <p:nvPr/>
          </p:nvSpPr>
          <p:spPr>
            <a:xfrm>
              <a:off x="10812034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WMT_SWP150</a:t>
              </a:r>
            </a:p>
          </p:txBody>
        </p:sp>
        <p:sp>
          <p:nvSpPr>
            <p:cNvPr id="4201" name="tx4201"/>
            <p:cNvSpPr/>
            <p:nvPr/>
          </p:nvSpPr>
          <p:spPr>
            <a:xfrm>
              <a:off x="10833903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WMT_SWP151</a:t>
              </a:r>
            </a:p>
          </p:txBody>
        </p:sp>
        <p:sp>
          <p:nvSpPr>
            <p:cNvPr id="4202" name="tx4202"/>
            <p:cNvSpPr/>
            <p:nvPr/>
          </p:nvSpPr>
          <p:spPr>
            <a:xfrm>
              <a:off x="10855772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WMT_SWP152</a:t>
              </a:r>
            </a:p>
          </p:txBody>
        </p:sp>
        <p:sp>
          <p:nvSpPr>
            <p:cNvPr id="4203" name="tx4203"/>
            <p:cNvSpPr/>
            <p:nvPr/>
          </p:nvSpPr>
          <p:spPr>
            <a:xfrm>
              <a:off x="10877640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WMT_SWP153</a:t>
              </a:r>
            </a:p>
          </p:txBody>
        </p:sp>
        <p:sp>
          <p:nvSpPr>
            <p:cNvPr id="4204" name="tx4204"/>
            <p:cNvSpPr/>
            <p:nvPr/>
          </p:nvSpPr>
          <p:spPr>
            <a:xfrm>
              <a:off x="10899509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WMT_SWP154</a:t>
              </a:r>
            </a:p>
          </p:txBody>
        </p:sp>
        <p:sp>
          <p:nvSpPr>
            <p:cNvPr id="4205" name="tx4205"/>
            <p:cNvSpPr/>
            <p:nvPr/>
          </p:nvSpPr>
          <p:spPr>
            <a:xfrm>
              <a:off x="10921378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WMT_SWP155</a:t>
              </a:r>
            </a:p>
          </p:txBody>
        </p:sp>
        <p:sp>
          <p:nvSpPr>
            <p:cNvPr id="4206" name="tx4206"/>
            <p:cNvSpPr/>
            <p:nvPr/>
          </p:nvSpPr>
          <p:spPr>
            <a:xfrm>
              <a:off x="10943246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WMT_SWP156</a:t>
              </a:r>
            </a:p>
          </p:txBody>
        </p:sp>
        <p:sp>
          <p:nvSpPr>
            <p:cNvPr id="4207" name="tx4207"/>
            <p:cNvSpPr/>
            <p:nvPr/>
          </p:nvSpPr>
          <p:spPr>
            <a:xfrm>
              <a:off x="10965115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WMT_SWP157</a:t>
              </a:r>
            </a:p>
          </p:txBody>
        </p:sp>
        <p:sp>
          <p:nvSpPr>
            <p:cNvPr id="4208" name="tx4208"/>
            <p:cNvSpPr/>
            <p:nvPr/>
          </p:nvSpPr>
          <p:spPr>
            <a:xfrm>
              <a:off x="10986984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WMT_SWP158</a:t>
              </a:r>
            </a:p>
          </p:txBody>
        </p:sp>
        <p:sp>
          <p:nvSpPr>
            <p:cNvPr id="4209" name="tx4209"/>
            <p:cNvSpPr/>
            <p:nvPr/>
          </p:nvSpPr>
          <p:spPr>
            <a:xfrm>
              <a:off x="11008852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WMT_SWP159</a:t>
              </a:r>
            </a:p>
          </p:txBody>
        </p:sp>
        <p:sp>
          <p:nvSpPr>
            <p:cNvPr id="4210" name="tx4210"/>
            <p:cNvSpPr/>
            <p:nvPr/>
          </p:nvSpPr>
          <p:spPr>
            <a:xfrm>
              <a:off x="11030721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WMT_SWP160</a:t>
              </a:r>
            </a:p>
          </p:txBody>
        </p:sp>
        <p:sp>
          <p:nvSpPr>
            <p:cNvPr id="4211" name="tx4211"/>
            <p:cNvSpPr/>
            <p:nvPr/>
          </p:nvSpPr>
          <p:spPr>
            <a:xfrm>
              <a:off x="11052590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WMT_SWP161</a:t>
              </a:r>
            </a:p>
          </p:txBody>
        </p:sp>
        <p:sp>
          <p:nvSpPr>
            <p:cNvPr id="4212" name="tx4212"/>
            <p:cNvSpPr/>
            <p:nvPr/>
          </p:nvSpPr>
          <p:spPr>
            <a:xfrm>
              <a:off x="11074458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WMT_SWP162</a:t>
              </a:r>
            </a:p>
          </p:txBody>
        </p:sp>
        <p:sp>
          <p:nvSpPr>
            <p:cNvPr id="4213" name="tx4213"/>
            <p:cNvSpPr/>
            <p:nvPr/>
          </p:nvSpPr>
          <p:spPr>
            <a:xfrm>
              <a:off x="11096327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WMT_SWP163</a:t>
              </a:r>
            </a:p>
          </p:txBody>
        </p:sp>
        <p:sp>
          <p:nvSpPr>
            <p:cNvPr id="4214" name="tx4214"/>
            <p:cNvSpPr/>
            <p:nvPr/>
          </p:nvSpPr>
          <p:spPr>
            <a:xfrm>
              <a:off x="11118196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WMT_SWP164</a:t>
              </a:r>
            </a:p>
          </p:txBody>
        </p:sp>
        <p:sp>
          <p:nvSpPr>
            <p:cNvPr id="4215" name="tx4215"/>
            <p:cNvSpPr/>
            <p:nvPr/>
          </p:nvSpPr>
          <p:spPr>
            <a:xfrm>
              <a:off x="11140064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WMT_SWP165</a:t>
              </a:r>
            </a:p>
          </p:txBody>
        </p:sp>
        <p:sp>
          <p:nvSpPr>
            <p:cNvPr id="4216" name="tx4216"/>
            <p:cNvSpPr/>
            <p:nvPr/>
          </p:nvSpPr>
          <p:spPr>
            <a:xfrm>
              <a:off x="11161933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WMT_SWP166</a:t>
              </a:r>
            </a:p>
          </p:txBody>
        </p:sp>
        <p:sp>
          <p:nvSpPr>
            <p:cNvPr id="4217" name="tx4217"/>
            <p:cNvSpPr/>
            <p:nvPr/>
          </p:nvSpPr>
          <p:spPr>
            <a:xfrm>
              <a:off x="11183802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WMT_SWP167</a:t>
              </a:r>
            </a:p>
          </p:txBody>
        </p:sp>
        <p:sp>
          <p:nvSpPr>
            <p:cNvPr id="4218" name="tx4218"/>
            <p:cNvSpPr/>
            <p:nvPr/>
          </p:nvSpPr>
          <p:spPr>
            <a:xfrm>
              <a:off x="11205670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WMT_SWP168</a:t>
              </a:r>
            </a:p>
          </p:txBody>
        </p:sp>
        <p:sp>
          <p:nvSpPr>
            <p:cNvPr id="4219" name="tx4219"/>
            <p:cNvSpPr/>
            <p:nvPr/>
          </p:nvSpPr>
          <p:spPr>
            <a:xfrm>
              <a:off x="11227539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WMT_SWP169</a:t>
              </a:r>
            </a:p>
          </p:txBody>
        </p:sp>
        <p:sp>
          <p:nvSpPr>
            <p:cNvPr id="4220" name="tx4220"/>
            <p:cNvSpPr/>
            <p:nvPr/>
          </p:nvSpPr>
          <p:spPr>
            <a:xfrm>
              <a:off x="11249408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WMT_SWP170</a:t>
              </a:r>
            </a:p>
          </p:txBody>
        </p:sp>
        <p:sp>
          <p:nvSpPr>
            <p:cNvPr id="4221" name="tx4221"/>
            <p:cNvSpPr/>
            <p:nvPr/>
          </p:nvSpPr>
          <p:spPr>
            <a:xfrm>
              <a:off x="11271276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WMT_SWP171</a:t>
              </a:r>
            </a:p>
          </p:txBody>
        </p:sp>
        <p:sp>
          <p:nvSpPr>
            <p:cNvPr id="4222" name="tx4222"/>
            <p:cNvSpPr/>
            <p:nvPr/>
          </p:nvSpPr>
          <p:spPr>
            <a:xfrm>
              <a:off x="11293145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WMT_SWP172</a:t>
              </a:r>
            </a:p>
          </p:txBody>
        </p:sp>
        <p:sp>
          <p:nvSpPr>
            <p:cNvPr id="4223" name="tx4223"/>
            <p:cNvSpPr/>
            <p:nvPr/>
          </p:nvSpPr>
          <p:spPr>
            <a:xfrm>
              <a:off x="11315014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WMT_SWP173</a:t>
              </a:r>
            </a:p>
          </p:txBody>
        </p:sp>
        <p:sp>
          <p:nvSpPr>
            <p:cNvPr id="4224" name="tx4224"/>
            <p:cNvSpPr/>
            <p:nvPr/>
          </p:nvSpPr>
          <p:spPr>
            <a:xfrm>
              <a:off x="11336882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WMT_SWP174</a:t>
              </a:r>
            </a:p>
          </p:txBody>
        </p:sp>
        <p:sp>
          <p:nvSpPr>
            <p:cNvPr id="4225" name="tx4225"/>
            <p:cNvSpPr/>
            <p:nvPr/>
          </p:nvSpPr>
          <p:spPr>
            <a:xfrm>
              <a:off x="11358751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WMT_SWP175</a:t>
              </a:r>
            </a:p>
          </p:txBody>
        </p:sp>
        <p:sp>
          <p:nvSpPr>
            <p:cNvPr id="4226" name="tx4226"/>
            <p:cNvSpPr/>
            <p:nvPr/>
          </p:nvSpPr>
          <p:spPr>
            <a:xfrm>
              <a:off x="11380619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WMT_SWP176</a:t>
              </a:r>
            </a:p>
          </p:txBody>
        </p:sp>
        <p:sp>
          <p:nvSpPr>
            <p:cNvPr id="4227" name="tx4227"/>
            <p:cNvSpPr/>
            <p:nvPr/>
          </p:nvSpPr>
          <p:spPr>
            <a:xfrm>
              <a:off x="11402488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WMT_SWP177</a:t>
              </a:r>
            </a:p>
          </p:txBody>
        </p:sp>
        <p:sp>
          <p:nvSpPr>
            <p:cNvPr id="4228" name="tx4228"/>
            <p:cNvSpPr/>
            <p:nvPr/>
          </p:nvSpPr>
          <p:spPr>
            <a:xfrm>
              <a:off x="11424357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WMT_SWP178</a:t>
              </a:r>
            </a:p>
          </p:txBody>
        </p:sp>
        <p:sp>
          <p:nvSpPr>
            <p:cNvPr id="4229" name="tx4229"/>
            <p:cNvSpPr/>
            <p:nvPr/>
          </p:nvSpPr>
          <p:spPr>
            <a:xfrm>
              <a:off x="11446225" y="6696406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WMT_SWP179</a:t>
              </a:r>
            </a:p>
          </p:txBody>
        </p:sp>
        <p:sp>
          <p:nvSpPr>
            <p:cNvPr id="4230" name="pl4230"/>
            <p:cNvSpPr/>
            <p:nvPr/>
          </p:nvSpPr>
          <p:spPr>
            <a:xfrm>
              <a:off x="2454579" y="3906567"/>
              <a:ext cx="0" cy="2744288"/>
            </a:xfrm>
            <a:custGeom>
              <a:avLst/>
              <a:pathLst>
                <a:path w="0" h="2744288">
                  <a:moveTo>
                    <a:pt x="0" y="2744288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1" name="tx4231"/>
            <p:cNvSpPr/>
            <p:nvPr/>
          </p:nvSpPr>
          <p:spPr>
            <a:xfrm>
              <a:off x="2344382" y="6613549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4232" name="tx4232"/>
            <p:cNvSpPr/>
            <p:nvPr/>
          </p:nvSpPr>
          <p:spPr>
            <a:xfrm>
              <a:off x="2279734" y="5927614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25</a:t>
              </a:r>
            </a:p>
          </p:txBody>
        </p:sp>
        <p:sp>
          <p:nvSpPr>
            <p:cNvPr id="4233" name="tx4233"/>
            <p:cNvSpPr/>
            <p:nvPr/>
          </p:nvSpPr>
          <p:spPr>
            <a:xfrm>
              <a:off x="2279734" y="5241679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</a:t>
              </a:r>
            </a:p>
          </p:txBody>
        </p:sp>
        <p:sp>
          <p:nvSpPr>
            <p:cNvPr id="4234" name="tx4234"/>
            <p:cNvSpPr/>
            <p:nvPr/>
          </p:nvSpPr>
          <p:spPr>
            <a:xfrm>
              <a:off x="2279734" y="4555744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75</a:t>
              </a:r>
            </a:p>
          </p:txBody>
        </p:sp>
        <p:sp>
          <p:nvSpPr>
            <p:cNvPr id="4235" name="tx4235"/>
            <p:cNvSpPr/>
            <p:nvPr/>
          </p:nvSpPr>
          <p:spPr>
            <a:xfrm>
              <a:off x="2215086" y="3869809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4236" name="pl4236"/>
            <p:cNvSpPr/>
            <p:nvPr/>
          </p:nvSpPr>
          <p:spPr>
            <a:xfrm>
              <a:off x="2429274" y="665058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7" name="pl4237"/>
            <p:cNvSpPr/>
            <p:nvPr/>
          </p:nvSpPr>
          <p:spPr>
            <a:xfrm>
              <a:off x="2429274" y="596464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8" name="pl4238"/>
            <p:cNvSpPr/>
            <p:nvPr/>
          </p:nvSpPr>
          <p:spPr>
            <a:xfrm>
              <a:off x="2429274" y="527871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9" name="pl4239"/>
            <p:cNvSpPr/>
            <p:nvPr/>
          </p:nvSpPr>
          <p:spPr>
            <a:xfrm>
              <a:off x="2429274" y="459277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0" name="pl4240"/>
            <p:cNvSpPr/>
            <p:nvPr/>
          </p:nvSpPr>
          <p:spPr>
            <a:xfrm>
              <a:off x="2429274" y="390684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1" name="tx4241"/>
            <p:cNvSpPr/>
            <p:nvPr/>
          </p:nvSpPr>
          <p:spPr>
            <a:xfrm rot="-5400000">
              <a:off x="1440887" y="5237061"/>
              <a:ext cx="136693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Relative abundance (%)</a:t>
              </a:r>
            </a:p>
          </p:txBody>
        </p:sp>
        <p:sp>
          <p:nvSpPr>
            <p:cNvPr id="4242" name="rc4242"/>
            <p:cNvSpPr/>
            <p:nvPr/>
          </p:nvSpPr>
          <p:spPr>
            <a:xfrm>
              <a:off x="11921206" y="4863646"/>
              <a:ext cx="1058382" cy="8301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3" name="tx4243"/>
            <p:cNvSpPr/>
            <p:nvPr/>
          </p:nvSpPr>
          <p:spPr>
            <a:xfrm>
              <a:off x="11971817" y="4924817"/>
              <a:ext cx="32296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Genus</a:t>
              </a:r>
            </a:p>
          </p:txBody>
        </p:sp>
        <p:sp>
          <p:nvSpPr>
            <p:cNvPr id="4244" name="rc4244"/>
            <p:cNvSpPr/>
            <p:nvPr/>
          </p:nvSpPr>
          <p:spPr>
            <a:xfrm>
              <a:off x="11971817" y="5060055"/>
              <a:ext cx="60732" cy="833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5" name="rc4245"/>
            <p:cNvSpPr/>
            <p:nvPr/>
          </p:nvSpPr>
          <p:spPr>
            <a:xfrm>
              <a:off x="11978362" y="5066601"/>
              <a:ext cx="47641" cy="7021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6" name="rc4246"/>
            <p:cNvSpPr/>
            <p:nvPr/>
          </p:nvSpPr>
          <p:spPr>
            <a:xfrm>
              <a:off x="11971817" y="5143357"/>
              <a:ext cx="60732" cy="833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7" name="rc4247"/>
            <p:cNvSpPr/>
            <p:nvPr/>
          </p:nvSpPr>
          <p:spPr>
            <a:xfrm>
              <a:off x="11978362" y="5149902"/>
              <a:ext cx="47641" cy="7021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8" name="rc4248"/>
            <p:cNvSpPr/>
            <p:nvPr/>
          </p:nvSpPr>
          <p:spPr>
            <a:xfrm>
              <a:off x="11971817" y="5226659"/>
              <a:ext cx="60732" cy="833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9" name="rc4249"/>
            <p:cNvSpPr/>
            <p:nvPr/>
          </p:nvSpPr>
          <p:spPr>
            <a:xfrm>
              <a:off x="11978362" y="5233204"/>
              <a:ext cx="47641" cy="7021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0" name="rc4250"/>
            <p:cNvSpPr/>
            <p:nvPr/>
          </p:nvSpPr>
          <p:spPr>
            <a:xfrm>
              <a:off x="11971817" y="5309961"/>
              <a:ext cx="60732" cy="833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1" name="rc4251"/>
            <p:cNvSpPr/>
            <p:nvPr/>
          </p:nvSpPr>
          <p:spPr>
            <a:xfrm>
              <a:off x="11978362" y="5316506"/>
              <a:ext cx="47641" cy="7021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2" name="rc4252"/>
            <p:cNvSpPr/>
            <p:nvPr/>
          </p:nvSpPr>
          <p:spPr>
            <a:xfrm>
              <a:off x="11971817" y="5393262"/>
              <a:ext cx="60732" cy="833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3" name="rc4253"/>
            <p:cNvSpPr/>
            <p:nvPr/>
          </p:nvSpPr>
          <p:spPr>
            <a:xfrm>
              <a:off x="11978362" y="5399808"/>
              <a:ext cx="47641" cy="7021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4" name="rc4254"/>
            <p:cNvSpPr/>
            <p:nvPr/>
          </p:nvSpPr>
          <p:spPr>
            <a:xfrm>
              <a:off x="11971817" y="5476564"/>
              <a:ext cx="60732" cy="833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5" name="rc4255"/>
            <p:cNvSpPr/>
            <p:nvPr/>
          </p:nvSpPr>
          <p:spPr>
            <a:xfrm>
              <a:off x="11978362" y="5483110"/>
              <a:ext cx="47641" cy="7021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6" name="rc4256"/>
            <p:cNvSpPr/>
            <p:nvPr/>
          </p:nvSpPr>
          <p:spPr>
            <a:xfrm>
              <a:off x="11971817" y="5559866"/>
              <a:ext cx="60732" cy="833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7" name="rc4257"/>
            <p:cNvSpPr/>
            <p:nvPr/>
          </p:nvSpPr>
          <p:spPr>
            <a:xfrm>
              <a:off x="11978362" y="5566412"/>
              <a:ext cx="47641" cy="7021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8" name="tx4258"/>
            <p:cNvSpPr/>
            <p:nvPr/>
          </p:nvSpPr>
          <p:spPr>
            <a:xfrm>
              <a:off x="12083159" y="5069291"/>
              <a:ext cx="298643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Others</a:t>
              </a:r>
            </a:p>
          </p:txBody>
        </p:sp>
        <p:sp>
          <p:nvSpPr>
            <p:cNvPr id="4259" name="tx4259"/>
            <p:cNvSpPr/>
            <p:nvPr/>
          </p:nvSpPr>
          <p:spPr>
            <a:xfrm>
              <a:off x="12083159" y="5152592"/>
              <a:ext cx="61822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Pseudomonas</a:t>
              </a:r>
            </a:p>
          </p:txBody>
        </p:sp>
        <p:sp>
          <p:nvSpPr>
            <p:cNvPr id="4260" name="tx4260"/>
            <p:cNvSpPr/>
            <p:nvPr/>
          </p:nvSpPr>
          <p:spPr>
            <a:xfrm>
              <a:off x="12083159" y="5235894"/>
              <a:ext cx="84581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Stenotrophomonas</a:t>
              </a:r>
            </a:p>
          </p:txBody>
        </p:sp>
        <p:sp>
          <p:nvSpPr>
            <p:cNvPr id="4261" name="tx4261"/>
            <p:cNvSpPr/>
            <p:nvPr/>
          </p:nvSpPr>
          <p:spPr>
            <a:xfrm>
              <a:off x="12083159" y="5319196"/>
              <a:ext cx="697687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Curtobacterium</a:t>
              </a:r>
            </a:p>
          </p:txBody>
        </p:sp>
        <p:sp>
          <p:nvSpPr>
            <p:cNvPr id="4262" name="tx4262"/>
            <p:cNvSpPr/>
            <p:nvPr/>
          </p:nvSpPr>
          <p:spPr>
            <a:xfrm>
              <a:off x="12083159" y="5402498"/>
              <a:ext cx="65909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Sphingomonas</a:t>
              </a:r>
            </a:p>
          </p:txBody>
        </p:sp>
        <p:sp>
          <p:nvSpPr>
            <p:cNvPr id="4263" name="tx4263"/>
            <p:cNvSpPr/>
            <p:nvPr/>
          </p:nvSpPr>
          <p:spPr>
            <a:xfrm>
              <a:off x="12083159" y="5485800"/>
              <a:ext cx="56765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4264" name="tx4264"/>
            <p:cNvSpPr/>
            <p:nvPr/>
          </p:nvSpPr>
          <p:spPr>
            <a:xfrm>
              <a:off x="12083159" y="5569102"/>
              <a:ext cx="35881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7</cp:revision>
  <dcterms:created xsi:type="dcterms:W3CDTF">2015-07-14T21:05:00Z</dcterms:created>
  <dcterms:modified xsi:type="dcterms:W3CDTF">2026-10-14T10:34:55Z</dcterms:modified>
</cp:coreProperties>
</file>