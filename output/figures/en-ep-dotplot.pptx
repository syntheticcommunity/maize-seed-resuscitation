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495425"/>
            <a:ext cx="7315200" cy="4572000"/>
            <a:chOff x="1691481" y="1495425"/>
            <a:chExt cx="7315200" cy="4572000"/>
          </a:xfrm>
        </p:grpSpPr>
        <p:sp>
          <p:nvSpPr>
            <p:cNvPr id="3" name="rc3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120939" y="1653111"/>
              <a:ext cx="6835131" cy="4115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120939" y="5696600"/>
              <a:ext cx="6835131" cy="0"/>
            </a:xfrm>
            <a:custGeom>
              <a:avLst/>
              <a:pathLst>
                <a:path w="6835131" h="0">
                  <a:moveTo>
                    <a:pt x="0" y="0"/>
                  </a:moveTo>
                  <a:lnTo>
                    <a:pt x="6835131" y="0"/>
                  </a:lnTo>
                  <a:lnTo>
                    <a:pt x="683513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120939" y="4212462"/>
              <a:ext cx="6835131" cy="0"/>
            </a:xfrm>
            <a:custGeom>
              <a:avLst/>
              <a:pathLst>
                <a:path w="6835131" h="0">
                  <a:moveTo>
                    <a:pt x="0" y="0"/>
                  </a:moveTo>
                  <a:lnTo>
                    <a:pt x="6835131" y="0"/>
                  </a:lnTo>
                  <a:lnTo>
                    <a:pt x="683513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20939" y="2728324"/>
              <a:ext cx="6835131" cy="0"/>
            </a:xfrm>
            <a:custGeom>
              <a:avLst/>
              <a:pathLst>
                <a:path w="6835131" h="0">
                  <a:moveTo>
                    <a:pt x="0" y="0"/>
                  </a:moveTo>
                  <a:lnTo>
                    <a:pt x="6835131" y="0"/>
                  </a:lnTo>
                  <a:lnTo>
                    <a:pt x="683513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40375" y="1653111"/>
              <a:ext cx="0" cy="4115888"/>
            </a:xfrm>
            <a:custGeom>
              <a:avLst/>
              <a:pathLst>
                <a:path w="0" h="4115888">
                  <a:moveTo>
                    <a:pt x="0" y="41158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77958" y="1653111"/>
              <a:ext cx="0" cy="4115888"/>
            </a:xfrm>
            <a:custGeom>
              <a:avLst/>
              <a:pathLst>
                <a:path w="0" h="4115888">
                  <a:moveTo>
                    <a:pt x="0" y="41158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789738" y="1653111"/>
              <a:ext cx="0" cy="4115888"/>
            </a:xfrm>
            <a:custGeom>
              <a:avLst/>
              <a:pathLst>
                <a:path w="0" h="4115888">
                  <a:moveTo>
                    <a:pt x="0" y="41158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27321" y="1653111"/>
              <a:ext cx="0" cy="4115888"/>
            </a:xfrm>
            <a:custGeom>
              <a:avLst/>
              <a:pathLst>
                <a:path w="0" h="4115888">
                  <a:moveTo>
                    <a:pt x="0" y="41158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539100" y="1653111"/>
              <a:ext cx="0" cy="4115888"/>
            </a:xfrm>
            <a:custGeom>
              <a:avLst/>
              <a:pathLst>
                <a:path w="0" h="4115888">
                  <a:moveTo>
                    <a:pt x="0" y="41158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897726" y="4310848"/>
              <a:ext cx="33646" cy="3364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6545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242444" y="3819609"/>
              <a:ext cx="33646" cy="33646"/>
            </a:xfrm>
            <a:prstGeom prst="ellipse">
              <a:avLst/>
            </a:prstGeom>
            <a:solidFill>
              <a:srgbClr val="E9842C">
                <a:alpha val="100000"/>
              </a:srgbClr>
            </a:solidFill>
            <a:ln w="6545" cap="rnd">
              <a:solidFill>
                <a:srgbClr val="E984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7085888" y="3171497"/>
              <a:ext cx="33646" cy="33646"/>
            </a:xfrm>
            <a:prstGeom prst="ellipse">
              <a:avLst/>
            </a:prstGeom>
            <a:solidFill>
              <a:srgbClr val="D69100">
                <a:alpha val="100000"/>
              </a:srgbClr>
            </a:solidFill>
            <a:ln w="6545" cap="rnd">
              <a:solidFill>
                <a:srgbClr val="D69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6393566" y="2926069"/>
              <a:ext cx="33646" cy="33646"/>
            </a:xfrm>
            <a:prstGeom prst="ellipse">
              <a:avLst/>
            </a:prstGeom>
            <a:solidFill>
              <a:srgbClr val="BC9D00">
                <a:alpha val="100000"/>
              </a:srgbClr>
            </a:solidFill>
            <a:ln w="6545" cap="rnd">
              <a:solidFill>
                <a:srgbClr val="BC9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5381864" y="3465075"/>
              <a:ext cx="33646" cy="33646"/>
            </a:xfrm>
            <a:prstGeom prst="ellipse">
              <a:avLst/>
            </a:prstGeom>
            <a:solidFill>
              <a:srgbClr val="9CA700">
                <a:alpha val="100000"/>
              </a:srgbClr>
            </a:solidFill>
            <a:ln w="6545" cap="rnd">
              <a:solidFill>
                <a:srgbClr val="9CA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8444499" y="2254796"/>
              <a:ext cx="33646" cy="33646"/>
            </a:xfrm>
            <a:prstGeom prst="ellipse">
              <a:avLst/>
            </a:prstGeom>
            <a:solidFill>
              <a:srgbClr val="6FB000">
                <a:alpha val="100000"/>
              </a:srgbClr>
            </a:solidFill>
            <a:ln w="6545" cap="rnd">
              <a:solidFill>
                <a:srgbClr val="6FB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414804" y="5118321"/>
              <a:ext cx="33646" cy="33646"/>
            </a:xfrm>
            <a:prstGeom prst="ellipse">
              <a:avLst/>
            </a:prstGeom>
            <a:solidFill>
              <a:srgbClr val="00B813">
                <a:alpha val="100000"/>
              </a:srgbClr>
            </a:solidFill>
            <a:ln w="6545" cap="rnd">
              <a:solidFill>
                <a:srgbClr val="00B8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414804" y="5565091"/>
              <a:ext cx="33646" cy="33646"/>
            </a:xfrm>
            <a:prstGeom prst="ellipse">
              <a:avLst/>
            </a:prstGeom>
            <a:solidFill>
              <a:srgbClr val="00BD61">
                <a:alpha val="100000"/>
              </a:srgbClr>
            </a:solidFill>
            <a:ln w="6545" cap="rnd">
              <a:solidFill>
                <a:srgbClr val="00BD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242444" y="4527723"/>
              <a:ext cx="33646" cy="33646"/>
            </a:xfrm>
            <a:prstGeom prst="ellipse">
              <a:avLst/>
            </a:prstGeom>
            <a:solidFill>
              <a:srgbClr val="00C08E">
                <a:alpha val="100000"/>
              </a:srgbClr>
            </a:solidFill>
            <a:ln w="6545" cap="rnd">
              <a:solidFill>
                <a:srgbClr val="00C0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277970" y="3602735"/>
              <a:ext cx="33646" cy="33646"/>
            </a:xfrm>
            <a:prstGeom prst="ellipse">
              <a:avLst/>
            </a:prstGeom>
            <a:solidFill>
              <a:srgbClr val="00C0B4">
                <a:alpha val="100000"/>
              </a:srgbClr>
            </a:solidFill>
            <a:ln w="6545" cap="rnd">
              <a:solidFill>
                <a:srgbClr val="00C0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6819448" y="3237663"/>
              <a:ext cx="33646" cy="33646"/>
            </a:xfrm>
            <a:prstGeom prst="ellipse">
              <a:avLst/>
            </a:prstGeom>
            <a:solidFill>
              <a:srgbClr val="00BDD4">
                <a:alpha val="100000"/>
              </a:srgbClr>
            </a:solidFill>
            <a:ln w="6545" cap="rnd">
              <a:solidFill>
                <a:srgbClr val="00BD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726583" y="5118321"/>
              <a:ext cx="33646" cy="33646"/>
            </a:xfrm>
            <a:prstGeom prst="ellipse">
              <a:avLst/>
            </a:prstGeom>
            <a:solidFill>
              <a:srgbClr val="00B5EE">
                <a:alpha val="100000"/>
              </a:srgbClr>
            </a:solidFill>
            <a:ln w="6545" cap="rnd">
              <a:solidFill>
                <a:srgbClr val="00B5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242444" y="4224780"/>
              <a:ext cx="33646" cy="33646"/>
            </a:xfrm>
            <a:prstGeom prst="ellipse">
              <a:avLst/>
            </a:prstGeom>
            <a:solidFill>
              <a:srgbClr val="00A7FF">
                <a:alpha val="100000"/>
              </a:srgbClr>
            </a:solidFill>
            <a:ln w="6545" cap="rnd">
              <a:solidFill>
                <a:srgbClr val="00A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414804" y="5565091"/>
              <a:ext cx="33646" cy="33646"/>
            </a:xfrm>
            <a:prstGeom prst="ellipse">
              <a:avLst/>
            </a:prstGeom>
            <a:solidFill>
              <a:srgbClr val="7F96FF">
                <a:alpha val="100000"/>
              </a:srgbClr>
            </a:solidFill>
            <a:ln w="6545" cap="rnd">
              <a:solidFill>
                <a:srgbClr val="7F9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38362" y="4310848"/>
              <a:ext cx="33646" cy="33646"/>
            </a:xfrm>
            <a:prstGeom prst="ellipse">
              <a:avLst/>
            </a:prstGeom>
            <a:solidFill>
              <a:srgbClr val="BC81FF">
                <a:alpha val="100000"/>
              </a:srgbClr>
            </a:solidFill>
            <a:ln w="6545" cap="rnd">
              <a:solidFill>
                <a:srgbClr val="BC81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8628560" y="1823373"/>
              <a:ext cx="33646" cy="33646"/>
            </a:xfrm>
            <a:prstGeom prst="ellipse">
              <a:avLst/>
            </a:prstGeom>
            <a:solidFill>
              <a:srgbClr val="E26EF7">
                <a:alpha val="100000"/>
              </a:srgbClr>
            </a:solidFill>
            <a:ln w="6545" cap="rnd">
              <a:solidFill>
                <a:srgbClr val="E26EF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414804" y="4527723"/>
              <a:ext cx="33646" cy="33646"/>
            </a:xfrm>
            <a:prstGeom prst="ellipse">
              <a:avLst/>
            </a:prstGeom>
            <a:solidFill>
              <a:srgbClr val="F763DF">
                <a:alpha val="100000"/>
              </a:srgbClr>
            </a:solidFill>
            <a:ln w="6545" cap="rnd">
              <a:solidFill>
                <a:srgbClr val="F763D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6158687" y="3738934"/>
              <a:ext cx="33646" cy="33646"/>
            </a:xfrm>
            <a:prstGeom prst="ellipse">
              <a:avLst/>
            </a:prstGeom>
            <a:solidFill>
              <a:srgbClr val="FF62BF">
                <a:alpha val="100000"/>
              </a:srgbClr>
            </a:solidFill>
            <a:ln w="6545" cap="rnd">
              <a:solidFill>
                <a:srgbClr val="FF62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038362" y="2874477"/>
              <a:ext cx="33646" cy="33646"/>
            </a:xfrm>
            <a:prstGeom prst="ellipse">
              <a:avLst/>
            </a:prstGeom>
            <a:solidFill>
              <a:srgbClr val="FF6A9A">
                <a:alpha val="100000"/>
              </a:srgbClr>
            </a:solidFill>
            <a:ln w="6545" cap="rnd">
              <a:solidFill>
                <a:srgbClr val="FF6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431627" y="2162834"/>
              <a:ext cx="6213755" cy="2896744"/>
            </a:xfrm>
            <a:custGeom>
              <a:avLst/>
              <a:pathLst>
                <a:path w="6213755" h="2896744">
                  <a:moveTo>
                    <a:pt x="0" y="2896744"/>
                  </a:moveTo>
                  <a:lnTo>
                    <a:pt x="78655" y="2860077"/>
                  </a:lnTo>
                  <a:lnTo>
                    <a:pt x="157310" y="2823409"/>
                  </a:lnTo>
                  <a:lnTo>
                    <a:pt x="235965" y="2786741"/>
                  </a:lnTo>
                  <a:lnTo>
                    <a:pt x="314620" y="2750074"/>
                  </a:lnTo>
                  <a:lnTo>
                    <a:pt x="393275" y="2713406"/>
                  </a:lnTo>
                  <a:lnTo>
                    <a:pt x="471930" y="2676738"/>
                  </a:lnTo>
                  <a:lnTo>
                    <a:pt x="550585" y="2640071"/>
                  </a:lnTo>
                  <a:lnTo>
                    <a:pt x="629241" y="2603403"/>
                  </a:lnTo>
                  <a:lnTo>
                    <a:pt x="707896" y="2566735"/>
                  </a:lnTo>
                  <a:lnTo>
                    <a:pt x="786551" y="2530068"/>
                  </a:lnTo>
                  <a:lnTo>
                    <a:pt x="865206" y="2493400"/>
                  </a:lnTo>
                  <a:lnTo>
                    <a:pt x="943861" y="2456732"/>
                  </a:lnTo>
                  <a:lnTo>
                    <a:pt x="1022516" y="2420065"/>
                  </a:lnTo>
                  <a:lnTo>
                    <a:pt x="1101171" y="2383397"/>
                  </a:lnTo>
                  <a:lnTo>
                    <a:pt x="1179827" y="2346729"/>
                  </a:lnTo>
                  <a:lnTo>
                    <a:pt x="1258482" y="2310062"/>
                  </a:lnTo>
                  <a:lnTo>
                    <a:pt x="1337137" y="2273394"/>
                  </a:lnTo>
                  <a:lnTo>
                    <a:pt x="1415792" y="2236726"/>
                  </a:lnTo>
                  <a:lnTo>
                    <a:pt x="1494447" y="2200059"/>
                  </a:lnTo>
                  <a:lnTo>
                    <a:pt x="1573102" y="2163391"/>
                  </a:lnTo>
                  <a:lnTo>
                    <a:pt x="1651757" y="2126724"/>
                  </a:lnTo>
                  <a:lnTo>
                    <a:pt x="1730413" y="2090056"/>
                  </a:lnTo>
                  <a:lnTo>
                    <a:pt x="1809068" y="2053388"/>
                  </a:lnTo>
                  <a:lnTo>
                    <a:pt x="1887723" y="2016721"/>
                  </a:lnTo>
                  <a:lnTo>
                    <a:pt x="1966378" y="1980053"/>
                  </a:lnTo>
                  <a:lnTo>
                    <a:pt x="2045033" y="1943385"/>
                  </a:lnTo>
                  <a:lnTo>
                    <a:pt x="2123688" y="1906718"/>
                  </a:lnTo>
                  <a:lnTo>
                    <a:pt x="2202343" y="1870050"/>
                  </a:lnTo>
                  <a:lnTo>
                    <a:pt x="2280999" y="1833382"/>
                  </a:lnTo>
                  <a:lnTo>
                    <a:pt x="2359654" y="1796715"/>
                  </a:lnTo>
                  <a:lnTo>
                    <a:pt x="2438309" y="1760047"/>
                  </a:lnTo>
                  <a:lnTo>
                    <a:pt x="2516964" y="1723379"/>
                  </a:lnTo>
                  <a:lnTo>
                    <a:pt x="2595619" y="1686712"/>
                  </a:lnTo>
                  <a:lnTo>
                    <a:pt x="2674274" y="1650044"/>
                  </a:lnTo>
                  <a:lnTo>
                    <a:pt x="2752929" y="1613376"/>
                  </a:lnTo>
                  <a:lnTo>
                    <a:pt x="2831585" y="1576709"/>
                  </a:lnTo>
                  <a:lnTo>
                    <a:pt x="2910240" y="1540041"/>
                  </a:lnTo>
                  <a:lnTo>
                    <a:pt x="2988895" y="1503373"/>
                  </a:lnTo>
                  <a:lnTo>
                    <a:pt x="3067550" y="1466706"/>
                  </a:lnTo>
                  <a:lnTo>
                    <a:pt x="3146205" y="1430038"/>
                  </a:lnTo>
                  <a:lnTo>
                    <a:pt x="3224860" y="1393370"/>
                  </a:lnTo>
                  <a:lnTo>
                    <a:pt x="3303515" y="1356703"/>
                  </a:lnTo>
                  <a:lnTo>
                    <a:pt x="3382170" y="1320035"/>
                  </a:lnTo>
                  <a:lnTo>
                    <a:pt x="3460826" y="1283367"/>
                  </a:lnTo>
                  <a:lnTo>
                    <a:pt x="3539481" y="1246700"/>
                  </a:lnTo>
                  <a:lnTo>
                    <a:pt x="3618136" y="1210032"/>
                  </a:lnTo>
                  <a:lnTo>
                    <a:pt x="3696791" y="1173364"/>
                  </a:lnTo>
                  <a:lnTo>
                    <a:pt x="3775446" y="1136697"/>
                  </a:lnTo>
                  <a:lnTo>
                    <a:pt x="3854101" y="1100029"/>
                  </a:lnTo>
                  <a:lnTo>
                    <a:pt x="3932756" y="1063362"/>
                  </a:lnTo>
                  <a:lnTo>
                    <a:pt x="4011412" y="1026694"/>
                  </a:lnTo>
                  <a:lnTo>
                    <a:pt x="4090067" y="990026"/>
                  </a:lnTo>
                  <a:lnTo>
                    <a:pt x="4168722" y="953359"/>
                  </a:lnTo>
                  <a:lnTo>
                    <a:pt x="4247377" y="916691"/>
                  </a:lnTo>
                  <a:lnTo>
                    <a:pt x="4326032" y="880023"/>
                  </a:lnTo>
                  <a:lnTo>
                    <a:pt x="4404687" y="843356"/>
                  </a:lnTo>
                  <a:lnTo>
                    <a:pt x="4483342" y="806688"/>
                  </a:lnTo>
                  <a:lnTo>
                    <a:pt x="4561998" y="770020"/>
                  </a:lnTo>
                  <a:lnTo>
                    <a:pt x="4640653" y="733353"/>
                  </a:lnTo>
                  <a:lnTo>
                    <a:pt x="4719308" y="696685"/>
                  </a:lnTo>
                  <a:lnTo>
                    <a:pt x="4797963" y="660017"/>
                  </a:lnTo>
                  <a:lnTo>
                    <a:pt x="4876618" y="623350"/>
                  </a:lnTo>
                  <a:lnTo>
                    <a:pt x="4955273" y="586682"/>
                  </a:lnTo>
                  <a:lnTo>
                    <a:pt x="5033928" y="550014"/>
                  </a:lnTo>
                  <a:lnTo>
                    <a:pt x="5112584" y="513347"/>
                  </a:lnTo>
                  <a:lnTo>
                    <a:pt x="5191239" y="476679"/>
                  </a:lnTo>
                  <a:lnTo>
                    <a:pt x="5269894" y="440011"/>
                  </a:lnTo>
                  <a:lnTo>
                    <a:pt x="5348549" y="403344"/>
                  </a:lnTo>
                  <a:lnTo>
                    <a:pt x="5427204" y="366676"/>
                  </a:lnTo>
                  <a:lnTo>
                    <a:pt x="5505859" y="330008"/>
                  </a:lnTo>
                  <a:lnTo>
                    <a:pt x="5584514" y="293341"/>
                  </a:lnTo>
                  <a:lnTo>
                    <a:pt x="5663170" y="256673"/>
                  </a:lnTo>
                  <a:lnTo>
                    <a:pt x="5741825" y="220005"/>
                  </a:lnTo>
                  <a:lnTo>
                    <a:pt x="5820480" y="183338"/>
                  </a:lnTo>
                  <a:lnTo>
                    <a:pt x="5899135" y="146670"/>
                  </a:lnTo>
                  <a:lnTo>
                    <a:pt x="5977790" y="110002"/>
                  </a:lnTo>
                  <a:lnTo>
                    <a:pt x="6056445" y="73335"/>
                  </a:lnTo>
                  <a:lnTo>
                    <a:pt x="6135100" y="36667"/>
                  </a:lnTo>
                  <a:lnTo>
                    <a:pt x="6213755" y="0"/>
                  </a:lnTo>
                </a:path>
              </a:pathLst>
            </a:custGeom>
            <a:ln w="18970" cap="flat">
              <a:solidFill>
                <a:srgbClr val="FF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4334126" y="4218240"/>
              <a:ext cx="53602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8766D">
                      <a:alpha val="100000"/>
                    </a:srgbClr>
                  </a:solidFill>
                  <a:latin typeface="DejaVu Sans"/>
                  <a:cs typeface="DejaVu Sans"/>
                </a:rPr>
                <a:t>Agrobacterium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192966" y="3726081"/>
              <a:ext cx="41157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E9842C">
                      <a:alpha val="100000"/>
                    </a:srgbClr>
                  </a:solidFill>
                  <a:latin typeface="DejaVu Sans"/>
                  <a:cs typeface="DejaVu Sans"/>
                </a:rPr>
                <a:t>Alcaligenes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7102295" y="3079340"/>
              <a:ext cx="277063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D69100">
                      <a:alpha val="100000"/>
                    </a:srgbClr>
                  </a:solidFill>
                  <a:latin typeface="DejaVu Sans"/>
                  <a:cs typeface="DejaVu Sans"/>
                </a:rPr>
                <a:t>Bacillus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318904" y="2833654"/>
              <a:ext cx="46113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BC9D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253986" y="3372766"/>
              <a:ext cx="56701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9CA7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087859" y="2329259"/>
              <a:ext cx="46881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6FB000">
                      <a:alpha val="100000"/>
                    </a:srgbClr>
                  </a:solidFill>
                  <a:latin typeface="DejaVu Sans"/>
                  <a:cs typeface="DejaVu Sans"/>
                </a:rPr>
                <a:t>Enterobacter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166941" y="5192977"/>
              <a:ext cx="483260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813">
                      <a:alpha val="100000"/>
                    </a:srgbClr>
                  </a:solidFill>
                  <a:latin typeface="DejaVu Sans"/>
                  <a:cs typeface="DejaVu Sans"/>
                </a:rPr>
                <a:t>Enterococcus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209083" y="5471183"/>
              <a:ext cx="725027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D61">
                      <a:alpha val="100000"/>
                    </a:srgbClr>
                  </a:solidFill>
                  <a:latin typeface="DejaVu Sans"/>
                  <a:cs typeface="DejaVu Sans"/>
                </a:rPr>
                <a:t>Escherichia-Shigella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815810" y="4601626"/>
              <a:ext cx="61273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C08E">
                      <a:alpha val="100000"/>
                    </a:srgbClr>
                  </a:solidFill>
                  <a:latin typeface="DejaVu Sans"/>
                  <a:cs typeface="DejaVu Sans"/>
                </a:rPr>
                <a:t>Exiguobacterium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899683" y="3677284"/>
              <a:ext cx="514715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C0B4">
                      <a:alpha val="100000"/>
                    </a:srgbClr>
                  </a:solidFill>
                  <a:latin typeface="DejaVu Sans"/>
                  <a:cs typeface="DejaVu Sans"/>
                </a:rPr>
                <a:t>Incertae Sedis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526404" y="3311095"/>
              <a:ext cx="344088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DD4">
                      <a:alpha val="100000"/>
                    </a:srgbClr>
                  </a:solidFill>
                  <a:latin typeface="DejaVu Sans"/>
                  <a:cs typeface="DejaVu Sans"/>
                </a:rPr>
                <a:t>Klebsiella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46977" y="5025382"/>
              <a:ext cx="47320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5EE">
                      <a:alpha val="100000"/>
                    </a:srgbClr>
                  </a:solidFill>
                  <a:latin typeface="DejaVu Sans"/>
                  <a:cs typeface="DejaVu Sans"/>
                </a:rPr>
                <a:t>Lysinibacillus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114973" y="4131564"/>
              <a:ext cx="56290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A7FF">
                      <a:alpha val="100000"/>
                    </a:srgbClr>
                  </a:solidFill>
                  <a:latin typeface="DejaVu Sans"/>
                  <a:cs typeface="DejaVu Sans"/>
                </a:rPr>
                <a:t>Microbacterium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180561" y="5640223"/>
              <a:ext cx="222656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7F96FF">
                      <a:alpha val="100000"/>
                    </a:srgbClr>
                  </a:solidFill>
                  <a:latin typeface="DejaVu Sans"/>
                  <a:cs typeface="DejaVu Sans"/>
                </a:rPr>
                <a:t>Niallia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963440" y="4216381"/>
              <a:ext cx="46817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BC81FF">
                      <a:alpha val="100000"/>
                    </a:srgbClr>
                  </a:solidFill>
                  <a:latin typeface="DejaVu Sans"/>
                  <a:cs typeface="DejaVu Sans"/>
                </a:rPr>
                <a:t>Paenibacillus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8360761" y="1896882"/>
              <a:ext cx="29160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E26EF7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317608" y="4435489"/>
              <a:ext cx="50246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763DF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755366" y="3812269"/>
              <a:ext cx="563727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F62BF">
                      <a:alpha val="100000"/>
                    </a:srgbClr>
                  </a:solidFill>
                  <a:latin typeface="DejaVu Sans"/>
                  <a:cs typeface="DejaVu Sans"/>
                </a:rPr>
                <a:t>Staphylococcus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573423" y="2948099"/>
              <a:ext cx="68735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F6A9A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53" name="pl53"/>
            <p:cNvSpPr/>
            <p:nvPr/>
          </p:nvSpPr>
          <p:spPr>
            <a:xfrm>
              <a:off x="2120939" y="1653111"/>
              <a:ext cx="0" cy="4115888"/>
            </a:xfrm>
            <a:custGeom>
              <a:avLst/>
              <a:pathLst>
                <a:path w="0" h="4115888">
                  <a:moveTo>
                    <a:pt x="0" y="4115888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1913816" y="5659567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0.1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913816" y="417542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849167" y="2691291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10.0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2095634" y="569660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095634" y="421246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095634" y="272832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120939" y="5769000"/>
              <a:ext cx="6835131" cy="0"/>
            </a:xfrm>
            <a:custGeom>
              <a:avLst/>
              <a:pathLst>
                <a:path w="6835131" h="0">
                  <a:moveTo>
                    <a:pt x="0" y="0"/>
                  </a:moveTo>
                  <a:lnTo>
                    <a:pt x="68351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040375" y="57690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477958" y="57690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789738" y="57690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7227321" y="57690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539100" y="57690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2959588" y="581454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0.3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397171" y="581454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5708951" y="581454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3.0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7114210" y="5814549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10.0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425989" y="5814549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30.0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544369" y="5935043"/>
              <a:ext cx="198827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Endophyte relative abundance (%)</a:t>
              </a:r>
            </a:p>
          </p:txBody>
        </p:sp>
        <p:sp>
          <p:nvSpPr>
            <p:cNvPr id="72" name="tx72"/>
            <p:cNvSpPr/>
            <p:nvPr/>
          </p:nvSpPr>
          <p:spPr>
            <a:xfrm rot="-5400000">
              <a:off x="819623" y="3669404"/>
              <a:ext cx="187762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Epiphyte relative abundance (%)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4674900" y="1557922"/>
              <a:ext cx="1727210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Spearman r = 0.89, P &lt; 0.001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2026-10-14T10:39:02Z</dcterms:modified>
</cp:coreProperties>
</file>