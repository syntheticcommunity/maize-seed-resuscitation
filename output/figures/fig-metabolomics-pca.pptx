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64624" y="887222"/>
              <a:ext cx="4152190" cy="33085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64624" y="3633036"/>
              <a:ext cx="4152190" cy="0"/>
            </a:xfrm>
            <a:custGeom>
              <a:avLst/>
              <a:pathLst>
                <a:path w="4152190" h="0">
                  <a:moveTo>
                    <a:pt x="0" y="0"/>
                  </a:moveTo>
                  <a:lnTo>
                    <a:pt x="4152190" y="0"/>
                  </a:lnTo>
                  <a:lnTo>
                    <a:pt x="415219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64624" y="3044103"/>
              <a:ext cx="4152190" cy="0"/>
            </a:xfrm>
            <a:custGeom>
              <a:avLst/>
              <a:pathLst>
                <a:path w="4152190" h="0">
                  <a:moveTo>
                    <a:pt x="0" y="0"/>
                  </a:moveTo>
                  <a:lnTo>
                    <a:pt x="4152190" y="0"/>
                  </a:lnTo>
                  <a:lnTo>
                    <a:pt x="415219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64624" y="2455169"/>
              <a:ext cx="4152190" cy="0"/>
            </a:xfrm>
            <a:custGeom>
              <a:avLst/>
              <a:pathLst>
                <a:path w="4152190" h="0">
                  <a:moveTo>
                    <a:pt x="0" y="0"/>
                  </a:moveTo>
                  <a:lnTo>
                    <a:pt x="4152190" y="0"/>
                  </a:lnTo>
                  <a:lnTo>
                    <a:pt x="415219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64624" y="1866236"/>
              <a:ext cx="4152190" cy="0"/>
            </a:xfrm>
            <a:custGeom>
              <a:avLst/>
              <a:pathLst>
                <a:path w="4152190" h="0">
                  <a:moveTo>
                    <a:pt x="0" y="0"/>
                  </a:moveTo>
                  <a:lnTo>
                    <a:pt x="4152190" y="0"/>
                  </a:lnTo>
                  <a:lnTo>
                    <a:pt x="415219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64624" y="1277303"/>
              <a:ext cx="4152190" cy="0"/>
            </a:xfrm>
            <a:custGeom>
              <a:avLst/>
              <a:pathLst>
                <a:path w="4152190" h="0">
                  <a:moveTo>
                    <a:pt x="0" y="0"/>
                  </a:moveTo>
                  <a:lnTo>
                    <a:pt x="4152190" y="0"/>
                  </a:lnTo>
                  <a:lnTo>
                    <a:pt x="415219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550150" y="887222"/>
              <a:ext cx="0" cy="3308565"/>
            </a:xfrm>
            <a:custGeom>
              <a:avLst/>
              <a:pathLst>
                <a:path w="0" h="3308565">
                  <a:moveTo>
                    <a:pt x="0" y="33085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362879" y="887222"/>
              <a:ext cx="0" cy="3308565"/>
            </a:xfrm>
            <a:custGeom>
              <a:avLst/>
              <a:pathLst>
                <a:path w="0" h="3308565">
                  <a:moveTo>
                    <a:pt x="0" y="33085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175608" y="887222"/>
              <a:ext cx="0" cy="3308565"/>
            </a:xfrm>
            <a:custGeom>
              <a:avLst/>
              <a:pathLst>
                <a:path w="0" h="3308565">
                  <a:moveTo>
                    <a:pt x="0" y="33085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88337" y="887222"/>
              <a:ext cx="0" cy="3308565"/>
            </a:xfrm>
            <a:custGeom>
              <a:avLst/>
              <a:pathLst>
                <a:path w="0" h="3308565">
                  <a:moveTo>
                    <a:pt x="0" y="33085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801066" y="887222"/>
              <a:ext cx="0" cy="3308565"/>
            </a:xfrm>
            <a:custGeom>
              <a:avLst/>
              <a:pathLst>
                <a:path w="0" h="3308565">
                  <a:moveTo>
                    <a:pt x="0" y="330856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995884" y="980136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016788" y="1004441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048667" y="1006547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171496" y="3807631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042596" y="3987923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239625" y="3746156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756066" y="2353061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770603" y="2373868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706906" y="2319484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864624" y="887222"/>
              <a:ext cx="0" cy="3308565"/>
            </a:xfrm>
            <a:custGeom>
              <a:avLst/>
              <a:pathLst>
                <a:path w="0" h="3308565">
                  <a:moveTo>
                    <a:pt x="0" y="330856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1653111" y="3596003"/>
              <a:ext cx="16596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-10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717759" y="3007069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754426" y="241813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754426" y="182920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689778" y="1240270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839319" y="363303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39319" y="30441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39319" y="245516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39319" y="186623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39319" y="127730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864624" y="4195787"/>
              <a:ext cx="4152190" cy="0"/>
            </a:xfrm>
            <a:custGeom>
              <a:avLst/>
              <a:pathLst>
                <a:path w="4152190" h="0">
                  <a:moveTo>
                    <a:pt x="0" y="0"/>
                  </a:moveTo>
                  <a:lnTo>
                    <a:pt x="415219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50150" y="4195787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362879" y="4195787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175608" y="4195787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988337" y="4195787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801066" y="4195787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2499492" y="4241337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30555" y="4241337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43284" y="4241337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23689" y="4241337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736418" y="4241337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40201" y="4361831"/>
              <a:ext cx="60103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PC1 (52%)</a:t>
              </a:r>
            </a:p>
          </p:txBody>
        </p:sp>
        <p:sp>
          <p:nvSpPr>
            <p:cNvPr id="48" name="tx48"/>
            <p:cNvSpPr/>
            <p:nvPr/>
          </p:nvSpPr>
          <p:spPr>
            <a:xfrm rot="-5400000">
              <a:off x="1207365" y="2499854"/>
              <a:ext cx="71003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PC2 (45.2%)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3017128" y="1944038"/>
              <a:ext cx="1016743" cy="533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067738" y="1994648"/>
              <a:ext cx="144000" cy="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82263" y="2009173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2138" y="2066648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4DBBD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067738" y="2138648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082263" y="2153173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2138" y="2210648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E64B3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067738" y="2282648"/>
              <a:ext cx="144000" cy="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82263" y="2297173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082138" y="2354648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99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3262349" y="2034233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262349" y="2178233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262349" y="2322233"/>
              <a:ext cx="72091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Seed Metabolite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9</cp:revision>
  <dcterms:created xsi:type="dcterms:W3CDTF">2015-07-14T21:05:00Z</dcterms:created>
  <dcterms:modified xsi:type="dcterms:W3CDTF">2026-10-14T10:39:56Z</dcterms:modified>
</cp:coreProperties>
</file>