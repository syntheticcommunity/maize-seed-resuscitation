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605882" y="1495425"/>
            <a:ext cx="5486400" cy="4572000"/>
            <a:chOff x="2605882" y="1495425"/>
            <a:chExt cx="5486400" cy="4572000"/>
          </a:xfrm>
        </p:grpSpPr>
        <p:sp>
          <p:nvSpPr>
            <p:cNvPr id="3" name="rc3"/>
            <p:cNvSpPr/>
            <p:nvPr/>
          </p:nvSpPr>
          <p:spPr>
            <a:xfrm>
              <a:off x="2605881" y="1495425"/>
              <a:ext cx="54864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605881" y="1495425"/>
              <a:ext cx="5486400" cy="4572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47181" y="1558925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847181" y="2126098"/>
              <a:ext cx="599449" cy="567173"/>
            </a:xfrm>
            <a:prstGeom prst="rect">
              <a:avLst/>
            </a:prstGeom>
            <a:solidFill>
              <a:srgbClr val="41A84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847181" y="2693271"/>
              <a:ext cx="599449" cy="567173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847181" y="3260444"/>
              <a:ext cx="599449" cy="567173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847181" y="3827617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847181" y="4394790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847181" y="4961963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446631" y="1558925"/>
              <a:ext cx="599449" cy="567173"/>
            </a:xfrm>
            <a:prstGeom prst="rect">
              <a:avLst/>
            </a:prstGeom>
            <a:solidFill>
              <a:srgbClr val="41A84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446631" y="2126098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446631" y="2693271"/>
              <a:ext cx="599449" cy="567173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446631" y="3260444"/>
              <a:ext cx="599449" cy="567173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446631" y="3827617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446631" y="4394790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446631" y="4961963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4046080" y="1558925"/>
              <a:ext cx="599449" cy="567173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4046080" y="2126098"/>
              <a:ext cx="599449" cy="567173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046080" y="2693271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046080" y="3260444"/>
              <a:ext cx="599449" cy="567173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046080" y="3827617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46080" y="4394790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046080" y="4961963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645530" y="1558925"/>
              <a:ext cx="599449" cy="567173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645530" y="2126098"/>
              <a:ext cx="599449" cy="567173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645530" y="2693271"/>
              <a:ext cx="599449" cy="567173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645530" y="3260444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45530" y="3827617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645530" y="4394790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4645530" y="4961963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244979" y="1558925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244979" y="2126098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244979" y="2693271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244979" y="3260444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5244979" y="3827617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5244979" y="4394790"/>
              <a:ext cx="599449" cy="567173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5244979" y="4961963"/>
              <a:ext cx="599449" cy="567173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5844429" y="1558925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5844429" y="2126098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5844429" y="2693271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5844429" y="3260444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844429" y="3827617"/>
              <a:ext cx="599449" cy="567173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844429" y="4394790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5844429" y="4961963"/>
              <a:ext cx="599449" cy="567173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443878" y="1558925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443878" y="2126098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443878" y="2693271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443878" y="3260444"/>
              <a:ext cx="599449" cy="567173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443878" y="3827617"/>
              <a:ext cx="599449" cy="567173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443878" y="4394790"/>
              <a:ext cx="599449" cy="567173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443878" y="4961963"/>
              <a:ext cx="599449" cy="567173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055969" y="1819377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076177" y="2386550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98.1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076177" y="295372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076177" y="3520896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675627" y="1819377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655418" y="2386550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675627" y="295372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675627" y="3520896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75076" y="1819377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80.6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75076" y="2386550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254868" y="2953723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275076" y="3520896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874526" y="1819377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80.5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874526" y="2386550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80.4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874526" y="2953723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854317" y="3520896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453767" y="4088069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5473975" y="465524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473975" y="5222415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99.1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073425" y="4088069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6053217" y="4655242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073425" y="5222415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672874" y="4088069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99.1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672874" y="4655242"/>
              <a:ext cx="141457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98.0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652666" y="5222415"/>
              <a:ext cx="181874" cy="46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00" i="0" b="0">
                  <a:solidFill>
                    <a:srgbClr val="333333">
                      <a:alpha val="100000"/>
                    </a:srgbClr>
                  </a:solidFill>
                  <a:latin typeface="DejaVu Sans"/>
                  <a:cs typeface="DejaVu Sans"/>
                </a:rPr>
                <a:t>100.0</a:t>
              </a:r>
            </a:p>
          </p:txBody>
        </p:sp>
        <p:sp>
          <p:nvSpPr>
            <p:cNvPr id="79" name="tx79"/>
            <p:cNvSpPr/>
            <p:nvPr/>
          </p:nvSpPr>
          <p:spPr>
            <a:xfrm rot="-2700000">
              <a:off x="2824539" y="5700765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</a:t>
              </a:r>
            </a:p>
          </p:txBody>
        </p:sp>
        <p:sp>
          <p:nvSpPr>
            <p:cNvPr id="80" name="tx80"/>
            <p:cNvSpPr/>
            <p:nvPr/>
          </p:nvSpPr>
          <p:spPr>
            <a:xfrm rot="-2700000">
              <a:off x="3412983" y="5705323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</a:t>
              </a:r>
            </a:p>
          </p:txBody>
        </p:sp>
        <p:sp>
          <p:nvSpPr>
            <p:cNvPr id="81" name="tx81"/>
            <p:cNvSpPr/>
            <p:nvPr/>
          </p:nvSpPr>
          <p:spPr>
            <a:xfrm rot="-2700000">
              <a:off x="4023438" y="5700765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D018P05</a:t>
              </a:r>
            </a:p>
          </p:txBody>
        </p:sp>
        <p:sp>
          <p:nvSpPr>
            <p:cNvPr id="82" name="tx82"/>
            <p:cNvSpPr/>
            <p:nvPr/>
          </p:nvSpPr>
          <p:spPr>
            <a:xfrm rot="-2700000">
              <a:off x="4611882" y="5705323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</a:t>
              </a:r>
            </a:p>
          </p:txBody>
        </p:sp>
        <p:sp>
          <p:nvSpPr>
            <p:cNvPr id="83" name="tx83"/>
            <p:cNvSpPr/>
            <p:nvPr/>
          </p:nvSpPr>
          <p:spPr>
            <a:xfrm rot="-2700000">
              <a:off x="5222337" y="5700765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</a:t>
              </a:r>
            </a:p>
          </p:txBody>
        </p:sp>
        <p:sp>
          <p:nvSpPr>
            <p:cNvPr id="84" name="tx84"/>
            <p:cNvSpPr/>
            <p:nvPr/>
          </p:nvSpPr>
          <p:spPr>
            <a:xfrm rot="-2700000">
              <a:off x="5821786" y="5700765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</a:t>
              </a:r>
            </a:p>
          </p:txBody>
        </p:sp>
        <p:sp>
          <p:nvSpPr>
            <p:cNvPr id="85" name="tx85"/>
            <p:cNvSpPr/>
            <p:nvPr/>
          </p:nvSpPr>
          <p:spPr>
            <a:xfrm rot="-2700000">
              <a:off x="6421236" y="5700765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081428" y="1810096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081428" y="2377269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7081428" y="2944442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D018P05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081428" y="3511615"/>
              <a:ext cx="41742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081428" y="4078788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081428" y="4645961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7081428" y="5213134"/>
              <a:ext cx="404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2682081" y="1558925"/>
              <a:ext cx="127000" cy="567173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682081" y="2126098"/>
              <a:ext cx="127000" cy="567173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682081" y="2693271"/>
              <a:ext cx="127000" cy="567173"/>
            </a:xfrm>
            <a:prstGeom prst="rect">
              <a:avLst/>
            </a:prstGeom>
            <a:solidFill>
              <a:srgbClr val="287D8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682081" y="3260444"/>
              <a:ext cx="127000" cy="567173"/>
            </a:xfrm>
            <a:prstGeom prst="rect">
              <a:avLst/>
            </a:prstGeom>
            <a:solidFill>
              <a:srgbClr val="287D8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682081" y="3827617"/>
              <a:ext cx="127000" cy="567173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682081" y="4394790"/>
              <a:ext cx="127000" cy="567173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682081" y="4961963"/>
              <a:ext cx="127000" cy="567173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 rot="-2700000">
              <a:off x="2309724" y="5747774"/>
              <a:ext cx="54900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Species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7587752" y="3444875"/>
              <a:ext cx="127000" cy="1904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7587752" y="3425825"/>
              <a:ext cx="127000" cy="19050"/>
            </a:xfrm>
            <a:prstGeom prst="rect">
              <a:avLst/>
            </a:prstGeom>
            <a:solidFill>
              <a:srgbClr val="D8352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587752" y="3406775"/>
              <a:ext cx="127000" cy="19050"/>
            </a:xfrm>
            <a:prstGeom prst="rect">
              <a:avLst/>
            </a:prstGeom>
            <a:solidFill>
              <a:srgbClr val="DA3A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587752" y="3387725"/>
              <a:ext cx="127000" cy="19050"/>
            </a:xfrm>
            <a:prstGeom prst="rect">
              <a:avLst/>
            </a:prstGeom>
            <a:solidFill>
              <a:srgbClr val="DB3F2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587752" y="3368675"/>
              <a:ext cx="127000" cy="19050"/>
            </a:xfrm>
            <a:prstGeom prst="rect">
              <a:avLst/>
            </a:prstGeom>
            <a:solidFill>
              <a:srgbClr val="DD44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587752" y="3349625"/>
              <a:ext cx="127000" cy="19050"/>
            </a:xfrm>
            <a:prstGeom prst="rect">
              <a:avLst/>
            </a:prstGeom>
            <a:solidFill>
              <a:srgbClr val="DE493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587752" y="3330575"/>
              <a:ext cx="127000" cy="19049"/>
            </a:xfrm>
            <a:prstGeom prst="rect">
              <a:avLst/>
            </a:prstGeom>
            <a:solidFill>
              <a:srgbClr val="E04E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587752" y="3311525"/>
              <a:ext cx="127000" cy="19050"/>
            </a:xfrm>
            <a:prstGeom prst="rect">
              <a:avLst/>
            </a:prstGeom>
            <a:solidFill>
              <a:srgbClr val="E1533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587752" y="3292475"/>
              <a:ext cx="127000" cy="19050"/>
            </a:xfrm>
            <a:prstGeom prst="rect">
              <a:avLst/>
            </a:prstGeom>
            <a:solidFill>
              <a:srgbClr val="E358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7587752" y="3273425"/>
              <a:ext cx="127000" cy="19049"/>
            </a:xfrm>
            <a:prstGeom prst="rect">
              <a:avLst/>
            </a:prstGeom>
            <a:solidFill>
              <a:srgbClr val="E45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7587752" y="3254375"/>
              <a:ext cx="127000" cy="19050"/>
            </a:xfrm>
            <a:prstGeom prst="rect">
              <a:avLst/>
            </a:prstGeom>
            <a:solidFill>
              <a:srgbClr val="E662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7587752" y="3235325"/>
              <a:ext cx="127000" cy="19049"/>
            </a:xfrm>
            <a:prstGeom prst="rect">
              <a:avLst/>
            </a:prstGeom>
            <a:solidFill>
              <a:srgbClr val="E7684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7587752" y="3216275"/>
              <a:ext cx="127000" cy="19049"/>
            </a:xfrm>
            <a:prstGeom prst="rect">
              <a:avLst/>
            </a:prstGeom>
            <a:solidFill>
              <a:srgbClr val="E96D4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7587752" y="3197225"/>
              <a:ext cx="127000" cy="19050"/>
            </a:xfrm>
            <a:prstGeom prst="rect">
              <a:avLst/>
            </a:prstGeom>
            <a:solidFill>
              <a:srgbClr val="EA72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7587752" y="3178175"/>
              <a:ext cx="127000" cy="19050"/>
            </a:xfrm>
            <a:prstGeom prst="rect">
              <a:avLst/>
            </a:prstGeom>
            <a:solidFill>
              <a:srgbClr val="EC77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7587752" y="3159125"/>
              <a:ext cx="127000" cy="19049"/>
            </a:xfrm>
            <a:prstGeom prst="rect">
              <a:avLst/>
            </a:prstGeom>
            <a:solidFill>
              <a:srgbClr val="EE7C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7587752" y="3140075"/>
              <a:ext cx="127000" cy="19050"/>
            </a:xfrm>
            <a:prstGeom prst="rect">
              <a:avLst/>
            </a:prstGeom>
            <a:solidFill>
              <a:srgbClr val="EF81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7587752" y="3121025"/>
              <a:ext cx="127000" cy="19050"/>
            </a:xfrm>
            <a:prstGeom prst="rect">
              <a:avLst/>
            </a:prstGeom>
            <a:solidFill>
              <a:srgbClr val="F186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7587752" y="3101975"/>
              <a:ext cx="127000" cy="19049"/>
            </a:xfrm>
            <a:prstGeom prst="rect">
              <a:avLst/>
            </a:prstGeom>
            <a:solidFill>
              <a:srgbClr val="F28B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587752" y="3082925"/>
              <a:ext cx="127000" cy="19050"/>
            </a:xfrm>
            <a:prstGeom prst="rect">
              <a:avLst/>
            </a:prstGeom>
            <a:solidFill>
              <a:srgbClr val="F4905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7587752" y="3063875"/>
              <a:ext cx="127000" cy="19050"/>
            </a:xfrm>
            <a:prstGeom prst="rect">
              <a:avLst/>
            </a:prstGeom>
            <a:solidFill>
              <a:srgbClr val="F595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7587752" y="3044825"/>
              <a:ext cx="127000" cy="19049"/>
            </a:xfrm>
            <a:prstGeom prst="rect">
              <a:avLst/>
            </a:prstGeom>
            <a:solidFill>
              <a:srgbClr val="F79A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7587752" y="3025775"/>
              <a:ext cx="127000" cy="19050"/>
            </a:xfrm>
            <a:prstGeom prst="rect">
              <a:avLst/>
            </a:prstGeom>
            <a:solidFill>
              <a:srgbClr val="F8A0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7587752" y="3006725"/>
              <a:ext cx="127000" cy="19050"/>
            </a:xfrm>
            <a:prstGeom prst="rect">
              <a:avLst/>
            </a:prstGeom>
            <a:solidFill>
              <a:srgbClr val="FAA5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7587752" y="2987675"/>
              <a:ext cx="127000" cy="19049"/>
            </a:xfrm>
            <a:prstGeom prst="rect">
              <a:avLst/>
            </a:prstGeom>
            <a:solidFill>
              <a:srgbClr val="FBAA5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7587752" y="2968625"/>
              <a:ext cx="127000" cy="19050"/>
            </a:xfrm>
            <a:prstGeom prst="rect">
              <a:avLst/>
            </a:prstGeom>
            <a:solidFill>
              <a:srgbClr val="FDAE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7587752" y="2949575"/>
              <a:ext cx="127000" cy="19050"/>
            </a:xfrm>
            <a:prstGeom prst="rect">
              <a:avLst/>
            </a:prstGeom>
            <a:solidFill>
              <a:srgbClr val="FDB26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7587752" y="2930525"/>
              <a:ext cx="127000" cy="19049"/>
            </a:xfrm>
            <a:prstGeom prst="rect">
              <a:avLst/>
            </a:prstGeom>
            <a:solidFill>
              <a:srgbClr val="FDB56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7587752" y="2911475"/>
              <a:ext cx="127000" cy="19050"/>
            </a:xfrm>
            <a:prstGeom prst="rect">
              <a:avLst/>
            </a:prstGeom>
            <a:solidFill>
              <a:srgbClr val="FDB8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7587752" y="2892425"/>
              <a:ext cx="127000" cy="19050"/>
            </a:xfrm>
            <a:prstGeom prst="rect">
              <a:avLst/>
            </a:prstGeom>
            <a:solidFill>
              <a:srgbClr val="FDBB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7587752" y="2873375"/>
              <a:ext cx="127000" cy="19049"/>
            </a:xfrm>
            <a:prstGeom prst="rect">
              <a:avLst/>
            </a:prstGeom>
            <a:solidFill>
              <a:srgbClr val="FDB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7587752" y="2854325"/>
              <a:ext cx="127000" cy="19050"/>
            </a:xfrm>
            <a:prstGeom prst="rect">
              <a:avLst/>
            </a:prstGeom>
            <a:solidFill>
              <a:srgbClr val="FDC2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7587752" y="2835275"/>
              <a:ext cx="127000" cy="19050"/>
            </a:xfrm>
            <a:prstGeom prst="rect">
              <a:avLst/>
            </a:prstGeom>
            <a:solidFill>
              <a:srgbClr val="FDC5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7587752" y="2816225"/>
              <a:ext cx="127000" cy="19049"/>
            </a:xfrm>
            <a:prstGeom prst="rect">
              <a:avLst/>
            </a:prstGeom>
            <a:solidFill>
              <a:srgbClr val="FDC98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7587752" y="2797175"/>
              <a:ext cx="127000" cy="19050"/>
            </a:xfrm>
            <a:prstGeom prst="rect">
              <a:avLst/>
            </a:prstGeom>
            <a:solidFill>
              <a:srgbClr val="FDCC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7587752" y="2778125"/>
              <a:ext cx="127000" cy="19050"/>
            </a:xfrm>
            <a:prstGeom prst="rect">
              <a:avLst/>
            </a:prstGeom>
            <a:solidFill>
              <a:srgbClr val="FDCF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587752" y="2759075"/>
              <a:ext cx="127000" cy="19049"/>
            </a:xfrm>
            <a:prstGeom prst="rect">
              <a:avLst/>
            </a:prstGeom>
            <a:solidFill>
              <a:srgbClr val="FDD2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587752" y="2740025"/>
              <a:ext cx="127000" cy="19050"/>
            </a:xfrm>
            <a:prstGeom prst="rect">
              <a:avLst/>
            </a:prstGeom>
            <a:solidFill>
              <a:srgbClr val="FDD6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587752" y="2720975"/>
              <a:ext cx="127000" cy="19050"/>
            </a:xfrm>
            <a:prstGeom prst="rect">
              <a:avLst/>
            </a:prstGeom>
            <a:solidFill>
              <a:srgbClr val="FED9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587752" y="2701925"/>
              <a:ext cx="127000" cy="19049"/>
            </a:xfrm>
            <a:prstGeom prst="rect">
              <a:avLst/>
            </a:prstGeom>
            <a:solidFill>
              <a:srgbClr val="FEDC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587752" y="2682875"/>
              <a:ext cx="127000" cy="19050"/>
            </a:xfrm>
            <a:prstGeom prst="rect">
              <a:avLst/>
            </a:prstGeom>
            <a:solidFill>
              <a:srgbClr val="FEDF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587752" y="2663825"/>
              <a:ext cx="127000" cy="19050"/>
            </a:xfrm>
            <a:prstGeom prst="rect">
              <a:avLst/>
            </a:prstGeom>
            <a:solidFill>
              <a:srgbClr val="FEE3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587752" y="2644775"/>
              <a:ext cx="127000" cy="19049"/>
            </a:xfrm>
            <a:prstGeom prst="rect">
              <a:avLst/>
            </a:prstGeom>
            <a:solidFill>
              <a:srgbClr val="FEE6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587752" y="2625725"/>
              <a:ext cx="127000" cy="19050"/>
            </a:xfrm>
            <a:prstGeom prst="rect">
              <a:avLst/>
            </a:prstGeom>
            <a:solidFill>
              <a:srgbClr val="FEE9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7587752" y="2606675"/>
              <a:ext cx="127000" cy="19050"/>
            </a:xfrm>
            <a:prstGeom prst="rect">
              <a:avLst/>
            </a:prstGeom>
            <a:solidFill>
              <a:srgbClr val="FEEDA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7587752" y="2587625"/>
              <a:ext cx="127000" cy="19049"/>
            </a:xfrm>
            <a:prstGeom prst="rect">
              <a:avLst/>
            </a:prstGeom>
            <a:solidFill>
              <a:srgbClr val="FEF0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7587752" y="2568575"/>
              <a:ext cx="127000" cy="19050"/>
            </a:xfrm>
            <a:prstGeom prst="rect">
              <a:avLst/>
            </a:prstGeom>
            <a:solidFill>
              <a:srgbClr val="FEF3B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7587752" y="2549525"/>
              <a:ext cx="127000" cy="19050"/>
            </a:xfrm>
            <a:prstGeom prst="rect">
              <a:avLst/>
            </a:prstGeom>
            <a:solidFill>
              <a:srgbClr val="FEF6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7587752" y="2530475"/>
              <a:ext cx="127000" cy="19049"/>
            </a:xfrm>
            <a:prstGeom prst="rect">
              <a:avLst/>
            </a:prstGeom>
            <a:solidFill>
              <a:srgbClr val="FEFAB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587752" y="2511425"/>
              <a:ext cx="127000" cy="19050"/>
            </a:xfrm>
            <a:prstGeom prst="rect">
              <a:avLst/>
            </a:prstGeom>
            <a:solidFill>
              <a:srgbClr val="FEF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587752" y="2492375"/>
              <a:ext cx="127000" cy="19050"/>
            </a:xfrm>
            <a:prstGeom prst="rect">
              <a:avLst/>
            </a:prstGeom>
            <a:solidFill>
              <a:srgbClr val="FD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7587752" y="2473325"/>
              <a:ext cx="127000" cy="19049"/>
            </a:xfrm>
            <a:prstGeom prst="rect">
              <a:avLst/>
            </a:prstGeom>
            <a:solidFill>
              <a:srgbClr val="F9FCB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587752" y="2454275"/>
              <a:ext cx="127000" cy="19050"/>
            </a:xfrm>
            <a:prstGeom prst="rect">
              <a:avLst/>
            </a:prstGeom>
            <a:solidFill>
              <a:srgbClr val="F6FB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7587752" y="2435225"/>
              <a:ext cx="127000" cy="19050"/>
            </a:xfrm>
            <a:prstGeom prst="rect">
              <a:avLst/>
            </a:prstGeom>
            <a:solidFill>
              <a:srgbClr val="F2F9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587752" y="2416175"/>
              <a:ext cx="127000" cy="19049"/>
            </a:xfrm>
            <a:prstGeom prst="rect">
              <a:avLst/>
            </a:prstGeom>
            <a:solidFill>
              <a:srgbClr val="EEF8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587752" y="2397125"/>
              <a:ext cx="127000" cy="19049"/>
            </a:xfrm>
            <a:prstGeom prst="rect">
              <a:avLst/>
            </a:prstGeom>
            <a:solidFill>
              <a:srgbClr val="EBF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587752" y="2378075"/>
              <a:ext cx="127000" cy="19050"/>
            </a:xfrm>
            <a:prstGeom prst="rect">
              <a:avLst/>
            </a:prstGeom>
            <a:solidFill>
              <a:srgbClr val="E7F5A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587752" y="2359025"/>
              <a:ext cx="127000" cy="19049"/>
            </a:xfrm>
            <a:prstGeom prst="rect">
              <a:avLst/>
            </a:prstGeom>
            <a:solidFill>
              <a:srgbClr val="E4F3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7587752" y="2339975"/>
              <a:ext cx="127000" cy="19050"/>
            </a:xfrm>
            <a:prstGeom prst="rect">
              <a:avLst/>
            </a:prstGeom>
            <a:solidFill>
              <a:srgbClr val="E0F1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587752" y="2320925"/>
              <a:ext cx="127000" cy="19050"/>
            </a:xfrm>
            <a:prstGeom prst="rect">
              <a:avLst/>
            </a:prstGeom>
            <a:solidFill>
              <a:srgbClr val="DCF0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587752" y="2301875"/>
              <a:ext cx="127000" cy="19049"/>
            </a:xfrm>
            <a:prstGeom prst="rect">
              <a:avLst/>
            </a:prstGeom>
            <a:solidFill>
              <a:srgbClr val="D9EE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587752" y="2282825"/>
              <a:ext cx="127000" cy="19049"/>
            </a:xfrm>
            <a:prstGeom prst="rect">
              <a:avLst/>
            </a:prstGeom>
            <a:solidFill>
              <a:srgbClr val="D5ED9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7587752" y="2263775"/>
              <a:ext cx="127000" cy="19050"/>
            </a:xfrm>
            <a:prstGeom prst="rect">
              <a:avLst/>
            </a:prstGeom>
            <a:solidFill>
              <a:srgbClr val="D2EB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7587752" y="2244725"/>
              <a:ext cx="127000" cy="19049"/>
            </a:xfrm>
            <a:prstGeom prst="rect">
              <a:avLst/>
            </a:prstGeom>
            <a:solidFill>
              <a:srgbClr val="CEEA9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7587752" y="2225675"/>
              <a:ext cx="127000" cy="19049"/>
            </a:xfrm>
            <a:prstGeom prst="rect">
              <a:avLst/>
            </a:prstGeom>
            <a:solidFill>
              <a:srgbClr val="CAE8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587752" y="2206625"/>
              <a:ext cx="127000" cy="19050"/>
            </a:xfrm>
            <a:prstGeom prst="rect">
              <a:avLst/>
            </a:prstGeom>
            <a:solidFill>
              <a:srgbClr val="C7E7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587752" y="2187575"/>
              <a:ext cx="127000" cy="19049"/>
            </a:xfrm>
            <a:prstGeom prst="rect">
              <a:avLst/>
            </a:prstGeom>
            <a:solidFill>
              <a:srgbClr val="C3E58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587752" y="2168525"/>
              <a:ext cx="127000" cy="19049"/>
            </a:xfrm>
            <a:prstGeom prst="rect">
              <a:avLst/>
            </a:prstGeom>
            <a:solidFill>
              <a:srgbClr val="C0E4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587752" y="2149475"/>
              <a:ext cx="127000" cy="19050"/>
            </a:xfrm>
            <a:prstGeom prst="rect">
              <a:avLst/>
            </a:prstGeom>
            <a:solidFill>
              <a:srgbClr val="BCE2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587752" y="2130425"/>
              <a:ext cx="127000" cy="19049"/>
            </a:xfrm>
            <a:prstGeom prst="rect">
              <a:avLst/>
            </a:prstGeom>
            <a:solidFill>
              <a:srgbClr val="B8E1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587752" y="2111375"/>
              <a:ext cx="127000" cy="19050"/>
            </a:xfrm>
            <a:prstGeom prst="rect">
              <a:avLst/>
            </a:prstGeom>
            <a:solidFill>
              <a:srgbClr val="B5DF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587752" y="2092325"/>
              <a:ext cx="127000" cy="19050"/>
            </a:xfrm>
            <a:prstGeom prst="rect">
              <a:avLst/>
            </a:prstGeom>
            <a:solidFill>
              <a:srgbClr val="B1DD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587752" y="2073275"/>
              <a:ext cx="127000" cy="19049"/>
            </a:xfrm>
            <a:prstGeom prst="rect">
              <a:avLst/>
            </a:prstGeom>
            <a:solidFill>
              <a:srgbClr val="AEDC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587752" y="2054225"/>
              <a:ext cx="127000" cy="19049"/>
            </a:xfrm>
            <a:prstGeom prst="rect">
              <a:avLst/>
            </a:prstGeom>
            <a:solidFill>
              <a:srgbClr val="AADA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587752" y="2035175"/>
              <a:ext cx="127000" cy="19050"/>
            </a:xfrm>
            <a:prstGeom prst="rect">
              <a:avLst/>
            </a:prstGeom>
            <a:solidFill>
              <a:srgbClr val="A6D9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587752" y="2016125"/>
              <a:ext cx="127000" cy="19049"/>
            </a:xfrm>
            <a:prstGeom prst="rect">
              <a:avLst/>
            </a:prstGeom>
            <a:solidFill>
              <a:srgbClr val="A1D6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587752" y="1997075"/>
              <a:ext cx="127000" cy="19049"/>
            </a:xfrm>
            <a:prstGeom prst="rect">
              <a:avLst/>
            </a:prstGeom>
            <a:solidFill>
              <a:srgbClr val="9CD4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587752" y="1978025"/>
              <a:ext cx="127000" cy="19050"/>
            </a:xfrm>
            <a:prstGeom prst="rect">
              <a:avLst/>
            </a:prstGeom>
            <a:solidFill>
              <a:srgbClr val="96D16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587752" y="1958975"/>
              <a:ext cx="127000" cy="19049"/>
            </a:xfrm>
            <a:prstGeom prst="rect">
              <a:avLst/>
            </a:prstGeom>
            <a:solidFill>
              <a:srgbClr val="90CE6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587752" y="1939925"/>
              <a:ext cx="127000" cy="19049"/>
            </a:xfrm>
            <a:prstGeom prst="rect">
              <a:avLst/>
            </a:prstGeom>
            <a:solidFill>
              <a:srgbClr val="8BCC6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587752" y="1920875"/>
              <a:ext cx="127000" cy="19050"/>
            </a:xfrm>
            <a:prstGeom prst="rect">
              <a:avLst/>
            </a:prstGeom>
            <a:solidFill>
              <a:srgbClr val="85C9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587752" y="1901825"/>
              <a:ext cx="127000" cy="19049"/>
            </a:xfrm>
            <a:prstGeom prst="rect">
              <a:avLst/>
            </a:prstGeom>
            <a:solidFill>
              <a:srgbClr val="7FC65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587752" y="1882775"/>
              <a:ext cx="127000" cy="19050"/>
            </a:xfrm>
            <a:prstGeom prst="rect">
              <a:avLst/>
            </a:prstGeom>
            <a:solidFill>
              <a:srgbClr val="7AC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587752" y="1863725"/>
              <a:ext cx="127000" cy="19050"/>
            </a:xfrm>
            <a:prstGeom prst="rect">
              <a:avLst/>
            </a:prstGeom>
            <a:solidFill>
              <a:srgbClr val="74C15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587752" y="1844675"/>
              <a:ext cx="127000" cy="19049"/>
            </a:xfrm>
            <a:prstGeom prst="rect">
              <a:avLst/>
            </a:prstGeom>
            <a:solidFill>
              <a:srgbClr val="6EBE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587752" y="1825625"/>
              <a:ext cx="127000" cy="19049"/>
            </a:xfrm>
            <a:prstGeom prst="rect">
              <a:avLst/>
            </a:prstGeom>
            <a:solidFill>
              <a:srgbClr val="69BB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587752" y="1806575"/>
              <a:ext cx="127000" cy="19050"/>
            </a:xfrm>
            <a:prstGeom prst="rect">
              <a:avLst/>
            </a:prstGeom>
            <a:solidFill>
              <a:srgbClr val="63B95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587752" y="1787525"/>
              <a:ext cx="127000" cy="19049"/>
            </a:xfrm>
            <a:prstGeom prst="rect">
              <a:avLst/>
            </a:prstGeom>
            <a:solidFill>
              <a:srgbClr val="5DB6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587752" y="1768475"/>
              <a:ext cx="127000" cy="19049"/>
            </a:xfrm>
            <a:prstGeom prst="rect">
              <a:avLst/>
            </a:prstGeom>
            <a:solidFill>
              <a:srgbClr val="58B35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587752" y="1749425"/>
              <a:ext cx="127000" cy="19050"/>
            </a:xfrm>
            <a:prstGeom prst="rect">
              <a:avLst/>
            </a:prstGeom>
            <a:solidFill>
              <a:srgbClr val="52B1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587752" y="1730375"/>
              <a:ext cx="127000" cy="19049"/>
            </a:xfrm>
            <a:prstGeom prst="rect">
              <a:avLst/>
            </a:prstGeom>
            <a:solidFill>
              <a:srgbClr val="4CAE4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587752" y="1711325"/>
              <a:ext cx="127000" cy="19049"/>
            </a:xfrm>
            <a:prstGeom prst="rect">
              <a:avLst/>
            </a:prstGeom>
            <a:solidFill>
              <a:srgbClr val="47AB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587752" y="1692275"/>
              <a:ext cx="127000" cy="19050"/>
            </a:xfrm>
            <a:prstGeom prst="rect">
              <a:avLst/>
            </a:prstGeom>
            <a:solidFill>
              <a:srgbClr val="41A8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587752" y="1673225"/>
              <a:ext cx="127000" cy="19049"/>
            </a:xfrm>
            <a:prstGeom prst="rect">
              <a:avLst/>
            </a:prstGeom>
            <a:solidFill>
              <a:srgbClr val="3BA6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587752" y="1654175"/>
              <a:ext cx="127000" cy="19050"/>
            </a:xfrm>
            <a:prstGeom prst="rect">
              <a:avLst/>
            </a:prstGeom>
            <a:solidFill>
              <a:srgbClr val="36A34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587752" y="1635125"/>
              <a:ext cx="127000" cy="19050"/>
            </a:xfrm>
            <a:prstGeom prst="rect">
              <a:avLst/>
            </a:prstGeom>
            <a:solidFill>
              <a:srgbClr val="30A0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587752" y="1616075"/>
              <a:ext cx="127000" cy="19049"/>
            </a:xfrm>
            <a:prstGeom prst="rect">
              <a:avLst/>
            </a:prstGeom>
            <a:solidFill>
              <a:srgbClr val="2A9E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587752" y="1597025"/>
              <a:ext cx="127000" cy="19049"/>
            </a:xfrm>
            <a:prstGeom prst="rect">
              <a:avLst/>
            </a:prstGeom>
            <a:solidFill>
              <a:srgbClr val="259B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7587752" y="1577975"/>
              <a:ext cx="127000" cy="19050"/>
            </a:xfrm>
            <a:prstGeom prst="rect">
              <a:avLst/>
            </a:prstGeom>
            <a:solidFill>
              <a:srgbClr val="1F98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7587752" y="1558925"/>
              <a:ext cx="127000" cy="19049"/>
            </a:xfrm>
            <a:prstGeom prst="rect">
              <a:avLst/>
            </a:prstGeom>
            <a:solidFill>
              <a:srgbClr val="1A964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tx201"/>
            <p:cNvSpPr/>
            <p:nvPr/>
          </p:nvSpPr>
          <p:spPr>
            <a:xfrm>
              <a:off x="7765552" y="341761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7765552" y="303661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7765552" y="265561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85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7765552" y="227461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7765552" y="189361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95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7765552" y="151261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2026-10-14T10:39:04Z</dcterms:modified>
</cp:coreProperties>
</file>