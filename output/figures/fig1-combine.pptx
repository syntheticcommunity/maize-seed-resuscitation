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79681" y="1691481"/>
              <a:ext cx="2632236" cy="243839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h5"/>
            <p:cNvSpPr/>
            <p:nvPr/>
          </p:nvSpPr>
          <p:spPr>
            <a:xfrm>
              <a:off x="1218367" y="588470"/>
              <a:ext cx="2971800" cy="2064270"/>
            </a:xfrm>
            <a:custGeom>
              <a:avLst/>
              <a:pathLst>
                <a:path w="2971800" h="2064270">
                  <a:moveTo>
                    <a:pt x="2971800" y="1691481"/>
                  </a:moveTo>
                  <a:lnTo>
                    <a:pt x="2971800" y="1693425"/>
                  </a:lnTo>
                  <a:lnTo>
                    <a:pt x="2954736" y="1703132"/>
                  </a:lnTo>
                  <a:lnTo>
                    <a:pt x="2958149" y="1710899"/>
                  </a:lnTo>
                  <a:lnTo>
                    <a:pt x="2964972" y="1714783"/>
                  </a:lnTo>
                  <a:lnTo>
                    <a:pt x="2954736" y="1728373"/>
                  </a:lnTo>
                  <a:lnTo>
                    <a:pt x="2927427" y="1741964"/>
                  </a:lnTo>
                  <a:lnTo>
                    <a:pt x="2924014" y="1734197"/>
                  </a:lnTo>
                  <a:lnTo>
                    <a:pt x="2900123" y="1747787"/>
                  </a:lnTo>
                  <a:lnTo>
                    <a:pt x="2879645" y="1765261"/>
                  </a:lnTo>
                  <a:lnTo>
                    <a:pt x="2872818" y="1782735"/>
                  </a:lnTo>
                  <a:lnTo>
                    <a:pt x="2842100" y="1784679"/>
                  </a:lnTo>
                  <a:lnTo>
                    <a:pt x="2825032" y="1829335"/>
                  </a:lnTo>
                  <a:lnTo>
                    <a:pt x="2814792" y="1842925"/>
                  </a:lnTo>
                  <a:lnTo>
                    <a:pt x="2814792" y="1852636"/>
                  </a:lnTo>
                  <a:lnTo>
                    <a:pt x="2814792" y="1856520"/>
                  </a:lnTo>
                  <a:lnTo>
                    <a:pt x="2729465" y="1879817"/>
                  </a:lnTo>
                  <a:lnTo>
                    <a:pt x="2736292" y="1891468"/>
                  </a:lnTo>
                  <a:lnTo>
                    <a:pt x="2746529" y="1887585"/>
                  </a:lnTo>
                  <a:lnTo>
                    <a:pt x="2743115" y="1908943"/>
                  </a:lnTo>
                  <a:lnTo>
                    <a:pt x="2763596" y="1926417"/>
                  </a:lnTo>
                  <a:lnTo>
                    <a:pt x="2773837" y="1941951"/>
                  </a:lnTo>
                  <a:lnTo>
                    <a:pt x="2749942" y="1955542"/>
                  </a:lnTo>
                  <a:lnTo>
                    <a:pt x="2753356" y="1963309"/>
                  </a:lnTo>
                  <a:lnTo>
                    <a:pt x="2763596" y="1967188"/>
                  </a:lnTo>
                  <a:lnTo>
                    <a:pt x="2763596" y="1986606"/>
                  </a:lnTo>
                  <a:lnTo>
                    <a:pt x="2756769" y="1988546"/>
                  </a:lnTo>
                  <a:lnTo>
                    <a:pt x="2722638" y="1978839"/>
                  </a:lnTo>
                  <a:lnTo>
                    <a:pt x="2719224" y="1986606"/>
                  </a:lnTo>
                  <a:lnTo>
                    <a:pt x="2712397" y="1986606"/>
                  </a:lnTo>
                  <a:lnTo>
                    <a:pt x="2691920" y="1976900"/>
                  </a:lnTo>
                  <a:lnTo>
                    <a:pt x="2674852" y="1974956"/>
                  </a:lnTo>
                  <a:lnTo>
                    <a:pt x="2668029" y="1969132"/>
                  </a:lnTo>
                  <a:lnTo>
                    <a:pt x="2620243" y="1971072"/>
                  </a:lnTo>
                  <a:lnTo>
                    <a:pt x="2575871" y="1982723"/>
                  </a:lnTo>
                  <a:lnTo>
                    <a:pt x="2572457" y="1996313"/>
                  </a:lnTo>
                  <a:lnTo>
                    <a:pt x="2551980" y="2004081"/>
                  </a:lnTo>
                  <a:lnTo>
                    <a:pt x="2531498" y="2002141"/>
                  </a:lnTo>
                  <a:lnTo>
                    <a:pt x="2497367" y="2017671"/>
                  </a:lnTo>
                  <a:lnTo>
                    <a:pt x="2456408" y="2015731"/>
                  </a:lnTo>
                  <a:lnTo>
                    <a:pt x="2446171" y="2004081"/>
                  </a:lnTo>
                  <a:lnTo>
                    <a:pt x="2429104" y="2002141"/>
                  </a:lnTo>
                  <a:lnTo>
                    <a:pt x="2412040" y="2019615"/>
                  </a:lnTo>
                  <a:lnTo>
                    <a:pt x="2398386" y="2023499"/>
                  </a:lnTo>
                  <a:lnTo>
                    <a:pt x="2350600" y="2015731"/>
                  </a:lnTo>
                  <a:lnTo>
                    <a:pt x="2343773" y="2021555"/>
                  </a:lnTo>
                  <a:lnTo>
                    <a:pt x="2347186" y="2027378"/>
                  </a:lnTo>
                  <a:lnTo>
                    <a:pt x="2343773" y="2025438"/>
                  </a:lnTo>
                  <a:lnTo>
                    <a:pt x="2330122" y="2042913"/>
                  </a:lnTo>
                  <a:lnTo>
                    <a:pt x="2326709" y="2056503"/>
                  </a:lnTo>
                  <a:lnTo>
                    <a:pt x="2299404" y="2058447"/>
                  </a:lnTo>
                  <a:lnTo>
                    <a:pt x="2295991" y="2064270"/>
                  </a:lnTo>
                  <a:lnTo>
                    <a:pt x="2265273" y="2046796"/>
                  </a:lnTo>
                  <a:lnTo>
                    <a:pt x="2258446" y="2023499"/>
                  </a:lnTo>
                  <a:lnTo>
                    <a:pt x="2258446" y="2011848"/>
                  </a:lnTo>
                  <a:lnTo>
                    <a:pt x="2234551" y="2013787"/>
                  </a:lnTo>
                  <a:lnTo>
                    <a:pt x="2210660" y="2006025"/>
                  </a:lnTo>
                  <a:lnTo>
                    <a:pt x="2200419" y="1996313"/>
                  </a:lnTo>
                  <a:lnTo>
                    <a:pt x="2186769" y="1998257"/>
                  </a:lnTo>
                  <a:lnTo>
                    <a:pt x="2176528" y="1988546"/>
                  </a:lnTo>
                  <a:lnTo>
                    <a:pt x="2179942" y="1969132"/>
                  </a:lnTo>
                  <a:lnTo>
                    <a:pt x="2173115" y="1959425"/>
                  </a:lnTo>
                  <a:lnTo>
                    <a:pt x="2159460" y="1957481"/>
                  </a:lnTo>
                  <a:lnTo>
                    <a:pt x="2156051" y="1947774"/>
                  </a:lnTo>
                  <a:lnTo>
                    <a:pt x="2142397" y="1945830"/>
                  </a:lnTo>
                  <a:lnTo>
                    <a:pt x="2135570" y="1949714"/>
                  </a:lnTo>
                  <a:lnTo>
                    <a:pt x="2132156" y="1943891"/>
                  </a:lnTo>
                  <a:lnTo>
                    <a:pt x="2121919" y="1941951"/>
                  </a:lnTo>
                  <a:lnTo>
                    <a:pt x="2121919" y="1936124"/>
                  </a:lnTo>
                  <a:lnTo>
                    <a:pt x="2135570" y="1936124"/>
                  </a:lnTo>
                  <a:lnTo>
                    <a:pt x="2145810" y="1926417"/>
                  </a:lnTo>
                  <a:lnTo>
                    <a:pt x="2135570" y="1920593"/>
                  </a:lnTo>
                  <a:lnTo>
                    <a:pt x="2138983" y="1912826"/>
                  </a:lnTo>
                  <a:lnTo>
                    <a:pt x="2135570" y="1881761"/>
                  </a:lnTo>
                  <a:lnTo>
                    <a:pt x="2115092" y="1872050"/>
                  </a:lnTo>
                  <a:lnTo>
                    <a:pt x="2108265" y="1872050"/>
                  </a:lnTo>
                  <a:lnTo>
                    <a:pt x="2104851" y="1877878"/>
                  </a:lnTo>
                  <a:lnTo>
                    <a:pt x="2094611" y="1875934"/>
                  </a:lnTo>
                  <a:lnTo>
                    <a:pt x="2091197" y="1864283"/>
                  </a:lnTo>
                  <a:lnTo>
                    <a:pt x="2094611" y="1858460"/>
                  </a:lnTo>
                  <a:lnTo>
                    <a:pt x="2080961" y="1840986"/>
                  </a:lnTo>
                  <a:lnTo>
                    <a:pt x="2098024" y="1835162"/>
                  </a:lnTo>
                  <a:lnTo>
                    <a:pt x="2098024" y="1827395"/>
                  </a:lnTo>
                  <a:lnTo>
                    <a:pt x="2094611" y="1823511"/>
                  </a:lnTo>
                  <a:lnTo>
                    <a:pt x="2101438" y="1811860"/>
                  </a:lnTo>
                  <a:lnTo>
                    <a:pt x="2135570" y="1798270"/>
                  </a:lnTo>
                  <a:lnTo>
                    <a:pt x="2132156" y="1790503"/>
                  </a:lnTo>
                  <a:lnTo>
                    <a:pt x="2149224" y="1794386"/>
                  </a:lnTo>
                  <a:lnTo>
                    <a:pt x="2162874" y="1784679"/>
                  </a:lnTo>
                  <a:lnTo>
                    <a:pt x="2169701" y="1800210"/>
                  </a:lnTo>
                  <a:lnTo>
                    <a:pt x="2193596" y="1796330"/>
                  </a:lnTo>
                  <a:lnTo>
                    <a:pt x="2214073" y="1769145"/>
                  </a:lnTo>
                  <a:lnTo>
                    <a:pt x="2241378" y="1769145"/>
                  </a:lnTo>
                  <a:lnTo>
                    <a:pt x="2261859" y="1759438"/>
                  </a:lnTo>
                  <a:lnTo>
                    <a:pt x="2261859" y="1751671"/>
                  </a:lnTo>
                  <a:lnTo>
                    <a:pt x="2340363" y="1722546"/>
                  </a:lnTo>
                  <a:lnTo>
                    <a:pt x="2343773" y="1712839"/>
                  </a:lnTo>
                  <a:lnTo>
                    <a:pt x="2340363" y="1697304"/>
                  </a:lnTo>
                  <a:lnTo>
                    <a:pt x="2343773" y="1687597"/>
                  </a:lnTo>
                  <a:lnTo>
                    <a:pt x="2354013" y="1685658"/>
                  </a:lnTo>
                  <a:lnTo>
                    <a:pt x="2350600" y="1677890"/>
                  </a:lnTo>
                  <a:lnTo>
                    <a:pt x="2364254" y="1672067"/>
                  </a:lnTo>
                  <a:lnTo>
                    <a:pt x="2350600" y="1629352"/>
                  </a:lnTo>
                  <a:lnTo>
                    <a:pt x="2350600" y="1609933"/>
                  </a:lnTo>
                  <a:lnTo>
                    <a:pt x="2333536" y="1600227"/>
                  </a:lnTo>
                  <a:lnTo>
                    <a:pt x="2333536" y="1594399"/>
                  </a:lnTo>
                  <a:lnTo>
                    <a:pt x="2401799" y="1574985"/>
                  </a:lnTo>
                  <a:lnTo>
                    <a:pt x="2415449" y="1582752"/>
                  </a:lnTo>
                  <a:lnTo>
                    <a:pt x="2432517" y="1582752"/>
                  </a:lnTo>
                  <a:lnTo>
                    <a:pt x="2422277" y="1563334"/>
                  </a:lnTo>
                  <a:lnTo>
                    <a:pt x="2452995" y="1493438"/>
                  </a:lnTo>
                  <a:lnTo>
                    <a:pt x="2476889" y="1503145"/>
                  </a:lnTo>
                  <a:lnTo>
                    <a:pt x="2517848" y="1503145"/>
                  </a:lnTo>
                  <a:lnTo>
                    <a:pt x="2524671" y="1508972"/>
                  </a:lnTo>
                  <a:lnTo>
                    <a:pt x="2548566" y="1501205"/>
                  </a:lnTo>
                  <a:lnTo>
                    <a:pt x="2555393" y="1491494"/>
                  </a:lnTo>
                  <a:lnTo>
                    <a:pt x="2548566" y="1454606"/>
                  </a:lnTo>
                  <a:lnTo>
                    <a:pt x="2558807" y="1441015"/>
                  </a:lnTo>
                  <a:lnTo>
                    <a:pt x="2589525" y="1435188"/>
                  </a:lnTo>
                  <a:lnTo>
                    <a:pt x="2599762" y="1423541"/>
                  </a:lnTo>
                  <a:lnTo>
                    <a:pt x="2596348" y="1417713"/>
                  </a:lnTo>
                  <a:lnTo>
                    <a:pt x="2599762" y="1409946"/>
                  </a:lnTo>
                  <a:lnTo>
                    <a:pt x="2637307" y="1408006"/>
                  </a:lnTo>
                  <a:lnTo>
                    <a:pt x="2640720" y="1415774"/>
                  </a:lnTo>
                  <a:lnTo>
                    <a:pt x="2633893" y="1419657"/>
                  </a:lnTo>
                  <a:lnTo>
                    <a:pt x="2647547" y="1427420"/>
                  </a:lnTo>
                  <a:lnTo>
                    <a:pt x="2644134" y="1433248"/>
                  </a:lnTo>
                  <a:lnTo>
                    <a:pt x="2664615" y="1442955"/>
                  </a:lnTo>
                  <a:lnTo>
                    <a:pt x="2671438" y="1452662"/>
                  </a:lnTo>
                  <a:lnTo>
                    <a:pt x="2688506" y="1460429"/>
                  </a:lnTo>
                  <a:lnTo>
                    <a:pt x="2705570" y="1458489"/>
                  </a:lnTo>
                  <a:lnTo>
                    <a:pt x="2712397" y="1466257"/>
                  </a:lnTo>
                  <a:lnTo>
                    <a:pt x="2726051" y="1466257"/>
                  </a:lnTo>
                  <a:lnTo>
                    <a:pt x="2736292" y="1474019"/>
                  </a:lnTo>
                  <a:lnTo>
                    <a:pt x="2743115" y="1493438"/>
                  </a:lnTo>
                  <a:lnTo>
                    <a:pt x="2756769" y="1505089"/>
                  </a:lnTo>
                  <a:lnTo>
                    <a:pt x="2763596" y="1522563"/>
                  </a:lnTo>
                  <a:lnTo>
                    <a:pt x="2756769" y="1534209"/>
                  </a:lnTo>
                  <a:lnTo>
                    <a:pt x="2763596" y="1547804"/>
                  </a:lnTo>
                  <a:lnTo>
                    <a:pt x="2749942" y="1559451"/>
                  </a:lnTo>
                  <a:lnTo>
                    <a:pt x="2749942" y="1569162"/>
                  </a:lnTo>
                  <a:lnTo>
                    <a:pt x="2756769" y="1582752"/>
                  </a:lnTo>
                  <a:lnTo>
                    <a:pt x="2784074" y="1588576"/>
                  </a:lnTo>
                  <a:lnTo>
                    <a:pt x="2859164" y="1594399"/>
                  </a:lnTo>
                  <a:lnTo>
                    <a:pt x="2906950" y="1621584"/>
                  </a:lnTo>
                  <a:lnTo>
                    <a:pt x="2930841" y="1623524"/>
                  </a:lnTo>
                  <a:lnTo>
                    <a:pt x="2930841" y="1635175"/>
                  </a:lnTo>
                  <a:lnTo>
                    <a:pt x="2937668" y="1640998"/>
                  </a:lnTo>
                  <a:lnTo>
                    <a:pt x="2951322" y="1670123"/>
                  </a:lnTo>
                  <a:lnTo>
                    <a:pt x="2968386" y="1683714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h6"/>
            <p:cNvSpPr/>
            <p:nvPr/>
          </p:nvSpPr>
          <p:spPr>
            <a:xfrm>
              <a:off x="542558" y="961259"/>
              <a:ext cx="3753417" cy="2021555"/>
            </a:xfrm>
            <a:custGeom>
              <a:avLst/>
              <a:pathLst>
                <a:path w="3753417" h="2021555">
                  <a:moveTo>
                    <a:pt x="2971800" y="1691481"/>
                  </a:moveTo>
                  <a:lnTo>
                    <a:pt x="2975213" y="1685658"/>
                  </a:lnTo>
                  <a:lnTo>
                    <a:pt x="3002518" y="1683714"/>
                  </a:lnTo>
                  <a:lnTo>
                    <a:pt x="3005931" y="1670123"/>
                  </a:lnTo>
                  <a:lnTo>
                    <a:pt x="3019581" y="1652649"/>
                  </a:lnTo>
                  <a:lnTo>
                    <a:pt x="3022995" y="1654589"/>
                  </a:lnTo>
                  <a:lnTo>
                    <a:pt x="3019581" y="1648765"/>
                  </a:lnTo>
                  <a:lnTo>
                    <a:pt x="3026409" y="1642942"/>
                  </a:lnTo>
                  <a:lnTo>
                    <a:pt x="3074194" y="1650709"/>
                  </a:lnTo>
                  <a:lnTo>
                    <a:pt x="3087848" y="1646826"/>
                  </a:lnTo>
                  <a:lnTo>
                    <a:pt x="3104912" y="1629352"/>
                  </a:lnTo>
                  <a:lnTo>
                    <a:pt x="3121980" y="1631291"/>
                  </a:lnTo>
                  <a:lnTo>
                    <a:pt x="3132217" y="1642942"/>
                  </a:lnTo>
                  <a:lnTo>
                    <a:pt x="3173176" y="1644882"/>
                  </a:lnTo>
                  <a:lnTo>
                    <a:pt x="3207307" y="1629352"/>
                  </a:lnTo>
                  <a:lnTo>
                    <a:pt x="3227788" y="1631291"/>
                  </a:lnTo>
                  <a:lnTo>
                    <a:pt x="3248266" y="1623524"/>
                  </a:lnTo>
                  <a:lnTo>
                    <a:pt x="3251679" y="1609933"/>
                  </a:lnTo>
                  <a:lnTo>
                    <a:pt x="3296052" y="1598283"/>
                  </a:lnTo>
                  <a:lnTo>
                    <a:pt x="3343837" y="1596343"/>
                  </a:lnTo>
                  <a:lnTo>
                    <a:pt x="3350661" y="1602166"/>
                  </a:lnTo>
                  <a:lnTo>
                    <a:pt x="3367728" y="1604110"/>
                  </a:lnTo>
                  <a:lnTo>
                    <a:pt x="3388206" y="1613817"/>
                  </a:lnTo>
                  <a:lnTo>
                    <a:pt x="3374555" y="1615757"/>
                  </a:lnTo>
                  <a:lnTo>
                    <a:pt x="3377969" y="1621584"/>
                  </a:lnTo>
                  <a:lnTo>
                    <a:pt x="3388206" y="1627408"/>
                  </a:lnTo>
                  <a:lnTo>
                    <a:pt x="3388206" y="1642942"/>
                  </a:lnTo>
                  <a:lnTo>
                    <a:pt x="3377969" y="1644882"/>
                  </a:lnTo>
                  <a:lnTo>
                    <a:pt x="3377969" y="1650709"/>
                  </a:lnTo>
                  <a:lnTo>
                    <a:pt x="3381379" y="1666240"/>
                  </a:lnTo>
                  <a:lnTo>
                    <a:pt x="3391619" y="1668184"/>
                  </a:lnTo>
                  <a:lnTo>
                    <a:pt x="3388206" y="1675946"/>
                  </a:lnTo>
                  <a:lnTo>
                    <a:pt x="3391619" y="1689541"/>
                  </a:lnTo>
                  <a:lnTo>
                    <a:pt x="3384792" y="1705072"/>
                  </a:lnTo>
                  <a:lnTo>
                    <a:pt x="3401860" y="1728373"/>
                  </a:lnTo>
                  <a:lnTo>
                    <a:pt x="3425751" y="1743903"/>
                  </a:lnTo>
                  <a:lnTo>
                    <a:pt x="3453059" y="1743903"/>
                  </a:lnTo>
                  <a:lnTo>
                    <a:pt x="3473537" y="1757498"/>
                  </a:lnTo>
                  <a:lnTo>
                    <a:pt x="3483777" y="1757498"/>
                  </a:lnTo>
                  <a:lnTo>
                    <a:pt x="3487191" y="1761378"/>
                  </a:lnTo>
                  <a:lnTo>
                    <a:pt x="3514495" y="1761378"/>
                  </a:lnTo>
                  <a:lnTo>
                    <a:pt x="3534973" y="1773029"/>
                  </a:lnTo>
                  <a:lnTo>
                    <a:pt x="3545213" y="1769145"/>
                  </a:lnTo>
                  <a:lnTo>
                    <a:pt x="3558868" y="1774973"/>
                  </a:lnTo>
                  <a:lnTo>
                    <a:pt x="3579345" y="1767205"/>
                  </a:lnTo>
                  <a:lnTo>
                    <a:pt x="3599822" y="1774973"/>
                  </a:lnTo>
                  <a:lnTo>
                    <a:pt x="3592999" y="1780796"/>
                  </a:lnTo>
                  <a:lnTo>
                    <a:pt x="3599822" y="1778852"/>
                  </a:lnTo>
                  <a:lnTo>
                    <a:pt x="3603236" y="1784679"/>
                  </a:lnTo>
                  <a:lnTo>
                    <a:pt x="3606650" y="1786619"/>
                  </a:lnTo>
                  <a:lnTo>
                    <a:pt x="3606650" y="1794386"/>
                  </a:lnTo>
                  <a:lnTo>
                    <a:pt x="3610063" y="1802154"/>
                  </a:lnTo>
                  <a:lnTo>
                    <a:pt x="3623717" y="1807977"/>
                  </a:lnTo>
                  <a:lnTo>
                    <a:pt x="3630544" y="1802154"/>
                  </a:lnTo>
                  <a:lnTo>
                    <a:pt x="3637368" y="1811860"/>
                  </a:lnTo>
                  <a:lnTo>
                    <a:pt x="3640781" y="1796330"/>
                  </a:lnTo>
                  <a:lnTo>
                    <a:pt x="3651022" y="1806037"/>
                  </a:lnTo>
                  <a:lnTo>
                    <a:pt x="3664676" y="1807977"/>
                  </a:lnTo>
                  <a:lnTo>
                    <a:pt x="3661262" y="1794386"/>
                  </a:lnTo>
                  <a:lnTo>
                    <a:pt x="3681740" y="1790503"/>
                  </a:lnTo>
                  <a:lnTo>
                    <a:pt x="3685153" y="1769145"/>
                  </a:lnTo>
                  <a:lnTo>
                    <a:pt x="3698808" y="1771089"/>
                  </a:lnTo>
                  <a:lnTo>
                    <a:pt x="3715871" y="1778852"/>
                  </a:lnTo>
                  <a:lnTo>
                    <a:pt x="3726112" y="1800210"/>
                  </a:lnTo>
                  <a:lnTo>
                    <a:pt x="3743180" y="1819628"/>
                  </a:lnTo>
                  <a:lnTo>
                    <a:pt x="3732939" y="1829335"/>
                  </a:lnTo>
                  <a:lnTo>
                    <a:pt x="3746589" y="1848753"/>
                  </a:lnTo>
                  <a:lnTo>
                    <a:pt x="3753417" y="1914766"/>
                  </a:lnTo>
                  <a:lnTo>
                    <a:pt x="3746589" y="1920593"/>
                  </a:lnTo>
                  <a:lnTo>
                    <a:pt x="3746589" y="1934184"/>
                  </a:lnTo>
                  <a:lnTo>
                    <a:pt x="3739766" y="1932240"/>
                  </a:lnTo>
                  <a:lnTo>
                    <a:pt x="3739766" y="1926417"/>
                  </a:lnTo>
                  <a:lnTo>
                    <a:pt x="3736353" y="1930300"/>
                  </a:lnTo>
                  <a:lnTo>
                    <a:pt x="3732939" y="1947774"/>
                  </a:lnTo>
                  <a:lnTo>
                    <a:pt x="3739766" y="1955542"/>
                  </a:lnTo>
                  <a:lnTo>
                    <a:pt x="3736353" y="1961365"/>
                  </a:lnTo>
                  <a:lnTo>
                    <a:pt x="3722699" y="1965249"/>
                  </a:lnTo>
                  <a:lnTo>
                    <a:pt x="3719285" y="1953598"/>
                  </a:lnTo>
                  <a:lnTo>
                    <a:pt x="3715871" y="1965249"/>
                  </a:lnTo>
                  <a:lnTo>
                    <a:pt x="3691980" y="1947774"/>
                  </a:lnTo>
                  <a:lnTo>
                    <a:pt x="3681740" y="1967188"/>
                  </a:lnTo>
                  <a:lnTo>
                    <a:pt x="3685153" y="1974956"/>
                  </a:lnTo>
                  <a:lnTo>
                    <a:pt x="3671503" y="1982723"/>
                  </a:lnTo>
                  <a:lnTo>
                    <a:pt x="3651022" y="1965249"/>
                  </a:lnTo>
                  <a:lnTo>
                    <a:pt x="3620304" y="1959425"/>
                  </a:lnTo>
                  <a:lnTo>
                    <a:pt x="3606650" y="1965249"/>
                  </a:lnTo>
                  <a:lnTo>
                    <a:pt x="3603236" y="1973016"/>
                  </a:lnTo>
                  <a:lnTo>
                    <a:pt x="3562281" y="1990490"/>
                  </a:lnTo>
                  <a:lnTo>
                    <a:pt x="3548627" y="2013787"/>
                  </a:lnTo>
                  <a:lnTo>
                    <a:pt x="3538386" y="2017671"/>
                  </a:lnTo>
                  <a:lnTo>
                    <a:pt x="3480364" y="2021555"/>
                  </a:lnTo>
                  <a:lnTo>
                    <a:pt x="3476950" y="1994374"/>
                  </a:lnTo>
                  <a:lnTo>
                    <a:pt x="3459883" y="1990490"/>
                  </a:lnTo>
                  <a:lnTo>
                    <a:pt x="3459883" y="1974956"/>
                  </a:lnTo>
                  <a:lnTo>
                    <a:pt x="3453059" y="1969132"/>
                  </a:lnTo>
                  <a:lnTo>
                    <a:pt x="3439405" y="1976900"/>
                  </a:lnTo>
                  <a:lnTo>
                    <a:pt x="3425751" y="1967188"/>
                  </a:lnTo>
                  <a:lnTo>
                    <a:pt x="3391619" y="1961365"/>
                  </a:lnTo>
                  <a:lnTo>
                    <a:pt x="3384792" y="1963309"/>
                  </a:lnTo>
                  <a:lnTo>
                    <a:pt x="3364315" y="1988546"/>
                  </a:lnTo>
                  <a:lnTo>
                    <a:pt x="3364315" y="2000197"/>
                  </a:lnTo>
                  <a:lnTo>
                    <a:pt x="3360901" y="2006025"/>
                  </a:lnTo>
                  <a:lnTo>
                    <a:pt x="3350661" y="1996313"/>
                  </a:lnTo>
                  <a:lnTo>
                    <a:pt x="3354074" y="1971072"/>
                  </a:lnTo>
                  <a:lnTo>
                    <a:pt x="3347247" y="1965249"/>
                  </a:lnTo>
                  <a:lnTo>
                    <a:pt x="3326770" y="1974956"/>
                  </a:lnTo>
                  <a:lnTo>
                    <a:pt x="3316529" y="1973016"/>
                  </a:lnTo>
                  <a:lnTo>
                    <a:pt x="3309702" y="1978839"/>
                  </a:lnTo>
                  <a:lnTo>
                    <a:pt x="3285811" y="1978839"/>
                  </a:lnTo>
                  <a:lnTo>
                    <a:pt x="3272157" y="1965249"/>
                  </a:lnTo>
                  <a:lnTo>
                    <a:pt x="3265334" y="1965249"/>
                  </a:lnTo>
                  <a:lnTo>
                    <a:pt x="3261920" y="1974956"/>
                  </a:lnTo>
                  <a:lnTo>
                    <a:pt x="3248266" y="1965249"/>
                  </a:lnTo>
                  <a:lnTo>
                    <a:pt x="3244852" y="1974956"/>
                  </a:lnTo>
                  <a:lnTo>
                    <a:pt x="3231202" y="1955542"/>
                  </a:lnTo>
                  <a:lnTo>
                    <a:pt x="3227788" y="1959425"/>
                  </a:lnTo>
                  <a:lnTo>
                    <a:pt x="3210721" y="1955542"/>
                  </a:lnTo>
                  <a:lnTo>
                    <a:pt x="3210721" y="1941951"/>
                  </a:lnTo>
                  <a:lnTo>
                    <a:pt x="3200480" y="1945830"/>
                  </a:lnTo>
                  <a:lnTo>
                    <a:pt x="3183416" y="1938068"/>
                  </a:lnTo>
                  <a:lnTo>
                    <a:pt x="3176589" y="1932240"/>
                  </a:lnTo>
                  <a:lnTo>
                    <a:pt x="3173176" y="1916710"/>
                  </a:lnTo>
                  <a:lnTo>
                    <a:pt x="3169762" y="1914766"/>
                  </a:lnTo>
                  <a:lnTo>
                    <a:pt x="3149285" y="1918649"/>
                  </a:lnTo>
                  <a:lnTo>
                    <a:pt x="3135630" y="1901175"/>
                  </a:lnTo>
                  <a:lnTo>
                    <a:pt x="3094672" y="1879817"/>
                  </a:lnTo>
                  <a:lnTo>
                    <a:pt x="3091258" y="1868167"/>
                  </a:lnTo>
                  <a:lnTo>
                    <a:pt x="3063954" y="1866227"/>
                  </a:lnTo>
                  <a:lnTo>
                    <a:pt x="3057127" y="1881761"/>
                  </a:lnTo>
                  <a:lnTo>
                    <a:pt x="3050303" y="1872050"/>
                  </a:lnTo>
                  <a:lnTo>
                    <a:pt x="3012758" y="1856520"/>
                  </a:lnTo>
                  <a:lnTo>
                    <a:pt x="2999104" y="1840986"/>
                  </a:lnTo>
                  <a:lnTo>
                    <a:pt x="2971800" y="1835162"/>
                  </a:lnTo>
                  <a:lnTo>
                    <a:pt x="2961559" y="1823511"/>
                  </a:lnTo>
                  <a:lnTo>
                    <a:pt x="2964972" y="1811860"/>
                  </a:lnTo>
                  <a:lnTo>
                    <a:pt x="2958145" y="1802154"/>
                  </a:lnTo>
                  <a:lnTo>
                    <a:pt x="2961559" y="1798270"/>
                  </a:lnTo>
                  <a:lnTo>
                    <a:pt x="2951318" y="1788563"/>
                  </a:lnTo>
                  <a:lnTo>
                    <a:pt x="2947905" y="1771089"/>
                  </a:lnTo>
                  <a:lnTo>
                    <a:pt x="2961559" y="1763322"/>
                  </a:lnTo>
                  <a:lnTo>
                    <a:pt x="2968386" y="1778852"/>
                  </a:lnTo>
                  <a:lnTo>
                    <a:pt x="2982036" y="1769145"/>
                  </a:lnTo>
                  <a:lnTo>
                    <a:pt x="2975213" y="1741964"/>
                  </a:lnTo>
                  <a:lnTo>
                    <a:pt x="2958145" y="1720606"/>
                  </a:lnTo>
                  <a:lnTo>
                    <a:pt x="2958145" y="1701188"/>
                  </a:lnTo>
                  <a:lnTo>
                    <a:pt x="2968386" y="169924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h7"/>
            <p:cNvSpPr/>
            <p:nvPr/>
          </p:nvSpPr>
          <p:spPr>
            <a:xfrm>
              <a:off x="1249085" y="586530"/>
              <a:ext cx="4091327" cy="1928356"/>
            </a:xfrm>
            <a:custGeom>
              <a:avLst/>
              <a:pathLst>
                <a:path w="4091327" h="1928356">
                  <a:moveTo>
                    <a:pt x="2971800" y="1691481"/>
                  </a:moveTo>
                  <a:lnTo>
                    <a:pt x="3060544" y="1701188"/>
                  </a:lnTo>
                  <a:lnTo>
                    <a:pt x="3111739" y="1697304"/>
                  </a:lnTo>
                  <a:lnTo>
                    <a:pt x="3149285" y="1705072"/>
                  </a:lnTo>
                  <a:lnTo>
                    <a:pt x="3159525" y="1716722"/>
                  </a:lnTo>
                  <a:lnTo>
                    <a:pt x="3186830" y="1720602"/>
                  </a:lnTo>
                  <a:lnTo>
                    <a:pt x="3210725" y="1732253"/>
                  </a:lnTo>
                  <a:lnTo>
                    <a:pt x="3231202" y="1736136"/>
                  </a:lnTo>
                  <a:lnTo>
                    <a:pt x="3255097" y="1732253"/>
                  </a:lnTo>
                  <a:lnTo>
                    <a:pt x="3255097" y="1741959"/>
                  </a:lnTo>
                  <a:lnTo>
                    <a:pt x="3275574" y="1745843"/>
                  </a:lnTo>
                  <a:lnTo>
                    <a:pt x="3302879" y="1730313"/>
                  </a:lnTo>
                  <a:lnTo>
                    <a:pt x="3367728" y="1707011"/>
                  </a:lnTo>
                  <a:lnTo>
                    <a:pt x="3446232" y="1707011"/>
                  </a:lnTo>
                  <a:lnTo>
                    <a:pt x="3483777" y="1693421"/>
                  </a:lnTo>
                  <a:lnTo>
                    <a:pt x="3507672" y="1668179"/>
                  </a:lnTo>
                  <a:lnTo>
                    <a:pt x="3545217" y="1652649"/>
                  </a:lnTo>
                  <a:lnTo>
                    <a:pt x="3545217" y="1646821"/>
                  </a:lnTo>
                  <a:lnTo>
                    <a:pt x="3524736" y="1621580"/>
                  </a:lnTo>
                  <a:lnTo>
                    <a:pt x="3538390" y="1594399"/>
                  </a:lnTo>
                  <a:lnTo>
                    <a:pt x="3545217" y="1590515"/>
                  </a:lnTo>
                  <a:lnTo>
                    <a:pt x="3610067" y="1606050"/>
                  </a:lnTo>
                  <a:lnTo>
                    <a:pt x="3630544" y="1596339"/>
                  </a:lnTo>
                  <a:lnTo>
                    <a:pt x="3644199" y="1576925"/>
                  </a:lnTo>
                  <a:lnTo>
                    <a:pt x="3688571" y="1574981"/>
                  </a:lnTo>
                  <a:lnTo>
                    <a:pt x="3709048" y="1563334"/>
                  </a:lnTo>
                  <a:lnTo>
                    <a:pt x="3712462" y="1551683"/>
                  </a:lnTo>
                  <a:lnTo>
                    <a:pt x="3722702" y="1538093"/>
                  </a:lnTo>
                  <a:lnTo>
                    <a:pt x="3753420" y="1534209"/>
                  </a:lnTo>
                  <a:lnTo>
                    <a:pt x="3756834" y="1524502"/>
                  </a:lnTo>
                  <a:lnTo>
                    <a:pt x="3770484" y="1526442"/>
                  </a:lnTo>
                  <a:lnTo>
                    <a:pt x="3790966" y="1516735"/>
                  </a:lnTo>
                  <a:lnTo>
                    <a:pt x="3808029" y="1518675"/>
                  </a:lnTo>
                  <a:lnTo>
                    <a:pt x="3814857" y="1516735"/>
                  </a:lnTo>
                  <a:lnTo>
                    <a:pt x="3821684" y="1520619"/>
                  </a:lnTo>
                  <a:lnTo>
                    <a:pt x="3845575" y="1522558"/>
                  </a:lnTo>
                  <a:lnTo>
                    <a:pt x="3855815" y="1518675"/>
                  </a:lnTo>
                  <a:lnTo>
                    <a:pt x="3845575" y="1497317"/>
                  </a:lnTo>
                  <a:lnTo>
                    <a:pt x="3797793" y="1462369"/>
                  </a:lnTo>
                  <a:lnTo>
                    <a:pt x="3773898" y="1460429"/>
                  </a:lnTo>
                  <a:lnTo>
                    <a:pt x="3753420" y="1475959"/>
                  </a:lnTo>
                  <a:lnTo>
                    <a:pt x="3732939" y="1466252"/>
                  </a:lnTo>
                  <a:lnTo>
                    <a:pt x="3709048" y="1468196"/>
                  </a:lnTo>
                  <a:lnTo>
                    <a:pt x="3698808" y="1475959"/>
                  </a:lnTo>
                  <a:lnTo>
                    <a:pt x="3685157" y="1466252"/>
                  </a:lnTo>
                  <a:lnTo>
                    <a:pt x="3681744" y="1454601"/>
                  </a:lnTo>
                  <a:lnTo>
                    <a:pt x="3695394" y="1450718"/>
                  </a:lnTo>
                  <a:lnTo>
                    <a:pt x="3695394" y="1437127"/>
                  </a:lnTo>
                  <a:lnTo>
                    <a:pt x="3729530" y="1380821"/>
                  </a:lnTo>
                  <a:lnTo>
                    <a:pt x="3770484" y="1394412"/>
                  </a:lnTo>
                  <a:lnTo>
                    <a:pt x="3801206" y="1376937"/>
                  </a:lnTo>
                  <a:lnTo>
                    <a:pt x="3828511" y="1369170"/>
                  </a:lnTo>
                  <a:lnTo>
                    <a:pt x="3831924" y="1359463"/>
                  </a:lnTo>
                  <a:lnTo>
                    <a:pt x="3825097" y="1357524"/>
                  </a:lnTo>
                  <a:lnTo>
                    <a:pt x="3838751" y="1340049"/>
                  </a:lnTo>
                  <a:lnTo>
                    <a:pt x="3838751" y="1334222"/>
                  </a:lnTo>
                  <a:lnTo>
                    <a:pt x="3845575" y="1326455"/>
                  </a:lnTo>
                  <a:lnTo>
                    <a:pt x="3862642" y="1299274"/>
                  </a:lnTo>
                  <a:lnTo>
                    <a:pt x="3883120" y="1287623"/>
                  </a:lnTo>
                  <a:lnTo>
                    <a:pt x="3886533" y="1279860"/>
                  </a:lnTo>
                  <a:lnTo>
                    <a:pt x="3886533" y="1274032"/>
                  </a:lnTo>
                  <a:lnTo>
                    <a:pt x="3879706" y="1270148"/>
                  </a:lnTo>
                  <a:lnTo>
                    <a:pt x="3883120" y="1262386"/>
                  </a:lnTo>
                  <a:lnTo>
                    <a:pt x="3872883" y="1256558"/>
                  </a:lnTo>
                  <a:lnTo>
                    <a:pt x="3859229" y="1258502"/>
                  </a:lnTo>
                  <a:lnTo>
                    <a:pt x="3859229" y="1252674"/>
                  </a:lnTo>
                  <a:lnTo>
                    <a:pt x="3889947" y="1229377"/>
                  </a:lnTo>
                  <a:lnTo>
                    <a:pt x="3913838" y="1225493"/>
                  </a:lnTo>
                  <a:lnTo>
                    <a:pt x="3927492" y="1239084"/>
                  </a:lnTo>
                  <a:lnTo>
                    <a:pt x="3903601" y="1260442"/>
                  </a:lnTo>
                  <a:lnTo>
                    <a:pt x="3920665" y="1266265"/>
                  </a:lnTo>
                  <a:lnTo>
                    <a:pt x="3924078" y="1272092"/>
                  </a:lnTo>
                  <a:lnTo>
                    <a:pt x="3934319" y="1272092"/>
                  </a:lnTo>
                  <a:lnTo>
                    <a:pt x="3941146" y="1262386"/>
                  </a:lnTo>
                  <a:lnTo>
                    <a:pt x="3961624" y="1274032"/>
                  </a:lnTo>
                  <a:lnTo>
                    <a:pt x="3958210" y="1281799"/>
                  </a:lnTo>
                  <a:lnTo>
                    <a:pt x="3971864" y="1314808"/>
                  </a:lnTo>
                  <a:lnTo>
                    <a:pt x="3985515" y="1318692"/>
                  </a:lnTo>
                  <a:lnTo>
                    <a:pt x="3999169" y="1312864"/>
                  </a:lnTo>
                  <a:lnTo>
                    <a:pt x="4026473" y="1316748"/>
                  </a:lnTo>
                  <a:lnTo>
                    <a:pt x="4033300" y="1312864"/>
                  </a:lnTo>
                  <a:lnTo>
                    <a:pt x="4046955" y="1312864"/>
                  </a:lnTo>
                  <a:lnTo>
                    <a:pt x="4053782" y="1301218"/>
                  </a:lnTo>
                  <a:lnTo>
                    <a:pt x="4064018" y="1301218"/>
                  </a:lnTo>
                  <a:lnTo>
                    <a:pt x="4091327" y="1328399"/>
                  </a:lnTo>
                  <a:lnTo>
                    <a:pt x="4081086" y="1340049"/>
                  </a:lnTo>
                  <a:lnTo>
                    <a:pt x="4081086" y="1349756"/>
                  </a:lnTo>
                  <a:lnTo>
                    <a:pt x="4064018" y="1367231"/>
                  </a:lnTo>
                  <a:lnTo>
                    <a:pt x="4057195" y="1380821"/>
                  </a:lnTo>
                  <a:lnTo>
                    <a:pt x="4060605" y="1409946"/>
                  </a:lnTo>
                  <a:lnTo>
                    <a:pt x="4043541" y="1411886"/>
                  </a:lnTo>
                  <a:lnTo>
                    <a:pt x="4029887" y="1456545"/>
                  </a:lnTo>
                  <a:lnTo>
                    <a:pt x="4023060" y="1439071"/>
                  </a:lnTo>
                  <a:lnTo>
                    <a:pt x="3951383" y="1489554"/>
                  </a:lnTo>
                  <a:lnTo>
                    <a:pt x="3975278" y="1518675"/>
                  </a:lnTo>
                  <a:lnTo>
                    <a:pt x="3988928" y="1510912"/>
                  </a:lnTo>
                  <a:lnTo>
                    <a:pt x="3988928" y="1507028"/>
                  </a:lnTo>
                  <a:lnTo>
                    <a:pt x="3992342" y="1507028"/>
                  </a:lnTo>
                  <a:lnTo>
                    <a:pt x="3995755" y="1512851"/>
                  </a:lnTo>
                  <a:lnTo>
                    <a:pt x="3995755" y="1510912"/>
                  </a:lnTo>
                  <a:lnTo>
                    <a:pt x="3995755" y="1520619"/>
                  </a:lnTo>
                  <a:lnTo>
                    <a:pt x="3975278" y="1524502"/>
                  </a:lnTo>
                  <a:lnTo>
                    <a:pt x="3982105" y="1540032"/>
                  </a:lnTo>
                  <a:lnTo>
                    <a:pt x="3965037" y="1549744"/>
                  </a:lnTo>
                  <a:lnTo>
                    <a:pt x="3961624" y="1563334"/>
                  </a:lnTo>
                  <a:lnTo>
                    <a:pt x="3951383" y="1555567"/>
                  </a:lnTo>
                  <a:lnTo>
                    <a:pt x="3944560" y="1559451"/>
                  </a:lnTo>
                  <a:lnTo>
                    <a:pt x="3927492" y="1549744"/>
                  </a:lnTo>
                  <a:lnTo>
                    <a:pt x="3924078" y="1561390"/>
                  </a:lnTo>
                  <a:lnTo>
                    <a:pt x="3930906" y="1563334"/>
                  </a:lnTo>
                  <a:lnTo>
                    <a:pt x="3944560" y="1582748"/>
                  </a:lnTo>
                  <a:lnTo>
                    <a:pt x="3937733" y="1600222"/>
                  </a:lnTo>
                  <a:lnTo>
                    <a:pt x="3947973" y="1627408"/>
                  </a:lnTo>
                  <a:lnTo>
                    <a:pt x="3978691" y="1617696"/>
                  </a:lnTo>
                  <a:lnTo>
                    <a:pt x="3992342" y="1650705"/>
                  </a:lnTo>
                  <a:lnTo>
                    <a:pt x="3985515" y="1660412"/>
                  </a:lnTo>
                  <a:lnTo>
                    <a:pt x="3999169" y="1666240"/>
                  </a:lnTo>
                  <a:lnTo>
                    <a:pt x="3995755" y="1681770"/>
                  </a:lnTo>
                  <a:lnTo>
                    <a:pt x="3985515" y="1683714"/>
                  </a:lnTo>
                  <a:lnTo>
                    <a:pt x="3978691" y="1691481"/>
                  </a:lnTo>
                  <a:lnTo>
                    <a:pt x="3965037" y="1695365"/>
                  </a:lnTo>
                  <a:lnTo>
                    <a:pt x="3947973" y="1689537"/>
                  </a:lnTo>
                  <a:lnTo>
                    <a:pt x="3947973" y="1697304"/>
                  </a:lnTo>
                  <a:lnTo>
                    <a:pt x="3934319" y="1695365"/>
                  </a:lnTo>
                  <a:lnTo>
                    <a:pt x="3924078" y="1707011"/>
                  </a:lnTo>
                  <a:lnTo>
                    <a:pt x="3913838" y="1705072"/>
                  </a:lnTo>
                  <a:lnTo>
                    <a:pt x="3876293" y="1722546"/>
                  </a:lnTo>
                  <a:lnTo>
                    <a:pt x="3862642" y="1740020"/>
                  </a:lnTo>
                  <a:lnTo>
                    <a:pt x="3852402" y="1718662"/>
                  </a:lnTo>
                  <a:lnTo>
                    <a:pt x="3838751" y="1710895"/>
                  </a:lnTo>
                  <a:lnTo>
                    <a:pt x="3831924" y="1714778"/>
                  </a:lnTo>
                  <a:lnTo>
                    <a:pt x="3828511" y="1740020"/>
                  </a:lnTo>
                  <a:lnTo>
                    <a:pt x="3835338" y="1743903"/>
                  </a:lnTo>
                  <a:lnTo>
                    <a:pt x="3828511" y="1757494"/>
                  </a:lnTo>
                  <a:lnTo>
                    <a:pt x="3794379" y="1757494"/>
                  </a:lnTo>
                  <a:lnTo>
                    <a:pt x="3784139" y="1738080"/>
                  </a:lnTo>
                  <a:lnTo>
                    <a:pt x="3790966" y="1736136"/>
                  </a:lnTo>
                  <a:lnTo>
                    <a:pt x="3790966" y="1722546"/>
                  </a:lnTo>
                  <a:lnTo>
                    <a:pt x="3784139" y="1724485"/>
                  </a:lnTo>
                  <a:lnTo>
                    <a:pt x="3777311" y="1716722"/>
                  </a:lnTo>
                  <a:lnTo>
                    <a:pt x="3780725" y="1708955"/>
                  </a:lnTo>
                  <a:lnTo>
                    <a:pt x="3770484" y="1699244"/>
                  </a:lnTo>
                  <a:lnTo>
                    <a:pt x="3760248" y="1701188"/>
                  </a:lnTo>
                  <a:lnTo>
                    <a:pt x="3753420" y="1707011"/>
                  </a:lnTo>
                  <a:lnTo>
                    <a:pt x="3736353" y="1708955"/>
                  </a:lnTo>
                  <a:lnTo>
                    <a:pt x="3732939" y="1726429"/>
                  </a:lnTo>
                  <a:lnTo>
                    <a:pt x="3712462" y="1726429"/>
                  </a:lnTo>
                  <a:lnTo>
                    <a:pt x="3702221" y="1736136"/>
                  </a:lnTo>
                  <a:lnTo>
                    <a:pt x="3698808" y="1730313"/>
                  </a:lnTo>
                  <a:lnTo>
                    <a:pt x="3671503" y="1745843"/>
                  </a:lnTo>
                  <a:lnTo>
                    <a:pt x="3661262" y="1743903"/>
                  </a:lnTo>
                  <a:lnTo>
                    <a:pt x="3657849" y="1722546"/>
                  </a:lnTo>
                  <a:lnTo>
                    <a:pt x="3644199" y="1720602"/>
                  </a:lnTo>
                  <a:lnTo>
                    <a:pt x="3630544" y="1736136"/>
                  </a:lnTo>
                  <a:lnTo>
                    <a:pt x="3633958" y="1745843"/>
                  </a:lnTo>
                  <a:lnTo>
                    <a:pt x="3620308" y="1751671"/>
                  </a:lnTo>
                  <a:lnTo>
                    <a:pt x="3623717" y="1761378"/>
                  </a:lnTo>
                  <a:lnTo>
                    <a:pt x="3620308" y="1765261"/>
                  </a:lnTo>
                  <a:lnTo>
                    <a:pt x="3627131" y="1782735"/>
                  </a:lnTo>
                  <a:lnTo>
                    <a:pt x="3627131" y="1792442"/>
                  </a:lnTo>
                  <a:lnTo>
                    <a:pt x="3616894" y="1792442"/>
                  </a:lnTo>
                  <a:lnTo>
                    <a:pt x="3606653" y="1800210"/>
                  </a:lnTo>
                  <a:lnTo>
                    <a:pt x="3592999" y="1798270"/>
                  </a:lnTo>
                  <a:lnTo>
                    <a:pt x="3575935" y="1807977"/>
                  </a:lnTo>
                  <a:lnTo>
                    <a:pt x="3558868" y="1804093"/>
                  </a:lnTo>
                  <a:lnTo>
                    <a:pt x="3545217" y="1833218"/>
                  </a:lnTo>
                  <a:lnTo>
                    <a:pt x="3524736" y="1831274"/>
                  </a:lnTo>
                  <a:lnTo>
                    <a:pt x="3521322" y="1840986"/>
                  </a:lnTo>
                  <a:lnTo>
                    <a:pt x="3511086" y="1842925"/>
                  </a:lnTo>
                  <a:lnTo>
                    <a:pt x="3511086" y="1833218"/>
                  </a:lnTo>
                  <a:lnTo>
                    <a:pt x="3494018" y="1846809"/>
                  </a:lnTo>
                  <a:lnTo>
                    <a:pt x="3473541" y="1839041"/>
                  </a:lnTo>
                  <a:lnTo>
                    <a:pt x="3476950" y="1846809"/>
                  </a:lnTo>
                  <a:lnTo>
                    <a:pt x="3463300" y="1848748"/>
                  </a:lnTo>
                  <a:lnTo>
                    <a:pt x="3466713" y="1852632"/>
                  </a:lnTo>
                  <a:lnTo>
                    <a:pt x="3429168" y="1889524"/>
                  </a:lnTo>
                  <a:lnTo>
                    <a:pt x="3432582" y="1903115"/>
                  </a:lnTo>
                  <a:lnTo>
                    <a:pt x="3425755" y="1905054"/>
                  </a:lnTo>
                  <a:lnTo>
                    <a:pt x="3422341" y="1903115"/>
                  </a:lnTo>
                  <a:lnTo>
                    <a:pt x="3418928" y="1916705"/>
                  </a:lnTo>
                  <a:lnTo>
                    <a:pt x="3398450" y="1920589"/>
                  </a:lnTo>
                  <a:lnTo>
                    <a:pt x="3377969" y="1908938"/>
                  </a:lnTo>
                  <a:lnTo>
                    <a:pt x="3364319" y="1899231"/>
                  </a:lnTo>
                  <a:lnTo>
                    <a:pt x="3343837" y="1895348"/>
                  </a:lnTo>
                  <a:lnTo>
                    <a:pt x="3333597" y="1889524"/>
                  </a:lnTo>
                  <a:lnTo>
                    <a:pt x="3350665" y="1860399"/>
                  </a:lnTo>
                  <a:lnTo>
                    <a:pt x="3343837" y="1842925"/>
                  </a:lnTo>
                  <a:lnTo>
                    <a:pt x="3326774" y="1846809"/>
                  </a:lnTo>
                  <a:lnTo>
                    <a:pt x="3309706" y="1872050"/>
                  </a:lnTo>
                  <a:lnTo>
                    <a:pt x="3306292" y="1912822"/>
                  </a:lnTo>
                  <a:lnTo>
                    <a:pt x="3248270" y="1928356"/>
                  </a:lnTo>
                  <a:lnTo>
                    <a:pt x="3214138" y="1910882"/>
                  </a:lnTo>
                  <a:lnTo>
                    <a:pt x="3210725" y="1903115"/>
                  </a:lnTo>
                  <a:lnTo>
                    <a:pt x="3217552" y="1897292"/>
                  </a:lnTo>
                  <a:lnTo>
                    <a:pt x="3214138" y="1887580"/>
                  </a:lnTo>
                  <a:lnTo>
                    <a:pt x="3244856" y="1860399"/>
                  </a:lnTo>
                  <a:lnTo>
                    <a:pt x="3238029" y="1840986"/>
                  </a:lnTo>
                  <a:lnTo>
                    <a:pt x="3210725" y="1844865"/>
                  </a:lnTo>
                  <a:lnTo>
                    <a:pt x="3197070" y="1854576"/>
                  </a:lnTo>
                  <a:lnTo>
                    <a:pt x="3176593" y="1848748"/>
                  </a:lnTo>
                  <a:lnTo>
                    <a:pt x="3152698" y="1854576"/>
                  </a:lnTo>
                  <a:lnTo>
                    <a:pt x="3159525" y="1864283"/>
                  </a:lnTo>
                  <a:lnTo>
                    <a:pt x="3149285" y="1873990"/>
                  </a:lnTo>
                  <a:lnTo>
                    <a:pt x="3132221" y="1870106"/>
                  </a:lnTo>
                  <a:lnTo>
                    <a:pt x="3128807" y="1858460"/>
                  </a:lnTo>
                  <a:lnTo>
                    <a:pt x="3118567" y="1862343"/>
                  </a:lnTo>
                  <a:lnTo>
                    <a:pt x="3111739" y="1840986"/>
                  </a:lnTo>
                  <a:lnTo>
                    <a:pt x="3101503" y="1840986"/>
                  </a:lnTo>
                  <a:lnTo>
                    <a:pt x="3081021" y="1825451"/>
                  </a:lnTo>
                  <a:lnTo>
                    <a:pt x="3060544" y="1821567"/>
                  </a:lnTo>
                  <a:lnTo>
                    <a:pt x="3084435" y="1804093"/>
                  </a:lnTo>
                  <a:lnTo>
                    <a:pt x="3087848" y="1786619"/>
                  </a:lnTo>
                  <a:lnTo>
                    <a:pt x="3077608" y="1771084"/>
                  </a:lnTo>
                  <a:lnTo>
                    <a:pt x="3050303" y="1776912"/>
                  </a:lnTo>
                  <a:lnTo>
                    <a:pt x="3043476" y="1784675"/>
                  </a:lnTo>
                  <a:lnTo>
                    <a:pt x="3040063" y="1780791"/>
                  </a:lnTo>
                  <a:lnTo>
                    <a:pt x="3033239" y="1788559"/>
                  </a:lnTo>
                  <a:lnTo>
                    <a:pt x="3022999" y="1782735"/>
                  </a:lnTo>
                  <a:lnTo>
                    <a:pt x="3026412" y="1786619"/>
                  </a:lnTo>
                  <a:lnTo>
                    <a:pt x="3016172" y="1790503"/>
                  </a:lnTo>
                  <a:lnTo>
                    <a:pt x="3016172" y="1774968"/>
                  </a:lnTo>
                  <a:lnTo>
                    <a:pt x="2982040" y="1749727"/>
                  </a:lnTo>
                  <a:lnTo>
                    <a:pt x="2995694" y="1743903"/>
                  </a:lnTo>
                  <a:lnTo>
                    <a:pt x="2995694" y="173808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h8"/>
            <p:cNvSpPr/>
            <p:nvPr/>
          </p:nvSpPr>
          <p:spPr>
            <a:xfrm>
              <a:off x="958965" y="883596"/>
              <a:ext cx="3487191" cy="1889524"/>
            </a:xfrm>
            <a:custGeom>
              <a:avLst/>
              <a:pathLst>
                <a:path w="3487191" h="1889524">
                  <a:moveTo>
                    <a:pt x="2971800" y="1691481"/>
                  </a:moveTo>
                  <a:lnTo>
                    <a:pt x="2978627" y="1691481"/>
                  </a:lnTo>
                  <a:lnTo>
                    <a:pt x="2982040" y="1683714"/>
                  </a:lnTo>
                  <a:lnTo>
                    <a:pt x="3016172" y="1693421"/>
                  </a:lnTo>
                  <a:lnTo>
                    <a:pt x="3022999" y="1691481"/>
                  </a:lnTo>
                  <a:lnTo>
                    <a:pt x="3022999" y="1672063"/>
                  </a:lnTo>
                  <a:lnTo>
                    <a:pt x="3012758" y="1668184"/>
                  </a:lnTo>
                  <a:lnTo>
                    <a:pt x="3009345" y="1660416"/>
                  </a:lnTo>
                  <a:lnTo>
                    <a:pt x="3033239" y="1646826"/>
                  </a:lnTo>
                  <a:lnTo>
                    <a:pt x="3022999" y="1631291"/>
                  </a:lnTo>
                  <a:lnTo>
                    <a:pt x="3002518" y="1613817"/>
                  </a:lnTo>
                  <a:lnTo>
                    <a:pt x="3005931" y="1592459"/>
                  </a:lnTo>
                  <a:lnTo>
                    <a:pt x="2995694" y="1596343"/>
                  </a:lnTo>
                  <a:lnTo>
                    <a:pt x="2988867" y="1584692"/>
                  </a:lnTo>
                  <a:lnTo>
                    <a:pt x="3074194" y="1561395"/>
                  </a:lnTo>
                  <a:lnTo>
                    <a:pt x="3074194" y="1557511"/>
                  </a:lnTo>
                  <a:lnTo>
                    <a:pt x="3104916" y="1553627"/>
                  </a:lnTo>
                  <a:lnTo>
                    <a:pt x="3104916" y="1563334"/>
                  </a:lnTo>
                  <a:lnTo>
                    <a:pt x="3125394" y="1565278"/>
                  </a:lnTo>
                  <a:lnTo>
                    <a:pt x="3132221" y="1574985"/>
                  </a:lnTo>
                  <a:lnTo>
                    <a:pt x="3149285" y="1573041"/>
                  </a:lnTo>
                  <a:lnTo>
                    <a:pt x="3159525" y="1590515"/>
                  </a:lnTo>
                  <a:lnTo>
                    <a:pt x="3176593" y="1588576"/>
                  </a:lnTo>
                  <a:lnTo>
                    <a:pt x="3193657" y="1594399"/>
                  </a:lnTo>
                  <a:lnTo>
                    <a:pt x="3203897" y="1590515"/>
                  </a:lnTo>
                  <a:lnTo>
                    <a:pt x="3224375" y="1602166"/>
                  </a:lnTo>
                  <a:lnTo>
                    <a:pt x="3231202" y="1596343"/>
                  </a:lnTo>
                  <a:lnTo>
                    <a:pt x="3241443" y="1598283"/>
                  </a:lnTo>
                  <a:lnTo>
                    <a:pt x="3241443" y="1586636"/>
                  </a:lnTo>
                  <a:lnTo>
                    <a:pt x="3258506" y="1580808"/>
                  </a:lnTo>
                  <a:lnTo>
                    <a:pt x="3255097" y="1553627"/>
                  </a:lnTo>
                  <a:lnTo>
                    <a:pt x="3299465" y="1571102"/>
                  </a:lnTo>
                  <a:lnTo>
                    <a:pt x="3306292" y="1561395"/>
                  </a:lnTo>
                  <a:lnTo>
                    <a:pt x="3316533" y="1565278"/>
                  </a:lnTo>
                  <a:lnTo>
                    <a:pt x="3323360" y="1559451"/>
                  </a:lnTo>
                  <a:lnTo>
                    <a:pt x="3337010" y="1565278"/>
                  </a:lnTo>
                  <a:lnTo>
                    <a:pt x="3364319" y="1590515"/>
                  </a:lnTo>
                  <a:lnTo>
                    <a:pt x="3377969" y="1594399"/>
                  </a:lnTo>
                  <a:lnTo>
                    <a:pt x="3371142" y="1586636"/>
                  </a:lnTo>
                  <a:lnTo>
                    <a:pt x="3374555" y="1584692"/>
                  </a:lnTo>
                  <a:lnTo>
                    <a:pt x="3388210" y="1594399"/>
                  </a:lnTo>
                  <a:lnTo>
                    <a:pt x="3398450" y="1596343"/>
                  </a:lnTo>
                  <a:lnTo>
                    <a:pt x="3415514" y="1613817"/>
                  </a:lnTo>
                  <a:lnTo>
                    <a:pt x="3429168" y="1611873"/>
                  </a:lnTo>
                  <a:lnTo>
                    <a:pt x="3439405" y="1623524"/>
                  </a:lnTo>
                  <a:lnTo>
                    <a:pt x="3446232" y="1619640"/>
                  </a:lnTo>
                  <a:lnTo>
                    <a:pt x="3453059" y="1631291"/>
                  </a:lnTo>
                  <a:lnTo>
                    <a:pt x="3470127" y="1642942"/>
                  </a:lnTo>
                  <a:lnTo>
                    <a:pt x="3466713" y="1652649"/>
                  </a:lnTo>
                  <a:lnTo>
                    <a:pt x="3473541" y="1658472"/>
                  </a:lnTo>
                  <a:lnTo>
                    <a:pt x="3470127" y="1662356"/>
                  </a:lnTo>
                  <a:lnTo>
                    <a:pt x="3480364" y="1679830"/>
                  </a:lnTo>
                  <a:lnTo>
                    <a:pt x="3487191" y="1683714"/>
                  </a:lnTo>
                  <a:lnTo>
                    <a:pt x="3483777" y="1691481"/>
                  </a:lnTo>
                  <a:lnTo>
                    <a:pt x="3483777" y="1699248"/>
                  </a:lnTo>
                  <a:lnTo>
                    <a:pt x="3473541" y="1705072"/>
                  </a:lnTo>
                  <a:lnTo>
                    <a:pt x="3480364" y="1712839"/>
                  </a:lnTo>
                  <a:lnTo>
                    <a:pt x="3466713" y="1712839"/>
                  </a:lnTo>
                  <a:lnTo>
                    <a:pt x="3459886" y="1720606"/>
                  </a:lnTo>
                  <a:lnTo>
                    <a:pt x="3463300" y="1730313"/>
                  </a:lnTo>
                  <a:lnTo>
                    <a:pt x="3446232" y="1745847"/>
                  </a:lnTo>
                  <a:lnTo>
                    <a:pt x="3446232" y="1755554"/>
                  </a:lnTo>
                  <a:lnTo>
                    <a:pt x="3456473" y="1765261"/>
                  </a:lnTo>
                  <a:lnTo>
                    <a:pt x="3453059" y="1771089"/>
                  </a:lnTo>
                  <a:lnTo>
                    <a:pt x="3435995" y="1778852"/>
                  </a:lnTo>
                  <a:lnTo>
                    <a:pt x="3408687" y="1767205"/>
                  </a:lnTo>
                  <a:lnTo>
                    <a:pt x="3401860" y="1771089"/>
                  </a:lnTo>
                  <a:lnTo>
                    <a:pt x="3418928" y="1798270"/>
                  </a:lnTo>
                  <a:lnTo>
                    <a:pt x="3429168" y="1796326"/>
                  </a:lnTo>
                  <a:lnTo>
                    <a:pt x="3432582" y="1804093"/>
                  </a:lnTo>
                  <a:lnTo>
                    <a:pt x="3439405" y="1804093"/>
                  </a:lnTo>
                  <a:lnTo>
                    <a:pt x="3435995" y="1813804"/>
                  </a:lnTo>
                  <a:lnTo>
                    <a:pt x="3439405" y="1817684"/>
                  </a:lnTo>
                  <a:lnTo>
                    <a:pt x="3432582" y="1821567"/>
                  </a:lnTo>
                  <a:lnTo>
                    <a:pt x="3415514" y="1817684"/>
                  </a:lnTo>
                  <a:lnTo>
                    <a:pt x="3418928" y="1840986"/>
                  </a:lnTo>
                  <a:lnTo>
                    <a:pt x="3398450" y="1842925"/>
                  </a:lnTo>
                  <a:lnTo>
                    <a:pt x="3398450" y="1848753"/>
                  </a:lnTo>
                  <a:lnTo>
                    <a:pt x="3384796" y="1839041"/>
                  </a:lnTo>
                  <a:lnTo>
                    <a:pt x="3374555" y="1842925"/>
                  </a:lnTo>
                  <a:lnTo>
                    <a:pt x="3374555" y="1833218"/>
                  </a:lnTo>
                  <a:lnTo>
                    <a:pt x="3364319" y="1827395"/>
                  </a:lnTo>
                  <a:lnTo>
                    <a:pt x="3360905" y="1839041"/>
                  </a:lnTo>
                  <a:lnTo>
                    <a:pt x="3340424" y="1831279"/>
                  </a:lnTo>
                  <a:lnTo>
                    <a:pt x="3340424" y="1825451"/>
                  </a:lnTo>
                  <a:lnTo>
                    <a:pt x="3326774" y="1819628"/>
                  </a:lnTo>
                  <a:lnTo>
                    <a:pt x="3309706" y="1780796"/>
                  </a:lnTo>
                  <a:lnTo>
                    <a:pt x="3285815" y="1774968"/>
                  </a:lnTo>
                  <a:lnTo>
                    <a:pt x="3278988" y="1778852"/>
                  </a:lnTo>
                  <a:lnTo>
                    <a:pt x="3282401" y="1786619"/>
                  </a:lnTo>
                  <a:lnTo>
                    <a:pt x="3268747" y="1788563"/>
                  </a:lnTo>
                  <a:lnTo>
                    <a:pt x="3272161" y="1802154"/>
                  </a:lnTo>
                  <a:lnTo>
                    <a:pt x="3282401" y="1809921"/>
                  </a:lnTo>
                  <a:lnTo>
                    <a:pt x="3268747" y="1833218"/>
                  </a:lnTo>
                  <a:lnTo>
                    <a:pt x="3272161" y="1840986"/>
                  </a:lnTo>
                  <a:lnTo>
                    <a:pt x="3282401" y="1848753"/>
                  </a:lnTo>
                  <a:lnTo>
                    <a:pt x="3268747" y="1846809"/>
                  </a:lnTo>
                  <a:lnTo>
                    <a:pt x="3265334" y="1868167"/>
                  </a:lnTo>
                  <a:lnTo>
                    <a:pt x="3244856" y="1872050"/>
                  </a:lnTo>
                  <a:lnTo>
                    <a:pt x="3248270" y="1885641"/>
                  </a:lnTo>
                  <a:lnTo>
                    <a:pt x="3234616" y="1883701"/>
                  </a:lnTo>
                  <a:lnTo>
                    <a:pt x="3224375" y="1873994"/>
                  </a:lnTo>
                  <a:lnTo>
                    <a:pt x="3220961" y="1889524"/>
                  </a:lnTo>
                  <a:lnTo>
                    <a:pt x="3214138" y="1879817"/>
                  </a:lnTo>
                  <a:lnTo>
                    <a:pt x="3207311" y="1885641"/>
                  </a:lnTo>
                  <a:lnTo>
                    <a:pt x="3193657" y="1879817"/>
                  </a:lnTo>
                  <a:lnTo>
                    <a:pt x="3190243" y="1872050"/>
                  </a:lnTo>
                  <a:lnTo>
                    <a:pt x="3190243" y="1864283"/>
                  </a:lnTo>
                  <a:lnTo>
                    <a:pt x="3186830" y="1862343"/>
                  </a:lnTo>
                  <a:lnTo>
                    <a:pt x="3183416" y="1856516"/>
                  </a:lnTo>
                  <a:lnTo>
                    <a:pt x="3176593" y="1858460"/>
                  </a:lnTo>
                  <a:lnTo>
                    <a:pt x="3183416" y="1852636"/>
                  </a:lnTo>
                  <a:lnTo>
                    <a:pt x="3162939" y="1844869"/>
                  </a:lnTo>
                  <a:lnTo>
                    <a:pt x="3142461" y="1852636"/>
                  </a:lnTo>
                  <a:lnTo>
                    <a:pt x="3128807" y="1846809"/>
                  </a:lnTo>
                  <a:lnTo>
                    <a:pt x="3118567" y="1850692"/>
                  </a:lnTo>
                  <a:lnTo>
                    <a:pt x="3098089" y="1839041"/>
                  </a:lnTo>
                  <a:lnTo>
                    <a:pt x="3070785" y="1839041"/>
                  </a:lnTo>
                  <a:lnTo>
                    <a:pt x="3067371" y="1835162"/>
                  </a:lnTo>
                  <a:lnTo>
                    <a:pt x="3057130" y="1835162"/>
                  </a:lnTo>
                  <a:lnTo>
                    <a:pt x="3036653" y="1821567"/>
                  </a:lnTo>
                  <a:lnTo>
                    <a:pt x="3009345" y="1821567"/>
                  </a:lnTo>
                  <a:lnTo>
                    <a:pt x="2985454" y="1806037"/>
                  </a:lnTo>
                  <a:lnTo>
                    <a:pt x="2968386" y="1782735"/>
                  </a:lnTo>
                  <a:lnTo>
                    <a:pt x="2975213" y="1767205"/>
                  </a:lnTo>
                  <a:lnTo>
                    <a:pt x="2971800" y="1753610"/>
                  </a:lnTo>
                  <a:lnTo>
                    <a:pt x="2975213" y="1745847"/>
                  </a:lnTo>
                  <a:lnTo>
                    <a:pt x="2964972" y="1743903"/>
                  </a:lnTo>
                  <a:lnTo>
                    <a:pt x="2961563" y="1728373"/>
                  </a:lnTo>
                  <a:lnTo>
                    <a:pt x="2961563" y="1722546"/>
                  </a:lnTo>
                  <a:lnTo>
                    <a:pt x="2971800" y="1720606"/>
                  </a:lnTo>
                  <a:lnTo>
                    <a:pt x="2971800" y="1705072"/>
                  </a:lnTo>
                  <a:lnTo>
                    <a:pt x="2961563" y="1699248"/>
                  </a:lnTo>
                  <a:lnTo>
                    <a:pt x="2958149" y="169342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9"/>
            <p:cNvSpPr/>
            <p:nvPr/>
          </p:nvSpPr>
          <p:spPr>
            <a:xfrm>
              <a:off x="1426570" y="996208"/>
              <a:ext cx="3234616" cy="2021555"/>
            </a:xfrm>
            <a:custGeom>
              <a:avLst/>
              <a:pathLst>
                <a:path w="3234616" h="2021555">
                  <a:moveTo>
                    <a:pt x="2971799" y="1691481"/>
                  </a:moveTo>
                  <a:lnTo>
                    <a:pt x="2975213" y="1689541"/>
                  </a:lnTo>
                  <a:lnTo>
                    <a:pt x="2978627" y="1695365"/>
                  </a:lnTo>
                  <a:lnTo>
                    <a:pt x="2975213" y="1710899"/>
                  </a:lnTo>
                  <a:lnTo>
                    <a:pt x="2999108" y="1695365"/>
                  </a:lnTo>
                  <a:lnTo>
                    <a:pt x="2988867" y="1674007"/>
                  </a:lnTo>
                  <a:lnTo>
                    <a:pt x="3016172" y="1656533"/>
                  </a:lnTo>
                  <a:lnTo>
                    <a:pt x="3022999" y="1662356"/>
                  </a:lnTo>
                  <a:lnTo>
                    <a:pt x="3026412" y="1679835"/>
                  </a:lnTo>
                  <a:lnTo>
                    <a:pt x="3063958" y="1687597"/>
                  </a:lnTo>
                  <a:lnTo>
                    <a:pt x="3067371" y="1697309"/>
                  </a:lnTo>
                  <a:lnTo>
                    <a:pt x="3074198" y="1701192"/>
                  </a:lnTo>
                  <a:lnTo>
                    <a:pt x="3070785" y="1705072"/>
                  </a:lnTo>
                  <a:lnTo>
                    <a:pt x="3074198" y="1712839"/>
                  </a:lnTo>
                  <a:lnTo>
                    <a:pt x="3070785" y="1720606"/>
                  </a:lnTo>
                  <a:lnTo>
                    <a:pt x="3074198" y="1726429"/>
                  </a:lnTo>
                  <a:lnTo>
                    <a:pt x="3104916" y="1732257"/>
                  </a:lnTo>
                  <a:lnTo>
                    <a:pt x="3111743" y="1726429"/>
                  </a:lnTo>
                  <a:lnTo>
                    <a:pt x="3111743" y="1720606"/>
                  </a:lnTo>
                  <a:lnTo>
                    <a:pt x="3115157" y="1718666"/>
                  </a:lnTo>
                  <a:lnTo>
                    <a:pt x="3118567" y="1726429"/>
                  </a:lnTo>
                  <a:lnTo>
                    <a:pt x="3139048" y="1720606"/>
                  </a:lnTo>
                  <a:lnTo>
                    <a:pt x="3139048" y="1726429"/>
                  </a:lnTo>
                  <a:lnTo>
                    <a:pt x="3149288" y="1730313"/>
                  </a:lnTo>
                  <a:lnTo>
                    <a:pt x="3176593" y="1728373"/>
                  </a:lnTo>
                  <a:lnTo>
                    <a:pt x="3180007" y="1738080"/>
                  </a:lnTo>
                  <a:lnTo>
                    <a:pt x="3183420" y="1740024"/>
                  </a:lnTo>
                  <a:lnTo>
                    <a:pt x="3190243" y="1736141"/>
                  </a:lnTo>
                  <a:lnTo>
                    <a:pt x="3214138" y="1751671"/>
                  </a:lnTo>
                  <a:lnTo>
                    <a:pt x="3224379" y="1747787"/>
                  </a:lnTo>
                  <a:lnTo>
                    <a:pt x="3234616" y="1749731"/>
                  </a:lnTo>
                  <a:lnTo>
                    <a:pt x="3227788" y="1751671"/>
                  </a:lnTo>
                  <a:lnTo>
                    <a:pt x="3224379" y="1763322"/>
                  </a:lnTo>
                  <a:lnTo>
                    <a:pt x="3234616" y="1773029"/>
                  </a:lnTo>
                  <a:lnTo>
                    <a:pt x="3220965" y="1780796"/>
                  </a:lnTo>
                  <a:lnTo>
                    <a:pt x="3210725" y="1809921"/>
                  </a:lnTo>
                  <a:lnTo>
                    <a:pt x="3193657" y="1809921"/>
                  </a:lnTo>
                  <a:lnTo>
                    <a:pt x="3190243" y="1813804"/>
                  </a:lnTo>
                  <a:lnTo>
                    <a:pt x="3193657" y="1819628"/>
                  </a:lnTo>
                  <a:lnTo>
                    <a:pt x="3176593" y="1846813"/>
                  </a:lnTo>
                  <a:lnTo>
                    <a:pt x="3166352" y="1846813"/>
                  </a:lnTo>
                  <a:lnTo>
                    <a:pt x="3159525" y="1833218"/>
                  </a:lnTo>
                  <a:lnTo>
                    <a:pt x="3145875" y="1839046"/>
                  </a:lnTo>
                  <a:lnTo>
                    <a:pt x="3128807" y="1827395"/>
                  </a:lnTo>
                  <a:lnTo>
                    <a:pt x="3121980" y="1835162"/>
                  </a:lnTo>
                  <a:lnTo>
                    <a:pt x="3118567" y="1842930"/>
                  </a:lnTo>
                  <a:lnTo>
                    <a:pt x="3125394" y="1852636"/>
                  </a:lnTo>
                  <a:lnTo>
                    <a:pt x="3108330" y="1868167"/>
                  </a:lnTo>
                  <a:lnTo>
                    <a:pt x="3115157" y="1877878"/>
                  </a:lnTo>
                  <a:lnTo>
                    <a:pt x="3125394" y="1879817"/>
                  </a:lnTo>
                  <a:lnTo>
                    <a:pt x="3128807" y="1893408"/>
                  </a:lnTo>
                  <a:lnTo>
                    <a:pt x="3145875" y="1897292"/>
                  </a:lnTo>
                  <a:lnTo>
                    <a:pt x="3149288" y="1912826"/>
                  </a:lnTo>
                  <a:lnTo>
                    <a:pt x="3135634" y="1903119"/>
                  </a:lnTo>
                  <a:lnTo>
                    <a:pt x="3121980" y="1916710"/>
                  </a:lnTo>
                  <a:lnTo>
                    <a:pt x="3132221" y="1930300"/>
                  </a:lnTo>
                  <a:lnTo>
                    <a:pt x="3142461" y="1930300"/>
                  </a:lnTo>
                  <a:lnTo>
                    <a:pt x="3149288" y="1943891"/>
                  </a:lnTo>
                  <a:lnTo>
                    <a:pt x="3121980" y="1951658"/>
                  </a:lnTo>
                  <a:lnTo>
                    <a:pt x="3118567" y="1945835"/>
                  </a:lnTo>
                  <a:lnTo>
                    <a:pt x="3108330" y="1947774"/>
                  </a:lnTo>
                  <a:lnTo>
                    <a:pt x="3104916" y="1936124"/>
                  </a:lnTo>
                  <a:lnTo>
                    <a:pt x="3098089" y="1932240"/>
                  </a:lnTo>
                  <a:lnTo>
                    <a:pt x="3091262" y="1940007"/>
                  </a:lnTo>
                  <a:lnTo>
                    <a:pt x="3074198" y="1938068"/>
                  </a:lnTo>
                  <a:lnTo>
                    <a:pt x="3070785" y="1934184"/>
                  </a:lnTo>
                  <a:lnTo>
                    <a:pt x="3074198" y="1930300"/>
                  </a:lnTo>
                  <a:lnTo>
                    <a:pt x="3074198" y="1924477"/>
                  </a:lnTo>
                  <a:lnTo>
                    <a:pt x="3067371" y="1916710"/>
                  </a:lnTo>
                  <a:lnTo>
                    <a:pt x="3074198" y="1908943"/>
                  </a:lnTo>
                  <a:lnTo>
                    <a:pt x="3053717" y="1907003"/>
                  </a:lnTo>
                  <a:lnTo>
                    <a:pt x="3050303" y="1922533"/>
                  </a:lnTo>
                  <a:lnTo>
                    <a:pt x="3036653" y="1930300"/>
                  </a:lnTo>
                  <a:lnTo>
                    <a:pt x="3036653" y="1945835"/>
                  </a:lnTo>
                  <a:lnTo>
                    <a:pt x="3016172" y="1967193"/>
                  </a:lnTo>
                  <a:lnTo>
                    <a:pt x="3019585" y="2007964"/>
                  </a:lnTo>
                  <a:lnTo>
                    <a:pt x="3005935" y="2015731"/>
                  </a:lnTo>
                  <a:lnTo>
                    <a:pt x="3002521" y="2007964"/>
                  </a:lnTo>
                  <a:lnTo>
                    <a:pt x="2985454" y="2019615"/>
                  </a:lnTo>
                  <a:lnTo>
                    <a:pt x="2975213" y="2021555"/>
                  </a:lnTo>
                  <a:lnTo>
                    <a:pt x="2964976" y="2013787"/>
                  </a:lnTo>
                  <a:lnTo>
                    <a:pt x="2968390" y="2007964"/>
                  </a:lnTo>
                  <a:lnTo>
                    <a:pt x="2958149" y="1998257"/>
                  </a:lnTo>
                  <a:lnTo>
                    <a:pt x="2958149" y="1988550"/>
                  </a:lnTo>
                  <a:lnTo>
                    <a:pt x="2958149" y="1992430"/>
                  </a:lnTo>
                  <a:lnTo>
                    <a:pt x="2947909" y="1978839"/>
                  </a:lnTo>
                  <a:lnTo>
                    <a:pt x="2947909" y="1973016"/>
                  </a:lnTo>
                  <a:lnTo>
                    <a:pt x="2930845" y="1941951"/>
                  </a:lnTo>
                  <a:lnTo>
                    <a:pt x="2917190" y="1943891"/>
                  </a:lnTo>
                  <a:lnTo>
                    <a:pt x="2913777" y="1947774"/>
                  </a:lnTo>
                  <a:lnTo>
                    <a:pt x="2903536" y="1930300"/>
                  </a:lnTo>
                  <a:lnTo>
                    <a:pt x="2910363" y="1920593"/>
                  </a:lnTo>
                  <a:lnTo>
                    <a:pt x="2889886" y="1899236"/>
                  </a:lnTo>
                  <a:lnTo>
                    <a:pt x="2879645" y="1912826"/>
                  </a:lnTo>
                  <a:lnTo>
                    <a:pt x="2879645" y="1928361"/>
                  </a:lnTo>
                  <a:lnTo>
                    <a:pt x="2872818" y="1922533"/>
                  </a:lnTo>
                  <a:lnTo>
                    <a:pt x="2869405" y="1879817"/>
                  </a:lnTo>
                  <a:lnTo>
                    <a:pt x="2862578" y="1813804"/>
                  </a:lnTo>
                  <a:lnTo>
                    <a:pt x="2848927" y="1794386"/>
                  </a:lnTo>
                  <a:lnTo>
                    <a:pt x="2859168" y="1784679"/>
                  </a:lnTo>
                  <a:lnTo>
                    <a:pt x="2842100" y="1765261"/>
                  </a:lnTo>
                  <a:lnTo>
                    <a:pt x="2831860" y="1743903"/>
                  </a:lnTo>
                  <a:lnTo>
                    <a:pt x="2814796" y="1736141"/>
                  </a:lnTo>
                  <a:lnTo>
                    <a:pt x="2804555" y="1728373"/>
                  </a:lnTo>
                  <a:lnTo>
                    <a:pt x="2801142" y="1720606"/>
                  </a:lnTo>
                  <a:lnTo>
                    <a:pt x="2814796" y="1697309"/>
                  </a:lnTo>
                  <a:lnTo>
                    <a:pt x="2804555" y="1689541"/>
                  </a:lnTo>
                  <a:lnTo>
                    <a:pt x="2801142" y="1675951"/>
                  </a:lnTo>
                  <a:lnTo>
                    <a:pt x="2814796" y="1674007"/>
                  </a:lnTo>
                  <a:lnTo>
                    <a:pt x="2811382" y="1666240"/>
                  </a:lnTo>
                  <a:lnTo>
                    <a:pt x="2818209" y="1662356"/>
                  </a:lnTo>
                  <a:lnTo>
                    <a:pt x="2842100" y="1668184"/>
                  </a:lnTo>
                  <a:lnTo>
                    <a:pt x="2859168" y="1707016"/>
                  </a:lnTo>
                  <a:lnTo>
                    <a:pt x="2872818" y="1712839"/>
                  </a:lnTo>
                  <a:lnTo>
                    <a:pt x="2872818" y="1718666"/>
                  </a:lnTo>
                  <a:lnTo>
                    <a:pt x="2893300" y="1726429"/>
                  </a:lnTo>
                  <a:lnTo>
                    <a:pt x="2896713" y="1714783"/>
                  </a:lnTo>
                  <a:lnTo>
                    <a:pt x="2906950" y="1720606"/>
                  </a:lnTo>
                  <a:lnTo>
                    <a:pt x="2906950" y="1730313"/>
                  </a:lnTo>
                  <a:lnTo>
                    <a:pt x="2917190" y="1726429"/>
                  </a:lnTo>
                  <a:lnTo>
                    <a:pt x="2930845" y="1736141"/>
                  </a:lnTo>
                  <a:lnTo>
                    <a:pt x="2930845" y="1730313"/>
                  </a:lnTo>
                  <a:lnTo>
                    <a:pt x="2951322" y="1728373"/>
                  </a:lnTo>
                  <a:lnTo>
                    <a:pt x="2947909" y="1705072"/>
                  </a:lnTo>
                  <a:lnTo>
                    <a:pt x="2964976" y="1708955"/>
                  </a:lnTo>
                  <a:lnTo>
                    <a:pt x="2971799" y="1705072"/>
                  </a:lnTo>
                  <a:lnTo>
                    <a:pt x="2968390" y="1701192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10"/>
            <p:cNvSpPr/>
            <p:nvPr/>
          </p:nvSpPr>
          <p:spPr>
            <a:xfrm>
              <a:off x="2191123" y="120543"/>
              <a:ext cx="3500845" cy="2130283"/>
            </a:xfrm>
            <a:custGeom>
              <a:avLst/>
              <a:pathLst>
                <a:path w="3500845" h="2130283">
                  <a:moveTo>
                    <a:pt x="2971800" y="1691481"/>
                  </a:moveTo>
                  <a:lnTo>
                    <a:pt x="3057130" y="1681774"/>
                  </a:lnTo>
                  <a:lnTo>
                    <a:pt x="3104916" y="1703132"/>
                  </a:lnTo>
                  <a:lnTo>
                    <a:pt x="3111743" y="1697304"/>
                  </a:lnTo>
                  <a:lnTo>
                    <a:pt x="3132221" y="1703132"/>
                  </a:lnTo>
                  <a:lnTo>
                    <a:pt x="3135634" y="1710895"/>
                  </a:lnTo>
                  <a:lnTo>
                    <a:pt x="3152698" y="1716722"/>
                  </a:lnTo>
                  <a:lnTo>
                    <a:pt x="3149288" y="1724490"/>
                  </a:lnTo>
                  <a:lnTo>
                    <a:pt x="3156112" y="1728373"/>
                  </a:lnTo>
                  <a:lnTo>
                    <a:pt x="3162939" y="1738080"/>
                  </a:lnTo>
                  <a:lnTo>
                    <a:pt x="3162939" y="1741964"/>
                  </a:lnTo>
                  <a:lnTo>
                    <a:pt x="3169766" y="1743903"/>
                  </a:lnTo>
                  <a:lnTo>
                    <a:pt x="3166352" y="1753610"/>
                  </a:lnTo>
                  <a:lnTo>
                    <a:pt x="3183420" y="1778852"/>
                  </a:lnTo>
                  <a:lnTo>
                    <a:pt x="3180007" y="1782735"/>
                  </a:lnTo>
                  <a:lnTo>
                    <a:pt x="3186834" y="1780796"/>
                  </a:lnTo>
                  <a:lnTo>
                    <a:pt x="3183420" y="1790503"/>
                  </a:lnTo>
                  <a:lnTo>
                    <a:pt x="3197070" y="1806037"/>
                  </a:lnTo>
                  <a:lnTo>
                    <a:pt x="3200484" y="1827395"/>
                  </a:lnTo>
                  <a:lnTo>
                    <a:pt x="3210725" y="1829335"/>
                  </a:lnTo>
                  <a:lnTo>
                    <a:pt x="3207311" y="1844869"/>
                  </a:lnTo>
                  <a:lnTo>
                    <a:pt x="3217552" y="1856516"/>
                  </a:lnTo>
                  <a:lnTo>
                    <a:pt x="3255097" y="1858460"/>
                  </a:lnTo>
                  <a:lnTo>
                    <a:pt x="3268747" y="1868167"/>
                  </a:lnTo>
                  <a:lnTo>
                    <a:pt x="3282401" y="1864283"/>
                  </a:lnTo>
                  <a:lnTo>
                    <a:pt x="3313119" y="1889524"/>
                  </a:lnTo>
                  <a:lnTo>
                    <a:pt x="3330187" y="1889524"/>
                  </a:lnTo>
                  <a:lnTo>
                    <a:pt x="3323360" y="1899231"/>
                  </a:lnTo>
                  <a:lnTo>
                    <a:pt x="3337010" y="1914766"/>
                  </a:lnTo>
                  <a:lnTo>
                    <a:pt x="3330187" y="1922533"/>
                  </a:lnTo>
                  <a:lnTo>
                    <a:pt x="3343837" y="1941947"/>
                  </a:lnTo>
                  <a:lnTo>
                    <a:pt x="3401864" y="1940007"/>
                  </a:lnTo>
                  <a:lnTo>
                    <a:pt x="3405277" y="1930300"/>
                  </a:lnTo>
                  <a:lnTo>
                    <a:pt x="3422341" y="1922533"/>
                  </a:lnTo>
                  <a:lnTo>
                    <a:pt x="3439409" y="1922533"/>
                  </a:lnTo>
                  <a:lnTo>
                    <a:pt x="3466713" y="1910882"/>
                  </a:lnTo>
                  <a:lnTo>
                    <a:pt x="3500845" y="1908943"/>
                  </a:lnTo>
                  <a:lnTo>
                    <a:pt x="3487191" y="1916705"/>
                  </a:lnTo>
                  <a:lnTo>
                    <a:pt x="3480364" y="1928356"/>
                  </a:lnTo>
                  <a:lnTo>
                    <a:pt x="3487191" y="1941947"/>
                  </a:lnTo>
                  <a:lnTo>
                    <a:pt x="3480364" y="1951658"/>
                  </a:lnTo>
                  <a:lnTo>
                    <a:pt x="3473541" y="1951658"/>
                  </a:lnTo>
                  <a:lnTo>
                    <a:pt x="3466713" y="1959421"/>
                  </a:lnTo>
                  <a:lnTo>
                    <a:pt x="3466713" y="1965249"/>
                  </a:lnTo>
                  <a:lnTo>
                    <a:pt x="3453059" y="1992430"/>
                  </a:lnTo>
                  <a:lnTo>
                    <a:pt x="3456473" y="2004081"/>
                  </a:lnTo>
                  <a:lnTo>
                    <a:pt x="3439409" y="2023494"/>
                  </a:lnTo>
                  <a:lnTo>
                    <a:pt x="3435995" y="2035145"/>
                  </a:lnTo>
                  <a:lnTo>
                    <a:pt x="3429168" y="2037089"/>
                  </a:lnTo>
                  <a:lnTo>
                    <a:pt x="3422341" y="2054563"/>
                  </a:lnTo>
                  <a:lnTo>
                    <a:pt x="3415514" y="2058447"/>
                  </a:lnTo>
                  <a:lnTo>
                    <a:pt x="3377969" y="2044852"/>
                  </a:lnTo>
                  <a:lnTo>
                    <a:pt x="3364319" y="2058447"/>
                  </a:lnTo>
                  <a:lnTo>
                    <a:pt x="3343837" y="2066210"/>
                  </a:lnTo>
                  <a:lnTo>
                    <a:pt x="3354078" y="2101163"/>
                  </a:lnTo>
                  <a:lnTo>
                    <a:pt x="3350665" y="2116693"/>
                  </a:lnTo>
                  <a:lnTo>
                    <a:pt x="3354078" y="2128344"/>
                  </a:lnTo>
                  <a:lnTo>
                    <a:pt x="3337010" y="2130283"/>
                  </a:lnTo>
                  <a:lnTo>
                    <a:pt x="3323360" y="2120576"/>
                  </a:lnTo>
                  <a:lnTo>
                    <a:pt x="3316533" y="2105042"/>
                  </a:lnTo>
                  <a:lnTo>
                    <a:pt x="3302879" y="2110870"/>
                  </a:lnTo>
                  <a:lnTo>
                    <a:pt x="3299465" y="2103102"/>
                  </a:lnTo>
                  <a:lnTo>
                    <a:pt x="3296056" y="2108925"/>
                  </a:lnTo>
                  <a:lnTo>
                    <a:pt x="3275574" y="2112809"/>
                  </a:lnTo>
                  <a:lnTo>
                    <a:pt x="3272161" y="2122516"/>
                  </a:lnTo>
                  <a:lnTo>
                    <a:pt x="3258510" y="2124460"/>
                  </a:lnTo>
                  <a:lnTo>
                    <a:pt x="3244856" y="2097279"/>
                  </a:lnTo>
                  <a:lnTo>
                    <a:pt x="3241443" y="2083684"/>
                  </a:lnTo>
                  <a:lnTo>
                    <a:pt x="3227788" y="2089512"/>
                  </a:lnTo>
                  <a:lnTo>
                    <a:pt x="3227788" y="2099219"/>
                  </a:lnTo>
                  <a:lnTo>
                    <a:pt x="3214138" y="2099219"/>
                  </a:lnTo>
                  <a:lnTo>
                    <a:pt x="3207311" y="2077861"/>
                  </a:lnTo>
                  <a:lnTo>
                    <a:pt x="3190243" y="2077861"/>
                  </a:lnTo>
                  <a:lnTo>
                    <a:pt x="3186834" y="2070094"/>
                  </a:lnTo>
                  <a:lnTo>
                    <a:pt x="3190243" y="2060387"/>
                  </a:lnTo>
                  <a:lnTo>
                    <a:pt x="3183420" y="2054563"/>
                  </a:lnTo>
                  <a:lnTo>
                    <a:pt x="3169766" y="2048736"/>
                  </a:lnTo>
                  <a:lnTo>
                    <a:pt x="3149288" y="2052619"/>
                  </a:lnTo>
                  <a:lnTo>
                    <a:pt x="3139048" y="2046796"/>
                  </a:lnTo>
                  <a:lnTo>
                    <a:pt x="3135634" y="2037089"/>
                  </a:lnTo>
                  <a:lnTo>
                    <a:pt x="3111743" y="2042913"/>
                  </a:lnTo>
                  <a:lnTo>
                    <a:pt x="3104916" y="2037089"/>
                  </a:lnTo>
                  <a:lnTo>
                    <a:pt x="3084435" y="2040968"/>
                  </a:lnTo>
                  <a:lnTo>
                    <a:pt x="3070785" y="2027378"/>
                  </a:lnTo>
                  <a:lnTo>
                    <a:pt x="3067371" y="2006020"/>
                  </a:lnTo>
                  <a:lnTo>
                    <a:pt x="3040067" y="2006020"/>
                  </a:lnTo>
                  <a:lnTo>
                    <a:pt x="3033239" y="1990490"/>
                  </a:lnTo>
                  <a:lnTo>
                    <a:pt x="3053717" y="1986606"/>
                  </a:lnTo>
                  <a:lnTo>
                    <a:pt x="3053717" y="1976900"/>
                  </a:lnTo>
                  <a:lnTo>
                    <a:pt x="3053717" y="1978839"/>
                  </a:lnTo>
                  <a:lnTo>
                    <a:pt x="3050303" y="1973016"/>
                  </a:lnTo>
                  <a:lnTo>
                    <a:pt x="3046890" y="1973016"/>
                  </a:lnTo>
                  <a:lnTo>
                    <a:pt x="3046890" y="1976900"/>
                  </a:lnTo>
                  <a:lnTo>
                    <a:pt x="3033239" y="1984662"/>
                  </a:lnTo>
                  <a:lnTo>
                    <a:pt x="3009345" y="1955542"/>
                  </a:lnTo>
                  <a:lnTo>
                    <a:pt x="3081021" y="1905059"/>
                  </a:lnTo>
                  <a:lnTo>
                    <a:pt x="3087848" y="1922533"/>
                  </a:lnTo>
                  <a:lnTo>
                    <a:pt x="3101503" y="1877873"/>
                  </a:lnTo>
                  <a:lnTo>
                    <a:pt x="3118567" y="1875934"/>
                  </a:lnTo>
                  <a:lnTo>
                    <a:pt x="3115157" y="1846809"/>
                  </a:lnTo>
                  <a:lnTo>
                    <a:pt x="3121980" y="1833218"/>
                  </a:lnTo>
                  <a:lnTo>
                    <a:pt x="3139048" y="1815744"/>
                  </a:lnTo>
                  <a:lnTo>
                    <a:pt x="3139048" y="1806037"/>
                  </a:lnTo>
                  <a:lnTo>
                    <a:pt x="3149288" y="1794386"/>
                  </a:lnTo>
                  <a:lnTo>
                    <a:pt x="3121980" y="1767205"/>
                  </a:lnTo>
                  <a:lnTo>
                    <a:pt x="3111743" y="1767205"/>
                  </a:lnTo>
                  <a:lnTo>
                    <a:pt x="3104916" y="1778852"/>
                  </a:lnTo>
                  <a:lnTo>
                    <a:pt x="3091262" y="1778852"/>
                  </a:lnTo>
                  <a:lnTo>
                    <a:pt x="3084435" y="1782735"/>
                  </a:lnTo>
                  <a:lnTo>
                    <a:pt x="3057130" y="1778852"/>
                  </a:lnTo>
                  <a:lnTo>
                    <a:pt x="3043476" y="1784679"/>
                  </a:lnTo>
                  <a:lnTo>
                    <a:pt x="3029826" y="1780796"/>
                  </a:lnTo>
                  <a:lnTo>
                    <a:pt x="3016172" y="1747787"/>
                  </a:lnTo>
                  <a:lnTo>
                    <a:pt x="3019585" y="1740020"/>
                  </a:lnTo>
                  <a:lnTo>
                    <a:pt x="2999108" y="1728373"/>
                  </a:lnTo>
                  <a:lnTo>
                    <a:pt x="2992281" y="1738080"/>
                  </a:lnTo>
                  <a:lnTo>
                    <a:pt x="2982040" y="1738080"/>
                  </a:lnTo>
                  <a:lnTo>
                    <a:pt x="2978627" y="1732253"/>
                  </a:lnTo>
                  <a:lnTo>
                    <a:pt x="2961563" y="1726429"/>
                  </a:lnTo>
                  <a:lnTo>
                    <a:pt x="2985454" y="1705072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1"/>
            <p:cNvSpPr/>
            <p:nvPr/>
          </p:nvSpPr>
          <p:spPr>
            <a:xfrm>
              <a:off x="1218367" y="590414"/>
              <a:ext cx="3449646" cy="2138051"/>
            </a:xfrm>
            <a:custGeom>
              <a:avLst/>
              <a:pathLst>
                <a:path w="3449646" h="2138051">
                  <a:moveTo>
                    <a:pt x="2971800" y="1691481"/>
                  </a:moveTo>
                  <a:lnTo>
                    <a:pt x="3002518" y="1687597"/>
                  </a:lnTo>
                  <a:lnTo>
                    <a:pt x="3026412" y="1734197"/>
                  </a:lnTo>
                  <a:lnTo>
                    <a:pt x="3026412" y="1740020"/>
                  </a:lnTo>
                  <a:lnTo>
                    <a:pt x="3012758" y="1745843"/>
                  </a:lnTo>
                  <a:lnTo>
                    <a:pt x="3046890" y="1771084"/>
                  </a:lnTo>
                  <a:lnTo>
                    <a:pt x="3046890" y="1786619"/>
                  </a:lnTo>
                  <a:lnTo>
                    <a:pt x="3057130" y="1782735"/>
                  </a:lnTo>
                  <a:lnTo>
                    <a:pt x="3053717" y="1778852"/>
                  </a:lnTo>
                  <a:lnTo>
                    <a:pt x="3063958" y="1784675"/>
                  </a:lnTo>
                  <a:lnTo>
                    <a:pt x="3070781" y="1776908"/>
                  </a:lnTo>
                  <a:lnTo>
                    <a:pt x="3074194" y="1780791"/>
                  </a:lnTo>
                  <a:lnTo>
                    <a:pt x="3081021" y="1773029"/>
                  </a:lnTo>
                  <a:lnTo>
                    <a:pt x="3108326" y="1767201"/>
                  </a:lnTo>
                  <a:lnTo>
                    <a:pt x="3118567" y="1782735"/>
                  </a:lnTo>
                  <a:lnTo>
                    <a:pt x="3115153" y="1800210"/>
                  </a:lnTo>
                  <a:lnTo>
                    <a:pt x="3091262" y="1817684"/>
                  </a:lnTo>
                  <a:lnTo>
                    <a:pt x="3111739" y="1821567"/>
                  </a:lnTo>
                  <a:lnTo>
                    <a:pt x="3132221" y="1837102"/>
                  </a:lnTo>
                  <a:lnTo>
                    <a:pt x="3142457" y="1837102"/>
                  </a:lnTo>
                  <a:lnTo>
                    <a:pt x="3149285" y="1858460"/>
                  </a:lnTo>
                  <a:lnTo>
                    <a:pt x="3159525" y="1854576"/>
                  </a:lnTo>
                  <a:lnTo>
                    <a:pt x="3162939" y="1866223"/>
                  </a:lnTo>
                  <a:lnTo>
                    <a:pt x="3180003" y="1870106"/>
                  </a:lnTo>
                  <a:lnTo>
                    <a:pt x="3190243" y="1860399"/>
                  </a:lnTo>
                  <a:lnTo>
                    <a:pt x="3183416" y="1850692"/>
                  </a:lnTo>
                  <a:lnTo>
                    <a:pt x="3207311" y="1844865"/>
                  </a:lnTo>
                  <a:lnTo>
                    <a:pt x="3227788" y="1850692"/>
                  </a:lnTo>
                  <a:lnTo>
                    <a:pt x="3241443" y="1840981"/>
                  </a:lnTo>
                  <a:lnTo>
                    <a:pt x="3268747" y="1837102"/>
                  </a:lnTo>
                  <a:lnTo>
                    <a:pt x="3275574" y="1856516"/>
                  </a:lnTo>
                  <a:lnTo>
                    <a:pt x="3244856" y="1883697"/>
                  </a:lnTo>
                  <a:lnTo>
                    <a:pt x="3248270" y="1893408"/>
                  </a:lnTo>
                  <a:lnTo>
                    <a:pt x="3241443" y="1899231"/>
                  </a:lnTo>
                  <a:lnTo>
                    <a:pt x="3244856" y="1906999"/>
                  </a:lnTo>
                  <a:lnTo>
                    <a:pt x="3278988" y="1924473"/>
                  </a:lnTo>
                  <a:lnTo>
                    <a:pt x="3289225" y="1924473"/>
                  </a:lnTo>
                  <a:lnTo>
                    <a:pt x="3289225" y="1934180"/>
                  </a:lnTo>
                  <a:lnTo>
                    <a:pt x="3299465" y="1934180"/>
                  </a:lnTo>
                  <a:lnTo>
                    <a:pt x="3316533" y="1951654"/>
                  </a:lnTo>
                  <a:lnTo>
                    <a:pt x="3313119" y="1957481"/>
                  </a:lnTo>
                  <a:lnTo>
                    <a:pt x="3323360" y="1982723"/>
                  </a:lnTo>
                  <a:lnTo>
                    <a:pt x="3316533" y="1988546"/>
                  </a:lnTo>
                  <a:lnTo>
                    <a:pt x="3319946" y="1998253"/>
                  </a:lnTo>
                  <a:lnTo>
                    <a:pt x="3333597" y="2000197"/>
                  </a:lnTo>
                  <a:lnTo>
                    <a:pt x="3337010" y="2007960"/>
                  </a:lnTo>
                  <a:lnTo>
                    <a:pt x="3343837" y="2011843"/>
                  </a:lnTo>
                  <a:lnTo>
                    <a:pt x="3340424" y="2013787"/>
                  </a:lnTo>
                  <a:lnTo>
                    <a:pt x="3343837" y="2013787"/>
                  </a:lnTo>
                  <a:lnTo>
                    <a:pt x="3347251" y="2015727"/>
                  </a:lnTo>
                  <a:lnTo>
                    <a:pt x="3354078" y="2013787"/>
                  </a:lnTo>
                  <a:lnTo>
                    <a:pt x="3357492" y="2021555"/>
                  </a:lnTo>
                  <a:lnTo>
                    <a:pt x="3364315" y="2017671"/>
                  </a:lnTo>
                  <a:lnTo>
                    <a:pt x="3360901" y="2002137"/>
                  </a:lnTo>
                  <a:lnTo>
                    <a:pt x="3371142" y="2002137"/>
                  </a:lnTo>
                  <a:lnTo>
                    <a:pt x="3381383" y="1996313"/>
                  </a:lnTo>
                  <a:lnTo>
                    <a:pt x="3377969" y="1982723"/>
                  </a:lnTo>
                  <a:lnTo>
                    <a:pt x="3364315" y="1976895"/>
                  </a:lnTo>
                  <a:lnTo>
                    <a:pt x="3364315" y="1967188"/>
                  </a:lnTo>
                  <a:lnTo>
                    <a:pt x="3360901" y="1963305"/>
                  </a:lnTo>
                  <a:lnTo>
                    <a:pt x="3367728" y="1953598"/>
                  </a:lnTo>
                  <a:lnTo>
                    <a:pt x="3367728" y="1940007"/>
                  </a:lnTo>
                  <a:lnTo>
                    <a:pt x="3395037" y="1940007"/>
                  </a:lnTo>
                  <a:lnTo>
                    <a:pt x="3395037" y="1947770"/>
                  </a:lnTo>
                  <a:lnTo>
                    <a:pt x="3449646" y="1973011"/>
                  </a:lnTo>
                  <a:lnTo>
                    <a:pt x="3446232" y="1988546"/>
                  </a:lnTo>
                  <a:lnTo>
                    <a:pt x="3442819" y="1994369"/>
                  </a:lnTo>
                  <a:lnTo>
                    <a:pt x="3446232" y="2007960"/>
                  </a:lnTo>
                  <a:lnTo>
                    <a:pt x="3442819" y="2019611"/>
                  </a:lnTo>
                  <a:lnTo>
                    <a:pt x="3412101" y="2019611"/>
                  </a:lnTo>
                  <a:lnTo>
                    <a:pt x="3412101" y="2027378"/>
                  </a:lnTo>
                  <a:lnTo>
                    <a:pt x="3415514" y="2031262"/>
                  </a:lnTo>
                  <a:lnTo>
                    <a:pt x="3408687" y="2035145"/>
                  </a:lnTo>
                  <a:lnTo>
                    <a:pt x="3391623" y="2037085"/>
                  </a:lnTo>
                  <a:lnTo>
                    <a:pt x="3381383" y="2029318"/>
                  </a:lnTo>
                  <a:lnTo>
                    <a:pt x="3367728" y="2029318"/>
                  </a:lnTo>
                  <a:lnTo>
                    <a:pt x="3364315" y="2042913"/>
                  </a:lnTo>
                  <a:lnTo>
                    <a:pt x="3357492" y="2050675"/>
                  </a:lnTo>
                  <a:lnTo>
                    <a:pt x="3371142" y="2062326"/>
                  </a:lnTo>
                  <a:lnTo>
                    <a:pt x="3364315" y="2064270"/>
                  </a:lnTo>
                  <a:lnTo>
                    <a:pt x="3367728" y="2070094"/>
                  </a:lnTo>
                  <a:lnTo>
                    <a:pt x="3360901" y="2079800"/>
                  </a:lnTo>
                  <a:lnTo>
                    <a:pt x="3364315" y="2097275"/>
                  </a:lnTo>
                  <a:lnTo>
                    <a:pt x="3343837" y="2093391"/>
                  </a:lnTo>
                  <a:lnTo>
                    <a:pt x="3333597" y="2103102"/>
                  </a:lnTo>
                  <a:lnTo>
                    <a:pt x="3343837" y="2112809"/>
                  </a:lnTo>
                  <a:lnTo>
                    <a:pt x="3340424" y="2120576"/>
                  </a:lnTo>
                  <a:lnTo>
                    <a:pt x="3323360" y="2124460"/>
                  </a:lnTo>
                  <a:lnTo>
                    <a:pt x="3319946" y="2126400"/>
                  </a:lnTo>
                  <a:lnTo>
                    <a:pt x="3319946" y="2132223"/>
                  </a:lnTo>
                  <a:lnTo>
                    <a:pt x="3313119" y="2138051"/>
                  </a:lnTo>
                  <a:lnTo>
                    <a:pt x="3282401" y="2132223"/>
                  </a:lnTo>
                  <a:lnTo>
                    <a:pt x="3278988" y="2126400"/>
                  </a:lnTo>
                  <a:lnTo>
                    <a:pt x="3282401" y="2118632"/>
                  </a:lnTo>
                  <a:lnTo>
                    <a:pt x="3278988" y="2110865"/>
                  </a:lnTo>
                  <a:lnTo>
                    <a:pt x="3282401" y="2106986"/>
                  </a:lnTo>
                  <a:lnTo>
                    <a:pt x="3275574" y="2103102"/>
                  </a:lnTo>
                  <a:lnTo>
                    <a:pt x="3272161" y="2093391"/>
                  </a:lnTo>
                  <a:lnTo>
                    <a:pt x="3234616" y="2085628"/>
                  </a:lnTo>
                  <a:lnTo>
                    <a:pt x="3231202" y="2068150"/>
                  </a:lnTo>
                  <a:lnTo>
                    <a:pt x="3224375" y="2062326"/>
                  </a:lnTo>
                  <a:lnTo>
                    <a:pt x="3197070" y="2079800"/>
                  </a:lnTo>
                  <a:lnTo>
                    <a:pt x="3207311" y="2101158"/>
                  </a:lnTo>
                  <a:lnTo>
                    <a:pt x="3183416" y="2116693"/>
                  </a:lnTo>
                  <a:lnTo>
                    <a:pt x="3186830" y="2101158"/>
                  </a:lnTo>
                  <a:lnTo>
                    <a:pt x="3183416" y="2095335"/>
                  </a:lnTo>
                  <a:lnTo>
                    <a:pt x="3180003" y="2097275"/>
                  </a:lnTo>
                  <a:lnTo>
                    <a:pt x="3173179" y="2097275"/>
                  </a:lnTo>
                  <a:lnTo>
                    <a:pt x="3169766" y="2089507"/>
                  </a:lnTo>
                  <a:lnTo>
                    <a:pt x="3159525" y="2091451"/>
                  </a:lnTo>
                  <a:lnTo>
                    <a:pt x="3142457" y="2064270"/>
                  </a:lnTo>
                  <a:lnTo>
                    <a:pt x="3149285" y="2060387"/>
                  </a:lnTo>
                  <a:lnTo>
                    <a:pt x="3176593" y="2072033"/>
                  </a:lnTo>
                  <a:lnTo>
                    <a:pt x="3193657" y="2064270"/>
                  </a:lnTo>
                  <a:lnTo>
                    <a:pt x="3197070" y="2058443"/>
                  </a:lnTo>
                  <a:lnTo>
                    <a:pt x="3186830" y="2048736"/>
                  </a:lnTo>
                  <a:lnTo>
                    <a:pt x="3186830" y="2039029"/>
                  </a:lnTo>
                  <a:lnTo>
                    <a:pt x="3203897" y="2023494"/>
                  </a:lnTo>
                  <a:lnTo>
                    <a:pt x="3200484" y="2013787"/>
                  </a:lnTo>
                  <a:lnTo>
                    <a:pt x="3207311" y="2006020"/>
                  </a:lnTo>
                  <a:lnTo>
                    <a:pt x="3220961" y="2006020"/>
                  </a:lnTo>
                  <a:lnTo>
                    <a:pt x="3214138" y="1998253"/>
                  </a:lnTo>
                  <a:lnTo>
                    <a:pt x="3224375" y="1992430"/>
                  </a:lnTo>
                  <a:lnTo>
                    <a:pt x="3224375" y="1984662"/>
                  </a:lnTo>
                  <a:lnTo>
                    <a:pt x="3227788" y="1976895"/>
                  </a:lnTo>
                  <a:lnTo>
                    <a:pt x="3220961" y="1973011"/>
                  </a:lnTo>
                  <a:lnTo>
                    <a:pt x="3210725" y="1955537"/>
                  </a:lnTo>
                  <a:lnTo>
                    <a:pt x="3214138" y="1951654"/>
                  </a:lnTo>
                  <a:lnTo>
                    <a:pt x="3207311" y="1945830"/>
                  </a:lnTo>
                  <a:lnTo>
                    <a:pt x="3210725" y="1936124"/>
                  </a:lnTo>
                  <a:lnTo>
                    <a:pt x="3193657" y="1924473"/>
                  </a:lnTo>
                  <a:lnTo>
                    <a:pt x="3186830" y="1912822"/>
                  </a:lnTo>
                  <a:lnTo>
                    <a:pt x="3180003" y="1916705"/>
                  </a:lnTo>
                  <a:lnTo>
                    <a:pt x="3169766" y="1905054"/>
                  </a:lnTo>
                  <a:lnTo>
                    <a:pt x="3156112" y="1906999"/>
                  </a:lnTo>
                  <a:lnTo>
                    <a:pt x="3139048" y="1889524"/>
                  </a:lnTo>
                  <a:lnTo>
                    <a:pt x="3128807" y="1887580"/>
                  </a:lnTo>
                  <a:lnTo>
                    <a:pt x="3115153" y="1877873"/>
                  </a:lnTo>
                  <a:lnTo>
                    <a:pt x="3111739" y="1879817"/>
                  </a:lnTo>
                  <a:lnTo>
                    <a:pt x="3118567" y="1887580"/>
                  </a:lnTo>
                  <a:lnTo>
                    <a:pt x="3104916" y="1883697"/>
                  </a:lnTo>
                  <a:lnTo>
                    <a:pt x="3077608" y="1858460"/>
                  </a:lnTo>
                  <a:lnTo>
                    <a:pt x="3063958" y="1852632"/>
                  </a:lnTo>
                  <a:lnTo>
                    <a:pt x="3057130" y="1858460"/>
                  </a:lnTo>
                  <a:lnTo>
                    <a:pt x="3046890" y="1854576"/>
                  </a:lnTo>
                  <a:lnTo>
                    <a:pt x="3040063" y="1864283"/>
                  </a:lnTo>
                  <a:lnTo>
                    <a:pt x="2995694" y="1846809"/>
                  </a:lnTo>
                  <a:lnTo>
                    <a:pt x="2999104" y="1873990"/>
                  </a:lnTo>
                  <a:lnTo>
                    <a:pt x="2982040" y="1879817"/>
                  </a:lnTo>
                  <a:lnTo>
                    <a:pt x="2982040" y="1891464"/>
                  </a:lnTo>
                  <a:lnTo>
                    <a:pt x="2971800" y="1889524"/>
                  </a:lnTo>
                  <a:lnTo>
                    <a:pt x="2964972" y="1895348"/>
                  </a:lnTo>
                  <a:lnTo>
                    <a:pt x="2944495" y="1883697"/>
                  </a:lnTo>
                  <a:lnTo>
                    <a:pt x="2934254" y="1887580"/>
                  </a:lnTo>
                  <a:lnTo>
                    <a:pt x="2917190" y="1881757"/>
                  </a:lnTo>
                  <a:lnTo>
                    <a:pt x="2900123" y="1883697"/>
                  </a:lnTo>
                  <a:lnTo>
                    <a:pt x="2889882" y="1866223"/>
                  </a:lnTo>
                  <a:lnTo>
                    <a:pt x="2872818" y="1868167"/>
                  </a:lnTo>
                  <a:lnTo>
                    <a:pt x="2865991" y="1858460"/>
                  </a:lnTo>
                  <a:lnTo>
                    <a:pt x="2845514" y="1856516"/>
                  </a:lnTo>
                  <a:lnTo>
                    <a:pt x="2845514" y="1846809"/>
                  </a:lnTo>
                  <a:lnTo>
                    <a:pt x="2814792" y="1850692"/>
                  </a:lnTo>
                  <a:lnTo>
                    <a:pt x="2814792" y="1840981"/>
                  </a:lnTo>
                  <a:lnTo>
                    <a:pt x="2825032" y="1827391"/>
                  </a:lnTo>
                  <a:lnTo>
                    <a:pt x="2842100" y="1782735"/>
                  </a:lnTo>
                  <a:lnTo>
                    <a:pt x="2872818" y="1780791"/>
                  </a:lnTo>
                  <a:lnTo>
                    <a:pt x="2879645" y="1763317"/>
                  </a:lnTo>
                  <a:lnTo>
                    <a:pt x="2900123" y="1745843"/>
                  </a:lnTo>
                  <a:lnTo>
                    <a:pt x="2924014" y="1732253"/>
                  </a:lnTo>
                  <a:lnTo>
                    <a:pt x="2927427" y="1740020"/>
                  </a:lnTo>
                  <a:lnTo>
                    <a:pt x="2954736" y="1726429"/>
                  </a:lnTo>
                  <a:lnTo>
                    <a:pt x="2964972" y="1712839"/>
                  </a:lnTo>
                  <a:lnTo>
                    <a:pt x="2958149" y="1708955"/>
                  </a:lnTo>
                  <a:lnTo>
                    <a:pt x="2954736" y="170118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2"/>
            <p:cNvSpPr/>
            <p:nvPr/>
          </p:nvSpPr>
          <p:spPr>
            <a:xfrm>
              <a:off x="1286630" y="1235027"/>
              <a:ext cx="3282401" cy="2000197"/>
            </a:xfrm>
            <a:custGeom>
              <a:avLst/>
              <a:pathLst>
                <a:path w="3282401" h="2000197">
                  <a:moveTo>
                    <a:pt x="2971800" y="1691481"/>
                  </a:moveTo>
                  <a:lnTo>
                    <a:pt x="2975213" y="1679830"/>
                  </a:lnTo>
                  <a:lnTo>
                    <a:pt x="2978627" y="1691481"/>
                  </a:lnTo>
                  <a:lnTo>
                    <a:pt x="2992281" y="1687597"/>
                  </a:lnTo>
                  <a:lnTo>
                    <a:pt x="2995694" y="1681774"/>
                  </a:lnTo>
                  <a:lnTo>
                    <a:pt x="2988867" y="1674007"/>
                  </a:lnTo>
                  <a:lnTo>
                    <a:pt x="2992281" y="1656533"/>
                  </a:lnTo>
                  <a:lnTo>
                    <a:pt x="2995694" y="1652649"/>
                  </a:lnTo>
                  <a:lnTo>
                    <a:pt x="2995694" y="1658472"/>
                  </a:lnTo>
                  <a:lnTo>
                    <a:pt x="3002518" y="1660416"/>
                  </a:lnTo>
                  <a:lnTo>
                    <a:pt x="3002518" y="1646826"/>
                  </a:lnTo>
                  <a:lnTo>
                    <a:pt x="3009345" y="1640998"/>
                  </a:lnTo>
                  <a:lnTo>
                    <a:pt x="3012758" y="1683714"/>
                  </a:lnTo>
                  <a:lnTo>
                    <a:pt x="3019585" y="1689541"/>
                  </a:lnTo>
                  <a:lnTo>
                    <a:pt x="3019585" y="1674007"/>
                  </a:lnTo>
                  <a:lnTo>
                    <a:pt x="3029826" y="1660416"/>
                  </a:lnTo>
                  <a:lnTo>
                    <a:pt x="3050303" y="1681774"/>
                  </a:lnTo>
                  <a:lnTo>
                    <a:pt x="3043476" y="1691481"/>
                  </a:lnTo>
                  <a:lnTo>
                    <a:pt x="3053717" y="1708955"/>
                  </a:lnTo>
                  <a:lnTo>
                    <a:pt x="3057130" y="1705072"/>
                  </a:lnTo>
                  <a:lnTo>
                    <a:pt x="3070785" y="1703132"/>
                  </a:lnTo>
                  <a:lnTo>
                    <a:pt x="3087848" y="1734197"/>
                  </a:lnTo>
                  <a:lnTo>
                    <a:pt x="3087848" y="1740020"/>
                  </a:lnTo>
                  <a:lnTo>
                    <a:pt x="3098089" y="1753610"/>
                  </a:lnTo>
                  <a:lnTo>
                    <a:pt x="3098089" y="1749731"/>
                  </a:lnTo>
                  <a:lnTo>
                    <a:pt x="3098089" y="1759438"/>
                  </a:lnTo>
                  <a:lnTo>
                    <a:pt x="3108330" y="1769145"/>
                  </a:lnTo>
                  <a:lnTo>
                    <a:pt x="3104916" y="1774968"/>
                  </a:lnTo>
                  <a:lnTo>
                    <a:pt x="3115153" y="1782735"/>
                  </a:lnTo>
                  <a:lnTo>
                    <a:pt x="3125394" y="1780796"/>
                  </a:lnTo>
                  <a:lnTo>
                    <a:pt x="3142461" y="1769145"/>
                  </a:lnTo>
                  <a:lnTo>
                    <a:pt x="3145875" y="1776912"/>
                  </a:lnTo>
                  <a:lnTo>
                    <a:pt x="3159525" y="1769145"/>
                  </a:lnTo>
                  <a:lnTo>
                    <a:pt x="3156112" y="1728373"/>
                  </a:lnTo>
                  <a:lnTo>
                    <a:pt x="3176593" y="1707016"/>
                  </a:lnTo>
                  <a:lnTo>
                    <a:pt x="3176593" y="1691481"/>
                  </a:lnTo>
                  <a:lnTo>
                    <a:pt x="3190243" y="1683714"/>
                  </a:lnTo>
                  <a:lnTo>
                    <a:pt x="3193657" y="1668184"/>
                  </a:lnTo>
                  <a:lnTo>
                    <a:pt x="3214138" y="1670123"/>
                  </a:lnTo>
                  <a:lnTo>
                    <a:pt x="3207311" y="1677890"/>
                  </a:lnTo>
                  <a:lnTo>
                    <a:pt x="3214138" y="1685658"/>
                  </a:lnTo>
                  <a:lnTo>
                    <a:pt x="3214138" y="1691481"/>
                  </a:lnTo>
                  <a:lnTo>
                    <a:pt x="3210725" y="1695365"/>
                  </a:lnTo>
                  <a:lnTo>
                    <a:pt x="3214138" y="1699248"/>
                  </a:lnTo>
                  <a:lnTo>
                    <a:pt x="3231202" y="1701188"/>
                  </a:lnTo>
                  <a:lnTo>
                    <a:pt x="3238029" y="1693421"/>
                  </a:lnTo>
                  <a:lnTo>
                    <a:pt x="3244856" y="1697304"/>
                  </a:lnTo>
                  <a:lnTo>
                    <a:pt x="3248270" y="1708955"/>
                  </a:lnTo>
                  <a:lnTo>
                    <a:pt x="3244856" y="1724490"/>
                  </a:lnTo>
                  <a:lnTo>
                    <a:pt x="3220961" y="1726429"/>
                  </a:lnTo>
                  <a:lnTo>
                    <a:pt x="3214138" y="1720606"/>
                  </a:lnTo>
                  <a:lnTo>
                    <a:pt x="3203897" y="1730313"/>
                  </a:lnTo>
                  <a:lnTo>
                    <a:pt x="3193657" y="1722546"/>
                  </a:lnTo>
                  <a:lnTo>
                    <a:pt x="3183416" y="1740020"/>
                  </a:lnTo>
                  <a:lnTo>
                    <a:pt x="3186830" y="1741964"/>
                  </a:lnTo>
                  <a:lnTo>
                    <a:pt x="3186830" y="1751671"/>
                  </a:lnTo>
                  <a:lnTo>
                    <a:pt x="3193657" y="1761378"/>
                  </a:lnTo>
                  <a:lnTo>
                    <a:pt x="3214138" y="1755554"/>
                  </a:lnTo>
                  <a:lnTo>
                    <a:pt x="3224375" y="1767205"/>
                  </a:lnTo>
                  <a:lnTo>
                    <a:pt x="3210725" y="1798270"/>
                  </a:lnTo>
                  <a:lnTo>
                    <a:pt x="3231202" y="1819628"/>
                  </a:lnTo>
                  <a:lnTo>
                    <a:pt x="3220961" y="1827395"/>
                  </a:lnTo>
                  <a:lnTo>
                    <a:pt x="3224375" y="1831279"/>
                  </a:lnTo>
                  <a:lnTo>
                    <a:pt x="3217552" y="1840986"/>
                  </a:lnTo>
                  <a:lnTo>
                    <a:pt x="3224375" y="1858460"/>
                  </a:lnTo>
                  <a:lnTo>
                    <a:pt x="3227788" y="1852636"/>
                  </a:lnTo>
                  <a:lnTo>
                    <a:pt x="3238029" y="1854576"/>
                  </a:lnTo>
                  <a:lnTo>
                    <a:pt x="3244856" y="1870111"/>
                  </a:lnTo>
                  <a:lnTo>
                    <a:pt x="3255097" y="1872050"/>
                  </a:lnTo>
                  <a:lnTo>
                    <a:pt x="3258506" y="1868167"/>
                  </a:lnTo>
                  <a:lnTo>
                    <a:pt x="3275574" y="1868167"/>
                  </a:lnTo>
                  <a:lnTo>
                    <a:pt x="3282401" y="1881757"/>
                  </a:lnTo>
                  <a:lnTo>
                    <a:pt x="3282401" y="1893408"/>
                  </a:lnTo>
                  <a:lnTo>
                    <a:pt x="3261920" y="1899231"/>
                  </a:lnTo>
                  <a:lnTo>
                    <a:pt x="3258506" y="1908943"/>
                  </a:lnTo>
                  <a:lnTo>
                    <a:pt x="3248270" y="1901175"/>
                  </a:lnTo>
                  <a:lnTo>
                    <a:pt x="3231202" y="1910882"/>
                  </a:lnTo>
                  <a:lnTo>
                    <a:pt x="3227788" y="1924473"/>
                  </a:lnTo>
                  <a:lnTo>
                    <a:pt x="3210725" y="1932240"/>
                  </a:lnTo>
                  <a:lnTo>
                    <a:pt x="3203897" y="1926417"/>
                  </a:lnTo>
                  <a:lnTo>
                    <a:pt x="3197070" y="1938068"/>
                  </a:lnTo>
                  <a:lnTo>
                    <a:pt x="3183416" y="1928356"/>
                  </a:lnTo>
                  <a:lnTo>
                    <a:pt x="3180007" y="1936124"/>
                  </a:lnTo>
                  <a:lnTo>
                    <a:pt x="3173179" y="1926417"/>
                  </a:lnTo>
                  <a:lnTo>
                    <a:pt x="3162939" y="1941947"/>
                  </a:lnTo>
                  <a:lnTo>
                    <a:pt x="3139048" y="1928356"/>
                  </a:lnTo>
                  <a:lnTo>
                    <a:pt x="3132221" y="1943891"/>
                  </a:lnTo>
                  <a:lnTo>
                    <a:pt x="3115153" y="1945830"/>
                  </a:lnTo>
                  <a:lnTo>
                    <a:pt x="3111739" y="1940007"/>
                  </a:lnTo>
                  <a:lnTo>
                    <a:pt x="3104916" y="1953598"/>
                  </a:lnTo>
                  <a:lnTo>
                    <a:pt x="3115153" y="1978839"/>
                  </a:lnTo>
                  <a:lnTo>
                    <a:pt x="3111739" y="2000197"/>
                  </a:lnTo>
                  <a:lnTo>
                    <a:pt x="3104916" y="1996313"/>
                  </a:lnTo>
                  <a:lnTo>
                    <a:pt x="3091262" y="1998257"/>
                  </a:lnTo>
                  <a:lnTo>
                    <a:pt x="3087848" y="1973016"/>
                  </a:lnTo>
                  <a:lnTo>
                    <a:pt x="3067371" y="1986606"/>
                  </a:lnTo>
                  <a:lnTo>
                    <a:pt x="3046890" y="1984662"/>
                  </a:lnTo>
                  <a:lnTo>
                    <a:pt x="3040063" y="1959425"/>
                  </a:lnTo>
                  <a:lnTo>
                    <a:pt x="3012758" y="1955542"/>
                  </a:lnTo>
                  <a:lnTo>
                    <a:pt x="3019585" y="1936124"/>
                  </a:lnTo>
                  <a:lnTo>
                    <a:pt x="3016172" y="1930300"/>
                  </a:lnTo>
                  <a:lnTo>
                    <a:pt x="3022999" y="1914766"/>
                  </a:lnTo>
                  <a:lnTo>
                    <a:pt x="2999108" y="1908943"/>
                  </a:lnTo>
                  <a:lnTo>
                    <a:pt x="2992281" y="1875934"/>
                  </a:lnTo>
                  <a:lnTo>
                    <a:pt x="2999108" y="1868167"/>
                  </a:lnTo>
                  <a:lnTo>
                    <a:pt x="2971800" y="1870111"/>
                  </a:lnTo>
                  <a:lnTo>
                    <a:pt x="2954736" y="1879817"/>
                  </a:lnTo>
                  <a:lnTo>
                    <a:pt x="2947909" y="1877873"/>
                  </a:lnTo>
                  <a:lnTo>
                    <a:pt x="2954736" y="1868167"/>
                  </a:lnTo>
                  <a:lnTo>
                    <a:pt x="2951322" y="1854576"/>
                  </a:lnTo>
                  <a:lnTo>
                    <a:pt x="2947909" y="1854576"/>
                  </a:lnTo>
                  <a:lnTo>
                    <a:pt x="2947909" y="1840986"/>
                  </a:lnTo>
                  <a:lnTo>
                    <a:pt x="2954736" y="1837102"/>
                  </a:lnTo>
                  <a:lnTo>
                    <a:pt x="2958149" y="1817684"/>
                  </a:lnTo>
                  <a:lnTo>
                    <a:pt x="2971800" y="1811860"/>
                  </a:lnTo>
                  <a:lnTo>
                    <a:pt x="2971800" y="1802154"/>
                  </a:lnTo>
                  <a:lnTo>
                    <a:pt x="2978627" y="1804093"/>
                  </a:lnTo>
                  <a:lnTo>
                    <a:pt x="2985454" y="1792447"/>
                  </a:lnTo>
                  <a:lnTo>
                    <a:pt x="2992281" y="1790503"/>
                  </a:lnTo>
                  <a:lnTo>
                    <a:pt x="2988867" y="1782735"/>
                  </a:lnTo>
                  <a:lnTo>
                    <a:pt x="2992281" y="1778852"/>
                  </a:lnTo>
                  <a:lnTo>
                    <a:pt x="2995694" y="1759438"/>
                  </a:lnTo>
                  <a:lnTo>
                    <a:pt x="2992281" y="1718662"/>
                  </a:lnTo>
                  <a:lnTo>
                    <a:pt x="2985454" y="1712839"/>
                  </a:lnTo>
                  <a:lnTo>
                    <a:pt x="2978627" y="1718662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3"/>
            <p:cNvSpPr/>
            <p:nvPr/>
          </p:nvSpPr>
          <p:spPr>
            <a:xfrm>
              <a:off x="1532382" y="1384532"/>
              <a:ext cx="3265330" cy="1862343"/>
            </a:xfrm>
            <a:custGeom>
              <a:avLst/>
              <a:pathLst>
                <a:path w="3265330" h="1862343">
                  <a:moveTo>
                    <a:pt x="2971800" y="1691481"/>
                  </a:moveTo>
                  <a:lnTo>
                    <a:pt x="2978623" y="1697304"/>
                  </a:lnTo>
                  <a:lnTo>
                    <a:pt x="2999104" y="1681774"/>
                  </a:lnTo>
                  <a:lnTo>
                    <a:pt x="3029822" y="1695365"/>
                  </a:lnTo>
                  <a:lnTo>
                    <a:pt x="3036649" y="1689537"/>
                  </a:lnTo>
                  <a:lnTo>
                    <a:pt x="3036649" y="1681774"/>
                  </a:lnTo>
                  <a:lnTo>
                    <a:pt x="3063954" y="1672063"/>
                  </a:lnTo>
                  <a:lnTo>
                    <a:pt x="3070781" y="1668179"/>
                  </a:lnTo>
                  <a:lnTo>
                    <a:pt x="3067367" y="1658472"/>
                  </a:lnTo>
                  <a:lnTo>
                    <a:pt x="3077608" y="1652649"/>
                  </a:lnTo>
                  <a:lnTo>
                    <a:pt x="3087845" y="1670123"/>
                  </a:lnTo>
                  <a:lnTo>
                    <a:pt x="3098085" y="1670123"/>
                  </a:lnTo>
                  <a:lnTo>
                    <a:pt x="3101499" y="1674007"/>
                  </a:lnTo>
                  <a:lnTo>
                    <a:pt x="3111739" y="1670123"/>
                  </a:lnTo>
                  <a:lnTo>
                    <a:pt x="3115153" y="1660416"/>
                  </a:lnTo>
                  <a:lnTo>
                    <a:pt x="3121976" y="1656533"/>
                  </a:lnTo>
                  <a:lnTo>
                    <a:pt x="3132217" y="1666240"/>
                  </a:lnTo>
                  <a:lnTo>
                    <a:pt x="3132217" y="1654589"/>
                  </a:lnTo>
                  <a:lnTo>
                    <a:pt x="3149285" y="1656533"/>
                  </a:lnTo>
                  <a:lnTo>
                    <a:pt x="3145871" y="1646821"/>
                  </a:lnTo>
                  <a:lnTo>
                    <a:pt x="3159521" y="1648765"/>
                  </a:lnTo>
                  <a:lnTo>
                    <a:pt x="3166348" y="1635175"/>
                  </a:lnTo>
                  <a:lnTo>
                    <a:pt x="3176589" y="1640998"/>
                  </a:lnTo>
                  <a:lnTo>
                    <a:pt x="3183416" y="1627408"/>
                  </a:lnTo>
                  <a:lnTo>
                    <a:pt x="3193653" y="1637115"/>
                  </a:lnTo>
                  <a:lnTo>
                    <a:pt x="3207307" y="1621584"/>
                  </a:lnTo>
                  <a:lnTo>
                    <a:pt x="3231198" y="1621584"/>
                  </a:lnTo>
                  <a:lnTo>
                    <a:pt x="3234612" y="1625464"/>
                  </a:lnTo>
                  <a:lnTo>
                    <a:pt x="3234612" y="1640998"/>
                  </a:lnTo>
                  <a:lnTo>
                    <a:pt x="3241439" y="1642942"/>
                  </a:lnTo>
                  <a:lnTo>
                    <a:pt x="3224375" y="1679830"/>
                  </a:lnTo>
                  <a:lnTo>
                    <a:pt x="3227788" y="1681774"/>
                  </a:lnTo>
                  <a:lnTo>
                    <a:pt x="3238025" y="1674007"/>
                  </a:lnTo>
                  <a:lnTo>
                    <a:pt x="3244852" y="1695365"/>
                  </a:lnTo>
                  <a:lnTo>
                    <a:pt x="3251679" y="1689537"/>
                  </a:lnTo>
                  <a:lnTo>
                    <a:pt x="3265330" y="1691481"/>
                  </a:lnTo>
                  <a:lnTo>
                    <a:pt x="3258506" y="1695365"/>
                  </a:lnTo>
                  <a:lnTo>
                    <a:pt x="3265330" y="1708955"/>
                  </a:lnTo>
                  <a:lnTo>
                    <a:pt x="3258506" y="1714778"/>
                  </a:lnTo>
                  <a:lnTo>
                    <a:pt x="3258506" y="1724490"/>
                  </a:lnTo>
                  <a:lnTo>
                    <a:pt x="3255093" y="1732253"/>
                  </a:lnTo>
                  <a:lnTo>
                    <a:pt x="3248266" y="1732253"/>
                  </a:lnTo>
                  <a:lnTo>
                    <a:pt x="3248266" y="1738080"/>
                  </a:lnTo>
                  <a:lnTo>
                    <a:pt x="3238025" y="1747787"/>
                  </a:lnTo>
                  <a:lnTo>
                    <a:pt x="3241439" y="1767205"/>
                  </a:lnTo>
                  <a:lnTo>
                    <a:pt x="3234612" y="1776912"/>
                  </a:lnTo>
                  <a:lnTo>
                    <a:pt x="3214134" y="1788563"/>
                  </a:lnTo>
                  <a:lnTo>
                    <a:pt x="3214134" y="1800210"/>
                  </a:lnTo>
                  <a:lnTo>
                    <a:pt x="3210721" y="1806037"/>
                  </a:lnTo>
                  <a:lnTo>
                    <a:pt x="3197066" y="1806037"/>
                  </a:lnTo>
                  <a:lnTo>
                    <a:pt x="3197066" y="1817684"/>
                  </a:lnTo>
                  <a:lnTo>
                    <a:pt x="3183416" y="1819628"/>
                  </a:lnTo>
                  <a:lnTo>
                    <a:pt x="3180003" y="1827395"/>
                  </a:lnTo>
                  <a:lnTo>
                    <a:pt x="3176589" y="1829335"/>
                  </a:lnTo>
                  <a:lnTo>
                    <a:pt x="3176589" y="1839041"/>
                  </a:lnTo>
                  <a:lnTo>
                    <a:pt x="3169762" y="1837102"/>
                  </a:lnTo>
                  <a:lnTo>
                    <a:pt x="3152698" y="1840986"/>
                  </a:lnTo>
                  <a:lnTo>
                    <a:pt x="3156108" y="1862343"/>
                  </a:lnTo>
                  <a:lnTo>
                    <a:pt x="3149285" y="1858460"/>
                  </a:lnTo>
                  <a:lnTo>
                    <a:pt x="3149285" y="1833218"/>
                  </a:lnTo>
                  <a:lnTo>
                    <a:pt x="3135630" y="1833218"/>
                  </a:lnTo>
                  <a:lnTo>
                    <a:pt x="3132217" y="1827395"/>
                  </a:lnTo>
                  <a:lnTo>
                    <a:pt x="3118567" y="1835158"/>
                  </a:lnTo>
                  <a:lnTo>
                    <a:pt x="3101499" y="1829335"/>
                  </a:lnTo>
                  <a:lnTo>
                    <a:pt x="3084431" y="1829335"/>
                  </a:lnTo>
                  <a:lnTo>
                    <a:pt x="3070781" y="1821567"/>
                  </a:lnTo>
                  <a:lnTo>
                    <a:pt x="3070781" y="1815744"/>
                  </a:lnTo>
                  <a:lnTo>
                    <a:pt x="3057127" y="1811860"/>
                  </a:lnTo>
                  <a:lnTo>
                    <a:pt x="3053713" y="1794386"/>
                  </a:lnTo>
                  <a:lnTo>
                    <a:pt x="3060540" y="1778852"/>
                  </a:lnTo>
                  <a:lnTo>
                    <a:pt x="3057127" y="1773029"/>
                  </a:lnTo>
                  <a:lnTo>
                    <a:pt x="3026409" y="1771084"/>
                  </a:lnTo>
                  <a:lnTo>
                    <a:pt x="3012754" y="1765261"/>
                  </a:lnTo>
                  <a:lnTo>
                    <a:pt x="3012754" y="1759438"/>
                  </a:lnTo>
                  <a:lnTo>
                    <a:pt x="3016168" y="1749727"/>
                  </a:lnTo>
                  <a:lnTo>
                    <a:pt x="3036649" y="1743903"/>
                  </a:lnTo>
                  <a:lnTo>
                    <a:pt x="3036649" y="1732253"/>
                  </a:lnTo>
                  <a:lnTo>
                    <a:pt x="3029822" y="1718662"/>
                  </a:lnTo>
                  <a:lnTo>
                    <a:pt x="3012754" y="1718662"/>
                  </a:lnTo>
                  <a:lnTo>
                    <a:pt x="3009345" y="1722546"/>
                  </a:lnTo>
                  <a:lnTo>
                    <a:pt x="2999104" y="1720606"/>
                  </a:lnTo>
                  <a:lnTo>
                    <a:pt x="2992277" y="1705072"/>
                  </a:lnTo>
                  <a:lnTo>
                    <a:pt x="2982036" y="1703132"/>
                  </a:lnTo>
                  <a:lnTo>
                    <a:pt x="2978623" y="170895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4"/>
            <p:cNvSpPr/>
            <p:nvPr/>
          </p:nvSpPr>
          <p:spPr>
            <a:xfrm>
              <a:off x="1716691" y="1219492"/>
              <a:ext cx="3166352" cy="1860404"/>
            </a:xfrm>
            <a:custGeom>
              <a:avLst/>
              <a:pathLst>
                <a:path w="3166352" h="1860404">
                  <a:moveTo>
                    <a:pt x="2971799" y="1691481"/>
                  </a:moveTo>
                  <a:lnTo>
                    <a:pt x="2971799" y="1662360"/>
                  </a:lnTo>
                  <a:lnTo>
                    <a:pt x="2982040" y="1641003"/>
                  </a:lnTo>
                  <a:lnTo>
                    <a:pt x="2988867" y="1641003"/>
                  </a:lnTo>
                  <a:lnTo>
                    <a:pt x="2992281" y="1635175"/>
                  </a:lnTo>
                  <a:lnTo>
                    <a:pt x="3019585" y="1639059"/>
                  </a:lnTo>
                  <a:lnTo>
                    <a:pt x="3026412" y="1635175"/>
                  </a:lnTo>
                  <a:lnTo>
                    <a:pt x="3019585" y="1623528"/>
                  </a:lnTo>
                  <a:lnTo>
                    <a:pt x="3033239" y="1617701"/>
                  </a:lnTo>
                  <a:lnTo>
                    <a:pt x="3070785" y="1627408"/>
                  </a:lnTo>
                  <a:lnTo>
                    <a:pt x="3087848" y="1644882"/>
                  </a:lnTo>
                  <a:lnTo>
                    <a:pt x="3098089" y="1641003"/>
                  </a:lnTo>
                  <a:lnTo>
                    <a:pt x="3104916" y="1642942"/>
                  </a:lnTo>
                  <a:lnTo>
                    <a:pt x="3115157" y="1633235"/>
                  </a:lnTo>
                  <a:lnTo>
                    <a:pt x="3118567" y="1635175"/>
                  </a:lnTo>
                  <a:lnTo>
                    <a:pt x="3115157" y="1646826"/>
                  </a:lnTo>
                  <a:lnTo>
                    <a:pt x="3118567" y="1648765"/>
                  </a:lnTo>
                  <a:lnTo>
                    <a:pt x="3139048" y="1631291"/>
                  </a:lnTo>
                  <a:lnTo>
                    <a:pt x="3139048" y="1637119"/>
                  </a:lnTo>
                  <a:lnTo>
                    <a:pt x="3145875" y="1642942"/>
                  </a:lnTo>
                  <a:lnTo>
                    <a:pt x="3142461" y="1654593"/>
                  </a:lnTo>
                  <a:lnTo>
                    <a:pt x="3145875" y="1664300"/>
                  </a:lnTo>
                  <a:lnTo>
                    <a:pt x="3152702" y="1666240"/>
                  </a:lnTo>
                  <a:lnTo>
                    <a:pt x="3162939" y="1675951"/>
                  </a:lnTo>
                  <a:lnTo>
                    <a:pt x="3159525" y="1687597"/>
                  </a:lnTo>
                  <a:lnTo>
                    <a:pt x="3166352" y="1697309"/>
                  </a:lnTo>
                  <a:lnTo>
                    <a:pt x="3145875" y="1714783"/>
                  </a:lnTo>
                  <a:lnTo>
                    <a:pt x="3142461" y="1730313"/>
                  </a:lnTo>
                  <a:lnTo>
                    <a:pt x="3142461" y="1740024"/>
                  </a:lnTo>
                  <a:lnTo>
                    <a:pt x="3149288" y="1743908"/>
                  </a:lnTo>
                  <a:lnTo>
                    <a:pt x="3145875" y="1751671"/>
                  </a:lnTo>
                  <a:lnTo>
                    <a:pt x="3152702" y="1759438"/>
                  </a:lnTo>
                  <a:lnTo>
                    <a:pt x="3152702" y="1773029"/>
                  </a:lnTo>
                  <a:lnTo>
                    <a:pt x="3159525" y="1774973"/>
                  </a:lnTo>
                  <a:lnTo>
                    <a:pt x="3156112" y="1792447"/>
                  </a:lnTo>
                  <a:lnTo>
                    <a:pt x="3166352" y="1794386"/>
                  </a:lnTo>
                  <a:lnTo>
                    <a:pt x="3156112" y="1798270"/>
                  </a:lnTo>
                  <a:lnTo>
                    <a:pt x="3152702" y="1825455"/>
                  </a:lnTo>
                  <a:lnTo>
                    <a:pt x="3142461" y="1831279"/>
                  </a:lnTo>
                  <a:lnTo>
                    <a:pt x="3125394" y="1821572"/>
                  </a:lnTo>
                  <a:lnTo>
                    <a:pt x="3111743" y="1829339"/>
                  </a:lnTo>
                  <a:lnTo>
                    <a:pt x="3118567" y="1835162"/>
                  </a:lnTo>
                  <a:lnTo>
                    <a:pt x="3118567" y="1846813"/>
                  </a:lnTo>
                  <a:lnTo>
                    <a:pt x="3111743" y="1848753"/>
                  </a:lnTo>
                  <a:lnTo>
                    <a:pt x="3101503" y="1839046"/>
                  </a:lnTo>
                  <a:lnTo>
                    <a:pt x="3087848" y="1837102"/>
                  </a:lnTo>
                  <a:lnTo>
                    <a:pt x="3084435" y="1850697"/>
                  </a:lnTo>
                  <a:lnTo>
                    <a:pt x="3081021" y="1856520"/>
                  </a:lnTo>
                  <a:lnTo>
                    <a:pt x="3067371" y="1854576"/>
                  </a:lnTo>
                  <a:lnTo>
                    <a:pt x="3060544" y="1860404"/>
                  </a:lnTo>
                  <a:lnTo>
                    <a:pt x="3053717" y="1839046"/>
                  </a:lnTo>
                  <a:lnTo>
                    <a:pt x="3043480" y="1846813"/>
                  </a:lnTo>
                  <a:lnTo>
                    <a:pt x="3040067" y="1844869"/>
                  </a:lnTo>
                  <a:lnTo>
                    <a:pt x="3057130" y="1807981"/>
                  </a:lnTo>
                  <a:lnTo>
                    <a:pt x="3050303" y="1806037"/>
                  </a:lnTo>
                  <a:lnTo>
                    <a:pt x="3050303" y="1790503"/>
                  </a:lnTo>
                  <a:lnTo>
                    <a:pt x="3046890" y="1786623"/>
                  </a:lnTo>
                  <a:lnTo>
                    <a:pt x="3022999" y="1786623"/>
                  </a:lnTo>
                  <a:lnTo>
                    <a:pt x="3009345" y="1802154"/>
                  </a:lnTo>
                  <a:lnTo>
                    <a:pt x="2999108" y="1792447"/>
                  </a:lnTo>
                  <a:lnTo>
                    <a:pt x="2992281" y="1806037"/>
                  </a:lnTo>
                  <a:lnTo>
                    <a:pt x="2982040" y="1800214"/>
                  </a:lnTo>
                  <a:lnTo>
                    <a:pt x="2978627" y="1788563"/>
                  </a:lnTo>
                  <a:lnTo>
                    <a:pt x="2971799" y="1786623"/>
                  </a:lnTo>
                  <a:lnTo>
                    <a:pt x="2978627" y="1774973"/>
                  </a:lnTo>
                  <a:lnTo>
                    <a:pt x="2975213" y="1769145"/>
                  </a:lnTo>
                  <a:lnTo>
                    <a:pt x="2982040" y="1765266"/>
                  </a:lnTo>
                  <a:lnTo>
                    <a:pt x="2982040" y="1755554"/>
                  </a:lnTo>
                  <a:lnTo>
                    <a:pt x="2975213" y="1749731"/>
                  </a:lnTo>
                  <a:lnTo>
                    <a:pt x="2958149" y="1755554"/>
                  </a:lnTo>
                  <a:lnTo>
                    <a:pt x="2954736" y="1751671"/>
                  </a:lnTo>
                  <a:lnTo>
                    <a:pt x="2978627" y="1730313"/>
                  </a:lnTo>
                  <a:lnTo>
                    <a:pt x="2975213" y="1716722"/>
                  </a:lnTo>
                  <a:lnTo>
                    <a:pt x="2975213" y="1701192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5"/>
            <p:cNvSpPr/>
            <p:nvPr/>
          </p:nvSpPr>
          <p:spPr>
            <a:xfrm>
              <a:off x="1569928" y="1023393"/>
              <a:ext cx="3193653" cy="1743903"/>
            </a:xfrm>
            <a:custGeom>
              <a:avLst/>
              <a:pathLst>
                <a:path w="3193653" h="1743903">
                  <a:moveTo>
                    <a:pt x="2971800" y="1691481"/>
                  </a:moveTo>
                  <a:lnTo>
                    <a:pt x="2988863" y="1687597"/>
                  </a:lnTo>
                  <a:lnTo>
                    <a:pt x="2992277" y="1679830"/>
                  </a:lnTo>
                  <a:lnTo>
                    <a:pt x="2982036" y="1670123"/>
                  </a:lnTo>
                  <a:lnTo>
                    <a:pt x="2992277" y="1660412"/>
                  </a:lnTo>
                  <a:lnTo>
                    <a:pt x="3012754" y="1664296"/>
                  </a:lnTo>
                  <a:lnTo>
                    <a:pt x="3009341" y="1646821"/>
                  </a:lnTo>
                  <a:lnTo>
                    <a:pt x="3016168" y="1637115"/>
                  </a:lnTo>
                  <a:lnTo>
                    <a:pt x="3012754" y="1631291"/>
                  </a:lnTo>
                  <a:lnTo>
                    <a:pt x="3019581" y="1629347"/>
                  </a:lnTo>
                  <a:lnTo>
                    <a:pt x="3005931" y="1617696"/>
                  </a:lnTo>
                  <a:lnTo>
                    <a:pt x="3012754" y="1609933"/>
                  </a:lnTo>
                  <a:lnTo>
                    <a:pt x="3016168" y="1596339"/>
                  </a:lnTo>
                  <a:lnTo>
                    <a:pt x="3029822" y="1596339"/>
                  </a:lnTo>
                  <a:lnTo>
                    <a:pt x="3040063" y="1604106"/>
                  </a:lnTo>
                  <a:lnTo>
                    <a:pt x="3057127" y="1602166"/>
                  </a:lnTo>
                  <a:lnTo>
                    <a:pt x="3063954" y="1598283"/>
                  </a:lnTo>
                  <a:lnTo>
                    <a:pt x="3060540" y="1594399"/>
                  </a:lnTo>
                  <a:lnTo>
                    <a:pt x="3060540" y="1586632"/>
                  </a:lnTo>
                  <a:lnTo>
                    <a:pt x="3091258" y="1586632"/>
                  </a:lnTo>
                  <a:lnTo>
                    <a:pt x="3094672" y="1574981"/>
                  </a:lnTo>
                  <a:lnTo>
                    <a:pt x="3091258" y="1561390"/>
                  </a:lnTo>
                  <a:lnTo>
                    <a:pt x="3094672" y="1555567"/>
                  </a:lnTo>
                  <a:lnTo>
                    <a:pt x="3098085" y="1540032"/>
                  </a:lnTo>
                  <a:lnTo>
                    <a:pt x="3043476" y="1514791"/>
                  </a:lnTo>
                  <a:lnTo>
                    <a:pt x="3043476" y="1507028"/>
                  </a:lnTo>
                  <a:lnTo>
                    <a:pt x="3043476" y="1483726"/>
                  </a:lnTo>
                  <a:lnTo>
                    <a:pt x="3057127" y="1472075"/>
                  </a:lnTo>
                  <a:lnTo>
                    <a:pt x="3077608" y="1483726"/>
                  </a:lnTo>
                  <a:lnTo>
                    <a:pt x="3098085" y="1479843"/>
                  </a:lnTo>
                  <a:lnTo>
                    <a:pt x="3101499" y="1466252"/>
                  </a:lnTo>
                  <a:lnTo>
                    <a:pt x="3104912" y="1468192"/>
                  </a:lnTo>
                  <a:lnTo>
                    <a:pt x="3111739" y="1466252"/>
                  </a:lnTo>
                  <a:lnTo>
                    <a:pt x="3108326" y="1452662"/>
                  </a:lnTo>
                  <a:lnTo>
                    <a:pt x="3145871" y="1415769"/>
                  </a:lnTo>
                  <a:lnTo>
                    <a:pt x="3142457" y="1411886"/>
                  </a:lnTo>
                  <a:lnTo>
                    <a:pt x="3156108" y="1409946"/>
                  </a:lnTo>
                  <a:lnTo>
                    <a:pt x="3152698" y="1402179"/>
                  </a:lnTo>
                  <a:lnTo>
                    <a:pt x="3173176" y="1409946"/>
                  </a:lnTo>
                  <a:lnTo>
                    <a:pt x="3190243" y="1396356"/>
                  </a:lnTo>
                  <a:lnTo>
                    <a:pt x="3190243" y="1406062"/>
                  </a:lnTo>
                  <a:lnTo>
                    <a:pt x="3193653" y="1411886"/>
                  </a:lnTo>
                  <a:lnTo>
                    <a:pt x="3183416" y="1435188"/>
                  </a:lnTo>
                  <a:lnTo>
                    <a:pt x="3180003" y="1444894"/>
                  </a:lnTo>
                  <a:lnTo>
                    <a:pt x="3166348" y="1458485"/>
                  </a:lnTo>
                  <a:lnTo>
                    <a:pt x="3166348" y="1468192"/>
                  </a:lnTo>
                  <a:lnTo>
                    <a:pt x="3180003" y="1481787"/>
                  </a:lnTo>
                  <a:lnTo>
                    <a:pt x="3162935" y="1510907"/>
                  </a:lnTo>
                  <a:lnTo>
                    <a:pt x="3166348" y="1549744"/>
                  </a:lnTo>
                  <a:lnTo>
                    <a:pt x="3169762" y="1571102"/>
                  </a:lnTo>
                  <a:lnTo>
                    <a:pt x="3156108" y="1604106"/>
                  </a:lnTo>
                  <a:lnTo>
                    <a:pt x="3156108" y="1613813"/>
                  </a:lnTo>
                  <a:lnTo>
                    <a:pt x="3162935" y="1617696"/>
                  </a:lnTo>
                  <a:lnTo>
                    <a:pt x="3166348" y="1633231"/>
                  </a:lnTo>
                  <a:lnTo>
                    <a:pt x="3173176" y="1637115"/>
                  </a:lnTo>
                  <a:lnTo>
                    <a:pt x="3173176" y="1650705"/>
                  </a:lnTo>
                  <a:lnTo>
                    <a:pt x="3186830" y="1664296"/>
                  </a:lnTo>
                  <a:lnTo>
                    <a:pt x="3186830" y="1675946"/>
                  </a:lnTo>
                  <a:lnTo>
                    <a:pt x="3176589" y="1681770"/>
                  </a:lnTo>
                  <a:lnTo>
                    <a:pt x="3169762" y="1675946"/>
                  </a:lnTo>
                  <a:lnTo>
                    <a:pt x="3159521" y="1679830"/>
                  </a:lnTo>
                  <a:lnTo>
                    <a:pt x="3132217" y="1675946"/>
                  </a:lnTo>
                  <a:lnTo>
                    <a:pt x="3125390" y="1681770"/>
                  </a:lnTo>
                  <a:lnTo>
                    <a:pt x="3139044" y="1685653"/>
                  </a:lnTo>
                  <a:lnTo>
                    <a:pt x="3139044" y="1691481"/>
                  </a:lnTo>
                  <a:lnTo>
                    <a:pt x="3152698" y="1699244"/>
                  </a:lnTo>
                  <a:lnTo>
                    <a:pt x="3152698" y="1705072"/>
                  </a:lnTo>
                  <a:lnTo>
                    <a:pt x="3135630" y="1705072"/>
                  </a:lnTo>
                  <a:lnTo>
                    <a:pt x="3128803" y="1712839"/>
                  </a:lnTo>
                  <a:lnTo>
                    <a:pt x="3132217" y="1743903"/>
                  </a:lnTo>
                  <a:lnTo>
                    <a:pt x="3118563" y="1743903"/>
                  </a:lnTo>
                  <a:lnTo>
                    <a:pt x="3111739" y="1734197"/>
                  </a:lnTo>
                  <a:lnTo>
                    <a:pt x="3091258" y="1722546"/>
                  </a:lnTo>
                  <a:lnTo>
                    <a:pt x="3081021" y="1720602"/>
                  </a:lnTo>
                  <a:lnTo>
                    <a:pt x="3070781" y="1724485"/>
                  </a:lnTo>
                  <a:lnTo>
                    <a:pt x="3046886" y="1708955"/>
                  </a:lnTo>
                  <a:lnTo>
                    <a:pt x="3040063" y="1712839"/>
                  </a:lnTo>
                  <a:lnTo>
                    <a:pt x="3036649" y="1710895"/>
                  </a:lnTo>
                  <a:lnTo>
                    <a:pt x="3033236" y="1701188"/>
                  </a:lnTo>
                  <a:lnTo>
                    <a:pt x="3005931" y="1703127"/>
                  </a:lnTo>
                  <a:lnTo>
                    <a:pt x="2995690" y="1699244"/>
                  </a:lnTo>
                  <a:lnTo>
                    <a:pt x="2995690" y="1693421"/>
                  </a:lnTo>
                  <a:lnTo>
                    <a:pt x="2975209" y="1699244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6"/>
            <p:cNvSpPr/>
            <p:nvPr/>
          </p:nvSpPr>
          <p:spPr>
            <a:xfrm>
              <a:off x="1737172" y="1532092"/>
              <a:ext cx="3265334" cy="1747787"/>
            </a:xfrm>
            <a:custGeom>
              <a:avLst/>
              <a:pathLst>
                <a:path w="3265334" h="1747787">
                  <a:moveTo>
                    <a:pt x="2971800" y="1691481"/>
                  </a:moveTo>
                  <a:lnTo>
                    <a:pt x="2971800" y="1681774"/>
                  </a:lnTo>
                  <a:lnTo>
                    <a:pt x="2975213" y="1679835"/>
                  </a:lnTo>
                  <a:lnTo>
                    <a:pt x="2978627" y="1672067"/>
                  </a:lnTo>
                  <a:lnTo>
                    <a:pt x="2992277" y="1670123"/>
                  </a:lnTo>
                  <a:lnTo>
                    <a:pt x="2992277" y="1658477"/>
                  </a:lnTo>
                  <a:lnTo>
                    <a:pt x="3005931" y="1658477"/>
                  </a:lnTo>
                  <a:lnTo>
                    <a:pt x="3009345" y="1652649"/>
                  </a:lnTo>
                  <a:lnTo>
                    <a:pt x="3009345" y="1641003"/>
                  </a:lnTo>
                  <a:lnTo>
                    <a:pt x="3029822" y="1629352"/>
                  </a:lnTo>
                  <a:lnTo>
                    <a:pt x="3036649" y="1619645"/>
                  </a:lnTo>
                  <a:lnTo>
                    <a:pt x="3033236" y="1600227"/>
                  </a:lnTo>
                  <a:lnTo>
                    <a:pt x="3043476" y="1590520"/>
                  </a:lnTo>
                  <a:lnTo>
                    <a:pt x="3043476" y="1584692"/>
                  </a:lnTo>
                  <a:lnTo>
                    <a:pt x="3050303" y="1584692"/>
                  </a:lnTo>
                  <a:lnTo>
                    <a:pt x="3053717" y="1576929"/>
                  </a:lnTo>
                  <a:lnTo>
                    <a:pt x="3053717" y="1567218"/>
                  </a:lnTo>
                  <a:lnTo>
                    <a:pt x="3060540" y="1561395"/>
                  </a:lnTo>
                  <a:lnTo>
                    <a:pt x="3053717" y="1547804"/>
                  </a:lnTo>
                  <a:lnTo>
                    <a:pt x="3060540" y="1543921"/>
                  </a:lnTo>
                  <a:lnTo>
                    <a:pt x="3063954" y="1538097"/>
                  </a:lnTo>
                  <a:lnTo>
                    <a:pt x="3067367" y="1524502"/>
                  </a:lnTo>
                  <a:lnTo>
                    <a:pt x="3081021" y="1526446"/>
                  </a:lnTo>
                  <a:lnTo>
                    <a:pt x="3091262" y="1536153"/>
                  </a:lnTo>
                  <a:lnTo>
                    <a:pt x="3098085" y="1534214"/>
                  </a:lnTo>
                  <a:lnTo>
                    <a:pt x="3098085" y="1522563"/>
                  </a:lnTo>
                  <a:lnTo>
                    <a:pt x="3091262" y="1516739"/>
                  </a:lnTo>
                  <a:lnTo>
                    <a:pt x="3104912" y="1508972"/>
                  </a:lnTo>
                  <a:lnTo>
                    <a:pt x="3121980" y="1518679"/>
                  </a:lnTo>
                  <a:lnTo>
                    <a:pt x="3132221" y="1512856"/>
                  </a:lnTo>
                  <a:lnTo>
                    <a:pt x="3135630" y="1520619"/>
                  </a:lnTo>
                  <a:lnTo>
                    <a:pt x="3159525" y="1514795"/>
                  </a:lnTo>
                  <a:lnTo>
                    <a:pt x="3166352" y="1520619"/>
                  </a:lnTo>
                  <a:lnTo>
                    <a:pt x="3162939" y="1526446"/>
                  </a:lnTo>
                  <a:lnTo>
                    <a:pt x="3152698" y="1534214"/>
                  </a:lnTo>
                  <a:lnTo>
                    <a:pt x="3142457" y="1545860"/>
                  </a:lnTo>
                  <a:lnTo>
                    <a:pt x="3152698" y="1553627"/>
                  </a:lnTo>
                  <a:lnTo>
                    <a:pt x="3190243" y="1541976"/>
                  </a:lnTo>
                  <a:lnTo>
                    <a:pt x="3207307" y="1551688"/>
                  </a:lnTo>
                  <a:lnTo>
                    <a:pt x="3203897" y="1541976"/>
                  </a:lnTo>
                  <a:lnTo>
                    <a:pt x="3210721" y="1536153"/>
                  </a:lnTo>
                  <a:lnTo>
                    <a:pt x="3224375" y="1541976"/>
                  </a:lnTo>
                  <a:lnTo>
                    <a:pt x="3227788" y="1538097"/>
                  </a:lnTo>
                  <a:lnTo>
                    <a:pt x="3234616" y="1549744"/>
                  </a:lnTo>
                  <a:lnTo>
                    <a:pt x="3241443" y="1547804"/>
                  </a:lnTo>
                  <a:lnTo>
                    <a:pt x="3251679" y="1569162"/>
                  </a:lnTo>
                  <a:lnTo>
                    <a:pt x="3251679" y="1580808"/>
                  </a:lnTo>
                  <a:lnTo>
                    <a:pt x="3258506" y="1596343"/>
                  </a:lnTo>
                  <a:lnTo>
                    <a:pt x="3265334" y="1609933"/>
                  </a:lnTo>
                  <a:lnTo>
                    <a:pt x="3248266" y="1604110"/>
                  </a:lnTo>
                  <a:lnTo>
                    <a:pt x="3238029" y="1615761"/>
                  </a:lnTo>
                  <a:lnTo>
                    <a:pt x="3234616" y="1627408"/>
                  </a:lnTo>
                  <a:lnTo>
                    <a:pt x="3210721" y="1633235"/>
                  </a:lnTo>
                  <a:lnTo>
                    <a:pt x="3200484" y="1631291"/>
                  </a:lnTo>
                  <a:lnTo>
                    <a:pt x="3197070" y="1637119"/>
                  </a:lnTo>
                  <a:lnTo>
                    <a:pt x="3176589" y="1635175"/>
                  </a:lnTo>
                  <a:lnTo>
                    <a:pt x="3159525" y="1648765"/>
                  </a:lnTo>
                  <a:lnTo>
                    <a:pt x="3149285" y="1641003"/>
                  </a:lnTo>
                  <a:lnTo>
                    <a:pt x="3135630" y="1642942"/>
                  </a:lnTo>
                  <a:lnTo>
                    <a:pt x="3128807" y="1656533"/>
                  </a:lnTo>
                  <a:lnTo>
                    <a:pt x="3149285" y="1658477"/>
                  </a:lnTo>
                  <a:lnTo>
                    <a:pt x="3152698" y="1664300"/>
                  </a:lnTo>
                  <a:lnTo>
                    <a:pt x="3139044" y="1668184"/>
                  </a:lnTo>
                  <a:lnTo>
                    <a:pt x="3135630" y="1674007"/>
                  </a:lnTo>
                  <a:lnTo>
                    <a:pt x="3118567" y="1664300"/>
                  </a:lnTo>
                  <a:lnTo>
                    <a:pt x="3101499" y="1672067"/>
                  </a:lnTo>
                  <a:lnTo>
                    <a:pt x="3094676" y="1683718"/>
                  </a:lnTo>
                  <a:lnTo>
                    <a:pt x="3074194" y="1689541"/>
                  </a:lnTo>
                  <a:lnTo>
                    <a:pt x="3067367" y="1685658"/>
                  </a:lnTo>
                  <a:lnTo>
                    <a:pt x="3040063" y="1687597"/>
                  </a:lnTo>
                  <a:lnTo>
                    <a:pt x="3029822" y="1693425"/>
                  </a:lnTo>
                  <a:lnTo>
                    <a:pt x="3009345" y="1693425"/>
                  </a:lnTo>
                  <a:lnTo>
                    <a:pt x="3005931" y="1699248"/>
                  </a:lnTo>
                  <a:lnTo>
                    <a:pt x="3009345" y="1712839"/>
                  </a:lnTo>
                  <a:lnTo>
                    <a:pt x="2999104" y="1714783"/>
                  </a:lnTo>
                  <a:lnTo>
                    <a:pt x="3005931" y="1741964"/>
                  </a:lnTo>
                  <a:lnTo>
                    <a:pt x="3002518" y="1741964"/>
                  </a:lnTo>
                  <a:lnTo>
                    <a:pt x="2995690" y="1747787"/>
                  </a:lnTo>
                  <a:lnTo>
                    <a:pt x="2982040" y="1747787"/>
                  </a:lnTo>
                  <a:lnTo>
                    <a:pt x="2975213" y="1747787"/>
                  </a:lnTo>
                  <a:lnTo>
                    <a:pt x="2975213" y="1740024"/>
                  </a:lnTo>
                  <a:lnTo>
                    <a:pt x="2964972" y="1712839"/>
                  </a:lnTo>
                  <a:close/>
                  <a:moveTo>
                    <a:pt x="3120271" y="1657748"/>
                  </a:moveTo>
                  <a:lnTo>
                    <a:pt x="3120699" y="1659444"/>
                  </a:lnTo>
                  <a:lnTo>
                    <a:pt x="3118567" y="1660173"/>
                  </a:lnTo>
                  <a:lnTo>
                    <a:pt x="3118139" y="1656047"/>
                  </a:lnTo>
                  <a:lnTo>
                    <a:pt x="3119421" y="165604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7"/>
            <p:cNvSpPr/>
            <p:nvPr/>
          </p:nvSpPr>
          <p:spPr>
            <a:xfrm>
              <a:off x="2259391" y="435082"/>
              <a:ext cx="3285811" cy="1928361"/>
            </a:xfrm>
            <a:custGeom>
              <a:avLst/>
              <a:pathLst>
                <a:path w="3285811" h="1928361">
                  <a:moveTo>
                    <a:pt x="2971799" y="1691481"/>
                  </a:moveTo>
                  <a:lnTo>
                    <a:pt x="2999104" y="1691481"/>
                  </a:lnTo>
                  <a:lnTo>
                    <a:pt x="3002518" y="1712839"/>
                  </a:lnTo>
                  <a:lnTo>
                    <a:pt x="3016168" y="1726429"/>
                  </a:lnTo>
                  <a:lnTo>
                    <a:pt x="3036649" y="1722550"/>
                  </a:lnTo>
                  <a:lnTo>
                    <a:pt x="3043476" y="1728373"/>
                  </a:lnTo>
                  <a:lnTo>
                    <a:pt x="3067367" y="1722550"/>
                  </a:lnTo>
                  <a:lnTo>
                    <a:pt x="3070781" y="1732257"/>
                  </a:lnTo>
                  <a:lnTo>
                    <a:pt x="3081021" y="1738080"/>
                  </a:lnTo>
                  <a:lnTo>
                    <a:pt x="3101499" y="1734197"/>
                  </a:lnTo>
                  <a:lnTo>
                    <a:pt x="3115153" y="1740024"/>
                  </a:lnTo>
                  <a:lnTo>
                    <a:pt x="3121976" y="1745847"/>
                  </a:lnTo>
                  <a:lnTo>
                    <a:pt x="3118567" y="1755554"/>
                  </a:lnTo>
                  <a:lnTo>
                    <a:pt x="3121976" y="1763322"/>
                  </a:lnTo>
                  <a:lnTo>
                    <a:pt x="3139044" y="1763322"/>
                  </a:lnTo>
                  <a:lnTo>
                    <a:pt x="3145871" y="1784679"/>
                  </a:lnTo>
                  <a:lnTo>
                    <a:pt x="3159521" y="1784679"/>
                  </a:lnTo>
                  <a:lnTo>
                    <a:pt x="3159521" y="1774973"/>
                  </a:lnTo>
                  <a:lnTo>
                    <a:pt x="3173176" y="1769145"/>
                  </a:lnTo>
                  <a:lnTo>
                    <a:pt x="3176589" y="1782740"/>
                  </a:lnTo>
                  <a:lnTo>
                    <a:pt x="3190243" y="1809921"/>
                  </a:lnTo>
                  <a:lnTo>
                    <a:pt x="3203894" y="1807977"/>
                  </a:lnTo>
                  <a:lnTo>
                    <a:pt x="3207307" y="1798270"/>
                  </a:lnTo>
                  <a:lnTo>
                    <a:pt x="3227788" y="1794386"/>
                  </a:lnTo>
                  <a:lnTo>
                    <a:pt x="3231198" y="1788563"/>
                  </a:lnTo>
                  <a:lnTo>
                    <a:pt x="3234612" y="1796330"/>
                  </a:lnTo>
                  <a:lnTo>
                    <a:pt x="3248266" y="1790503"/>
                  </a:lnTo>
                  <a:lnTo>
                    <a:pt x="3255093" y="1806037"/>
                  </a:lnTo>
                  <a:lnTo>
                    <a:pt x="3268743" y="1815744"/>
                  </a:lnTo>
                  <a:lnTo>
                    <a:pt x="3285811" y="1813804"/>
                  </a:lnTo>
                  <a:lnTo>
                    <a:pt x="3285811" y="1819628"/>
                  </a:lnTo>
                  <a:lnTo>
                    <a:pt x="3278984" y="1837102"/>
                  </a:lnTo>
                  <a:lnTo>
                    <a:pt x="3251679" y="1846813"/>
                  </a:lnTo>
                  <a:lnTo>
                    <a:pt x="3258506" y="1848753"/>
                  </a:lnTo>
                  <a:lnTo>
                    <a:pt x="3258506" y="1858460"/>
                  </a:lnTo>
                  <a:lnTo>
                    <a:pt x="3244852" y="1844869"/>
                  </a:lnTo>
                  <a:lnTo>
                    <a:pt x="3244852" y="1839046"/>
                  </a:lnTo>
                  <a:lnTo>
                    <a:pt x="3241439" y="1835162"/>
                  </a:lnTo>
                  <a:lnTo>
                    <a:pt x="3231198" y="1833218"/>
                  </a:lnTo>
                  <a:lnTo>
                    <a:pt x="3224375" y="1856520"/>
                  </a:lnTo>
                  <a:lnTo>
                    <a:pt x="3210721" y="1858460"/>
                  </a:lnTo>
                  <a:lnTo>
                    <a:pt x="3193653" y="1877878"/>
                  </a:lnTo>
                  <a:lnTo>
                    <a:pt x="3159521" y="1877878"/>
                  </a:lnTo>
                  <a:lnTo>
                    <a:pt x="3169762" y="1897292"/>
                  </a:lnTo>
                  <a:lnTo>
                    <a:pt x="3162935" y="1907003"/>
                  </a:lnTo>
                  <a:lnTo>
                    <a:pt x="3121976" y="1899236"/>
                  </a:lnTo>
                  <a:lnTo>
                    <a:pt x="3125390" y="1897292"/>
                  </a:lnTo>
                  <a:lnTo>
                    <a:pt x="3115153" y="1887585"/>
                  </a:lnTo>
                  <a:lnTo>
                    <a:pt x="3104912" y="1893408"/>
                  </a:lnTo>
                  <a:lnTo>
                    <a:pt x="3098085" y="1905059"/>
                  </a:lnTo>
                  <a:lnTo>
                    <a:pt x="3084431" y="1924477"/>
                  </a:lnTo>
                  <a:lnTo>
                    <a:pt x="3067367" y="1928361"/>
                  </a:lnTo>
                  <a:lnTo>
                    <a:pt x="3063954" y="1926417"/>
                  </a:lnTo>
                  <a:lnTo>
                    <a:pt x="3070781" y="1912826"/>
                  </a:lnTo>
                  <a:lnTo>
                    <a:pt x="3053713" y="1893408"/>
                  </a:lnTo>
                  <a:lnTo>
                    <a:pt x="3053713" y="1879817"/>
                  </a:lnTo>
                  <a:lnTo>
                    <a:pt x="3057127" y="1873994"/>
                  </a:lnTo>
                  <a:lnTo>
                    <a:pt x="3053713" y="1872050"/>
                  </a:lnTo>
                  <a:lnTo>
                    <a:pt x="3036649" y="1842930"/>
                  </a:lnTo>
                  <a:lnTo>
                    <a:pt x="3036649" y="1831279"/>
                  </a:lnTo>
                  <a:lnTo>
                    <a:pt x="3029822" y="1831279"/>
                  </a:lnTo>
                  <a:lnTo>
                    <a:pt x="3019581" y="1840986"/>
                  </a:lnTo>
                  <a:lnTo>
                    <a:pt x="3012754" y="1823511"/>
                  </a:lnTo>
                  <a:lnTo>
                    <a:pt x="2995690" y="1813804"/>
                  </a:lnTo>
                  <a:lnTo>
                    <a:pt x="2988863" y="1817688"/>
                  </a:lnTo>
                  <a:lnTo>
                    <a:pt x="2975209" y="1811860"/>
                  </a:lnTo>
                  <a:lnTo>
                    <a:pt x="2982036" y="1802154"/>
                  </a:lnTo>
                  <a:lnTo>
                    <a:pt x="2968386" y="1769145"/>
                  </a:lnTo>
                  <a:lnTo>
                    <a:pt x="2937668" y="1778856"/>
                  </a:lnTo>
                  <a:lnTo>
                    <a:pt x="2927427" y="1751671"/>
                  </a:lnTo>
                  <a:lnTo>
                    <a:pt x="2934254" y="1734197"/>
                  </a:lnTo>
                  <a:lnTo>
                    <a:pt x="2920600" y="1714783"/>
                  </a:lnTo>
                  <a:lnTo>
                    <a:pt x="2913773" y="1712839"/>
                  </a:lnTo>
                  <a:lnTo>
                    <a:pt x="2917187" y="1701192"/>
                  </a:lnTo>
                  <a:lnTo>
                    <a:pt x="2934254" y="1710899"/>
                  </a:lnTo>
                  <a:lnTo>
                    <a:pt x="2941078" y="1707016"/>
                  </a:lnTo>
                  <a:lnTo>
                    <a:pt x="2951318" y="1714783"/>
                  </a:lnTo>
                  <a:lnTo>
                    <a:pt x="2954732" y="1701192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8"/>
            <p:cNvSpPr/>
            <p:nvPr/>
          </p:nvSpPr>
          <p:spPr>
            <a:xfrm>
              <a:off x="1921484" y="732151"/>
              <a:ext cx="3180003" cy="1842925"/>
            </a:xfrm>
            <a:custGeom>
              <a:avLst/>
              <a:pathLst>
                <a:path w="3180003" h="1842925">
                  <a:moveTo>
                    <a:pt x="2971800" y="1691481"/>
                  </a:moveTo>
                  <a:lnTo>
                    <a:pt x="2964972" y="1675946"/>
                  </a:lnTo>
                  <a:lnTo>
                    <a:pt x="2951318" y="1670123"/>
                  </a:lnTo>
                  <a:lnTo>
                    <a:pt x="2971800" y="1654589"/>
                  </a:lnTo>
                  <a:lnTo>
                    <a:pt x="2964972" y="1652649"/>
                  </a:lnTo>
                  <a:lnTo>
                    <a:pt x="2961559" y="1642938"/>
                  </a:lnTo>
                  <a:lnTo>
                    <a:pt x="2954732" y="1637115"/>
                  </a:lnTo>
                  <a:lnTo>
                    <a:pt x="2947909" y="1619640"/>
                  </a:lnTo>
                  <a:lnTo>
                    <a:pt x="2951318" y="1615757"/>
                  </a:lnTo>
                  <a:lnTo>
                    <a:pt x="2947909" y="1606050"/>
                  </a:lnTo>
                  <a:lnTo>
                    <a:pt x="2961559" y="1600222"/>
                  </a:lnTo>
                  <a:lnTo>
                    <a:pt x="2958145" y="1590515"/>
                  </a:lnTo>
                  <a:lnTo>
                    <a:pt x="2971800" y="1574981"/>
                  </a:lnTo>
                  <a:lnTo>
                    <a:pt x="2985450" y="1576925"/>
                  </a:lnTo>
                  <a:lnTo>
                    <a:pt x="2988863" y="1598283"/>
                  </a:lnTo>
                  <a:lnTo>
                    <a:pt x="2999104" y="1600222"/>
                  </a:lnTo>
                  <a:lnTo>
                    <a:pt x="3026409" y="1584692"/>
                  </a:lnTo>
                  <a:lnTo>
                    <a:pt x="3029822" y="1590515"/>
                  </a:lnTo>
                  <a:lnTo>
                    <a:pt x="3040063" y="1580808"/>
                  </a:lnTo>
                  <a:lnTo>
                    <a:pt x="3060540" y="1580808"/>
                  </a:lnTo>
                  <a:lnTo>
                    <a:pt x="3063954" y="1563334"/>
                  </a:lnTo>
                  <a:lnTo>
                    <a:pt x="3081021" y="1561390"/>
                  </a:lnTo>
                  <a:lnTo>
                    <a:pt x="3087848" y="1555567"/>
                  </a:lnTo>
                  <a:lnTo>
                    <a:pt x="3098085" y="1553623"/>
                  </a:lnTo>
                  <a:lnTo>
                    <a:pt x="3108326" y="1563334"/>
                  </a:lnTo>
                  <a:lnTo>
                    <a:pt x="3104912" y="1571102"/>
                  </a:lnTo>
                  <a:lnTo>
                    <a:pt x="3111739" y="1578864"/>
                  </a:lnTo>
                  <a:lnTo>
                    <a:pt x="3118567" y="1576925"/>
                  </a:lnTo>
                  <a:lnTo>
                    <a:pt x="3118567" y="1590515"/>
                  </a:lnTo>
                  <a:lnTo>
                    <a:pt x="3111739" y="1592459"/>
                  </a:lnTo>
                  <a:lnTo>
                    <a:pt x="3121980" y="1611873"/>
                  </a:lnTo>
                  <a:lnTo>
                    <a:pt x="3156112" y="1611873"/>
                  </a:lnTo>
                  <a:lnTo>
                    <a:pt x="3139044" y="1633231"/>
                  </a:lnTo>
                  <a:lnTo>
                    <a:pt x="3156112" y="1646821"/>
                  </a:lnTo>
                  <a:lnTo>
                    <a:pt x="3166352" y="1644882"/>
                  </a:lnTo>
                  <a:lnTo>
                    <a:pt x="3173176" y="1664296"/>
                  </a:lnTo>
                  <a:lnTo>
                    <a:pt x="3180003" y="1672063"/>
                  </a:lnTo>
                  <a:lnTo>
                    <a:pt x="3166352" y="1683714"/>
                  </a:lnTo>
                  <a:lnTo>
                    <a:pt x="3162939" y="1695365"/>
                  </a:lnTo>
                  <a:lnTo>
                    <a:pt x="3142457" y="1710895"/>
                  </a:lnTo>
                  <a:lnTo>
                    <a:pt x="3125394" y="1716722"/>
                  </a:lnTo>
                  <a:lnTo>
                    <a:pt x="3111739" y="1712839"/>
                  </a:lnTo>
                  <a:lnTo>
                    <a:pt x="3108326" y="1705072"/>
                  </a:lnTo>
                  <a:lnTo>
                    <a:pt x="3108326" y="1703127"/>
                  </a:lnTo>
                  <a:lnTo>
                    <a:pt x="3101499" y="1695365"/>
                  </a:lnTo>
                  <a:lnTo>
                    <a:pt x="3104912" y="1687597"/>
                  </a:lnTo>
                  <a:lnTo>
                    <a:pt x="3094672" y="1687597"/>
                  </a:lnTo>
                  <a:lnTo>
                    <a:pt x="3087848" y="1679830"/>
                  </a:lnTo>
                  <a:lnTo>
                    <a:pt x="3087848" y="1670123"/>
                  </a:lnTo>
                  <a:lnTo>
                    <a:pt x="3094672" y="1670123"/>
                  </a:lnTo>
                  <a:lnTo>
                    <a:pt x="3094672" y="1666240"/>
                  </a:lnTo>
                  <a:lnTo>
                    <a:pt x="3084435" y="1660412"/>
                  </a:lnTo>
                  <a:lnTo>
                    <a:pt x="3077608" y="1646821"/>
                  </a:lnTo>
                  <a:lnTo>
                    <a:pt x="3084435" y="1640998"/>
                  </a:lnTo>
                  <a:lnTo>
                    <a:pt x="3067367" y="1639054"/>
                  </a:lnTo>
                  <a:lnTo>
                    <a:pt x="3053717" y="1623524"/>
                  </a:lnTo>
                  <a:lnTo>
                    <a:pt x="3043476" y="1629347"/>
                  </a:lnTo>
                  <a:lnTo>
                    <a:pt x="3046890" y="1635170"/>
                  </a:lnTo>
                  <a:lnTo>
                    <a:pt x="3036649" y="1635170"/>
                  </a:lnTo>
                  <a:lnTo>
                    <a:pt x="3033236" y="1642938"/>
                  </a:lnTo>
                  <a:lnTo>
                    <a:pt x="3019585" y="1644882"/>
                  </a:lnTo>
                  <a:lnTo>
                    <a:pt x="3026409" y="1658472"/>
                  </a:lnTo>
                  <a:lnTo>
                    <a:pt x="3005931" y="1672063"/>
                  </a:lnTo>
                  <a:lnTo>
                    <a:pt x="3009345" y="1685653"/>
                  </a:lnTo>
                  <a:lnTo>
                    <a:pt x="3019585" y="1691481"/>
                  </a:lnTo>
                  <a:lnTo>
                    <a:pt x="3036649" y="1687597"/>
                  </a:lnTo>
                  <a:lnTo>
                    <a:pt x="3043476" y="1693421"/>
                  </a:lnTo>
                  <a:lnTo>
                    <a:pt x="3050303" y="1687597"/>
                  </a:lnTo>
                  <a:lnTo>
                    <a:pt x="3060540" y="1687597"/>
                  </a:lnTo>
                  <a:lnTo>
                    <a:pt x="3063954" y="1708955"/>
                  </a:lnTo>
                  <a:lnTo>
                    <a:pt x="3057130" y="1716722"/>
                  </a:lnTo>
                  <a:lnTo>
                    <a:pt x="3057130" y="1722546"/>
                  </a:lnTo>
                  <a:lnTo>
                    <a:pt x="3077608" y="1734197"/>
                  </a:lnTo>
                  <a:lnTo>
                    <a:pt x="3091262" y="1730313"/>
                  </a:lnTo>
                  <a:lnTo>
                    <a:pt x="3104912" y="1743903"/>
                  </a:lnTo>
                  <a:lnTo>
                    <a:pt x="3084435" y="1765261"/>
                  </a:lnTo>
                  <a:lnTo>
                    <a:pt x="3060540" y="1765261"/>
                  </a:lnTo>
                  <a:lnTo>
                    <a:pt x="3046890" y="1780791"/>
                  </a:lnTo>
                  <a:lnTo>
                    <a:pt x="3040063" y="1776912"/>
                  </a:lnTo>
                  <a:lnTo>
                    <a:pt x="3040063" y="1786619"/>
                  </a:lnTo>
                  <a:lnTo>
                    <a:pt x="3029822" y="1786619"/>
                  </a:lnTo>
                  <a:lnTo>
                    <a:pt x="3019585" y="1806033"/>
                  </a:lnTo>
                  <a:lnTo>
                    <a:pt x="3002518" y="1823507"/>
                  </a:lnTo>
                  <a:lnTo>
                    <a:pt x="3009345" y="1839041"/>
                  </a:lnTo>
                  <a:lnTo>
                    <a:pt x="3002518" y="1842925"/>
                  </a:lnTo>
                  <a:lnTo>
                    <a:pt x="2995690" y="1837102"/>
                  </a:lnTo>
                  <a:lnTo>
                    <a:pt x="2988863" y="1842925"/>
                  </a:lnTo>
                  <a:lnTo>
                    <a:pt x="2985450" y="1840986"/>
                  </a:lnTo>
                  <a:lnTo>
                    <a:pt x="2941081" y="1831274"/>
                  </a:lnTo>
                  <a:lnTo>
                    <a:pt x="2930841" y="1817684"/>
                  </a:lnTo>
                  <a:lnTo>
                    <a:pt x="2941081" y="1807977"/>
                  </a:lnTo>
                  <a:lnTo>
                    <a:pt x="2941081" y="1796326"/>
                  </a:lnTo>
                  <a:lnTo>
                    <a:pt x="2958145" y="1773029"/>
                  </a:lnTo>
                  <a:lnTo>
                    <a:pt x="2951318" y="1771084"/>
                  </a:lnTo>
                  <a:lnTo>
                    <a:pt x="2944495" y="1751671"/>
                  </a:lnTo>
                  <a:lnTo>
                    <a:pt x="2934254" y="1745843"/>
                  </a:lnTo>
                  <a:lnTo>
                    <a:pt x="2934254" y="1734197"/>
                  </a:lnTo>
                  <a:lnTo>
                    <a:pt x="2944495" y="1722546"/>
                  </a:lnTo>
                  <a:lnTo>
                    <a:pt x="2944495" y="1716722"/>
                  </a:lnTo>
                  <a:lnTo>
                    <a:pt x="2947909" y="1712839"/>
                  </a:lnTo>
                  <a:lnTo>
                    <a:pt x="2964972" y="171089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9"/>
            <p:cNvSpPr/>
            <p:nvPr/>
          </p:nvSpPr>
          <p:spPr>
            <a:xfrm>
              <a:off x="2027293" y="706910"/>
              <a:ext cx="2971800" cy="1710895"/>
            </a:xfrm>
            <a:custGeom>
              <a:avLst/>
              <a:pathLst>
                <a:path w="2971800" h="1710895">
                  <a:moveTo>
                    <a:pt x="2971800" y="1691481"/>
                  </a:moveTo>
                  <a:lnTo>
                    <a:pt x="2968386" y="1703127"/>
                  </a:lnTo>
                  <a:lnTo>
                    <a:pt x="2968386" y="1710895"/>
                  </a:lnTo>
                  <a:lnTo>
                    <a:pt x="2958145" y="1708955"/>
                  </a:lnTo>
                  <a:lnTo>
                    <a:pt x="2958145" y="1703127"/>
                  </a:lnTo>
                  <a:lnTo>
                    <a:pt x="2954732" y="16953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1754236" y="1101057"/>
              <a:ext cx="3200484" cy="1784675"/>
            </a:xfrm>
            <a:custGeom>
              <a:avLst/>
              <a:pathLst>
                <a:path w="3200484" h="1784675">
                  <a:moveTo>
                    <a:pt x="2971799" y="1691481"/>
                  </a:moveTo>
                  <a:lnTo>
                    <a:pt x="2968390" y="1681770"/>
                  </a:lnTo>
                  <a:lnTo>
                    <a:pt x="2951322" y="1674007"/>
                  </a:lnTo>
                  <a:lnTo>
                    <a:pt x="2954736" y="1668179"/>
                  </a:lnTo>
                  <a:lnTo>
                    <a:pt x="2947909" y="1666240"/>
                  </a:lnTo>
                  <a:lnTo>
                    <a:pt x="2944495" y="1635175"/>
                  </a:lnTo>
                  <a:lnTo>
                    <a:pt x="2951322" y="1627408"/>
                  </a:lnTo>
                  <a:lnTo>
                    <a:pt x="2968390" y="1627408"/>
                  </a:lnTo>
                  <a:lnTo>
                    <a:pt x="2968390" y="1621580"/>
                  </a:lnTo>
                  <a:lnTo>
                    <a:pt x="2954736" y="1613817"/>
                  </a:lnTo>
                  <a:lnTo>
                    <a:pt x="2954736" y="1607989"/>
                  </a:lnTo>
                  <a:lnTo>
                    <a:pt x="2941081" y="1604106"/>
                  </a:lnTo>
                  <a:lnTo>
                    <a:pt x="2947909" y="1598283"/>
                  </a:lnTo>
                  <a:lnTo>
                    <a:pt x="2975213" y="1602166"/>
                  </a:lnTo>
                  <a:lnTo>
                    <a:pt x="2985454" y="1598283"/>
                  </a:lnTo>
                  <a:lnTo>
                    <a:pt x="2992281" y="1604106"/>
                  </a:lnTo>
                  <a:lnTo>
                    <a:pt x="3002521" y="1598283"/>
                  </a:lnTo>
                  <a:lnTo>
                    <a:pt x="3022999" y="1627408"/>
                  </a:lnTo>
                  <a:lnTo>
                    <a:pt x="3053717" y="1639054"/>
                  </a:lnTo>
                  <a:lnTo>
                    <a:pt x="3087848" y="1635175"/>
                  </a:lnTo>
                  <a:lnTo>
                    <a:pt x="3098089" y="1640998"/>
                  </a:lnTo>
                  <a:lnTo>
                    <a:pt x="3108330" y="1635175"/>
                  </a:lnTo>
                  <a:lnTo>
                    <a:pt x="3111743" y="1660412"/>
                  </a:lnTo>
                  <a:lnTo>
                    <a:pt x="3118567" y="1664296"/>
                  </a:lnTo>
                  <a:lnTo>
                    <a:pt x="3125394" y="1660412"/>
                  </a:lnTo>
                  <a:lnTo>
                    <a:pt x="3139048" y="1664296"/>
                  </a:lnTo>
                  <a:lnTo>
                    <a:pt x="3142461" y="1674007"/>
                  </a:lnTo>
                  <a:lnTo>
                    <a:pt x="3149288" y="1677890"/>
                  </a:lnTo>
                  <a:lnTo>
                    <a:pt x="3162939" y="1672063"/>
                  </a:lnTo>
                  <a:lnTo>
                    <a:pt x="3166352" y="1679830"/>
                  </a:lnTo>
                  <a:lnTo>
                    <a:pt x="3173179" y="1679830"/>
                  </a:lnTo>
                  <a:lnTo>
                    <a:pt x="3180007" y="1689537"/>
                  </a:lnTo>
                  <a:lnTo>
                    <a:pt x="3197070" y="1697304"/>
                  </a:lnTo>
                  <a:lnTo>
                    <a:pt x="3186834" y="1712839"/>
                  </a:lnTo>
                  <a:lnTo>
                    <a:pt x="3200484" y="1734197"/>
                  </a:lnTo>
                  <a:lnTo>
                    <a:pt x="3200484" y="1749727"/>
                  </a:lnTo>
                  <a:lnTo>
                    <a:pt x="3193657" y="1755554"/>
                  </a:lnTo>
                  <a:lnTo>
                    <a:pt x="3176593" y="1751671"/>
                  </a:lnTo>
                  <a:lnTo>
                    <a:pt x="3152698" y="1769145"/>
                  </a:lnTo>
                  <a:lnTo>
                    <a:pt x="3128807" y="1771084"/>
                  </a:lnTo>
                  <a:lnTo>
                    <a:pt x="3115157" y="1784675"/>
                  </a:lnTo>
                  <a:lnTo>
                    <a:pt x="3108330" y="1782735"/>
                  </a:lnTo>
                  <a:lnTo>
                    <a:pt x="3104916" y="1773029"/>
                  </a:lnTo>
                  <a:lnTo>
                    <a:pt x="3108330" y="1761378"/>
                  </a:lnTo>
                  <a:lnTo>
                    <a:pt x="3101503" y="1755554"/>
                  </a:lnTo>
                  <a:lnTo>
                    <a:pt x="3101503" y="1749727"/>
                  </a:lnTo>
                  <a:lnTo>
                    <a:pt x="3081021" y="1767201"/>
                  </a:lnTo>
                  <a:lnTo>
                    <a:pt x="3077612" y="1765261"/>
                  </a:lnTo>
                  <a:lnTo>
                    <a:pt x="3081021" y="1753610"/>
                  </a:lnTo>
                  <a:lnTo>
                    <a:pt x="3077612" y="1751671"/>
                  </a:lnTo>
                  <a:lnTo>
                    <a:pt x="3067371" y="1761378"/>
                  </a:lnTo>
                  <a:lnTo>
                    <a:pt x="3060544" y="1759438"/>
                  </a:lnTo>
                  <a:lnTo>
                    <a:pt x="3050303" y="1763317"/>
                  </a:lnTo>
                  <a:lnTo>
                    <a:pt x="3033239" y="1745843"/>
                  </a:lnTo>
                  <a:lnTo>
                    <a:pt x="2995694" y="1736136"/>
                  </a:lnTo>
                  <a:lnTo>
                    <a:pt x="2982040" y="1741964"/>
                  </a:lnTo>
                  <a:lnTo>
                    <a:pt x="2988867" y="1753610"/>
                  </a:lnTo>
                  <a:lnTo>
                    <a:pt x="2982040" y="1757494"/>
                  </a:lnTo>
                  <a:lnTo>
                    <a:pt x="2954736" y="1753610"/>
                  </a:lnTo>
                  <a:lnTo>
                    <a:pt x="2951322" y="1759438"/>
                  </a:lnTo>
                  <a:lnTo>
                    <a:pt x="2944495" y="1759438"/>
                  </a:lnTo>
                  <a:lnTo>
                    <a:pt x="2934254" y="1780796"/>
                  </a:lnTo>
                  <a:lnTo>
                    <a:pt x="2927431" y="1771084"/>
                  </a:lnTo>
                  <a:lnTo>
                    <a:pt x="2924018" y="1773029"/>
                  </a:lnTo>
                  <a:lnTo>
                    <a:pt x="2910363" y="1749727"/>
                  </a:lnTo>
                  <a:lnTo>
                    <a:pt x="2903536" y="1751671"/>
                  </a:lnTo>
                  <a:lnTo>
                    <a:pt x="2906950" y="1732253"/>
                  </a:lnTo>
                  <a:lnTo>
                    <a:pt x="2903536" y="1724485"/>
                  </a:lnTo>
                  <a:lnTo>
                    <a:pt x="2910363" y="1716722"/>
                  </a:lnTo>
                  <a:lnTo>
                    <a:pt x="2917190" y="1720606"/>
                  </a:lnTo>
                  <a:lnTo>
                    <a:pt x="2927431" y="1714778"/>
                  </a:lnTo>
                  <a:lnTo>
                    <a:pt x="2930845" y="1718662"/>
                  </a:lnTo>
                  <a:lnTo>
                    <a:pt x="2934254" y="1714778"/>
                  </a:lnTo>
                  <a:lnTo>
                    <a:pt x="2941081" y="1718662"/>
                  </a:lnTo>
                  <a:lnTo>
                    <a:pt x="2958149" y="1703127"/>
                  </a:lnTo>
                  <a:lnTo>
                    <a:pt x="2964976" y="170701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1518728" y="1273859"/>
              <a:ext cx="3180003" cy="1807977"/>
            </a:xfrm>
            <a:custGeom>
              <a:avLst/>
              <a:pathLst>
                <a:path w="3180003" h="1807977">
                  <a:moveTo>
                    <a:pt x="2971800" y="1691481"/>
                  </a:moveTo>
                  <a:lnTo>
                    <a:pt x="2982040" y="1681774"/>
                  </a:lnTo>
                  <a:lnTo>
                    <a:pt x="2988863" y="1687597"/>
                  </a:lnTo>
                  <a:lnTo>
                    <a:pt x="3012758" y="1685658"/>
                  </a:lnTo>
                  <a:lnTo>
                    <a:pt x="3016172" y="1670123"/>
                  </a:lnTo>
                  <a:lnTo>
                    <a:pt x="3026409" y="1668184"/>
                  </a:lnTo>
                  <a:lnTo>
                    <a:pt x="3029822" y="1674007"/>
                  </a:lnTo>
                  <a:lnTo>
                    <a:pt x="3057130" y="1666240"/>
                  </a:lnTo>
                  <a:lnTo>
                    <a:pt x="3050303" y="1652649"/>
                  </a:lnTo>
                  <a:lnTo>
                    <a:pt x="3040063" y="1652649"/>
                  </a:lnTo>
                  <a:lnTo>
                    <a:pt x="3029822" y="1639059"/>
                  </a:lnTo>
                  <a:lnTo>
                    <a:pt x="3043476" y="1625468"/>
                  </a:lnTo>
                  <a:lnTo>
                    <a:pt x="3057130" y="1635175"/>
                  </a:lnTo>
                  <a:lnTo>
                    <a:pt x="3063954" y="1633231"/>
                  </a:lnTo>
                  <a:lnTo>
                    <a:pt x="3060540" y="1623524"/>
                  </a:lnTo>
                  <a:lnTo>
                    <a:pt x="3063954" y="1623524"/>
                  </a:lnTo>
                  <a:lnTo>
                    <a:pt x="3067367" y="1629352"/>
                  </a:lnTo>
                  <a:lnTo>
                    <a:pt x="3067367" y="1635175"/>
                  </a:lnTo>
                  <a:lnTo>
                    <a:pt x="3070781" y="1637115"/>
                  </a:lnTo>
                  <a:lnTo>
                    <a:pt x="3077608" y="1623524"/>
                  </a:lnTo>
                  <a:lnTo>
                    <a:pt x="3098085" y="1619640"/>
                  </a:lnTo>
                  <a:lnTo>
                    <a:pt x="3098085" y="1606050"/>
                  </a:lnTo>
                  <a:lnTo>
                    <a:pt x="3104912" y="1604110"/>
                  </a:lnTo>
                  <a:lnTo>
                    <a:pt x="3115153" y="1607994"/>
                  </a:lnTo>
                  <a:lnTo>
                    <a:pt x="3115153" y="1613817"/>
                  </a:lnTo>
                  <a:lnTo>
                    <a:pt x="3132221" y="1609933"/>
                  </a:lnTo>
                  <a:lnTo>
                    <a:pt x="3135630" y="1629352"/>
                  </a:lnTo>
                  <a:lnTo>
                    <a:pt x="3142457" y="1629352"/>
                  </a:lnTo>
                  <a:lnTo>
                    <a:pt x="3142457" y="1640998"/>
                  </a:lnTo>
                  <a:lnTo>
                    <a:pt x="3149285" y="1637115"/>
                  </a:lnTo>
                  <a:lnTo>
                    <a:pt x="3149285" y="1648765"/>
                  </a:lnTo>
                  <a:lnTo>
                    <a:pt x="3162939" y="1648765"/>
                  </a:lnTo>
                  <a:lnTo>
                    <a:pt x="3169762" y="1637115"/>
                  </a:lnTo>
                  <a:lnTo>
                    <a:pt x="3173176" y="1646826"/>
                  </a:lnTo>
                  <a:lnTo>
                    <a:pt x="3173176" y="1662356"/>
                  </a:lnTo>
                  <a:lnTo>
                    <a:pt x="3176589" y="1675946"/>
                  </a:lnTo>
                  <a:lnTo>
                    <a:pt x="3152698" y="1697304"/>
                  </a:lnTo>
                  <a:lnTo>
                    <a:pt x="3156112" y="1701188"/>
                  </a:lnTo>
                  <a:lnTo>
                    <a:pt x="3173176" y="1695365"/>
                  </a:lnTo>
                  <a:lnTo>
                    <a:pt x="3180003" y="1701188"/>
                  </a:lnTo>
                  <a:lnTo>
                    <a:pt x="3180003" y="1710899"/>
                  </a:lnTo>
                  <a:lnTo>
                    <a:pt x="3173176" y="1714778"/>
                  </a:lnTo>
                  <a:lnTo>
                    <a:pt x="3176589" y="1720606"/>
                  </a:lnTo>
                  <a:lnTo>
                    <a:pt x="3169762" y="1732257"/>
                  </a:lnTo>
                  <a:lnTo>
                    <a:pt x="3176589" y="1734197"/>
                  </a:lnTo>
                  <a:lnTo>
                    <a:pt x="3180003" y="1745847"/>
                  </a:lnTo>
                  <a:lnTo>
                    <a:pt x="3173176" y="1759438"/>
                  </a:lnTo>
                  <a:lnTo>
                    <a:pt x="3159525" y="1757494"/>
                  </a:lnTo>
                  <a:lnTo>
                    <a:pt x="3162939" y="1767205"/>
                  </a:lnTo>
                  <a:lnTo>
                    <a:pt x="3145871" y="1765261"/>
                  </a:lnTo>
                  <a:lnTo>
                    <a:pt x="3145871" y="1776912"/>
                  </a:lnTo>
                  <a:lnTo>
                    <a:pt x="3135630" y="1767205"/>
                  </a:lnTo>
                  <a:lnTo>
                    <a:pt x="3128807" y="1771089"/>
                  </a:lnTo>
                  <a:lnTo>
                    <a:pt x="3125394" y="1780796"/>
                  </a:lnTo>
                  <a:lnTo>
                    <a:pt x="3115153" y="1784679"/>
                  </a:lnTo>
                  <a:lnTo>
                    <a:pt x="3111739" y="1780796"/>
                  </a:lnTo>
                  <a:lnTo>
                    <a:pt x="3101499" y="1780796"/>
                  </a:lnTo>
                  <a:lnTo>
                    <a:pt x="3091262" y="1763322"/>
                  </a:lnTo>
                  <a:lnTo>
                    <a:pt x="3081021" y="1769145"/>
                  </a:lnTo>
                  <a:lnTo>
                    <a:pt x="3084435" y="1778852"/>
                  </a:lnTo>
                  <a:lnTo>
                    <a:pt x="3077608" y="1782735"/>
                  </a:lnTo>
                  <a:lnTo>
                    <a:pt x="3050303" y="1792447"/>
                  </a:lnTo>
                  <a:lnTo>
                    <a:pt x="3050303" y="1800210"/>
                  </a:lnTo>
                  <a:lnTo>
                    <a:pt x="3043476" y="1806037"/>
                  </a:lnTo>
                  <a:lnTo>
                    <a:pt x="3012758" y="1792447"/>
                  </a:lnTo>
                  <a:lnTo>
                    <a:pt x="2992277" y="1807977"/>
                  </a:lnTo>
                  <a:lnTo>
                    <a:pt x="2985454" y="1802154"/>
                  </a:lnTo>
                  <a:lnTo>
                    <a:pt x="2992277" y="1792447"/>
                  </a:lnTo>
                  <a:lnTo>
                    <a:pt x="2988863" y="1788563"/>
                  </a:lnTo>
                  <a:lnTo>
                    <a:pt x="2999104" y="1780796"/>
                  </a:lnTo>
                  <a:lnTo>
                    <a:pt x="2978627" y="1759438"/>
                  </a:lnTo>
                  <a:lnTo>
                    <a:pt x="2992277" y="1728373"/>
                  </a:lnTo>
                  <a:lnTo>
                    <a:pt x="2982040" y="1716722"/>
                  </a:lnTo>
                  <a:lnTo>
                    <a:pt x="2961559" y="1722546"/>
                  </a:lnTo>
                  <a:lnTo>
                    <a:pt x="2954732" y="1712839"/>
                  </a:lnTo>
                  <a:lnTo>
                    <a:pt x="2954732" y="1703132"/>
                  </a:lnTo>
                  <a:lnTo>
                    <a:pt x="2951318" y="1701188"/>
                  </a:lnTo>
                  <a:lnTo>
                    <a:pt x="2961559" y="1683714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59029" y="879712"/>
              <a:ext cx="3251679" cy="1769145"/>
            </a:xfrm>
            <a:custGeom>
              <a:avLst/>
              <a:pathLst>
                <a:path w="3251679" h="1769145">
                  <a:moveTo>
                    <a:pt x="2971799" y="1691481"/>
                  </a:moveTo>
                  <a:lnTo>
                    <a:pt x="2964972" y="1675946"/>
                  </a:lnTo>
                  <a:lnTo>
                    <a:pt x="2982040" y="1658472"/>
                  </a:lnTo>
                  <a:lnTo>
                    <a:pt x="2992277" y="1639059"/>
                  </a:lnTo>
                  <a:lnTo>
                    <a:pt x="3002518" y="1639059"/>
                  </a:lnTo>
                  <a:lnTo>
                    <a:pt x="3002518" y="1629352"/>
                  </a:lnTo>
                  <a:lnTo>
                    <a:pt x="3009345" y="1633231"/>
                  </a:lnTo>
                  <a:lnTo>
                    <a:pt x="3022995" y="1617701"/>
                  </a:lnTo>
                  <a:lnTo>
                    <a:pt x="3046890" y="1617701"/>
                  </a:lnTo>
                  <a:lnTo>
                    <a:pt x="3067367" y="1596343"/>
                  </a:lnTo>
                  <a:lnTo>
                    <a:pt x="3074194" y="1604110"/>
                  </a:lnTo>
                  <a:lnTo>
                    <a:pt x="3104912" y="1604110"/>
                  </a:lnTo>
                  <a:lnTo>
                    <a:pt x="3121980" y="1625468"/>
                  </a:lnTo>
                  <a:lnTo>
                    <a:pt x="3108326" y="1631291"/>
                  </a:lnTo>
                  <a:lnTo>
                    <a:pt x="3108326" y="1639059"/>
                  </a:lnTo>
                  <a:lnTo>
                    <a:pt x="3121980" y="1648765"/>
                  </a:lnTo>
                  <a:lnTo>
                    <a:pt x="3135630" y="1648765"/>
                  </a:lnTo>
                  <a:lnTo>
                    <a:pt x="3142457" y="1637115"/>
                  </a:lnTo>
                  <a:lnTo>
                    <a:pt x="3166348" y="1617701"/>
                  </a:lnTo>
                  <a:lnTo>
                    <a:pt x="3169762" y="1604110"/>
                  </a:lnTo>
                  <a:lnTo>
                    <a:pt x="3183416" y="1590520"/>
                  </a:lnTo>
                  <a:lnTo>
                    <a:pt x="3186830" y="1617701"/>
                  </a:lnTo>
                  <a:lnTo>
                    <a:pt x="3193657" y="1625468"/>
                  </a:lnTo>
                  <a:lnTo>
                    <a:pt x="3220961" y="1633231"/>
                  </a:lnTo>
                  <a:lnTo>
                    <a:pt x="3231202" y="1627408"/>
                  </a:lnTo>
                  <a:lnTo>
                    <a:pt x="3234616" y="1633231"/>
                  </a:lnTo>
                  <a:lnTo>
                    <a:pt x="3248266" y="1633231"/>
                  </a:lnTo>
                  <a:lnTo>
                    <a:pt x="3251679" y="1639059"/>
                  </a:lnTo>
                  <a:lnTo>
                    <a:pt x="3248266" y="1658472"/>
                  </a:lnTo>
                  <a:lnTo>
                    <a:pt x="3241439" y="1664300"/>
                  </a:lnTo>
                  <a:lnTo>
                    <a:pt x="3217548" y="1660416"/>
                  </a:lnTo>
                  <a:lnTo>
                    <a:pt x="3214134" y="1668184"/>
                  </a:lnTo>
                  <a:lnTo>
                    <a:pt x="3190243" y="1672067"/>
                  </a:lnTo>
                  <a:lnTo>
                    <a:pt x="3190243" y="1679830"/>
                  </a:lnTo>
                  <a:lnTo>
                    <a:pt x="3200484" y="1687597"/>
                  </a:lnTo>
                  <a:lnTo>
                    <a:pt x="3176589" y="1691481"/>
                  </a:lnTo>
                  <a:lnTo>
                    <a:pt x="3183416" y="1705072"/>
                  </a:lnTo>
                  <a:lnTo>
                    <a:pt x="3173176" y="1697304"/>
                  </a:lnTo>
                  <a:lnTo>
                    <a:pt x="3135630" y="1722546"/>
                  </a:lnTo>
                  <a:lnTo>
                    <a:pt x="3145871" y="1743903"/>
                  </a:lnTo>
                  <a:lnTo>
                    <a:pt x="3121980" y="1741964"/>
                  </a:lnTo>
                  <a:lnTo>
                    <a:pt x="3118567" y="1738080"/>
                  </a:lnTo>
                  <a:lnTo>
                    <a:pt x="3104912" y="1741964"/>
                  </a:lnTo>
                  <a:lnTo>
                    <a:pt x="3098085" y="1755554"/>
                  </a:lnTo>
                  <a:lnTo>
                    <a:pt x="3087848" y="1757494"/>
                  </a:lnTo>
                  <a:lnTo>
                    <a:pt x="3084435" y="1769145"/>
                  </a:lnTo>
                  <a:lnTo>
                    <a:pt x="3077608" y="1769145"/>
                  </a:lnTo>
                  <a:lnTo>
                    <a:pt x="3074194" y="1759438"/>
                  </a:lnTo>
                  <a:lnTo>
                    <a:pt x="3067367" y="1757494"/>
                  </a:lnTo>
                  <a:lnTo>
                    <a:pt x="3053717" y="1767205"/>
                  </a:lnTo>
                  <a:lnTo>
                    <a:pt x="3043476" y="1761378"/>
                  </a:lnTo>
                  <a:lnTo>
                    <a:pt x="3040063" y="1767205"/>
                  </a:lnTo>
                  <a:lnTo>
                    <a:pt x="3022995" y="1745847"/>
                  </a:lnTo>
                  <a:lnTo>
                    <a:pt x="3009345" y="1747787"/>
                  </a:lnTo>
                  <a:lnTo>
                    <a:pt x="3005931" y="1759438"/>
                  </a:lnTo>
                  <a:lnTo>
                    <a:pt x="2999104" y="1761378"/>
                  </a:lnTo>
                  <a:lnTo>
                    <a:pt x="2975213" y="1761378"/>
                  </a:lnTo>
                  <a:lnTo>
                    <a:pt x="2968386" y="1749731"/>
                  </a:lnTo>
                  <a:lnTo>
                    <a:pt x="2944495" y="1740020"/>
                  </a:lnTo>
                  <a:lnTo>
                    <a:pt x="2954732" y="1726429"/>
                  </a:lnTo>
                  <a:lnTo>
                    <a:pt x="2961559" y="1724490"/>
                  </a:lnTo>
                  <a:lnTo>
                    <a:pt x="2971799" y="1710899"/>
                  </a:lnTo>
                  <a:lnTo>
                    <a:pt x="2995690" y="1695365"/>
                  </a:lnTo>
                  <a:lnTo>
                    <a:pt x="2964972" y="1707016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1911244" y="1225320"/>
              <a:ext cx="3135634" cy="1860399"/>
            </a:xfrm>
            <a:custGeom>
              <a:avLst/>
              <a:pathLst>
                <a:path w="3135634" h="1860399">
                  <a:moveTo>
                    <a:pt x="2971800" y="1691481"/>
                  </a:moveTo>
                  <a:lnTo>
                    <a:pt x="2964972" y="1681770"/>
                  </a:lnTo>
                  <a:lnTo>
                    <a:pt x="2968386" y="1670123"/>
                  </a:lnTo>
                  <a:lnTo>
                    <a:pt x="2958149" y="1660412"/>
                  </a:lnTo>
                  <a:lnTo>
                    <a:pt x="2971800" y="1646821"/>
                  </a:lnTo>
                  <a:lnTo>
                    <a:pt x="2995690" y="1644882"/>
                  </a:lnTo>
                  <a:lnTo>
                    <a:pt x="3019585" y="1627408"/>
                  </a:lnTo>
                  <a:lnTo>
                    <a:pt x="3036649" y="1631291"/>
                  </a:lnTo>
                  <a:lnTo>
                    <a:pt x="3043476" y="1625464"/>
                  </a:lnTo>
                  <a:lnTo>
                    <a:pt x="3050303" y="1627408"/>
                  </a:lnTo>
                  <a:lnTo>
                    <a:pt x="3067371" y="1615757"/>
                  </a:lnTo>
                  <a:lnTo>
                    <a:pt x="3074194" y="1621580"/>
                  </a:lnTo>
                  <a:lnTo>
                    <a:pt x="3067371" y="1629347"/>
                  </a:lnTo>
                  <a:lnTo>
                    <a:pt x="3067371" y="1635175"/>
                  </a:lnTo>
                  <a:lnTo>
                    <a:pt x="3084435" y="1631291"/>
                  </a:lnTo>
                  <a:lnTo>
                    <a:pt x="3081021" y="1625464"/>
                  </a:lnTo>
                  <a:lnTo>
                    <a:pt x="3084435" y="1621580"/>
                  </a:lnTo>
                  <a:lnTo>
                    <a:pt x="3098089" y="1635175"/>
                  </a:lnTo>
                  <a:lnTo>
                    <a:pt x="3118567" y="1637115"/>
                  </a:lnTo>
                  <a:lnTo>
                    <a:pt x="3125394" y="1644882"/>
                  </a:lnTo>
                  <a:lnTo>
                    <a:pt x="3118567" y="1654589"/>
                  </a:lnTo>
                  <a:lnTo>
                    <a:pt x="3118567" y="1660412"/>
                  </a:lnTo>
                  <a:lnTo>
                    <a:pt x="3132221" y="1672063"/>
                  </a:lnTo>
                  <a:lnTo>
                    <a:pt x="3135634" y="1691481"/>
                  </a:lnTo>
                  <a:lnTo>
                    <a:pt x="3135634" y="1693421"/>
                  </a:lnTo>
                  <a:lnTo>
                    <a:pt x="3128807" y="1703127"/>
                  </a:lnTo>
                  <a:lnTo>
                    <a:pt x="3108326" y="1714778"/>
                  </a:lnTo>
                  <a:lnTo>
                    <a:pt x="3098089" y="1707011"/>
                  </a:lnTo>
                  <a:lnTo>
                    <a:pt x="3077608" y="1722546"/>
                  </a:lnTo>
                  <a:lnTo>
                    <a:pt x="3084435" y="1738080"/>
                  </a:lnTo>
                  <a:lnTo>
                    <a:pt x="3081021" y="1745843"/>
                  </a:lnTo>
                  <a:lnTo>
                    <a:pt x="3060544" y="1759438"/>
                  </a:lnTo>
                  <a:lnTo>
                    <a:pt x="3063958" y="1774968"/>
                  </a:lnTo>
                  <a:lnTo>
                    <a:pt x="3053717" y="1784675"/>
                  </a:lnTo>
                  <a:lnTo>
                    <a:pt x="3057130" y="1790503"/>
                  </a:lnTo>
                  <a:lnTo>
                    <a:pt x="3046890" y="1800210"/>
                  </a:lnTo>
                  <a:lnTo>
                    <a:pt x="3040063" y="1827391"/>
                  </a:lnTo>
                  <a:lnTo>
                    <a:pt x="3033236" y="1829335"/>
                  </a:lnTo>
                  <a:lnTo>
                    <a:pt x="3036649" y="1842925"/>
                  </a:lnTo>
                  <a:lnTo>
                    <a:pt x="3029826" y="1848748"/>
                  </a:lnTo>
                  <a:lnTo>
                    <a:pt x="3033236" y="1858460"/>
                  </a:lnTo>
                  <a:lnTo>
                    <a:pt x="3016172" y="1848748"/>
                  </a:lnTo>
                  <a:lnTo>
                    <a:pt x="2978627" y="1860399"/>
                  </a:lnTo>
                  <a:lnTo>
                    <a:pt x="2968386" y="1852632"/>
                  </a:lnTo>
                  <a:lnTo>
                    <a:pt x="2978627" y="1840986"/>
                  </a:lnTo>
                  <a:lnTo>
                    <a:pt x="2988867" y="1833218"/>
                  </a:lnTo>
                  <a:lnTo>
                    <a:pt x="2992281" y="1827391"/>
                  </a:lnTo>
                  <a:lnTo>
                    <a:pt x="2985454" y="1821567"/>
                  </a:lnTo>
                  <a:lnTo>
                    <a:pt x="2961559" y="1827391"/>
                  </a:lnTo>
                  <a:lnTo>
                    <a:pt x="2958149" y="1819628"/>
                  </a:lnTo>
                  <a:lnTo>
                    <a:pt x="2961559" y="1792442"/>
                  </a:lnTo>
                  <a:lnTo>
                    <a:pt x="2971800" y="1788559"/>
                  </a:lnTo>
                  <a:lnTo>
                    <a:pt x="2961559" y="1786619"/>
                  </a:lnTo>
                  <a:lnTo>
                    <a:pt x="2964972" y="1769145"/>
                  </a:lnTo>
                  <a:lnTo>
                    <a:pt x="2958149" y="1767201"/>
                  </a:lnTo>
                  <a:lnTo>
                    <a:pt x="2958149" y="1753610"/>
                  </a:lnTo>
                  <a:lnTo>
                    <a:pt x="2951322" y="1745843"/>
                  </a:lnTo>
                  <a:lnTo>
                    <a:pt x="2954736" y="1738080"/>
                  </a:lnTo>
                  <a:lnTo>
                    <a:pt x="2947909" y="1734197"/>
                  </a:lnTo>
                  <a:lnTo>
                    <a:pt x="2947909" y="1724485"/>
                  </a:lnTo>
                  <a:lnTo>
                    <a:pt x="2951322" y="170895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1761063" y="949608"/>
              <a:ext cx="3214138" cy="1831279"/>
            </a:xfrm>
            <a:custGeom>
              <a:avLst/>
              <a:pathLst>
                <a:path w="3214138" h="1831279">
                  <a:moveTo>
                    <a:pt x="2971800" y="1691481"/>
                  </a:moveTo>
                  <a:lnTo>
                    <a:pt x="2988867" y="1689541"/>
                  </a:lnTo>
                  <a:lnTo>
                    <a:pt x="3002518" y="1681774"/>
                  </a:lnTo>
                  <a:lnTo>
                    <a:pt x="3016172" y="1679835"/>
                  </a:lnTo>
                  <a:lnTo>
                    <a:pt x="3026412" y="1670123"/>
                  </a:lnTo>
                  <a:lnTo>
                    <a:pt x="3036649" y="1670123"/>
                  </a:lnTo>
                  <a:lnTo>
                    <a:pt x="3036649" y="1660416"/>
                  </a:lnTo>
                  <a:lnTo>
                    <a:pt x="3063958" y="1664300"/>
                  </a:lnTo>
                  <a:lnTo>
                    <a:pt x="3077608" y="1658477"/>
                  </a:lnTo>
                  <a:lnTo>
                    <a:pt x="3098089" y="1642942"/>
                  </a:lnTo>
                  <a:lnTo>
                    <a:pt x="3101503" y="1613817"/>
                  </a:lnTo>
                  <a:lnTo>
                    <a:pt x="3145871" y="1623528"/>
                  </a:lnTo>
                  <a:lnTo>
                    <a:pt x="3149285" y="1625468"/>
                  </a:lnTo>
                  <a:lnTo>
                    <a:pt x="3156112" y="1619645"/>
                  </a:lnTo>
                  <a:lnTo>
                    <a:pt x="3162939" y="1625468"/>
                  </a:lnTo>
                  <a:lnTo>
                    <a:pt x="3169766" y="1621584"/>
                  </a:lnTo>
                  <a:lnTo>
                    <a:pt x="3162939" y="1637119"/>
                  </a:lnTo>
                  <a:lnTo>
                    <a:pt x="3193657" y="1625468"/>
                  </a:lnTo>
                  <a:lnTo>
                    <a:pt x="3169766" y="1641003"/>
                  </a:lnTo>
                  <a:lnTo>
                    <a:pt x="3159525" y="1654593"/>
                  </a:lnTo>
                  <a:lnTo>
                    <a:pt x="3152698" y="1656533"/>
                  </a:lnTo>
                  <a:lnTo>
                    <a:pt x="3142461" y="1670123"/>
                  </a:lnTo>
                  <a:lnTo>
                    <a:pt x="3166352" y="1679835"/>
                  </a:lnTo>
                  <a:lnTo>
                    <a:pt x="3173179" y="1691481"/>
                  </a:lnTo>
                  <a:lnTo>
                    <a:pt x="3197070" y="1691481"/>
                  </a:lnTo>
                  <a:lnTo>
                    <a:pt x="3197070" y="1699248"/>
                  </a:lnTo>
                  <a:lnTo>
                    <a:pt x="3210725" y="1705076"/>
                  </a:lnTo>
                  <a:lnTo>
                    <a:pt x="3214138" y="1720606"/>
                  </a:lnTo>
                  <a:lnTo>
                    <a:pt x="3197070" y="1730313"/>
                  </a:lnTo>
                  <a:lnTo>
                    <a:pt x="3190243" y="1718666"/>
                  </a:lnTo>
                  <a:lnTo>
                    <a:pt x="3176593" y="1714783"/>
                  </a:lnTo>
                  <a:lnTo>
                    <a:pt x="3173179" y="1720606"/>
                  </a:lnTo>
                  <a:lnTo>
                    <a:pt x="3173179" y="1732257"/>
                  </a:lnTo>
                  <a:lnTo>
                    <a:pt x="3166352" y="1738080"/>
                  </a:lnTo>
                  <a:lnTo>
                    <a:pt x="3162939" y="1753615"/>
                  </a:lnTo>
                  <a:lnTo>
                    <a:pt x="3145871" y="1755554"/>
                  </a:lnTo>
                  <a:lnTo>
                    <a:pt x="3145871" y="1761382"/>
                  </a:lnTo>
                  <a:lnTo>
                    <a:pt x="3156112" y="1767205"/>
                  </a:lnTo>
                  <a:lnTo>
                    <a:pt x="3159525" y="1778856"/>
                  </a:lnTo>
                  <a:lnTo>
                    <a:pt x="3173179" y="1786623"/>
                  </a:lnTo>
                  <a:lnTo>
                    <a:pt x="3183416" y="1782740"/>
                  </a:lnTo>
                  <a:lnTo>
                    <a:pt x="3186830" y="1815744"/>
                  </a:lnTo>
                  <a:lnTo>
                    <a:pt x="3169766" y="1819628"/>
                  </a:lnTo>
                  <a:lnTo>
                    <a:pt x="3166352" y="1831279"/>
                  </a:lnTo>
                  <a:lnTo>
                    <a:pt x="3159525" y="1831279"/>
                  </a:lnTo>
                  <a:lnTo>
                    <a:pt x="3156112" y="1823511"/>
                  </a:lnTo>
                  <a:lnTo>
                    <a:pt x="3142461" y="1829339"/>
                  </a:lnTo>
                  <a:lnTo>
                    <a:pt x="3135634" y="1825455"/>
                  </a:lnTo>
                  <a:lnTo>
                    <a:pt x="3132221" y="1815744"/>
                  </a:lnTo>
                  <a:lnTo>
                    <a:pt x="3118567" y="1811860"/>
                  </a:lnTo>
                  <a:lnTo>
                    <a:pt x="3111739" y="1815744"/>
                  </a:lnTo>
                  <a:lnTo>
                    <a:pt x="3104916" y="1811860"/>
                  </a:lnTo>
                  <a:lnTo>
                    <a:pt x="3101503" y="1786623"/>
                  </a:lnTo>
                  <a:lnTo>
                    <a:pt x="3091262" y="1792447"/>
                  </a:lnTo>
                  <a:lnTo>
                    <a:pt x="3081021" y="1786623"/>
                  </a:lnTo>
                  <a:lnTo>
                    <a:pt x="3046890" y="1790503"/>
                  </a:lnTo>
                  <a:lnTo>
                    <a:pt x="3016172" y="1778856"/>
                  </a:lnTo>
                  <a:lnTo>
                    <a:pt x="2995694" y="1749731"/>
                  </a:lnTo>
                  <a:lnTo>
                    <a:pt x="2995694" y="1738080"/>
                  </a:lnTo>
                  <a:lnTo>
                    <a:pt x="2982040" y="1724490"/>
                  </a:lnTo>
                  <a:lnTo>
                    <a:pt x="2982040" y="1710899"/>
                  </a:lnTo>
                  <a:lnTo>
                    <a:pt x="2975213" y="1707016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2105796" y="652543"/>
              <a:ext cx="3224375" cy="1807977"/>
            </a:xfrm>
            <a:custGeom>
              <a:avLst/>
              <a:pathLst>
                <a:path w="3224375" h="1807977">
                  <a:moveTo>
                    <a:pt x="2971800" y="1691481"/>
                  </a:moveTo>
                  <a:lnTo>
                    <a:pt x="2978627" y="1677890"/>
                  </a:lnTo>
                  <a:lnTo>
                    <a:pt x="2971800" y="1674007"/>
                  </a:lnTo>
                  <a:lnTo>
                    <a:pt x="2975213" y="1648765"/>
                  </a:lnTo>
                  <a:lnTo>
                    <a:pt x="2982040" y="1644882"/>
                  </a:lnTo>
                  <a:lnTo>
                    <a:pt x="2995690" y="1652649"/>
                  </a:lnTo>
                  <a:lnTo>
                    <a:pt x="3005931" y="1674007"/>
                  </a:lnTo>
                  <a:lnTo>
                    <a:pt x="3019581" y="1656533"/>
                  </a:lnTo>
                  <a:lnTo>
                    <a:pt x="3057127" y="1639059"/>
                  </a:lnTo>
                  <a:lnTo>
                    <a:pt x="3067367" y="1640998"/>
                  </a:lnTo>
                  <a:lnTo>
                    <a:pt x="3077608" y="1629352"/>
                  </a:lnTo>
                  <a:lnTo>
                    <a:pt x="3091262" y="1631291"/>
                  </a:lnTo>
                  <a:lnTo>
                    <a:pt x="3091262" y="1623524"/>
                  </a:lnTo>
                  <a:lnTo>
                    <a:pt x="3108326" y="1629352"/>
                  </a:lnTo>
                  <a:lnTo>
                    <a:pt x="3121980" y="1625468"/>
                  </a:lnTo>
                  <a:lnTo>
                    <a:pt x="3128803" y="1617701"/>
                  </a:lnTo>
                  <a:lnTo>
                    <a:pt x="3139044" y="1615757"/>
                  </a:lnTo>
                  <a:lnTo>
                    <a:pt x="3142457" y="1600227"/>
                  </a:lnTo>
                  <a:lnTo>
                    <a:pt x="3149285" y="1596343"/>
                  </a:lnTo>
                  <a:lnTo>
                    <a:pt x="3166348" y="1606050"/>
                  </a:lnTo>
                  <a:lnTo>
                    <a:pt x="3173176" y="1623524"/>
                  </a:lnTo>
                  <a:lnTo>
                    <a:pt x="3183416" y="1613817"/>
                  </a:lnTo>
                  <a:lnTo>
                    <a:pt x="3190243" y="1613817"/>
                  </a:lnTo>
                  <a:lnTo>
                    <a:pt x="3190243" y="1625468"/>
                  </a:lnTo>
                  <a:lnTo>
                    <a:pt x="3207307" y="1654589"/>
                  </a:lnTo>
                  <a:lnTo>
                    <a:pt x="3210721" y="1656533"/>
                  </a:lnTo>
                  <a:lnTo>
                    <a:pt x="3207307" y="1662356"/>
                  </a:lnTo>
                  <a:lnTo>
                    <a:pt x="3207307" y="1675946"/>
                  </a:lnTo>
                  <a:lnTo>
                    <a:pt x="3224375" y="1695365"/>
                  </a:lnTo>
                  <a:lnTo>
                    <a:pt x="3217548" y="1708955"/>
                  </a:lnTo>
                  <a:lnTo>
                    <a:pt x="3220961" y="1710899"/>
                  </a:lnTo>
                  <a:lnTo>
                    <a:pt x="3176589" y="1740020"/>
                  </a:lnTo>
                  <a:lnTo>
                    <a:pt x="3159525" y="1763322"/>
                  </a:lnTo>
                  <a:lnTo>
                    <a:pt x="3132217" y="1763322"/>
                  </a:lnTo>
                  <a:lnTo>
                    <a:pt x="3121980" y="1774973"/>
                  </a:lnTo>
                  <a:lnTo>
                    <a:pt x="3121980" y="1792447"/>
                  </a:lnTo>
                  <a:lnTo>
                    <a:pt x="3081021" y="1792447"/>
                  </a:lnTo>
                  <a:lnTo>
                    <a:pt x="3060540" y="1806037"/>
                  </a:lnTo>
                  <a:lnTo>
                    <a:pt x="3043476" y="1807977"/>
                  </a:lnTo>
                  <a:lnTo>
                    <a:pt x="3036649" y="1794386"/>
                  </a:lnTo>
                  <a:lnTo>
                    <a:pt x="3053717" y="1784679"/>
                  </a:lnTo>
                  <a:lnTo>
                    <a:pt x="3046890" y="1769145"/>
                  </a:lnTo>
                  <a:lnTo>
                    <a:pt x="3081021" y="1732257"/>
                  </a:lnTo>
                  <a:lnTo>
                    <a:pt x="3077608" y="1718662"/>
                  </a:lnTo>
                  <a:lnTo>
                    <a:pt x="3067367" y="1712839"/>
                  </a:lnTo>
                  <a:lnTo>
                    <a:pt x="3046890" y="1712839"/>
                  </a:lnTo>
                  <a:lnTo>
                    <a:pt x="3022995" y="1740020"/>
                  </a:lnTo>
                  <a:lnTo>
                    <a:pt x="2995690" y="1751671"/>
                  </a:lnTo>
                  <a:lnTo>
                    <a:pt x="2988863" y="1743903"/>
                  </a:lnTo>
                  <a:lnTo>
                    <a:pt x="2982040" y="1724490"/>
                  </a:lnTo>
                  <a:lnTo>
                    <a:pt x="2971800" y="1726429"/>
                  </a:lnTo>
                  <a:lnTo>
                    <a:pt x="2954732" y="1712839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1781544" y="767100"/>
              <a:ext cx="3111739" cy="1873990"/>
            </a:xfrm>
            <a:custGeom>
              <a:avLst/>
              <a:pathLst>
                <a:path w="3111739" h="1873990">
                  <a:moveTo>
                    <a:pt x="2971800" y="1691481"/>
                  </a:moveTo>
                  <a:lnTo>
                    <a:pt x="2982036" y="1668179"/>
                  </a:lnTo>
                  <a:lnTo>
                    <a:pt x="2978627" y="1662356"/>
                  </a:lnTo>
                  <a:lnTo>
                    <a:pt x="2988863" y="1660416"/>
                  </a:lnTo>
                  <a:lnTo>
                    <a:pt x="2992277" y="1650705"/>
                  </a:lnTo>
                  <a:lnTo>
                    <a:pt x="3012758" y="1652649"/>
                  </a:lnTo>
                  <a:lnTo>
                    <a:pt x="3026409" y="1623524"/>
                  </a:lnTo>
                  <a:lnTo>
                    <a:pt x="3043476" y="1627408"/>
                  </a:lnTo>
                  <a:lnTo>
                    <a:pt x="3060540" y="1617701"/>
                  </a:lnTo>
                  <a:lnTo>
                    <a:pt x="3074194" y="1619640"/>
                  </a:lnTo>
                  <a:lnTo>
                    <a:pt x="3084435" y="1611873"/>
                  </a:lnTo>
                  <a:lnTo>
                    <a:pt x="3094672" y="1611873"/>
                  </a:lnTo>
                  <a:lnTo>
                    <a:pt x="3094672" y="1602166"/>
                  </a:lnTo>
                  <a:lnTo>
                    <a:pt x="3101499" y="1607989"/>
                  </a:lnTo>
                  <a:lnTo>
                    <a:pt x="3104912" y="1617701"/>
                  </a:lnTo>
                  <a:lnTo>
                    <a:pt x="3111739" y="1619640"/>
                  </a:lnTo>
                  <a:lnTo>
                    <a:pt x="3091258" y="1635175"/>
                  </a:lnTo>
                  <a:lnTo>
                    <a:pt x="3104912" y="1640998"/>
                  </a:lnTo>
                  <a:lnTo>
                    <a:pt x="3111739" y="1656533"/>
                  </a:lnTo>
                  <a:lnTo>
                    <a:pt x="3104912" y="1675946"/>
                  </a:lnTo>
                  <a:lnTo>
                    <a:pt x="3087848" y="1677890"/>
                  </a:lnTo>
                  <a:lnTo>
                    <a:pt x="3084435" y="1681774"/>
                  </a:lnTo>
                  <a:lnTo>
                    <a:pt x="3084435" y="1687597"/>
                  </a:lnTo>
                  <a:lnTo>
                    <a:pt x="3074194" y="1699248"/>
                  </a:lnTo>
                  <a:lnTo>
                    <a:pt x="3074194" y="1710895"/>
                  </a:lnTo>
                  <a:lnTo>
                    <a:pt x="3084435" y="1716722"/>
                  </a:lnTo>
                  <a:lnTo>
                    <a:pt x="3091258" y="1736136"/>
                  </a:lnTo>
                  <a:lnTo>
                    <a:pt x="3098085" y="1738080"/>
                  </a:lnTo>
                  <a:lnTo>
                    <a:pt x="3081021" y="1761378"/>
                  </a:lnTo>
                  <a:lnTo>
                    <a:pt x="3081021" y="1773029"/>
                  </a:lnTo>
                  <a:lnTo>
                    <a:pt x="3070781" y="1782735"/>
                  </a:lnTo>
                  <a:lnTo>
                    <a:pt x="3081021" y="1796326"/>
                  </a:lnTo>
                  <a:lnTo>
                    <a:pt x="3077608" y="1825451"/>
                  </a:lnTo>
                  <a:lnTo>
                    <a:pt x="3057127" y="1840986"/>
                  </a:lnTo>
                  <a:lnTo>
                    <a:pt x="3043476" y="1846809"/>
                  </a:lnTo>
                  <a:lnTo>
                    <a:pt x="3016168" y="1842925"/>
                  </a:lnTo>
                  <a:lnTo>
                    <a:pt x="3016168" y="1852632"/>
                  </a:lnTo>
                  <a:lnTo>
                    <a:pt x="3005931" y="1852632"/>
                  </a:lnTo>
                  <a:lnTo>
                    <a:pt x="2995690" y="1862343"/>
                  </a:lnTo>
                  <a:lnTo>
                    <a:pt x="2982036" y="1864283"/>
                  </a:lnTo>
                  <a:lnTo>
                    <a:pt x="2968386" y="1872050"/>
                  </a:lnTo>
                  <a:lnTo>
                    <a:pt x="2951318" y="1873990"/>
                  </a:lnTo>
                  <a:lnTo>
                    <a:pt x="2944491" y="1870106"/>
                  </a:lnTo>
                  <a:lnTo>
                    <a:pt x="2944491" y="1860399"/>
                  </a:lnTo>
                  <a:lnTo>
                    <a:pt x="2958145" y="1827395"/>
                  </a:lnTo>
                  <a:lnTo>
                    <a:pt x="2954732" y="1806037"/>
                  </a:lnTo>
                  <a:lnTo>
                    <a:pt x="2951318" y="1767201"/>
                  </a:lnTo>
                  <a:lnTo>
                    <a:pt x="2968386" y="1738080"/>
                  </a:lnTo>
                  <a:lnTo>
                    <a:pt x="2954732" y="1724485"/>
                  </a:lnTo>
                  <a:lnTo>
                    <a:pt x="2954732" y="1714778"/>
                  </a:lnTo>
                  <a:lnTo>
                    <a:pt x="2968386" y="170118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003402" y="978734"/>
              <a:ext cx="3087845" cy="1891468"/>
            </a:xfrm>
            <a:custGeom>
              <a:avLst/>
              <a:pathLst>
                <a:path w="3087845" h="1891468">
                  <a:moveTo>
                    <a:pt x="2971800" y="1691481"/>
                  </a:moveTo>
                  <a:lnTo>
                    <a:pt x="2968386" y="1675951"/>
                  </a:lnTo>
                  <a:lnTo>
                    <a:pt x="2954732" y="1670123"/>
                  </a:lnTo>
                  <a:lnTo>
                    <a:pt x="2954732" y="1662356"/>
                  </a:lnTo>
                  <a:lnTo>
                    <a:pt x="2961559" y="1660416"/>
                  </a:lnTo>
                  <a:lnTo>
                    <a:pt x="2982036" y="1670123"/>
                  </a:lnTo>
                  <a:lnTo>
                    <a:pt x="2992277" y="1685658"/>
                  </a:lnTo>
                  <a:lnTo>
                    <a:pt x="3009345" y="1687597"/>
                  </a:lnTo>
                  <a:lnTo>
                    <a:pt x="3016168" y="1701188"/>
                  </a:lnTo>
                  <a:lnTo>
                    <a:pt x="3029822" y="1699248"/>
                  </a:lnTo>
                  <a:lnTo>
                    <a:pt x="3022995" y="1722546"/>
                  </a:lnTo>
                  <a:lnTo>
                    <a:pt x="3026409" y="1726429"/>
                  </a:lnTo>
                  <a:lnTo>
                    <a:pt x="3033236" y="1722546"/>
                  </a:lnTo>
                  <a:lnTo>
                    <a:pt x="3036649" y="1741964"/>
                  </a:lnTo>
                  <a:lnTo>
                    <a:pt x="3053713" y="1743903"/>
                  </a:lnTo>
                  <a:lnTo>
                    <a:pt x="3060540" y="1734197"/>
                  </a:lnTo>
                  <a:lnTo>
                    <a:pt x="3070781" y="1740024"/>
                  </a:lnTo>
                  <a:lnTo>
                    <a:pt x="3070781" y="1755554"/>
                  </a:lnTo>
                  <a:lnTo>
                    <a:pt x="3046890" y="1751671"/>
                  </a:lnTo>
                  <a:lnTo>
                    <a:pt x="3050299" y="1767205"/>
                  </a:lnTo>
                  <a:lnTo>
                    <a:pt x="3043476" y="1769145"/>
                  </a:lnTo>
                  <a:lnTo>
                    <a:pt x="3040063" y="1778856"/>
                  </a:lnTo>
                  <a:lnTo>
                    <a:pt x="3060540" y="1796330"/>
                  </a:lnTo>
                  <a:lnTo>
                    <a:pt x="3053713" y="1804093"/>
                  </a:lnTo>
                  <a:lnTo>
                    <a:pt x="3057127" y="1809921"/>
                  </a:lnTo>
                  <a:lnTo>
                    <a:pt x="3077608" y="1807977"/>
                  </a:lnTo>
                  <a:lnTo>
                    <a:pt x="3081021" y="1813804"/>
                  </a:lnTo>
                  <a:lnTo>
                    <a:pt x="3087845" y="1815744"/>
                  </a:lnTo>
                  <a:lnTo>
                    <a:pt x="3087845" y="1817688"/>
                  </a:lnTo>
                  <a:lnTo>
                    <a:pt x="3081021" y="1835162"/>
                  </a:lnTo>
                  <a:lnTo>
                    <a:pt x="3074194" y="1837102"/>
                  </a:lnTo>
                  <a:lnTo>
                    <a:pt x="3077608" y="1846809"/>
                  </a:lnTo>
                  <a:lnTo>
                    <a:pt x="3060540" y="1850692"/>
                  </a:lnTo>
                  <a:lnTo>
                    <a:pt x="3060540" y="1866227"/>
                  </a:lnTo>
                  <a:lnTo>
                    <a:pt x="3053713" y="1877878"/>
                  </a:lnTo>
                  <a:lnTo>
                    <a:pt x="3033236" y="1891468"/>
                  </a:lnTo>
                  <a:lnTo>
                    <a:pt x="3026409" y="1883701"/>
                  </a:lnTo>
                  <a:lnTo>
                    <a:pt x="3005931" y="1881761"/>
                  </a:lnTo>
                  <a:lnTo>
                    <a:pt x="2992277" y="1868167"/>
                  </a:lnTo>
                  <a:lnTo>
                    <a:pt x="2988863" y="1872050"/>
                  </a:lnTo>
                  <a:lnTo>
                    <a:pt x="2992277" y="1877878"/>
                  </a:lnTo>
                  <a:lnTo>
                    <a:pt x="2975213" y="1881761"/>
                  </a:lnTo>
                  <a:lnTo>
                    <a:pt x="2975213" y="1875934"/>
                  </a:lnTo>
                  <a:lnTo>
                    <a:pt x="2982036" y="1868167"/>
                  </a:lnTo>
                  <a:lnTo>
                    <a:pt x="2975213" y="1862343"/>
                  </a:lnTo>
                  <a:lnTo>
                    <a:pt x="2958145" y="1873994"/>
                  </a:lnTo>
                  <a:lnTo>
                    <a:pt x="2951318" y="1872050"/>
                  </a:lnTo>
                  <a:lnTo>
                    <a:pt x="2951318" y="1856520"/>
                  </a:lnTo>
                  <a:lnTo>
                    <a:pt x="2937668" y="1835162"/>
                  </a:lnTo>
                  <a:lnTo>
                    <a:pt x="2947905" y="1819628"/>
                  </a:lnTo>
                  <a:lnTo>
                    <a:pt x="2930841" y="1811860"/>
                  </a:lnTo>
                  <a:lnTo>
                    <a:pt x="2924014" y="1802154"/>
                  </a:lnTo>
                  <a:lnTo>
                    <a:pt x="2927427" y="1790503"/>
                  </a:lnTo>
                  <a:lnTo>
                    <a:pt x="2944491" y="1786619"/>
                  </a:lnTo>
                  <a:lnTo>
                    <a:pt x="2941078" y="1753615"/>
                  </a:lnTo>
                  <a:lnTo>
                    <a:pt x="2930841" y="1757498"/>
                  </a:lnTo>
                  <a:lnTo>
                    <a:pt x="2917187" y="1749731"/>
                  </a:lnTo>
                  <a:lnTo>
                    <a:pt x="2913773" y="1738080"/>
                  </a:lnTo>
                  <a:lnTo>
                    <a:pt x="2903532" y="1732257"/>
                  </a:lnTo>
                  <a:lnTo>
                    <a:pt x="2903532" y="1726429"/>
                  </a:lnTo>
                  <a:lnTo>
                    <a:pt x="2920600" y="1724490"/>
                  </a:lnTo>
                  <a:lnTo>
                    <a:pt x="2924014" y="1708955"/>
                  </a:lnTo>
                  <a:lnTo>
                    <a:pt x="2930841" y="1703132"/>
                  </a:lnTo>
                  <a:lnTo>
                    <a:pt x="2930841" y="1691481"/>
                  </a:lnTo>
                  <a:lnTo>
                    <a:pt x="2934254" y="1685658"/>
                  </a:lnTo>
                  <a:lnTo>
                    <a:pt x="2947905" y="1689541"/>
                  </a:lnTo>
                  <a:lnTo>
                    <a:pt x="2954732" y="170118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75078" y="1227260"/>
              <a:ext cx="3060540" cy="1901175"/>
            </a:xfrm>
            <a:custGeom>
              <a:avLst/>
              <a:pathLst>
                <a:path w="3060540" h="1901175">
                  <a:moveTo>
                    <a:pt x="2971800" y="1691481"/>
                  </a:moveTo>
                  <a:lnTo>
                    <a:pt x="2985450" y="1693425"/>
                  </a:lnTo>
                  <a:lnTo>
                    <a:pt x="2982036" y="1703132"/>
                  </a:lnTo>
                  <a:lnTo>
                    <a:pt x="2988863" y="1728373"/>
                  </a:lnTo>
                  <a:lnTo>
                    <a:pt x="3002518" y="1730313"/>
                  </a:lnTo>
                  <a:lnTo>
                    <a:pt x="3016168" y="1718666"/>
                  </a:lnTo>
                  <a:lnTo>
                    <a:pt x="3022995" y="1736141"/>
                  </a:lnTo>
                  <a:lnTo>
                    <a:pt x="3040063" y="1730313"/>
                  </a:lnTo>
                  <a:lnTo>
                    <a:pt x="3046890" y="1741964"/>
                  </a:lnTo>
                  <a:lnTo>
                    <a:pt x="3060540" y="1747787"/>
                  </a:lnTo>
                  <a:lnTo>
                    <a:pt x="3057127" y="1753615"/>
                  </a:lnTo>
                  <a:lnTo>
                    <a:pt x="3040063" y="1755554"/>
                  </a:lnTo>
                  <a:lnTo>
                    <a:pt x="3040063" y="1761378"/>
                  </a:lnTo>
                  <a:lnTo>
                    <a:pt x="3046890" y="1763322"/>
                  </a:lnTo>
                  <a:lnTo>
                    <a:pt x="3050299" y="1776912"/>
                  </a:lnTo>
                  <a:lnTo>
                    <a:pt x="3040063" y="1780796"/>
                  </a:lnTo>
                  <a:lnTo>
                    <a:pt x="3046890" y="1786619"/>
                  </a:lnTo>
                  <a:lnTo>
                    <a:pt x="3033236" y="1784679"/>
                  </a:lnTo>
                  <a:lnTo>
                    <a:pt x="3029822" y="1796330"/>
                  </a:lnTo>
                  <a:lnTo>
                    <a:pt x="3022995" y="1796330"/>
                  </a:lnTo>
                  <a:lnTo>
                    <a:pt x="3029822" y="1819628"/>
                  </a:lnTo>
                  <a:lnTo>
                    <a:pt x="3022995" y="1825451"/>
                  </a:lnTo>
                  <a:lnTo>
                    <a:pt x="3012758" y="1831279"/>
                  </a:lnTo>
                  <a:lnTo>
                    <a:pt x="3009345" y="1837102"/>
                  </a:lnTo>
                  <a:lnTo>
                    <a:pt x="3002518" y="1833218"/>
                  </a:lnTo>
                  <a:lnTo>
                    <a:pt x="2988863" y="1844869"/>
                  </a:lnTo>
                  <a:lnTo>
                    <a:pt x="2978623" y="1858460"/>
                  </a:lnTo>
                  <a:lnTo>
                    <a:pt x="2971800" y="1858460"/>
                  </a:lnTo>
                  <a:lnTo>
                    <a:pt x="2971800" y="1862343"/>
                  </a:lnTo>
                  <a:lnTo>
                    <a:pt x="2961559" y="1866227"/>
                  </a:lnTo>
                  <a:lnTo>
                    <a:pt x="2961559" y="1873994"/>
                  </a:lnTo>
                  <a:lnTo>
                    <a:pt x="2947905" y="1881761"/>
                  </a:lnTo>
                  <a:lnTo>
                    <a:pt x="2944491" y="1891468"/>
                  </a:lnTo>
                  <a:lnTo>
                    <a:pt x="2934254" y="1899236"/>
                  </a:lnTo>
                  <a:lnTo>
                    <a:pt x="2920600" y="1901175"/>
                  </a:lnTo>
                  <a:lnTo>
                    <a:pt x="2913773" y="1885641"/>
                  </a:lnTo>
                  <a:lnTo>
                    <a:pt x="2913773" y="1873994"/>
                  </a:lnTo>
                  <a:lnTo>
                    <a:pt x="2903536" y="1852636"/>
                  </a:lnTo>
                  <a:lnTo>
                    <a:pt x="2896709" y="1854576"/>
                  </a:lnTo>
                  <a:lnTo>
                    <a:pt x="2889882" y="1842930"/>
                  </a:lnTo>
                  <a:lnTo>
                    <a:pt x="2886469" y="1846809"/>
                  </a:lnTo>
                  <a:lnTo>
                    <a:pt x="2872814" y="1840986"/>
                  </a:lnTo>
                  <a:lnTo>
                    <a:pt x="2869401" y="1827395"/>
                  </a:lnTo>
                  <a:lnTo>
                    <a:pt x="2876228" y="1825451"/>
                  </a:lnTo>
                  <a:lnTo>
                    <a:pt x="2883055" y="1798270"/>
                  </a:lnTo>
                  <a:lnTo>
                    <a:pt x="2893296" y="1788563"/>
                  </a:lnTo>
                  <a:lnTo>
                    <a:pt x="2889882" y="1782735"/>
                  </a:lnTo>
                  <a:lnTo>
                    <a:pt x="2900123" y="1773029"/>
                  </a:lnTo>
                  <a:lnTo>
                    <a:pt x="2896709" y="1757498"/>
                  </a:lnTo>
                  <a:lnTo>
                    <a:pt x="2917187" y="1743903"/>
                  </a:lnTo>
                  <a:lnTo>
                    <a:pt x="2920600" y="1736141"/>
                  </a:lnTo>
                  <a:lnTo>
                    <a:pt x="2913773" y="1720606"/>
                  </a:lnTo>
                  <a:lnTo>
                    <a:pt x="2934254" y="1705072"/>
                  </a:lnTo>
                  <a:lnTo>
                    <a:pt x="2944491" y="1712839"/>
                  </a:lnTo>
                  <a:lnTo>
                    <a:pt x="2964972" y="170118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2064838" y="1178721"/>
              <a:ext cx="3156112" cy="1796326"/>
            </a:xfrm>
            <a:custGeom>
              <a:avLst/>
              <a:pathLst>
                <a:path w="3156112" h="1796326">
                  <a:moveTo>
                    <a:pt x="2971800" y="1691481"/>
                  </a:moveTo>
                  <a:lnTo>
                    <a:pt x="2992277" y="1677890"/>
                  </a:lnTo>
                  <a:lnTo>
                    <a:pt x="2999104" y="1666240"/>
                  </a:lnTo>
                  <a:lnTo>
                    <a:pt x="2999104" y="1650705"/>
                  </a:lnTo>
                  <a:lnTo>
                    <a:pt x="3016172" y="1646821"/>
                  </a:lnTo>
                  <a:lnTo>
                    <a:pt x="3012758" y="1637115"/>
                  </a:lnTo>
                  <a:lnTo>
                    <a:pt x="3019585" y="1635175"/>
                  </a:lnTo>
                  <a:lnTo>
                    <a:pt x="3026409" y="1617701"/>
                  </a:lnTo>
                  <a:lnTo>
                    <a:pt x="3026409" y="1615757"/>
                  </a:lnTo>
                  <a:lnTo>
                    <a:pt x="3040063" y="1613817"/>
                  </a:lnTo>
                  <a:lnTo>
                    <a:pt x="3060540" y="1629347"/>
                  </a:lnTo>
                  <a:lnTo>
                    <a:pt x="3077608" y="1619640"/>
                  </a:lnTo>
                  <a:lnTo>
                    <a:pt x="3091262" y="1635175"/>
                  </a:lnTo>
                  <a:lnTo>
                    <a:pt x="3118567" y="1629347"/>
                  </a:lnTo>
                  <a:lnTo>
                    <a:pt x="3145871" y="1625464"/>
                  </a:lnTo>
                  <a:lnTo>
                    <a:pt x="3152698" y="1633231"/>
                  </a:lnTo>
                  <a:lnTo>
                    <a:pt x="3156112" y="1658472"/>
                  </a:lnTo>
                  <a:lnTo>
                    <a:pt x="3142457" y="1660416"/>
                  </a:lnTo>
                  <a:lnTo>
                    <a:pt x="3142457" y="1668179"/>
                  </a:lnTo>
                  <a:lnTo>
                    <a:pt x="3125394" y="1685653"/>
                  </a:lnTo>
                  <a:lnTo>
                    <a:pt x="3132221" y="1714778"/>
                  </a:lnTo>
                  <a:lnTo>
                    <a:pt x="3118567" y="1714778"/>
                  </a:lnTo>
                  <a:lnTo>
                    <a:pt x="3118567" y="1734197"/>
                  </a:lnTo>
                  <a:lnTo>
                    <a:pt x="3108326" y="1738080"/>
                  </a:lnTo>
                  <a:lnTo>
                    <a:pt x="3108326" y="1743903"/>
                  </a:lnTo>
                  <a:lnTo>
                    <a:pt x="3098085" y="1743903"/>
                  </a:lnTo>
                  <a:lnTo>
                    <a:pt x="3101499" y="1751671"/>
                  </a:lnTo>
                  <a:lnTo>
                    <a:pt x="3091262" y="1755554"/>
                  </a:lnTo>
                  <a:lnTo>
                    <a:pt x="3084435" y="1778852"/>
                  </a:lnTo>
                  <a:lnTo>
                    <a:pt x="3067367" y="1782735"/>
                  </a:lnTo>
                  <a:lnTo>
                    <a:pt x="3067367" y="1790503"/>
                  </a:lnTo>
                  <a:lnTo>
                    <a:pt x="3077608" y="1796326"/>
                  </a:lnTo>
                  <a:lnTo>
                    <a:pt x="3070781" y="1796326"/>
                  </a:lnTo>
                  <a:lnTo>
                    <a:pt x="3057130" y="1790503"/>
                  </a:lnTo>
                  <a:lnTo>
                    <a:pt x="3050303" y="1778852"/>
                  </a:lnTo>
                  <a:lnTo>
                    <a:pt x="3033236" y="1784679"/>
                  </a:lnTo>
                  <a:lnTo>
                    <a:pt x="3026409" y="1767205"/>
                  </a:lnTo>
                  <a:lnTo>
                    <a:pt x="3012758" y="1778852"/>
                  </a:lnTo>
                  <a:lnTo>
                    <a:pt x="2999104" y="1776912"/>
                  </a:lnTo>
                  <a:lnTo>
                    <a:pt x="2992277" y="1751671"/>
                  </a:lnTo>
                  <a:lnTo>
                    <a:pt x="2995690" y="1741964"/>
                  </a:lnTo>
                  <a:lnTo>
                    <a:pt x="2982040" y="1740020"/>
                  </a:lnTo>
                  <a:lnTo>
                    <a:pt x="2982040" y="1738080"/>
                  </a:lnTo>
                  <a:lnTo>
                    <a:pt x="2978627" y="1718662"/>
                  </a:lnTo>
                  <a:lnTo>
                    <a:pt x="2964972" y="1707011"/>
                  </a:lnTo>
                  <a:lnTo>
                    <a:pt x="2964972" y="170118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993161" y="947669"/>
              <a:ext cx="3190243" cy="1860399"/>
            </a:xfrm>
            <a:custGeom>
              <a:avLst/>
              <a:pathLst>
                <a:path w="3190243" h="1860399">
                  <a:moveTo>
                    <a:pt x="2971800" y="1691481"/>
                  </a:moveTo>
                  <a:lnTo>
                    <a:pt x="2975213" y="1679830"/>
                  </a:lnTo>
                  <a:lnTo>
                    <a:pt x="2988863" y="1677890"/>
                  </a:lnTo>
                  <a:lnTo>
                    <a:pt x="3005931" y="1699248"/>
                  </a:lnTo>
                  <a:lnTo>
                    <a:pt x="3009345" y="1693421"/>
                  </a:lnTo>
                  <a:lnTo>
                    <a:pt x="3019585" y="1699248"/>
                  </a:lnTo>
                  <a:lnTo>
                    <a:pt x="3033236" y="1689537"/>
                  </a:lnTo>
                  <a:lnTo>
                    <a:pt x="3040063" y="1691481"/>
                  </a:lnTo>
                  <a:lnTo>
                    <a:pt x="3043476" y="1701188"/>
                  </a:lnTo>
                  <a:lnTo>
                    <a:pt x="3050303" y="1701188"/>
                  </a:lnTo>
                  <a:lnTo>
                    <a:pt x="3053717" y="1689537"/>
                  </a:lnTo>
                  <a:lnTo>
                    <a:pt x="3063954" y="1687597"/>
                  </a:lnTo>
                  <a:lnTo>
                    <a:pt x="3070781" y="1674007"/>
                  </a:lnTo>
                  <a:lnTo>
                    <a:pt x="3084435" y="1670123"/>
                  </a:lnTo>
                  <a:lnTo>
                    <a:pt x="3087848" y="1674007"/>
                  </a:lnTo>
                  <a:lnTo>
                    <a:pt x="3087848" y="1681774"/>
                  </a:lnTo>
                  <a:lnTo>
                    <a:pt x="3101499" y="1693421"/>
                  </a:lnTo>
                  <a:lnTo>
                    <a:pt x="3125394" y="1703132"/>
                  </a:lnTo>
                  <a:lnTo>
                    <a:pt x="3149285" y="1761378"/>
                  </a:lnTo>
                  <a:lnTo>
                    <a:pt x="3152698" y="1778852"/>
                  </a:lnTo>
                  <a:lnTo>
                    <a:pt x="3166352" y="1786619"/>
                  </a:lnTo>
                  <a:lnTo>
                    <a:pt x="3169762" y="1800210"/>
                  </a:lnTo>
                  <a:lnTo>
                    <a:pt x="3186830" y="1807977"/>
                  </a:lnTo>
                  <a:lnTo>
                    <a:pt x="3190243" y="1821567"/>
                  </a:lnTo>
                  <a:lnTo>
                    <a:pt x="3190243" y="1825451"/>
                  </a:lnTo>
                  <a:lnTo>
                    <a:pt x="3159525" y="1813800"/>
                  </a:lnTo>
                  <a:lnTo>
                    <a:pt x="3156112" y="1819628"/>
                  </a:lnTo>
                  <a:lnTo>
                    <a:pt x="3166352" y="1829335"/>
                  </a:lnTo>
                  <a:lnTo>
                    <a:pt x="3159525" y="1831279"/>
                  </a:lnTo>
                  <a:lnTo>
                    <a:pt x="3149285" y="1850692"/>
                  </a:lnTo>
                  <a:lnTo>
                    <a:pt x="3132217" y="1860399"/>
                  </a:lnTo>
                  <a:lnTo>
                    <a:pt x="3111739" y="1844869"/>
                  </a:lnTo>
                  <a:lnTo>
                    <a:pt x="3098085" y="1846809"/>
                  </a:lnTo>
                  <a:lnTo>
                    <a:pt x="3091262" y="1844869"/>
                  </a:lnTo>
                  <a:lnTo>
                    <a:pt x="3087848" y="1839041"/>
                  </a:lnTo>
                  <a:lnTo>
                    <a:pt x="3067367" y="1840986"/>
                  </a:lnTo>
                  <a:lnTo>
                    <a:pt x="3063954" y="1835158"/>
                  </a:lnTo>
                  <a:lnTo>
                    <a:pt x="3070781" y="1827395"/>
                  </a:lnTo>
                  <a:lnTo>
                    <a:pt x="3050303" y="1809921"/>
                  </a:lnTo>
                  <a:lnTo>
                    <a:pt x="3053717" y="1800210"/>
                  </a:lnTo>
                  <a:lnTo>
                    <a:pt x="3060540" y="1798270"/>
                  </a:lnTo>
                  <a:lnTo>
                    <a:pt x="3057130" y="1782735"/>
                  </a:lnTo>
                  <a:lnTo>
                    <a:pt x="3081021" y="1786619"/>
                  </a:lnTo>
                  <a:lnTo>
                    <a:pt x="3081021" y="1771089"/>
                  </a:lnTo>
                  <a:lnTo>
                    <a:pt x="3070781" y="1765261"/>
                  </a:lnTo>
                  <a:lnTo>
                    <a:pt x="3063954" y="1774968"/>
                  </a:lnTo>
                  <a:lnTo>
                    <a:pt x="3046890" y="1773029"/>
                  </a:lnTo>
                  <a:lnTo>
                    <a:pt x="3043476" y="1753610"/>
                  </a:lnTo>
                  <a:lnTo>
                    <a:pt x="3036649" y="1757494"/>
                  </a:lnTo>
                  <a:lnTo>
                    <a:pt x="3033236" y="1753610"/>
                  </a:lnTo>
                  <a:lnTo>
                    <a:pt x="3040063" y="1730313"/>
                  </a:lnTo>
                  <a:lnTo>
                    <a:pt x="3026409" y="1732253"/>
                  </a:lnTo>
                  <a:lnTo>
                    <a:pt x="3019585" y="1718662"/>
                  </a:lnTo>
                  <a:lnTo>
                    <a:pt x="3002518" y="1716722"/>
                  </a:lnTo>
                  <a:lnTo>
                    <a:pt x="2992277" y="170118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689386" y="1077755"/>
              <a:ext cx="3036649" cy="1844869"/>
            </a:xfrm>
            <a:custGeom>
              <a:avLst/>
              <a:pathLst>
                <a:path w="3036649" h="1844869">
                  <a:moveTo>
                    <a:pt x="2971800" y="1691481"/>
                  </a:moveTo>
                  <a:lnTo>
                    <a:pt x="2961563" y="1681774"/>
                  </a:lnTo>
                  <a:lnTo>
                    <a:pt x="2964972" y="1670123"/>
                  </a:lnTo>
                  <a:lnTo>
                    <a:pt x="2971800" y="1668184"/>
                  </a:lnTo>
                  <a:lnTo>
                    <a:pt x="2992281" y="1679835"/>
                  </a:lnTo>
                  <a:lnTo>
                    <a:pt x="2999104" y="1689541"/>
                  </a:lnTo>
                  <a:lnTo>
                    <a:pt x="3012758" y="1689541"/>
                  </a:lnTo>
                  <a:lnTo>
                    <a:pt x="3019585" y="1691481"/>
                  </a:lnTo>
                  <a:lnTo>
                    <a:pt x="3016172" y="1697309"/>
                  </a:lnTo>
                  <a:lnTo>
                    <a:pt x="3033239" y="1705072"/>
                  </a:lnTo>
                  <a:lnTo>
                    <a:pt x="3036649" y="1714783"/>
                  </a:lnTo>
                  <a:lnTo>
                    <a:pt x="3029826" y="1730313"/>
                  </a:lnTo>
                  <a:lnTo>
                    <a:pt x="3022999" y="1726429"/>
                  </a:lnTo>
                  <a:lnTo>
                    <a:pt x="3005931" y="1741964"/>
                  </a:lnTo>
                  <a:lnTo>
                    <a:pt x="2999104" y="1738080"/>
                  </a:lnTo>
                  <a:lnTo>
                    <a:pt x="2995694" y="1741964"/>
                  </a:lnTo>
                  <a:lnTo>
                    <a:pt x="2992281" y="1738080"/>
                  </a:lnTo>
                  <a:lnTo>
                    <a:pt x="2982040" y="1743908"/>
                  </a:lnTo>
                  <a:lnTo>
                    <a:pt x="2975213" y="1740024"/>
                  </a:lnTo>
                  <a:lnTo>
                    <a:pt x="2968386" y="1747787"/>
                  </a:lnTo>
                  <a:lnTo>
                    <a:pt x="2971800" y="1755554"/>
                  </a:lnTo>
                  <a:lnTo>
                    <a:pt x="2968386" y="1774973"/>
                  </a:lnTo>
                  <a:lnTo>
                    <a:pt x="2975213" y="1773029"/>
                  </a:lnTo>
                  <a:lnTo>
                    <a:pt x="2988867" y="1796330"/>
                  </a:lnTo>
                  <a:lnTo>
                    <a:pt x="2992281" y="1794386"/>
                  </a:lnTo>
                  <a:lnTo>
                    <a:pt x="2999104" y="1804098"/>
                  </a:lnTo>
                  <a:lnTo>
                    <a:pt x="2999104" y="1833218"/>
                  </a:lnTo>
                  <a:lnTo>
                    <a:pt x="2992281" y="1844869"/>
                  </a:lnTo>
                  <a:lnTo>
                    <a:pt x="2978627" y="1844869"/>
                  </a:lnTo>
                  <a:lnTo>
                    <a:pt x="2978627" y="1833218"/>
                  </a:lnTo>
                  <a:lnTo>
                    <a:pt x="2971800" y="1837102"/>
                  </a:lnTo>
                  <a:lnTo>
                    <a:pt x="2971800" y="1825455"/>
                  </a:lnTo>
                  <a:lnTo>
                    <a:pt x="2964972" y="1825455"/>
                  </a:lnTo>
                  <a:lnTo>
                    <a:pt x="2961563" y="1806037"/>
                  </a:lnTo>
                  <a:lnTo>
                    <a:pt x="2944495" y="1809921"/>
                  </a:lnTo>
                  <a:lnTo>
                    <a:pt x="2944495" y="1804098"/>
                  </a:lnTo>
                  <a:lnTo>
                    <a:pt x="2934254" y="1800214"/>
                  </a:lnTo>
                  <a:lnTo>
                    <a:pt x="2927427" y="1802154"/>
                  </a:lnTo>
                  <a:lnTo>
                    <a:pt x="2927427" y="1815744"/>
                  </a:lnTo>
                  <a:lnTo>
                    <a:pt x="2906950" y="1819628"/>
                  </a:lnTo>
                  <a:lnTo>
                    <a:pt x="2900123" y="1833218"/>
                  </a:lnTo>
                  <a:lnTo>
                    <a:pt x="2896709" y="1831279"/>
                  </a:lnTo>
                  <a:lnTo>
                    <a:pt x="2896709" y="1825455"/>
                  </a:lnTo>
                  <a:lnTo>
                    <a:pt x="2893296" y="1819628"/>
                  </a:lnTo>
                  <a:lnTo>
                    <a:pt x="2889882" y="1819628"/>
                  </a:lnTo>
                  <a:lnTo>
                    <a:pt x="2893296" y="1829335"/>
                  </a:lnTo>
                  <a:lnTo>
                    <a:pt x="2886472" y="1831279"/>
                  </a:lnTo>
                  <a:lnTo>
                    <a:pt x="2883059" y="1815744"/>
                  </a:lnTo>
                  <a:lnTo>
                    <a:pt x="2865991" y="1811860"/>
                  </a:lnTo>
                  <a:lnTo>
                    <a:pt x="2862578" y="1798270"/>
                  </a:lnTo>
                  <a:lnTo>
                    <a:pt x="2852341" y="1796330"/>
                  </a:lnTo>
                  <a:lnTo>
                    <a:pt x="2845514" y="1786619"/>
                  </a:lnTo>
                  <a:lnTo>
                    <a:pt x="2862578" y="1771089"/>
                  </a:lnTo>
                  <a:lnTo>
                    <a:pt x="2855751" y="1761382"/>
                  </a:lnTo>
                  <a:lnTo>
                    <a:pt x="2859164" y="1753615"/>
                  </a:lnTo>
                  <a:lnTo>
                    <a:pt x="2865991" y="1745847"/>
                  </a:lnTo>
                  <a:lnTo>
                    <a:pt x="2883059" y="1757498"/>
                  </a:lnTo>
                  <a:lnTo>
                    <a:pt x="2896709" y="1751671"/>
                  </a:lnTo>
                  <a:lnTo>
                    <a:pt x="2903536" y="1765266"/>
                  </a:lnTo>
                  <a:lnTo>
                    <a:pt x="2913777" y="1765266"/>
                  </a:lnTo>
                  <a:lnTo>
                    <a:pt x="2930841" y="1738080"/>
                  </a:lnTo>
                  <a:lnTo>
                    <a:pt x="2927427" y="1732257"/>
                  </a:lnTo>
                  <a:lnTo>
                    <a:pt x="2930841" y="1728373"/>
                  </a:lnTo>
                  <a:lnTo>
                    <a:pt x="2947909" y="1728373"/>
                  </a:lnTo>
                  <a:lnTo>
                    <a:pt x="2958149" y="169924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525555" y="823406"/>
              <a:ext cx="3101499" cy="1788563"/>
            </a:xfrm>
            <a:custGeom>
              <a:avLst/>
              <a:pathLst>
                <a:path w="3101499" h="1788563">
                  <a:moveTo>
                    <a:pt x="2971800" y="1691481"/>
                  </a:moveTo>
                  <a:lnTo>
                    <a:pt x="3029822" y="1675946"/>
                  </a:lnTo>
                  <a:lnTo>
                    <a:pt x="3033236" y="1635175"/>
                  </a:lnTo>
                  <a:lnTo>
                    <a:pt x="3050303" y="1609933"/>
                  </a:lnTo>
                  <a:lnTo>
                    <a:pt x="3067367" y="1606050"/>
                  </a:lnTo>
                  <a:lnTo>
                    <a:pt x="3074194" y="1623524"/>
                  </a:lnTo>
                  <a:lnTo>
                    <a:pt x="3057127" y="1652649"/>
                  </a:lnTo>
                  <a:lnTo>
                    <a:pt x="3067367" y="1658472"/>
                  </a:lnTo>
                  <a:lnTo>
                    <a:pt x="3087848" y="1662356"/>
                  </a:lnTo>
                  <a:lnTo>
                    <a:pt x="3101499" y="1672063"/>
                  </a:lnTo>
                  <a:lnTo>
                    <a:pt x="3087848" y="1683714"/>
                  </a:lnTo>
                  <a:lnTo>
                    <a:pt x="3087848" y="1707016"/>
                  </a:lnTo>
                  <a:lnTo>
                    <a:pt x="3060540" y="1707016"/>
                  </a:lnTo>
                  <a:lnTo>
                    <a:pt x="3060540" y="1720606"/>
                  </a:lnTo>
                  <a:lnTo>
                    <a:pt x="3053713" y="1730313"/>
                  </a:lnTo>
                  <a:lnTo>
                    <a:pt x="3057127" y="1734197"/>
                  </a:lnTo>
                  <a:lnTo>
                    <a:pt x="3057127" y="1743903"/>
                  </a:lnTo>
                  <a:lnTo>
                    <a:pt x="3070781" y="1749731"/>
                  </a:lnTo>
                  <a:lnTo>
                    <a:pt x="3074194" y="1763322"/>
                  </a:lnTo>
                  <a:lnTo>
                    <a:pt x="3063954" y="1769145"/>
                  </a:lnTo>
                  <a:lnTo>
                    <a:pt x="3053713" y="1769145"/>
                  </a:lnTo>
                  <a:lnTo>
                    <a:pt x="3057127" y="1784679"/>
                  </a:lnTo>
                  <a:lnTo>
                    <a:pt x="3050303" y="1788563"/>
                  </a:lnTo>
                  <a:lnTo>
                    <a:pt x="3046890" y="1780796"/>
                  </a:lnTo>
                  <a:lnTo>
                    <a:pt x="3040063" y="1782735"/>
                  </a:lnTo>
                  <a:lnTo>
                    <a:pt x="3036649" y="1780796"/>
                  </a:lnTo>
                  <a:lnTo>
                    <a:pt x="3040063" y="1778852"/>
                  </a:lnTo>
                  <a:lnTo>
                    <a:pt x="3036649" y="1778852"/>
                  </a:lnTo>
                  <a:lnTo>
                    <a:pt x="3029822" y="1774968"/>
                  </a:lnTo>
                  <a:lnTo>
                    <a:pt x="3026409" y="1767205"/>
                  </a:lnTo>
                  <a:lnTo>
                    <a:pt x="3012758" y="1765261"/>
                  </a:lnTo>
                  <a:lnTo>
                    <a:pt x="3009345" y="1755554"/>
                  </a:lnTo>
                  <a:lnTo>
                    <a:pt x="3016172" y="1749731"/>
                  </a:lnTo>
                  <a:lnTo>
                    <a:pt x="3005931" y="1724490"/>
                  </a:lnTo>
                  <a:lnTo>
                    <a:pt x="3009345" y="1718662"/>
                  </a:lnTo>
                  <a:lnTo>
                    <a:pt x="2992277" y="1701188"/>
                  </a:lnTo>
                  <a:lnTo>
                    <a:pt x="2982036" y="1701188"/>
                  </a:lnTo>
                  <a:lnTo>
                    <a:pt x="2982036" y="169148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1692800" y="1621407"/>
              <a:ext cx="3074194" cy="1747787"/>
            </a:xfrm>
            <a:custGeom>
              <a:avLst/>
              <a:pathLst>
                <a:path w="3074194" h="1747787">
                  <a:moveTo>
                    <a:pt x="2971800" y="1691481"/>
                  </a:moveTo>
                  <a:lnTo>
                    <a:pt x="2988867" y="1679830"/>
                  </a:lnTo>
                  <a:lnTo>
                    <a:pt x="2995690" y="1666240"/>
                  </a:lnTo>
                  <a:lnTo>
                    <a:pt x="3009345" y="1662356"/>
                  </a:lnTo>
                  <a:lnTo>
                    <a:pt x="3026412" y="1658472"/>
                  </a:lnTo>
                  <a:lnTo>
                    <a:pt x="3040063" y="1658472"/>
                  </a:lnTo>
                  <a:lnTo>
                    <a:pt x="3046890" y="1652649"/>
                  </a:lnTo>
                  <a:lnTo>
                    <a:pt x="3050303" y="1652649"/>
                  </a:lnTo>
                  <a:lnTo>
                    <a:pt x="3067371" y="1666240"/>
                  </a:lnTo>
                  <a:lnTo>
                    <a:pt x="3074194" y="1664300"/>
                  </a:lnTo>
                  <a:lnTo>
                    <a:pt x="3050303" y="1701188"/>
                  </a:lnTo>
                  <a:lnTo>
                    <a:pt x="3046890" y="1722546"/>
                  </a:lnTo>
                  <a:lnTo>
                    <a:pt x="3033236" y="1726429"/>
                  </a:lnTo>
                  <a:lnTo>
                    <a:pt x="3026412" y="1736141"/>
                  </a:lnTo>
                  <a:lnTo>
                    <a:pt x="3019585" y="1736141"/>
                  </a:lnTo>
                  <a:lnTo>
                    <a:pt x="3012758" y="1747787"/>
                  </a:lnTo>
                  <a:lnTo>
                    <a:pt x="2985454" y="1740020"/>
                  </a:lnTo>
                  <a:lnTo>
                    <a:pt x="2971800" y="173225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208191" y="1370941"/>
              <a:ext cx="2975213" cy="1829335"/>
            </a:xfrm>
            <a:custGeom>
              <a:avLst/>
              <a:pathLst>
                <a:path w="2975213" h="1829335">
                  <a:moveTo>
                    <a:pt x="2971799" y="1691481"/>
                  </a:moveTo>
                  <a:lnTo>
                    <a:pt x="2975213" y="1693421"/>
                  </a:lnTo>
                  <a:lnTo>
                    <a:pt x="2968386" y="1705072"/>
                  </a:lnTo>
                  <a:lnTo>
                    <a:pt x="2971799" y="1712839"/>
                  </a:lnTo>
                  <a:lnTo>
                    <a:pt x="2961559" y="1736136"/>
                  </a:lnTo>
                  <a:lnTo>
                    <a:pt x="2951322" y="1776912"/>
                  </a:lnTo>
                  <a:lnTo>
                    <a:pt x="2937668" y="1796326"/>
                  </a:lnTo>
                  <a:lnTo>
                    <a:pt x="2930841" y="1823511"/>
                  </a:lnTo>
                  <a:lnTo>
                    <a:pt x="2927427" y="1829335"/>
                  </a:lnTo>
                  <a:lnTo>
                    <a:pt x="2924014" y="1811860"/>
                  </a:lnTo>
                  <a:lnTo>
                    <a:pt x="2906950" y="1800210"/>
                  </a:lnTo>
                  <a:lnTo>
                    <a:pt x="2900123" y="1778852"/>
                  </a:lnTo>
                  <a:lnTo>
                    <a:pt x="2903536" y="1751671"/>
                  </a:lnTo>
                  <a:lnTo>
                    <a:pt x="2937668" y="1691481"/>
                  </a:lnTo>
                  <a:lnTo>
                    <a:pt x="2958145" y="167983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2034120" y="701082"/>
              <a:ext cx="2971799" cy="1724490"/>
            </a:xfrm>
            <a:custGeom>
              <a:avLst/>
              <a:pathLst>
                <a:path w="2971799" h="1724490">
                  <a:moveTo>
                    <a:pt x="2971799" y="1691481"/>
                  </a:moveTo>
                  <a:lnTo>
                    <a:pt x="2968386" y="1695365"/>
                  </a:lnTo>
                  <a:lnTo>
                    <a:pt x="2964972" y="1697309"/>
                  </a:lnTo>
                  <a:lnTo>
                    <a:pt x="2947905" y="1701192"/>
                  </a:lnTo>
                  <a:lnTo>
                    <a:pt x="2951318" y="1708955"/>
                  </a:lnTo>
                  <a:lnTo>
                    <a:pt x="2951318" y="1714783"/>
                  </a:lnTo>
                  <a:lnTo>
                    <a:pt x="2947905" y="1718666"/>
                  </a:lnTo>
                  <a:lnTo>
                    <a:pt x="2937668" y="1718666"/>
                  </a:lnTo>
                  <a:lnTo>
                    <a:pt x="2930841" y="1724490"/>
                  </a:lnTo>
                  <a:lnTo>
                    <a:pt x="2924014" y="1718666"/>
                  </a:lnTo>
                  <a:lnTo>
                    <a:pt x="2906950" y="1722550"/>
                  </a:lnTo>
                  <a:lnTo>
                    <a:pt x="2896709" y="1716722"/>
                  </a:lnTo>
                  <a:lnTo>
                    <a:pt x="2893296" y="1703132"/>
                  </a:lnTo>
                  <a:lnTo>
                    <a:pt x="2913773" y="1689541"/>
                  </a:lnTo>
                  <a:lnTo>
                    <a:pt x="2906950" y="1675951"/>
                  </a:lnTo>
                  <a:lnTo>
                    <a:pt x="2920600" y="1674007"/>
                  </a:lnTo>
                  <a:lnTo>
                    <a:pt x="2924014" y="1666240"/>
                  </a:lnTo>
                  <a:lnTo>
                    <a:pt x="2934254" y="1666240"/>
                  </a:lnTo>
                  <a:lnTo>
                    <a:pt x="2930841" y="1660416"/>
                  </a:lnTo>
                  <a:lnTo>
                    <a:pt x="2941081" y="1654593"/>
                  </a:lnTo>
                  <a:lnTo>
                    <a:pt x="2954732" y="1670123"/>
                  </a:lnTo>
                  <a:lnTo>
                    <a:pt x="2971799" y="1672067"/>
                  </a:lnTo>
                  <a:lnTo>
                    <a:pt x="2964972" y="167789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2010225" y="728268"/>
              <a:ext cx="3019585" cy="1738080"/>
            </a:xfrm>
            <a:custGeom>
              <a:avLst/>
              <a:pathLst>
                <a:path w="3019585" h="1738080">
                  <a:moveTo>
                    <a:pt x="2971800" y="1691481"/>
                  </a:moveTo>
                  <a:lnTo>
                    <a:pt x="2975213" y="1687597"/>
                  </a:lnTo>
                  <a:lnTo>
                    <a:pt x="2985454" y="1689537"/>
                  </a:lnTo>
                  <a:lnTo>
                    <a:pt x="2985454" y="1681770"/>
                  </a:lnTo>
                  <a:lnTo>
                    <a:pt x="2988867" y="1670123"/>
                  </a:lnTo>
                  <a:lnTo>
                    <a:pt x="2992281" y="1668179"/>
                  </a:lnTo>
                  <a:lnTo>
                    <a:pt x="2995694" y="1664296"/>
                  </a:lnTo>
                  <a:lnTo>
                    <a:pt x="3005931" y="1670123"/>
                  </a:lnTo>
                  <a:lnTo>
                    <a:pt x="3005931" y="1674007"/>
                  </a:lnTo>
                  <a:lnTo>
                    <a:pt x="2999108" y="1674007"/>
                  </a:lnTo>
                  <a:lnTo>
                    <a:pt x="2999108" y="1683714"/>
                  </a:lnTo>
                  <a:lnTo>
                    <a:pt x="3005931" y="1691481"/>
                  </a:lnTo>
                  <a:lnTo>
                    <a:pt x="3016172" y="1691481"/>
                  </a:lnTo>
                  <a:lnTo>
                    <a:pt x="3012758" y="1699248"/>
                  </a:lnTo>
                  <a:lnTo>
                    <a:pt x="3019585" y="1707011"/>
                  </a:lnTo>
                  <a:lnTo>
                    <a:pt x="3019585" y="1708955"/>
                  </a:lnTo>
                  <a:lnTo>
                    <a:pt x="3012758" y="1712839"/>
                  </a:lnTo>
                  <a:lnTo>
                    <a:pt x="3002521" y="1734197"/>
                  </a:lnTo>
                  <a:lnTo>
                    <a:pt x="2988867" y="1738080"/>
                  </a:lnTo>
                  <a:lnTo>
                    <a:pt x="2968390" y="1726429"/>
                  </a:lnTo>
                  <a:lnTo>
                    <a:pt x="2968390" y="1720606"/>
                  </a:lnTo>
                  <a:lnTo>
                    <a:pt x="2975213" y="1712839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2170646" y="1106880"/>
              <a:ext cx="3012758" cy="1707016"/>
            </a:xfrm>
            <a:custGeom>
              <a:avLst/>
              <a:pathLst>
                <a:path w="3012758" h="1707016">
                  <a:moveTo>
                    <a:pt x="2971800" y="1691481"/>
                  </a:moveTo>
                  <a:lnTo>
                    <a:pt x="2982040" y="1672067"/>
                  </a:lnTo>
                  <a:lnTo>
                    <a:pt x="2988867" y="1670123"/>
                  </a:lnTo>
                  <a:lnTo>
                    <a:pt x="2978627" y="1660416"/>
                  </a:lnTo>
                  <a:lnTo>
                    <a:pt x="2982040" y="1654589"/>
                  </a:lnTo>
                  <a:lnTo>
                    <a:pt x="3012758" y="1666240"/>
                  </a:lnTo>
                  <a:lnTo>
                    <a:pt x="3009345" y="1685658"/>
                  </a:lnTo>
                  <a:lnTo>
                    <a:pt x="3012758" y="1701188"/>
                  </a:lnTo>
                  <a:lnTo>
                    <a:pt x="2985454" y="1707016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1924898" y="1487437"/>
              <a:ext cx="2971800" cy="1703132"/>
            </a:xfrm>
            <a:custGeom>
              <a:avLst/>
              <a:pathLst>
                <a:path w="2971800" h="1703132">
                  <a:moveTo>
                    <a:pt x="2971800" y="1691481"/>
                  </a:moveTo>
                  <a:lnTo>
                    <a:pt x="2968386" y="1703132"/>
                  </a:lnTo>
                  <a:lnTo>
                    <a:pt x="2961559" y="1703132"/>
                  </a:lnTo>
                  <a:lnTo>
                    <a:pt x="2944495" y="1703132"/>
                  </a:lnTo>
                  <a:lnTo>
                    <a:pt x="2941081" y="1701188"/>
                  </a:lnTo>
                  <a:lnTo>
                    <a:pt x="2944495" y="1691481"/>
                  </a:lnTo>
                  <a:lnTo>
                    <a:pt x="2954732" y="1685658"/>
                  </a:lnTo>
                  <a:lnTo>
                    <a:pt x="2961559" y="1685658"/>
                  </a:lnTo>
                  <a:lnTo>
                    <a:pt x="2964972" y="1685658"/>
                  </a:lnTo>
                  <a:lnTo>
                    <a:pt x="2964972" y="169148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885644" y="1498359"/>
              <a:ext cx="2972227" cy="1693907"/>
            </a:xfrm>
            <a:custGeom>
              <a:avLst/>
              <a:pathLst>
                <a:path w="2972227" h="1693907">
                  <a:moveTo>
                    <a:pt x="2971800" y="1691481"/>
                  </a:moveTo>
                  <a:lnTo>
                    <a:pt x="2972227" y="1693178"/>
                  </a:lnTo>
                  <a:lnTo>
                    <a:pt x="2970095" y="1693907"/>
                  </a:lnTo>
                  <a:lnTo>
                    <a:pt x="2969667" y="1689780"/>
                  </a:lnTo>
                  <a:lnTo>
                    <a:pt x="2970949" y="168978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2309579" y="700632"/>
              <a:ext cx="3382691" cy="2575505"/>
            </a:xfrm>
            <a:custGeom>
              <a:avLst/>
              <a:pathLst>
                <a:path w="3382691" h="2575505">
                  <a:moveTo>
                    <a:pt x="2971800" y="1691481"/>
                  </a:moveTo>
                  <a:lnTo>
                    <a:pt x="2976129" y="1688313"/>
                  </a:lnTo>
                  <a:lnTo>
                    <a:pt x="2979860" y="1687002"/>
                  </a:lnTo>
                  <a:lnTo>
                    <a:pt x="2980506" y="1684785"/>
                  </a:lnTo>
                  <a:lnTo>
                    <a:pt x="2984190" y="1682510"/>
                  </a:lnTo>
                  <a:lnTo>
                    <a:pt x="2987276" y="1679914"/>
                  </a:lnTo>
                  <a:lnTo>
                    <a:pt x="2988519" y="1681061"/>
                  </a:lnTo>
                  <a:lnTo>
                    <a:pt x="2990074" y="1680216"/>
                  </a:lnTo>
                  <a:lnTo>
                    <a:pt x="2992346" y="1680598"/>
                  </a:lnTo>
                  <a:lnTo>
                    <a:pt x="2992299" y="1679834"/>
                  </a:lnTo>
                  <a:lnTo>
                    <a:pt x="2990816" y="1679291"/>
                  </a:lnTo>
                  <a:lnTo>
                    <a:pt x="2991246" y="1677623"/>
                  </a:lnTo>
                  <a:lnTo>
                    <a:pt x="2993614" y="1676377"/>
                  </a:lnTo>
                  <a:lnTo>
                    <a:pt x="2995049" y="1676055"/>
                  </a:lnTo>
                  <a:lnTo>
                    <a:pt x="2997681" y="1674208"/>
                  </a:lnTo>
                  <a:lnTo>
                    <a:pt x="3000838" y="1673807"/>
                  </a:lnTo>
                  <a:lnTo>
                    <a:pt x="3001484" y="1672262"/>
                  </a:lnTo>
                  <a:lnTo>
                    <a:pt x="3002488" y="1672001"/>
                  </a:lnTo>
                  <a:lnTo>
                    <a:pt x="3003421" y="1672763"/>
                  </a:lnTo>
                  <a:lnTo>
                    <a:pt x="3005215" y="1672121"/>
                  </a:lnTo>
                  <a:lnTo>
                    <a:pt x="3007033" y="1673124"/>
                  </a:lnTo>
                  <a:lnTo>
                    <a:pt x="3006890" y="1671460"/>
                  </a:lnTo>
                  <a:lnTo>
                    <a:pt x="3008253" y="1671319"/>
                  </a:lnTo>
                  <a:lnTo>
                    <a:pt x="3008492" y="1669956"/>
                  </a:lnTo>
                  <a:lnTo>
                    <a:pt x="3009880" y="1669014"/>
                  </a:lnTo>
                  <a:lnTo>
                    <a:pt x="3011793" y="1668974"/>
                  </a:lnTo>
                  <a:lnTo>
                    <a:pt x="3012032" y="1667552"/>
                  </a:lnTo>
                  <a:lnTo>
                    <a:pt x="3013372" y="1666370"/>
                  </a:lnTo>
                  <a:lnTo>
                    <a:pt x="3014592" y="1667471"/>
                  </a:lnTo>
                  <a:lnTo>
                    <a:pt x="3017247" y="1667231"/>
                  </a:lnTo>
                  <a:lnTo>
                    <a:pt x="3016888" y="1666390"/>
                  </a:lnTo>
                  <a:lnTo>
                    <a:pt x="3015525" y="1665930"/>
                  </a:lnTo>
                  <a:lnTo>
                    <a:pt x="3015812" y="1664709"/>
                  </a:lnTo>
                  <a:lnTo>
                    <a:pt x="3018108" y="1662909"/>
                  </a:lnTo>
                  <a:lnTo>
                    <a:pt x="3020859" y="1661549"/>
                  </a:lnTo>
                  <a:lnTo>
                    <a:pt x="3022366" y="1662909"/>
                  </a:lnTo>
                  <a:lnTo>
                    <a:pt x="3024064" y="1661949"/>
                  </a:lnTo>
                  <a:lnTo>
                    <a:pt x="3024614" y="1661070"/>
                  </a:lnTo>
                  <a:lnTo>
                    <a:pt x="3026408" y="1662209"/>
                  </a:lnTo>
                  <a:lnTo>
                    <a:pt x="3027891" y="1662249"/>
                  </a:lnTo>
                  <a:lnTo>
                    <a:pt x="3029781" y="1659831"/>
                  </a:lnTo>
                  <a:lnTo>
                    <a:pt x="3031072" y="1660171"/>
                  </a:lnTo>
                  <a:lnTo>
                    <a:pt x="3031479" y="1658713"/>
                  </a:lnTo>
                  <a:lnTo>
                    <a:pt x="3032675" y="1658054"/>
                  </a:lnTo>
                  <a:lnTo>
                    <a:pt x="3032029" y="1657136"/>
                  </a:lnTo>
                  <a:lnTo>
                    <a:pt x="3033680" y="1656497"/>
                  </a:lnTo>
                  <a:lnTo>
                    <a:pt x="3033345" y="1655420"/>
                  </a:lnTo>
                  <a:lnTo>
                    <a:pt x="3034660" y="1654204"/>
                  </a:lnTo>
                  <a:lnTo>
                    <a:pt x="3034302" y="1652948"/>
                  </a:lnTo>
                  <a:lnTo>
                    <a:pt x="3035976" y="1652848"/>
                  </a:lnTo>
                  <a:lnTo>
                    <a:pt x="3036789" y="1651952"/>
                  </a:lnTo>
                  <a:lnTo>
                    <a:pt x="3040927" y="1649443"/>
                  </a:lnTo>
                  <a:lnTo>
                    <a:pt x="3042363" y="1646558"/>
                  </a:lnTo>
                  <a:lnTo>
                    <a:pt x="3043224" y="1646220"/>
                  </a:lnTo>
                  <a:lnTo>
                    <a:pt x="3043965" y="1644252"/>
                  </a:lnTo>
                  <a:lnTo>
                    <a:pt x="3046453" y="1641413"/>
                  </a:lnTo>
                  <a:lnTo>
                    <a:pt x="3048773" y="1640460"/>
                  </a:lnTo>
                  <a:lnTo>
                    <a:pt x="3049825" y="1641591"/>
                  </a:lnTo>
                  <a:lnTo>
                    <a:pt x="3050399" y="1640817"/>
                  </a:lnTo>
                  <a:lnTo>
                    <a:pt x="3048773" y="1639052"/>
                  </a:lnTo>
                  <a:lnTo>
                    <a:pt x="3051213" y="1632812"/>
                  </a:lnTo>
                  <a:lnTo>
                    <a:pt x="3052098" y="1632139"/>
                  </a:lnTo>
                  <a:lnTo>
                    <a:pt x="3051380" y="1630122"/>
                  </a:lnTo>
                  <a:lnTo>
                    <a:pt x="3052481" y="1629430"/>
                  </a:lnTo>
                  <a:lnTo>
                    <a:pt x="3053079" y="1627454"/>
                  </a:lnTo>
                  <a:lnTo>
                    <a:pt x="3054514" y="1627809"/>
                  </a:lnTo>
                  <a:lnTo>
                    <a:pt x="3056188" y="1627237"/>
                  </a:lnTo>
                  <a:lnTo>
                    <a:pt x="3057599" y="1625617"/>
                  </a:lnTo>
                  <a:lnTo>
                    <a:pt x="3056284" y="1624848"/>
                  </a:lnTo>
                  <a:lnTo>
                    <a:pt x="3056451" y="1623842"/>
                  </a:lnTo>
                  <a:lnTo>
                    <a:pt x="3057551" y="1623743"/>
                  </a:lnTo>
                  <a:lnTo>
                    <a:pt x="3060541" y="1625973"/>
                  </a:lnTo>
                  <a:lnTo>
                    <a:pt x="3060900" y="1623920"/>
                  </a:lnTo>
                  <a:lnTo>
                    <a:pt x="3062407" y="1624591"/>
                  </a:lnTo>
                  <a:lnTo>
                    <a:pt x="3062718" y="1623447"/>
                  </a:lnTo>
                  <a:lnTo>
                    <a:pt x="3063914" y="1622047"/>
                  </a:lnTo>
                  <a:lnTo>
                    <a:pt x="3065636" y="1621121"/>
                  </a:lnTo>
                  <a:lnTo>
                    <a:pt x="3066474" y="1621495"/>
                  </a:lnTo>
                  <a:lnTo>
                    <a:pt x="3065971" y="1622855"/>
                  </a:lnTo>
                  <a:lnTo>
                    <a:pt x="3067502" y="1622698"/>
                  </a:lnTo>
                  <a:lnTo>
                    <a:pt x="3068531" y="1623920"/>
                  </a:lnTo>
                  <a:lnTo>
                    <a:pt x="3070277" y="1624118"/>
                  </a:lnTo>
                  <a:lnTo>
                    <a:pt x="3070540" y="1625933"/>
                  </a:lnTo>
                  <a:lnTo>
                    <a:pt x="3069774" y="1627118"/>
                  </a:lnTo>
                  <a:lnTo>
                    <a:pt x="3072310" y="1628402"/>
                  </a:lnTo>
                  <a:lnTo>
                    <a:pt x="3071927" y="1629192"/>
                  </a:lnTo>
                  <a:lnTo>
                    <a:pt x="3073243" y="1629528"/>
                  </a:lnTo>
                  <a:lnTo>
                    <a:pt x="3073578" y="1630497"/>
                  </a:lnTo>
                  <a:lnTo>
                    <a:pt x="3075228" y="1630517"/>
                  </a:lnTo>
                  <a:lnTo>
                    <a:pt x="3073171" y="1632000"/>
                  </a:lnTo>
                  <a:lnTo>
                    <a:pt x="3072908" y="1633168"/>
                  </a:lnTo>
                  <a:lnTo>
                    <a:pt x="3074702" y="1633049"/>
                  </a:lnTo>
                  <a:lnTo>
                    <a:pt x="3075611" y="1633722"/>
                  </a:lnTo>
                  <a:lnTo>
                    <a:pt x="3077668" y="1634019"/>
                  </a:lnTo>
                  <a:lnTo>
                    <a:pt x="3079510" y="1634851"/>
                  </a:lnTo>
                  <a:lnTo>
                    <a:pt x="3078146" y="1635524"/>
                  </a:lnTo>
                  <a:lnTo>
                    <a:pt x="3079797" y="1635544"/>
                  </a:lnTo>
                  <a:lnTo>
                    <a:pt x="3082308" y="1636435"/>
                  </a:lnTo>
                  <a:lnTo>
                    <a:pt x="3082284" y="1635841"/>
                  </a:lnTo>
                  <a:lnTo>
                    <a:pt x="3084054" y="1635880"/>
                  </a:lnTo>
                  <a:lnTo>
                    <a:pt x="3084605" y="1636693"/>
                  </a:lnTo>
                  <a:lnTo>
                    <a:pt x="3086135" y="1636633"/>
                  </a:lnTo>
                  <a:lnTo>
                    <a:pt x="3086375" y="1635861"/>
                  </a:lnTo>
                  <a:lnTo>
                    <a:pt x="3088743" y="1636356"/>
                  </a:lnTo>
                  <a:lnTo>
                    <a:pt x="3089556" y="1635940"/>
                  </a:lnTo>
                  <a:lnTo>
                    <a:pt x="3090202" y="1637902"/>
                  </a:lnTo>
                  <a:lnTo>
                    <a:pt x="3092331" y="1637902"/>
                  </a:lnTo>
                  <a:lnTo>
                    <a:pt x="3093024" y="1638754"/>
                  </a:lnTo>
                  <a:lnTo>
                    <a:pt x="3094866" y="1638338"/>
                  </a:lnTo>
                  <a:lnTo>
                    <a:pt x="3098598" y="1638160"/>
                  </a:lnTo>
                  <a:lnTo>
                    <a:pt x="3101492" y="1638437"/>
                  </a:lnTo>
                  <a:lnTo>
                    <a:pt x="3102066" y="1639191"/>
                  </a:lnTo>
                  <a:lnTo>
                    <a:pt x="3102568" y="1637228"/>
                  </a:lnTo>
                  <a:lnTo>
                    <a:pt x="3103621" y="1638041"/>
                  </a:lnTo>
                  <a:lnTo>
                    <a:pt x="3104482" y="1637367"/>
                  </a:lnTo>
                  <a:lnTo>
                    <a:pt x="3105989" y="1637644"/>
                  </a:lnTo>
                  <a:lnTo>
                    <a:pt x="3106802" y="1638417"/>
                  </a:lnTo>
                  <a:lnTo>
                    <a:pt x="3107137" y="1637466"/>
                  </a:lnTo>
                  <a:lnTo>
                    <a:pt x="3108692" y="1639647"/>
                  </a:lnTo>
                  <a:lnTo>
                    <a:pt x="3111443" y="1639647"/>
                  </a:lnTo>
                  <a:lnTo>
                    <a:pt x="3110653" y="1640480"/>
                  </a:lnTo>
                  <a:lnTo>
                    <a:pt x="3111586" y="1640936"/>
                  </a:lnTo>
                  <a:lnTo>
                    <a:pt x="3113715" y="1639171"/>
                  </a:lnTo>
                  <a:lnTo>
                    <a:pt x="3115054" y="1638873"/>
                  </a:lnTo>
                  <a:lnTo>
                    <a:pt x="3116585" y="1635940"/>
                  </a:lnTo>
                  <a:lnTo>
                    <a:pt x="3116394" y="1635029"/>
                  </a:lnTo>
                  <a:lnTo>
                    <a:pt x="3118834" y="1633168"/>
                  </a:lnTo>
                  <a:lnTo>
                    <a:pt x="3119479" y="1631585"/>
                  </a:lnTo>
                  <a:lnTo>
                    <a:pt x="3118858" y="1629291"/>
                  </a:lnTo>
                  <a:lnTo>
                    <a:pt x="3116800" y="1626921"/>
                  </a:lnTo>
                  <a:lnTo>
                    <a:pt x="3115246" y="1626605"/>
                  </a:lnTo>
                  <a:lnTo>
                    <a:pt x="3113500" y="1625144"/>
                  </a:lnTo>
                  <a:lnTo>
                    <a:pt x="3112878" y="1622520"/>
                  </a:lnTo>
                  <a:lnTo>
                    <a:pt x="3111514" y="1621968"/>
                  </a:lnTo>
                  <a:lnTo>
                    <a:pt x="3111179" y="1619761"/>
                  </a:lnTo>
                  <a:lnTo>
                    <a:pt x="3111634" y="1617398"/>
                  </a:lnTo>
                  <a:lnTo>
                    <a:pt x="3111275" y="1615057"/>
                  </a:lnTo>
                  <a:lnTo>
                    <a:pt x="3108453" y="1612836"/>
                  </a:lnTo>
                  <a:lnTo>
                    <a:pt x="3110653" y="1611834"/>
                  </a:lnTo>
                  <a:lnTo>
                    <a:pt x="3118571" y="1611677"/>
                  </a:lnTo>
                  <a:lnTo>
                    <a:pt x="3122876" y="1612011"/>
                  </a:lnTo>
                  <a:lnTo>
                    <a:pt x="3125244" y="1611932"/>
                  </a:lnTo>
                  <a:lnTo>
                    <a:pt x="3126512" y="1612816"/>
                  </a:lnTo>
                  <a:lnTo>
                    <a:pt x="3130363" y="1612521"/>
                  </a:lnTo>
                  <a:lnTo>
                    <a:pt x="3130698" y="1611520"/>
                  </a:lnTo>
                  <a:lnTo>
                    <a:pt x="3131894" y="1611284"/>
                  </a:lnTo>
                  <a:lnTo>
                    <a:pt x="3132707" y="1612011"/>
                  </a:lnTo>
                  <a:lnTo>
                    <a:pt x="3134405" y="1611952"/>
                  </a:lnTo>
                  <a:lnTo>
                    <a:pt x="3135793" y="1610616"/>
                  </a:lnTo>
                  <a:lnTo>
                    <a:pt x="3137395" y="1611363"/>
                  </a:lnTo>
                  <a:lnTo>
                    <a:pt x="3138017" y="1610970"/>
                  </a:lnTo>
                  <a:lnTo>
                    <a:pt x="3142012" y="1612109"/>
                  </a:lnTo>
                  <a:lnTo>
                    <a:pt x="3144141" y="1611716"/>
                  </a:lnTo>
                  <a:lnTo>
                    <a:pt x="3144212" y="1609144"/>
                  </a:lnTo>
                  <a:lnTo>
                    <a:pt x="3144858" y="1608555"/>
                  </a:lnTo>
                  <a:lnTo>
                    <a:pt x="3146317" y="1608791"/>
                  </a:lnTo>
                  <a:lnTo>
                    <a:pt x="3147489" y="1608085"/>
                  </a:lnTo>
                  <a:lnTo>
                    <a:pt x="3147848" y="1606771"/>
                  </a:lnTo>
                  <a:lnTo>
                    <a:pt x="3150384" y="1606633"/>
                  </a:lnTo>
                  <a:lnTo>
                    <a:pt x="3152441" y="1604536"/>
                  </a:lnTo>
                  <a:lnTo>
                    <a:pt x="3154354" y="1603635"/>
                  </a:lnTo>
                  <a:lnTo>
                    <a:pt x="3154091" y="1602343"/>
                  </a:lnTo>
                  <a:lnTo>
                    <a:pt x="3153015" y="1602147"/>
                  </a:lnTo>
                  <a:lnTo>
                    <a:pt x="3153087" y="1601266"/>
                  </a:lnTo>
                  <a:lnTo>
                    <a:pt x="3154354" y="1601129"/>
                  </a:lnTo>
                  <a:lnTo>
                    <a:pt x="3154952" y="1600308"/>
                  </a:lnTo>
                  <a:lnTo>
                    <a:pt x="3154067" y="1599897"/>
                  </a:lnTo>
                  <a:lnTo>
                    <a:pt x="3156077" y="1598020"/>
                  </a:lnTo>
                  <a:lnTo>
                    <a:pt x="3154952" y="1597101"/>
                  </a:lnTo>
                  <a:lnTo>
                    <a:pt x="3155311" y="1596222"/>
                  </a:lnTo>
                  <a:lnTo>
                    <a:pt x="3158636" y="1595617"/>
                  </a:lnTo>
                  <a:lnTo>
                    <a:pt x="3157966" y="1595011"/>
                  </a:lnTo>
                  <a:lnTo>
                    <a:pt x="3158827" y="1593860"/>
                  </a:lnTo>
                  <a:lnTo>
                    <a:pt x="3159808" y="1593977"/>
                  </a:lnTo>
                  <a:lnTo>
                    <a:pt x="3159330" y="1592884"/>
                  </a:lnTo>
                  <a:lnTo>
                    <a:pt x="3160573" y="1593060"/>
                  </a:lnTo>
                  <a:lnTo>
                    <a:pt x="3160191" y="1593899"/>
                  </a:lnTo>
                  <a:lnTo>
                    <a:pt x="3161219" y="1593918"/>
                  </a:lnTo>
                  <a:lnTo>
                    <a:pt x="3161530" y="1593001"/>
                  </a:lnTo>
                  <a:lnTo>
                    <a:pt x="3163540" y="1593352"/>
                  </a:lnTo>
                  <a:lnTo>
                    <a:pt x="3165334" y="1594640"/>
                  </a:lnTo>
                  <a:lnTo>
                    <a:pt x="3167175" y="1596867"/>
                  </a:lnTo>
                  <a:lnTo>
                    <a:pt x="3168419" y="1596046"/>
                  </a:lnTo>
                  <a:lnTo>
                    <a:pt x="3168084" y="1595207"/>
                  </a:lnTo>
                  <a:lnTo>
                    <a:pt x="3169328" y="1594504"/>
                  </a:lnTo>
                  <a:lnTo>
                    <a:pt x="3169328" y="1594172"/>
                  </a:lnTo>
                  <a:lnTo>
                    <a:pt x="3168802" y="1593021"/>
                  </a:lnTo>
                  <a:lnTo>
                    <a:pt x="3170213" y="1592552"/>
                  </a:lnTo>
                  <a:lnTo>
                    <a:pt x="3171290" y="1593996"/>
                  </a:lnTo>
                  <a:lnTo>
                    <a:pt x="3173323" y="1593977"/>
                  </a:lnTo>
                  <a:lnTo>
                    <a:pt x="3175045" y="1592026"/>
                  </a:lnTo>
                  <a:lnTo>
                    <a:pt x="3174662" y="1590739"/>
                  </a:lnTo>
                  <a:lnTo>
                    <a:pt x="3175093" y="1588693"/>
                  </a:lnTo>
                  <a:lnTo>
                    <a:pt x="3174949" y="1587018"/>
                  </a:lnTo>
                  <a:lnTo>
                    <a:pt x="3176528" y="1585655"/>
                  </a:lnTo>
                  <a:lnTo>
                    <a:pt x="3175260" y="1584313"/>
                  </a:lnTo>
                  <a:lnTo>
                    <a:pt x="3176911" y="1582719"/>
                  </a:lnTo>
                  <a:lnTo>
                    <a:pt x="3175762" y="1581572"/>
                  </a:lnTo>
                  <a:lnTo>
                    <a:pt x="3176408" y="1579144"/>
                  </a:lnTo>
                  <a:lnTo>
                    <a:pt x="3177461" y="1577708"/>
                  </a:lnTo>
                  <a:lnTo>
                    <a:pt x="3177676" y="1575245"/>
                  </a:lnTo>
                  <a:lnTo>
                    <a:pt x="3178418" y="1574548"/>
                  </a:lnTo>
                  <a:lnTo>
                    <a:pt x="3178848" y="1572262"/>
                  </a:lnTo>
                  <a:lnTo>
                    <a:pt x="3179948" y="1572029"/>
                  </a:lnTo>
                  <a:lnTo>
                    <a:pt x="3179231" y="1570790"/>
                  </a:lnTo>
                  <a:lnTo>
                    <a:pt x="3179685" y="1569823"/>
                  </a:lnTo>
                  <a:lnTo>
                    <a:pt x="3181073" y="1570055"/>
                  </a:lnTo>
                  <a:lnTo>
                    <a:pt x="3180810" y="1568585"/>
                  </a:lnTo>
                  <a:lnTo>
                    <a:pt x="3183034" y="1568179"/>
                  </a:lnTo>
                  <a:lnTo>
                    <a:pt x="3183393" y="1569610"/>
                  </a:lnTo>
                  <a:lnTo>
                    <a:pt x="3184900" y="1569494"/>
                  </a:lnTo>
                  <a:lnTo>
                    <a:pt x="3185857" y="1570094"/>
                  </a:lnTo>
                  <a:lnTo>
                    <a:pt x="3187627" y="1569920"/>
                  </a:lnTo>
                  <a:lnTo>
                    <a:pt x="3189014" y="1569107"/>
                  </a:lnTo>
                  <a:lnTo>
                    <a:pt x="3190401" y="1569707"/>
                  </a:lnTo>
                  <a:lnTo>
                    <a:pt x="3189492" y="1570674"/>
                  </a:lnTo>
                  <a:lnTo>
                    <a:pt x="3189755" y="1571642"/>
                  </a:lnTo>
                  <a:lnTo>
                    <a:pt x="3188775" y="1572068"/>
                  </a:lnTo>
                  <a:lnTo>
                    <a:pt x="3190090" y="1572920"/>
                  </a:lnTo>
                  <a:lnTo>
                    <a:pt x="3191430" y="1572533"/>
                  </a:lnTo>
                  <a:lnTo>
                    <a:pt x="3192961" y="1572978"/>
                  </a:lnTo>
                  <a:lnTo>
                    <a:pt x="3194826" y="1572804"/>
                  </a:lnTo>
                  <a:lnTo>
                    <a:pt x="3195592" y="1573424"/>
                  </a:lnTo>
                  <a:lnTo>
                    <a:pt x="3194826" y="1574819"/>
                  </a:lnTo>
                  <a:lnTo>
                    <a:pt x="3194324" y="1577534"/>
                  </a:lnTo>
                  <a:lnTo>
                    <a:pt x="3194205" y="1580212"/>
                  </a:lnTo>
                  <a:lnTo>
                    <a:pt x="3194803" y="1581436"/>
                  </a:lnTo>
                  <a:lnTo>
                    <a:pt x="3196070" y="1581786"/>
                  </a:lnTo>
                  <a:lnTo>
                    <a:pt x="3197745" y="1584138"/>
                  </a:lnTo>
                  <a:lnTo>
                    <a:pt x="3199299" y="1584974"/>
                  </a:lnTo>
                  <a:lnTo>
                    <a:pt x="3199873" y="1586200"/>
                  </a:lnTo>
                  <a:lnTo>
                    <a:pt x="3201141" y="1585578"/>
                  </a:lnTo>
                  <a:lnTo>
                    <a:pt x="3202146" y="1586006"/>
                  </a:lnTo>
                  <a:lnTo>
                    <a:pt x="3201261" y="1587446"/>
                  </a:lnTo>
                  <a:lnTo>
                    <a:pt x="3201715" y="1588400"/>
                  </a:lnTo>
                  <a:lnTo>
                    <a:pt x="3203294" y="1587660"/>
                  </a:lnTo>
                  <a:lnTo>
                    <a:pt x="3202648" y="1586862"/>
                  </a:lnTo>
                  <a:lnTo>
                    <a:pt x="3203533" y="1585149"/>
                  </a:lnTo>
                  <a:lnTo>
                    <a:pt x="3205112" y="1585344"/>
                  </a:lnTo>
                  <a:lnTo>
                    <a:pt x="3205016" y="1586628"/>
                  </a:lnTo>
                  <a:lnTo>
                    <a:pt x="3206499" y="1590934"/>
                  </a:lnTo>
                  <a:lnTo>
                    <a:pt x="3207552" y="1591402"/>
                  </a:lnTo>
                  <a:lnTo>
                    <a:pt x="3207384" y="1593606"/>
                  </a:lnTo>
                  <a:lnTo>
                    <a:pt x="3209872" y="1593996"/>
                  </a:lnTo>
                  <a:lnTo>
                    <a:pt x="3208126" y="1592943"/>
                  </a:lnTo>
                  <a:lnTo>
                    <a:pt x="3208102" y="1591363"/>
                  </a:lnTo>
                  <a:lnTo>
                    <a:pt x="3206762" y="1590466"/>
                  </a:lnTo>
                  <a:lnTo>
                    <a:pt x="3206954" y="1588225"/>
                  </a:lnTo>
                  <a:lnTo>
                    <a:pt x="3208987" y="1587524"/>
                  </a:lnTo>
                  <a:lnTo>
                    <a:pt x="3209417" y="1586181"/>
                  </a:lnTo>
                  <a:lnTo>
                    <a:pt x="3207815" y="1583185"/>
                  </a:lnTo>
                  <a:lnTo>
                    <a:pt x="3205040" y="1581825"/>
                  </a:lnTo>
                  <a:lnTo>
                    <a:pt x="3202840" y="1582427"/>
                  </a:lnTo>
                  <a:lnTo>
                    <a:pt x="3201309" y="1581611"/>
                  </a:lnTo>
                  <a:lnTo>
                    <a:pt x="3200615" y="1580523"/>
                  </a:lnTo>
                  <a:lnTo>
                    <a:pt x="3202911" y="1578717"/>
                  </a:lnTo>
                  <a:lnTo>
                    <a:pt x="3205495" y="1578058"/>
                  </a:lnTo>
                  <a:lnTo>
                    <a:pt x="3206643" y="1576835"/>
                  </a:lnTo>
                  <a:lnTo>
                    <a:pt x="3208245" y="1576641"/>
                  </a:lnTo>
                  <a:lnTo>
                    <a:pt x="3210661" y="1575381"/>
                  </a:lnTo>
                  <a:lnTo>
                    <a:pt x="3212312" y="1575439"/>
                  </a:lnTo>
                  <a:lnTo>
                    <a:pt x="3212742" y="1576098"/>
                  </a:lnTo>
                  <a:lnTo>
                    <a:pt x="3214106" y="1575478"/>
                  </a:lnTo>
                  <a:lnTo>
                    <a:pt x="3215254" y="1575633"/>
                  </a:lnTo>
                  <a:lnTo>
                    <a:pt x="3215947" y="1573986"/>
                  </a:lnTo>
                  <a:lnTo>
                    <a:pt x="3217622" y="1573908"/>
                  </a:lnTo>
                  <a:lnTo>
                    <a:pt x="3219392" y="1575168"/>
                  </a:lnTo>
                  <a:lnTo>
                    <a:pt x="3220253" y="1574373"/>
                  </a:lnTo>
                  <a:lnTo>
                    <a:pt x="3221688" y="1574102"/>
                  </a:lnTo>
                  <a:lnTo>
                    <a:pt x="3222932" y="1574974"/>
                  </a:lnTo>
                  <a:lnTo>
                    <a:pt x="3225324" y="1574722"/>
                  </a:lnTo>
                  <a:lnTo>
                    <a:pt x="3224319" y="1572417"/>
                  </a:lnTo>
                  <a:lnTo>
                    <a:pt x="3224965" y="1571797"/>
                  </a:lnTo>
                  <a:lnTo>
                    <a:pt x="3228099" y="1572417"/>
                  </a:lnTo>
                  <a:lnTo>
                    <a:pt x="3229295" y="1571468"/>
                  </a:lnTo>
                  <a:lnTo>
                    <a:pt x="3229510" y="1570055"/>
                  </a:lnTo>
                  <a:lnTo>
                    <a:pt x="3228123" y="1569745"/>
                  </a:lnTo>
                  <a:lnTo>
                    <a:pt x="3228242" y="1568314"/>
                  </a:lnTo>
                  <a:lnTo>
                    <a:pt x="3227620" y="1567734"/>
                  </a:lnTo>
                  <a:lnTo>
                    <a:pt x="3228314" y="1565647"/>
                  </a:lnTo>
                  <a:lnTo>
                    <a:pt x="3230299" y="1565589"/>
                  </a:lnTo>
                  <a:lnTo>
                    <a:pt x="3230395" y="1563736"/>
                  </a:lnTo>
                  <a:lnTo>
                    <a:pt x="3231711" y="1562848"/>
                  </a:lnTo>
                  <a:lnTo>
                    <a:pt x="3232141" y="1560205"/>
                  </a:lnTo>
                  <a:lnTo>
                    <a:pt x="3231447" y="1559685"/>
                  </a:lnTo>
                  <a:lnTo>
                    <a:pt x="3231639" y="1558182"/>
                  </a:lnTo>
                  <a:lnTo>
                    <a:pt x="3233552" y="1556950"/>
                  </a:lnTo>
                  <a:lnTo>
                    <a:pt x="3234103" y="1555506"/>
                  </a:lnTo>
                  <a:lnTo>
                    <a:pt x="3234342" y="1552352"/>
                  </a:lnTo>
                  <a:lnTo>
                    <a:pt x="3235849" y="1551314"/>
                  </a:lnTo>
                  <a:lnTo>
                    <a:pt x="3235131" y="1549144"/>
                  </a:lnTo>
                  <a:lnTo>
                    <a:pt x="3235849" y="1548280"/>
                  </a:lnTo>
                  <a:lnTo>
                    <a:pt x="3236016" y="1546591"/>
                  </a:lnTo>
                  <a:lnTo>
                    <a:pt x="3235466" y="1546476"/>
                  </a:lnTo>
                  <a:lnTo>
                    <a:pt x="3234390" y="1546764"/>
                  </a:lnTo>
                  <a:lnTo>
                    <a:pt x="3231424" y="1545153"/>
                  </a:lnTo>
                  <a:lnTo>
                    <a:pt x="3232261" y="1542452"/>
                  </a:lnTo>
                  <a:lnTo>
                    <a:pt x="3232045" y="1541571"/>
                  </a:lnTo>
                  <a:lnTo>
                    <a:pt x="3232930" y="1539045"/>
                  </a:lnTo>
                  <a:lnTo>
                    <a:pt x="3232237" y="1538529"/>
                  </a:lnTo>
                  <a:lnTo>
                    <a:pt x="3232022" y="1536522"/>
                  </a:lnTo>
                  <a:lnTo>
                    <a:pt x="3232667" y="1535853"/>
                  </a:lnTo>
                  <a:lnTo>
                    <a:pt x="3231926" y="1533256"/>
                  </a:lnTo>
                  <a:lnTo>
                    <a:pt x="3232069" y="1531711"/>
                  </a:lnTo>
                  <a:lnTo>
                    <a:pt x="3233505" y="1529195"/>
                  </a:lnTo>
                  <a:lnTo>
                    <a:pt x="3233839" y="1526738"/>
                  </a:lnTo>
                  <a:lnTo>
                    <a:pt x="3233170" y="1526433"/>
                  </a:lnTo>
                  <a:lnTo>
                    <a:pt x="3233959" y="1522952"/>
                  </a:lnTo>
                  <a:lnTo>
                    <a:pt x="3234605" y="1522895"/>
                  </a:lnTo>
                  <a:lnTo>
                    <a:pt x="3234796" y="1522800"/>
                  </a:lnTo>
                  <a:lnTo>
                    <a:pt x="3235035" y="1522572"/>
                  </a:lnTo>
                  <a:lnTo>
                    <a:pt x="3235705" y="1522420"/>
                  </a:lnTo>
                  <a:lnTo>
                    <a:pt x="3227979" y="1493108"/>
                  </a:lnTo>
                  <a:lnTo>
                    <a:pt x="3227166" y="1492789"/>
                  </a:lnTo>
                  <a:lnTo>
                    <a:pt x="3227262" y="1491512"/>
                  </a:lnTo>
                  <a:lnTo>
                    <a:pt x="3226329" y="1490911"/>
                  </a:lnTo>
                  <a:lnTo>
                    <a:pt x="3226137" y="1489709"/>
                  </a:lnTo>
                  <a:lnTo>
                    <a:pt x="3224272" y="1489597"/>
                  </a:lnTo>
                  <a:lnTo>
                    <a:pt x="3224248" y="1488471"/>
                  </a:lnTo>
                  <a:lnTo>
                    <a:pt x="3222573" y="1488246"/>
                  </a:lnTo>
                  <a:lnTo>
                    <a:pt x="3222286" y="1486896"/>
                  </a:lnTo>
                  <a:lnTo>
                    <a:pt x="3226711" y="1485528"/>
                  </a:lnTo>
                  <a:lnTo>
                    <a:pt x="3227596" y="1484760"/>
                  </a:lnTo>
                  <a:lnTo>
                    <a:pt x="3227142" y="1483636"/>
                  </a:lnTo>
                  <a:lnTo>
                    <a:pt x="3229893" y="1482588"/>
                  </a:lnTo>
                  <a:lnTo>
                    <a:pt x="3231543" y="1483262"/>
                  </a:lnTo>
                  <a:lnTo>
                    <a:pt x="3231711" y="1484104"/>
                  </a:lnTo>
                  <a:lnTo>
                    <a:pt x="3233863" y="1483393"/>
                  </a:lnTo>
                  <a:lnTo>
                    <a:pt x="3234318" y="1483842"/>
                  </a:lnTo>
                  <a:lnTo>
                    <a:pt x="3235825" y="1482476"/>
                  </a:lnTo>
                  <a:lnTo>
                    <a:pt x="3235825" y="1481802"/>
                  </a:lnTo>
                  <a:lnTo>
                    <a:pt x="3237427" y="1480736"/>
                  </a:lnTo>
                  <a:lnTo>
                    <a:pt x="3238408" y="1481260"/>
                  </a:lnTo>
                  <a:lnTo>
                    <a:pt x="3239556" y="1480923"/>
                  </a:lnTo>
                  <a:lnTo>
                    <a:pt x="3241685" y="1481915"/>
                  </a:lnTo>
                  <a:lnTo>
                    <a:pt x="3243120" y="1481279"/>
                  </a:lnTo>
                  <a:lnTo>
                    <a:pt x="3242450" y="1480493"/>
                  </a:lnTo>
                  <a:lnTo>
                    <a:pt x="3244197" y="1479764"/>
                  </a:lnTo>
                  <a:lnTo>
                    <a:pt x="3245632" y="1478288"/>
                  </a:lnTo>
                  <a:lnTo>
                    <a:pt x="3248215" y="1476980"/>
                  </a:lnTo>
                  <a:lnTo>
                    <a:pt x="3250655" y="1474461"/>
                  </a:lnTo>
                  <a:lnTo>
                    <a:pt x="3250344" y="1473621"/>
                  </a:lnTo>
                  <a:lnTo>
                    <a:pt x="3248909" y="1473230"/>
                  </a:lnTo>
                  <a:lnTo>
                    <a:pt x="3250105" y="1470789"/>
                  </a:lnTo>
                  <a:lnTo>
                    <a:pt x="3251660" y="1469932"/>
                  </a:lnTo>
                  <a:lnTo>
                    <a:pt x="3253119" y="1470844"/>
                  </a:lnTo>
                  <a:lnTo>
                    <a:pt x="3254458" y="1470938"/>
                  </a:lnTo>
                  <a:lnTo>
                    <a:pt x="3254267" y="1469429"/>
                  </a:lnTo>
                  <a:lnTo>
                    <a:pt x="3255702" y="1467419"/>
                  </a:lnTo>
                  <a:lnTo>
                    <a:pt x="3255869" y="1466527"/>
                  </a:lnTo>
                  <a:lnTo>
                    <a:pt x="3258118" y="1465170"/>
                  </a:lnTo>
                  <a:lnTo>
                    <a:pt x="3259266" y="1465300"/>
                  </a:lnTo>
                  <a:lnTo>
                    <a:pt x="3259816" y="1467587"/>
                  </a:lnTo>
                  <a:lnTo>
                    <a:pt x="3261562" y="1468052"/>
                  </a:lnTo>
                  <a:lnTo>
                    <a:pt x="3262615" y="1469057"/>
                  </a:lnTo>
                  <a:lnTo>
                    <a:pt x="3269241" y="1470714"/>
                  </a:lnTo>
                  <a:lnTo>
                    <a:pt x="3277780" y="1473062"/>
                  </a:lnTo>
                  <a:lnTo>
                    <a:pt x="3292156" y="1476700"/>
                  </a:lnTo>
                  <a:lnTo>
                    <a:pt x="3296150" y="1477559"/>
                  </a:lnTo>
                  <a:lnTo>
                    <a:pt x="3298064" y="1478923"/>
                  </a:lnTo>
                  <a:lnTo>
                    <a:pt x="3299523" y="1479278"/>
                  </a:lnTo>
                  <a:lnTo>
                    <a:pt x="3300814" y="1478381"/>
                  </a:lnTo>
                  <a:lnTo>
                    <a:pt x="3302704" y="1477895"/>
                  </a:lnTo>
                  <a:lnTo>
                    <a:pt x="3304044" y="1476009"/>
                  </a:lnTo>
                  <a:lnTo>
                    <a:pt x="3304785" y="1475991"/>
                  </a:lnTo>
                  <a:lnTo>
                    <a:pt x="3305479" y="1474796"/>
                  </a:lnTo>
                  <a:lnTo>
                    <a:pt x="3306723" y="1474666"/>
                  </a:lnTo>
                  <a:lnTo>
                    <a:pt x="3306340" y="1470956"/>
                  </a:lnTo>
                  <a:lnTo>
                    <a:pt x="3305024" y="1469392"/>
                  </a:lnTo>
                  <a:lnTo>
                    <a:pt x="3305598" y="1468517"/>
                  </a:lnTo>
                  <a:lnTo>
                    <a:pt x="3305096" y="1467717"/>
                  </a:lnTo>
                  <a:lnTo>
                    <a:pt x="3306316" y="1465411"/>
                  </a:lnTo>
                  <a:lnTo>
                    <a:pt x="3305933" y="1464705"/>
                  </a:lnTo>
                  <a:lnTo>
                    <a:pt x="3306938" y="1464073"/>
                  </a:lnTo>
                  <a:lnTo>
                    <a:pt x="3306890" y="1461270"/>
                  </a:lnTo>
                  <a:lnTo>
                    <a:pt x="3307703" y="1460973"/>
                  </a:lnTo>
                  <a:lnTo>
                    <a:pt x="3307919" y="1459730"/>
                  </a:lnTo>
                  <a:lnTo>
                    <a:pt x="3309210" y="1457469"/>
                  </a:lnTo>
                  <a:lnTo>
                    <a:pt x="3310861" y="1457432"/>
                  </a:lnTo>
                  <a:lnTo>
                    <a:pt x="3314257" y="1455450"/>
                  </a:lnTo>
                  <a:lnTo>
                    <a:pt x="3314616" y="1455783"/>
                  </a:lnTo>
                  <a:lnTo>
                    <a:pt x="3316578" y="1454654"/>
                  </a:lnTo>
                  <a:lnTo>
                    <a:pt x="3317750" y="1454488"/>
                  </a:lnTo>
                  <a:lnTo>
                    <a:pt x="3317343" y="1452989"/>
                  </a:lnTo>
                  <a:lnTo>
                    <a:pt x="3319615" y="1452416"/>
                  </a:lnTo>
                  <a:lnTo>
                    <a:pt x="3318730" y="1451695"/>
                  </a:lnTo>
                  <a:lnTo>
                    <a:pt x="3320165" y="1451196"/>
                  </a:lnTo>
                  <a:lnTo>
                    <a:pt x="3320142" y="1449736"/>
                  </a:lnTo>
                  <a:lnTo>
                    <a:pt x="3318611" y="1449145"/>
                  </a:lnTo>
                  <a:lnTo>
                    <a:pt x="3318946" y="1447964"/>
                  </a:lnTo>
                  <a:lnTo>
                    <a:pt x="3320213" y="1447595"/>
                  </a:lnTo>
                  <a:lnTo>
                    <a:pt x="3319544" y="1445934"/>
                  </a:lnTo>
                  <a:lnTo>
                    <a:pt x="3320931" y="1445584"/>
                  </a:lnTo>
                  <a:lnTo>
                    <a:pt x="3319544" y="1444976"/>
                  </a:lnTo>
                  <a:lnTo>
                    <a:pt x="3319472" y="1443409"/>
                  </a:lnTo>
                  <a:lnTo>
                    <a:pt x="3320500" y="1443170"/>
                  </a:lnTo>
                  <a:lnTo>
                    <a:pt x="3320405" y="1441991"/>
                  </a:lnTo>
                  <a:lnTo>
                    <a:pt x="3321194" y="1441107"/>
                  </a:lnTo>
                  <a:lnTo>
                    <a:pt x="3322844" y="1440831"/>
                  </a:lnTo>
                  <a:lnTo>
                    <a:pt x="3323969" y="1441917"/>
                  </a:lnTo>
                  <a:lnTo>
                    <a:pt x="3325308" y="1440371"/>
                  </a:lnTo>
                  <a:lnTo>
                    <a:pt x="3325189" y="1438642"/>
                  </a:lnTo>
                  <a:lnTo>
                    <a:pt x="3327581" y="1438624"/>
                  </a:lnTo>
                  <a:lnTo>
                    <a:pt x="3327772" y="1436713"/>
                  </a:lnTo>
                  <a:lnTo>
                    <a:pt x="3330068" y="1433958"/>
                  </a:lnTo>
                  <a:lnTo>
                    <a:pt x="3330260" y="1432784"/>
                  </a:lnTo>
                  <a:lnTo>
                    <a:pt x="3328131" y="1430199"/>
                  </a:lnTo>
                  <a:lnTo>
                    <a:pt x="3328729" y="1428898"/>
                  </a:lnTo>
                  <a:lnTo>
                    <a:pt x="3331001" y="1428459"/>
                  </a:lnTo>
                  <a:lnTo>
                    <a:pt x="3332173" y="1427562"/>
                  </a:lnTo>
                  <a:lnTo>
                    <a:pt x="3332939" y="1425915"/>
                  </a:lnTo>
                  <a:lnTo>
                    <a:pt x="3334302" y="1427104"/>
                  </a:lnTo>
                  <a:lnTo>
                    <a:pt x="3335450" y="1425787"/>
                  </a:lnTo>
                  <a:lnTo>
                    <a:pt x="3334996" y="1425037"/>
                  </a:lnTo>
                  <a:lnTo>
                    <a:pt x="3336646" y="1424873"/>
                  </a:lnTo>
                  <a:lnTo>
                    <a:pt x="3336981" y="1423703"/>
                  </a:lnTo>
                  <a:lnTo>
                    <a:pt x="3336574" y="1422497"/>
                  </a:lnTo>
                  <a:lnTo>
                    <a:pt x="3337148" y="1421493"/>
                  </a:lnTo>
                  <a:lnTo>
                    <a:pt x="3335067" y="1421164"/>
                  </a:lnTo>
                  <a:lnTo>
                    <a:pt x="3335354" y="1420106"/>
                  </a:lnTo>
                  <a:lnTo>
                    <a:pt x="3337842" y="1419266"/>
                  </a:lnTo>
                  <a:lnTo>
                    <a:pt x="3338153" y="1418391"/>
                  </a:lnTo>
                  <a:lnTo>
                    <a:pt x="3336359" y="1416404"/>
                  </a:lnTo>
                  <a:lnTo>
                    <a:pt x="3334398" y="1416222"/>
                  </a:lnTo>
                  <a:lnTo>
                    <a:pt x="3334302" y="1415111"/>
                  </a:lnTo>
                  <a:lnTo>
                    <a:pt x="3335905" y="1412909"/>
                  </a:lnTo>
                  <a:lnTo>
                    <a:pt x="3337029" y="1409782"/>
                  </a:lnTo>
                  <a:lnTo>
                    <a:pt x="3340569" y="1407929"/>
                  </a:lnTo>
                  <a:lnTo>
                    <a:pt x="3341334" y="1404790"/>
                  </a:lnTo>
                  <a:lnTo>
                    <a:pt x="3341430" y="1402579"/>
                  </a:lnTo>
                  <a:lnTo>
                    <a:pt x="3342195" y="1401656"/>
                  </a:lnTo>
                  <a:lnTo>
                    <a:pt x="3341119" y="1400298"/>
                  </a:lnTo>
                  <a:lnTo>
                    <a:pt x="3341741" y="1398634"/>
                  </a:lnTo>
                  <a:lnTo>
                    <a:pt x="3341789" y="1396935"/>
                  </a:lnTo>
                  <a:lnTo>
                    <a:pt x="3343104" y="1394659"/>
                  </a:lnTo>
                  <a:lnTo>
                    <a:pt x="3342626" y="1392818"/>
                  </a:lnTo>
                  <a:lnTo>
                    <a:pt x="3344109" y="1391682"/>
                  </a:lnTo>
                  <a:lnTo>
                    <a:pt x="3344731" y="1389195"/>
                  </a:lnTo>
                  <a:lnTo>
                    <a:pt x="3345688" y="1387808"/>
                  </a:lnTo>
                  <a:lnTo>
                    <a:pt x="3348773" y="1387286"/>
                  </a:lnTo>
                  <a:lnTo>
                    <a:pt x="3349180" y="1385973"/>
                  </a:lnTo>
                  <a:lnTo>
                    <a:pt x="3349084" y="1383887"/>
                  </a:lnTo>
                  <a:lnTo>
                    <a:pt x="3348319" y="1382647"/>
                  </a:lnTo>
                  <a:lnTo>
                    <a:pt x="3346238" y="1380959"/>
                  </a:lnTo>
                  <a:lnTo>
                    <a:pt x="3347027" y="1377516"/>
                  </a:lnTo>
                  <a:lnTo>
                    <a:pt x="3348032" y="1376584"/>
                  </a:lnTo>
                  <a:lnTo>
                    <a:pt x="3350376" y="1375527"/>
                  </a:lnTo>
                  <a:lnTo>
                    <a:pt x="3350496" y="1374614"/>
                  </a:lnTo>
                  <a:lnTo>
                    <a:pt x="3352074" y="1372986"/>
                  </a:lnTo>
                  <a:lnTo>
                    <a:pt x="3353318" y="1372503"/>
                  </a:lnTo>
                  <a:lnTo>
                    <a:pt x="3359178" y="1372217"/>
                  </a:lnTo>
                  <a:lnTo>
                    <a:pt x="3360446" y="1371251"/>
                  </a:lnTo>
                  <a:lnTo>
                    <a:pt x="3362216" y="1370804"/>
                  </a:lnTo>
                  <a:lnTo>
                    <a:pt x="3362527" y="1369000"/>
                  </a:lnTo>
                  <a:lnTo>
                    <a:pt x="3364513" y="1367786"/>
                  </a:lnTo>
                  <a:lnTo>
                    <a:pt x="3366474" y="1365931"/>
                  </a:lnTo>
                  <a:lnTo>
                    <a:pt x="3366928" y="1363738"/>
                  </a:lnTo>
                  <a:lnTo>
                    <a:pt x="3370421" y="1360302"/>
                  </a:lnTo>
                  <a:lnTo>
                    <a:pt x="3370158" y="1358204"/>
                  </a:lnTo>
                  <a:lnTo>
                    <a:pt x="3366498" y="1355735"/>
                  </a:lnTo>
                  <a:lnTo>
                    <a:pt x="3366163" y="1353729"/>
                  </a:lnTo>
                  <a:lnTo>
                    <a:pt x="3366450" y="1352843"/>
                  </a:lnTo>
                  <a:lnTo>
                    <a:pt x="3365732" y="1352116"/>
                  </a:lnTo>
                  <a:lnTo>
                    <a:pt x="3363747" y="1351761"/>
                  </a:lnTo>
                  <a:lnTo>
                    <a:pt x="3363436" y="1350060"/>
                  </a:lnTo>
                  <a:lnTo>
                    <a:pt x="3361666" y="1348538"/>
                  </a:lnTo>
                  <a:lnTo>
                    <a:pt x="3361570" y="1346309"/>
                  </a:lnTo>
                  <a:lnTo>
                    <a:pt x="3364704" y="1343358"/>
                  </a:lnTo>
                  <a:lnTo>
                    <a:pt x="3366259" y="1340217"/>
                  </a:lnTo>
                  <a:lnTo>
                    <a:pt x="3366522" y="1336429"/>
                  </a:lnTo>
                  <a:lnTo>
                    <a:pt x="3370086" y="1334985"/>
                  </a:lnTo>
                  <a:lnTo>
                    <a:pt x="3373698" y="1333069"/>
                  </a:lnTo>
                  <a:lnTo>
                    <a:pt x="3379343" y="1331592"/>
                  </a:lnTo>
                  <a:lnTo>
                    <a:pt x="3382500" y="1329924"/>
                  </a:lnTo>
                  <a:lnTo>
                    <a:pt x="3382691" y="1328415"/>
                  </a:lnTo>
                  <a:lnTo>
                    <a:pt x="3381639" y="1327450"/>
                  </a:lnTo>
                  <a:lnTo>
                    <a:pt x="3380371" y="1328275"/>
                  </a:lnTo>
                  <a:lnTo>
                    <a:pt x="3378840" y="1328327"/>
                  </a:lnTo>
                  <a:lnTo>
                    <a:pt x="3376161" y="1327801"/>
                  </a:lnTo>
                  <a:lnTo>
                    <a:pt x="3374583" y="1328415"/>
                  </a:lnTo>
                  <a:lnTo>
                    <a:pt x="3373100" y="1330345"/>
                  </a:lnTo>
                  <a:lnTo>
                    <a:pt x="3372023" y="1331136"/>
                  </a:lnTo>
                  <a:lnTo>
                    <a:pt x="3369823" y="1331399"/>
                  </a:lnTo>
                  <a:lnTo>
                    <a:pt x="3367502" y="1329836"/>
                  </a:lnTo>
                  <a:lnTo>
                    <a:pt x="3365015" y="1329643"/>
                  </a:lnTo>
                  <a:lnTo>
                    <a:pt x="3362599" y="1329836"/>
                  </a:lnTo>
                  <a:lnTo>
                    <a:pt x="3359633" y="1329240"/>
                  </a:lnTo>
                  <a:lnTo>
                    <a:pt x="3357169" y="1329836"/>
                  </a:lnTo>
                  <a:lnTo>
                    <a:pt x="3354490" y="1330837"/>
                  </a:lnTo>
                  <a:lnTo>
                    <a:pt x="3348056" y="1330855"/>
                  </a:lnTo>
                  <a:lnTo>
                    <a:pt x="3345999" y="1332453"/>
                  </a:lnTo>
                  <a:lnTo>
                    <a:pt x="3344659" y="1333033"/>
                  </a:lnTo>
                  <a:lnTo>
                    <a:pt x="3342817" y="1332787"/>
                  </a:lnTo>
                  <a:lnTo>
                    <a:pt x="3341287" y="1333279"/>
                  </a:lnTo>
                  <a:lnTo>
                    <a:pt x="3339971" y="1334335"/>
                  </a:lnTo>
                  <a:lnTo>
                    <a:pt x="3337842" y="1334405"/>
                  </a:lnTo>
                  <a:lnTo>
                    <a:pt x="3335331" y="1335267"/>
                  </a:lnTo>
                  <a:lnTo>
                    <a:pt x="3333321" y="1335496"/>
                  </a:lnTo>
                  <a:lnTo>
                    <a:pt x="3332030" y="1336217"/>
                  </a:lnTo>
                  <a:lnTo>
                    <a:pt x="3330068" y="1336499"/>
                  </a:lnTo>
                  <a:lnTo>
                    <a:pt x="3328226" y="1339494"/>
                  </a:lnTo>
                  <a:lnTo>
                    <a:pt x="3327222" y="1339653"/>
                  </a:lnTo>
                  <a:lnTo>
                    <a:pt x="3324495" y="1339141"/>
                  </a:lnTo>
                  <a:lnTo>
                    <a:pt x="3323562" y="1339705"/>
                  </a:lnTo>
                  <a:lnTo>
                    <a:pt x="3322510" y="1342387"/>
                  </a:lnTo>
                  <a:lnTo>
                    <a:pt x="3318850" y="1342757"/>
                  </a:lnTo>
                  <a:lnTo>
                    <a:pt x="3317152" y="1342246"/>
                  </a:lnTo>
                  <a:lnTo>
                    <a:pt x="3313037" y="1343199"/>
                  </a:lnTo>
                  <a:lnTo>
                    <a:pt x="3310622" y="1342157"/>
                  </a:lnTo>
                  <a:lnTo>
                    <a:pt x="3308397" y="1341751"/>
                  </a:lnTo>
                  <a:lnTo>
                    <a:pt x="3306364" y="1341787"/>
                  </a:lnTo>
                  <a:lnTo>
                    <a:pt x="3303374" y="1342881"/>
                  </a:lnTo>
                  <a:lnTo>
                    <a:pt x="3302345" y="1343976"/>
                  </a:lnTo>
                  <a:lnTo>
                    <a:pt x="3301939" y="1345354"/>
                  </a:lnTo>
                  <a:lnTo>
                    <a:pt x="3301006" y="1346185"/>
                  </a:lnTo>
                  <a:lnTo>
                    <a:pt x="3296772" y="1347635"/>
                  </a:lnTo>
                  <a:lnTo>
                    <a:pt x="3294284" y="1350539"/>
                  </a:lnTo>
                  <a:lnTo>
                    <a:pt x="3292347" y="1350468"/>
                  </a:lnTo>
                  <a:lnTo>
                    <a:pt x="3290553" y="1349387"/>
                  </a:lnTo>
                  <a:lnTo>
                    <a:pt x="3289309" y="1349387"/>
                  </a:lnTo>
                  <a:lnTo>
                    <a:pt x="3288161" y="1350184"/>
                  </a:lnTo>
                  <a:lnTo>
                    <a:pt x="3288185" y="1351176"/>
                  </a:lnTo>
                  <a:lnTo>
                    <a:pt x="3289166" y="1352825"/>
                  </a:lnTo>
                  <a:lnTo>
                    <a:pt x="3288185" y="1354191"/>
                  </a:lnTo>
                  <a:lnTo>
                    <a:pt x="3286606" y="1355326"/>
                  </a:lnTo>
                  <a:lnTo>
                    <a:pt x="3285745" y="1356925"/>
                  </a:lnTo>
                  <a:lnTo>
                    <a:pt x="3285793" y="1359200"/>
                  </a:lnTo>
                  <a:lnTo>
                    <a:pt x="3284142" y="1360196"/>
                  </a:lnTo>
                  <a:lnTo>
                    <a:pt x="3280698" y="1359840"/>
                  </a:lnTo>
                  <a:lnTo>
                    <a:pt x="3276919" y="1358115"/>
                  </a:lnTo>
                  <a:lnTo>
                    <a:pt x="3275101" y="1358257"/>
                  </a:lnTo>
                  <a:lnTo>
                    <a:pt x="3273690" y="1359146"/>
                  </a:lnTo>
                  <a:lnTo>
                    <a:pt x="3273044" y="1360178"/>
                  </a:lnTo>
                  <a:lnTo>
                    <a:pt x="3271896" y="1360569"/>
                  </a:lnTo>
                  <a:lnTo>
                    <a:pt x="3270126" y="1360373"/>
                  </a:lnTo>
                  <a:lnTo>
                    <a:pt x="3268571" y="1360765"/>
                  </a:lnTo>
                  <a:lnTo>
                    <a:pt x="3265820" y="1360872"/>
                  </a:lnTo>
                  <a:lnTo>
                    <a:pt x="3262495" y="1360462"/>
                  </a:lnTo>
                  <a:lnTo>
                    <a:pt x="3261562" y="1362189"/>
                  </a:lnTo>
                  <a:lnTo>
                    <a:pt x="3258620" y="1361637"/>
                  </a:lnTo>
                  <a:lnTo>
                    <a:pt x="3255702" y="1362011"/>
                  </a:lnTo>
                  <a:lnTo>
                    <a:pt x="3252449" y="1360711"/>
                  </a:lnTo>
                  <a:lnTo>
                    <a:pt x="3250440" y="1360694"/>
                  </a:lnTo>
                  <a:lnTo>
                    <a:pt x="3248550" y="1362598"/>
                  </a:lnTo>
                  <a:lnTo>
                    <a:pt x="3246565" y="1362741"/>
                  </a:lnTo>
                  <a:lnTo>
                    <a:pt x="3245704" y="1361779"/>
                  </a:lnTo>
                  <a:lnTo>
                    <a:pt x="3245369" y="1359911"/>
                  </a:lnTo>
                  <a:lnTo>
                    <a:pt x="3244747" y="1359413"/>
                  </a:lnTo>
                  <a:lnTo>
                    <a:pt x="3241350" y="1358915"/>
                  </a:lnTo>
                  <a:lnTo>
                    <a:pt x="3237619" y="1359644"/>
                  </a:lnTo>
                  <a:lnTo>
                    <a:pt x="3234270" y="1359288"/>
                  </a:lnTo>
                  <a:lnTo>
                    <a:pt x="3232835" y="1359537"/>
                  </a:lnTo>
                  <a:lnTo>
                    <a:pt x="3230754" y="1360889"/>
                  </a:lnTo>
                  <a:lnTo>
                    <a:pt x="3228123" y="1361459"/>
                  </a:lnTo>
                  <a:lnTo>
                    <a:pt x="3224798" y="1361245"/>
                  </a:lnTo>
                  <a:lnTo>
                    <a:pt x="3223004" y="1360427"/>
                  </a:lnTo>
                  <a:lnTo>
                    <a:pt x="3222334" y="1359537"/>
                  </a:lnTo>
                  <a:lnTo>
                    <a:pt x="3222143" y="1355344"/>
                  </a:lnTo>
                  <a:lnTo>
                    <a:pt x="3219416" y="1350964"/>
                  </a:lnTo>
                  <a:lnTo>
                    <a:pt x="3218627" y="1350255"/>
                  </a:lnTo>
                  <a:lnTo>
                    <a:pt x="3214728" y="1347830"/>
                  </a:lnTo>
                  <a:lnTo>
                    <a:pt x="3213436" y="1346238"/>
                  </a:lnTo>
                  <a:lnTo>
                    <a:pt x="3211977" y="1345796"/>
                  </a:lnTo>
                  <a:lnTo>
                    <a:pt x="3210685" y="1343111"/>
                  </a:lnTo>
                  <a:lnTo>
                    <a:pt x="3210972" y="1342087"/>
                  </a:lnTo>
                  <a:lnTo>
                    <a:pt x="3214536" y="1339388"/>
                  </a:lnTo>
                  <a:lnTo>
                    <a:pt x="3214680" y="1337538"/>
                  </a:lnTo>
                  <a:lnTo>
                    <a:pt x="3215397" y="1336411"/>
                  </a:lnTo>
                  <a:lnTo>
                    <a:pt x="3216569" y="1336024"/>
                  </a:lnTo>
                  <a:lnTo>
                    <a:pt x="3217622" y="1334651"/>
                  </a:lnTo>
                  <a:lnTo>
                    <a:pt x="3216641" y="1332664"/>
                  </a:lnTo>
                  <a:lnTo>
                    <a:pt x="3215302" y="1331961"/>
                  </a:lnTo>
                  <a:lnTo>
                    <a:pt x="3213843" y="1329889"/>
                  </a:lnTo>
                  <a:lnTo>
                    <a:pt x="3213771" y="1327906"/>
                  </a:lnTo>
                  <a:lnTo>
                    <a:pt x="3214967" y="1326539"/>
                  </a:lnTo>
                  <a:lnTo>
                    <a:pt x="3214608" y="1325312"/>
                  </a:lnTo>
                  <a:lnTo>
                    <a:pt x="3212431" y="1325155"/>
                  </a:lnTo>
                  <a:lnTo>
                    <a:pt x="3209944" y="1326328"/>
                  </a:lnTo>
                  <a:lnTo>
                    <a:pt x="3208915" y="1325838"/>
                  </a:lnTo>
                  <a:lnTo>
                    <a:pt x="3208724" y="1322319"/>
                  </a:lnTo>
                  <a:lnTo>
                    <a:pt x="3208317" y="1321497"/>
                  </a:lnTo>
                  <a:lnTo>
                    <a:pt x="3205710" y="1320710"/>
                  </a:lnTo>
                  <a:lnTo>
                    <a:pt x="3205734" y="1319661"/>
                  </a:lnTo>
                  <a:lnTo>
                    <a:pt x="3207193" y="1317321"/>
                  </a:lnTo>
                  <a:lnTo>
                    <a:pt x="3208963" y="1313118"/>
                  </a:lnTo>
                  <a:lnTo>
                    <a:pt x="3211594" y="1310210"/>
                  </a:lnTo>
                  <a:lnTo>
                    <a:pt x="3211235" y="1308819"/>
                  </a:lnTo>
                  <a:lnTo>
                    <a:pt x="3208461" y="1308819"/>
                  </a:lnTo>
                  <a:lnTo>
                    <a:pt x="3206523" y="1309706"/>
                  </a:lnTo>
                  <a:lnTo>
                    <a:pt x="3204299" y="1309497"/>
                  </a:lnTo>
                  <a:lnTo>
                    <a:pt x="3203103" y="1307741"/>
                  </a:lnTo>
                  <a:lnTo>
                    <a:pt x="3200806" y="1307758"/>
                  </a:lnTo>
                  <a:lnTo>
                    <a:pt x="3195664" y="1309445"/>
                  </a:lnTo>
                  <a:lnTo>
                    <a:pt x="3194037" y="1309375"/>
                  </a:lnTo>
                  <a:lnTo>
                    <a:pt x="3193343" y="1308262"/>
                  </a:lnTo>
                  <a:lnTo>
                    <a:pt x="3189205" y="1305483"/>
                  </a:lnTo>
                  <a:lnTo>
                    <a:pt x="3187100" y="1304493"/>
                  </a:lnTo>
                  <a:lnTo>
                    <a:pt x="3185617" y="1302637"/>
                  </a:lnTo>
                  <a:lnTo>
                    <a:pt x="3182364" y="1301788"/>
                  </a:lnTo>
                  <a:lnTo>
                    <a:pt x="3181647" y="1300887"/>
                  </a:lnTo>
                  <a:lnTo>
                    <a:pt x="3182269" y="1300090"/>
                  </a:lnTo>
                  <a:lnTo>
                    <a:pt x="3181431" y="1298774"/>
                  </a:lnTo>
                  <a:lnTo>
                    <a:pt x="3179637" y="1298531"/>
                  </a:lnTo>
                  <a:lnTo>
                    <a:pt x="3179183" y="1297666"/>
                  </a:lnTo>
                  <a:lnTo>
                    <a:pt x="3179542" y="1296559"/>
                  </a:lnTo>
                  <a:lnTo>
                    <a:pt x="3178896" y="1295557"/>
                  </a:lnTo>
                  <a:lnTo>
                    <a:pt x="3176432" y="1295436"/>
                  </a:lnTo>
                  <a:lnTo>
                    <a:pt x="3175236" y="1294347"/>
                  </a:lnTo>
                  <a:lnTo>
                    <a:pt x="3175547" y="1292189"/>
                  </a:lnTo>
                  <a:lnTo>
                    <a:pt x="3174327" y="1290826"/>
                  </a:lnTo>
                  <a:lnTo>
                    <a:pt x="3173036" y="1290378"/>
                  </a:lnTo>
                  <a:lnTo>
                    <a:pt x="3169448" y="1291240"/>
                  </a:lnTo>
                  <a:lnTo>
                    <a:pt x="3167821" y="1290326"/>
                  </a:lnTo>
                  <a:lnTo>
                    <a:pt x="3167175" y="1286106"/>
                  </a:lnTo>
                  <a:lnTo>
                    <a:pt x="3166099" y="1284850"/>
                  </a:lnTo>
                  <a:lnTo>
                    <a:pt x="3163396" y="1284076"/>
                  </a:lnTo>
                  <a:lnTo>
                    <a:pt x="3161124" y="1284454"/>
                  </a:lnTo>
                  <a:lnTo>
                    <a:pt x="3160526" y="1285262"/>
                  </a:lnTo>
                  <a:lnTo>
                    <a:pt x="3160693" y="1287345"/>
                  </a:lnTo>
                  <a:lnTo>
                    <a:pt x="3159880" y="1287844"/>
                  </a:lnTo>
                  <a:lnTo>
                    <a:pt x="3158421" y="1287724"/>
                  </a:lnTo>
                  <a:lnTo>
                    <a:pt x="3156316" y="1286071"/>
                  </a:lnTo>
                  <a:lnTo>
                    <a:pt x="3154330" y="1285933"/>
                  </a:lnTo>
                  <a:lnTo>
                    <a:pt x="3152991" y="1286484"/>
                  </a:lnTo>
                  <a:lnTo>
                    <a:pt x="3151556" y="1287775"/>
                  </a:lnTo>
                  <a:lnTo>
                    <a:pt x="3149259" y="1287672"/>
                  </a:lnTo>
                  <a:lnTo>
                    <a:pt x="3148374" y="1287035"/>
                  </a:lnTo>
                  <a:lnTo>
                    <a:pt x="3146509" y="1283371"/>
                  </a:lnTo>
                  <a:lnTo>
                    <a:pt x="3143351" y="1282890"/>
                  </a:lnTo>
                  <a:lnTo>
                    <a:pt x="3140983" y="1281807"/>
                  </a:lnTo>
                  <a:lnTo>
                    <a:pt x="3137898" y="1282666"/>
                  </a:lnTo>
                  <a:lnTo>
                    <a:pt x="3136702" y="1282271"/>
                  </a:lnTo>
                  <a:lnTo>
                    <a:pt x="3136773" y="1280777"/>
                  </a:lnTo>
                  <a:lnTo>
                    <a:pt x="3138711" y="1278907"/>
                  </a:lnTo>
                  <a:lnTo>
                    <a:pt x="3138304" y="1277844"/>
                  </a:lnTo>
                  <a:lnTo>
                    <a:pt x="3136032" y="1277278"/>
                  </a:lnTo>
                  <a:lnTo>
                    <a:pt x="3134908" y="1278615"/>
                  </a:lnTo>
                  <a:lnTo>
                    <a:pt x="3132611" y="1278049"/>
                  </a:lnTo>
                  <a:lnTo>
                    <a:pt x="3131200" y="1277347"/>
                  </a:lnTo>
                  <a:lnTo>
                    <a:pt x="3128019" y="1276867"/>
                  </a:lnTo>
                  <a:lnTo>
                    <a:pt x="3126560" y="1277329"/>
                  </a:lnTo>
                  <a:lnTo>
                    <a:pt x="3122278" y="1277501"/>
                  </a:lnTo>
                  <a:lnTo>
                    <a:pt x="3120460" y="1279490"/>
                  </a:lnTo>
                  <a:lnTo>
                    <a:pt x="3118284" y="1278547"/>
                  </a:lnTo>
                  <a:lnTo>
                    <a:pt x="3116585" y="1278684"/>
                  </a:lnTo>
                  <a:lnTo>
                    <a:pt x="3114337" y="1279730"/>
                  </a:lnTo>
                  <a:lnTo>
                    <a:pt x="3111873" y="1279130"/>
                  </a:lnTo>
                  <a:lnTo>
                    <a:pt x="3109888" y="1278975"/>
                  </a:lnTo>
                  <a:lnTo>
                    <a:pt x="3107185" y="1277398"/>
                  </a:lnTo>
                  <a:lnTo>
                    <a:pt x="3105176" y="1277227"/>
                  </a:lnTo>
                  <a:lnTo>
                    <a:pt x="3103166" y="1277981"/>
                  </a:lnTo>
                  <a:lnTo>
                    <a:pt x="3099961" y="1277329"/>
                  </a:lnTo>
                  <a:lnTo>
                    <a:pt x="3098669" y="1275702"/>
                  </a:lnTo>
                  <a:lnTo>
                    <a:pt x="3095679" y="1274178"/>
                  </a:lnTo>
                  <a:lnTo>
                    <a:pt x="3094627" y="1272741"/>
                  </a:lnTo>
                  <a:lnTo>
                    <a:pt x="3094507" y="1269801"/>
                  </a:lnTo>
                  <a:lnTo>
                    <a:pt x="3093694" y="1269101"/>
                  </a:lnTo>
                  <a:lnTo>
                    <a:pt x="3090943" y="1268828"/>
                  </a:lnTo>
                  <a:lnTo>
                    <a:pt x="3088958" y="1267070"/>
                  </a:lnTo>
                  <a:lnTo>
                    <a:pt x="3088862" y="1265382"/>
                  </a:lnTo>
                  <a:lnTo>
                    <a:pt x="3089556" y="1262538"/>
                  </a:lnTo>
                  <a:lnTo>
                    <a:pt x="3089412" y="1261840"/>
                  </a:lnTo>
                  <a:lnTo>
                    <a:pt x="3087547" y="1259629"/>
                  </a:lnTo>
                  <a:lnTo>
                    <a:pt x="3087786" y="1256877"/>
                  </a:lnTo>
                  <a:lnTo>
                    <a:pt x="3091111" y="1253298"/>
                  </a:lnTo>
                  <a:lnTo>
                    <a:pt x="3091876" y="1251486"/>
                  </a:lnTo>
                  <a:lnTo>
                    <a:pt x="3091733" y="1248812"/>
                  </a:lnTo>
                  <a:lnTo>
                    <a:pt x="3085633" y="1247426"/>
                  </a:lnTo>
                  <a:lnTo>
                    <a:pt x="3082739" y="1246277"/>
                  </a:lnTo>
                  <a:lnTo>
                    <a:pt x="3081208" y="1244335"/>
                  </a:lnTo>
                  <a:lnTo>
                    <a:pt x="3082667" y="1241536"/>
                  </a:lnTo>
                  <a:lnTo>
                    <a:pt x="3082452" y="1240019"/>
                  </a:lnTo>
                  <a:lnTo>
                    <a:pt x="3080156" y="1239312"/>
                  </a:lnTo>
                  <a:lnTo>
                    <a:pt x="3079701" y="1238807"/>
                  </a:lnTo>
                  <a:lnTo>
                    <a:pt x="3080849" y="1236166"/>
                  </a:lnTo>
                  <a:lnTo>
                    <a:pt x="3082332" y="1235192"/>
                  </a:lnTo>
                  <a:lnTo>
                    <a:pt x="3082691" y="1233697"/>
                  </a:lnTo>
                  <a:lnTo>
                    <a:pt x="3079749" y="1230073"/>
                  </a:lnTo>
                  <a:lnTo>
                    <a:pt x="3079510" y="1228482"/>
                  </a:lnTo>
                  <a:lnTo>
                    <a:pt x="3080179" y="1226958"/>
                  </a:lnTo>
                  <a:lnTo>
                    <a:pt x="3079773" y="1226021"/>
                  </a:lnTo>
                  <a:lnTo>
                    <a:pt x="3077477" y="1224867"/>
                  </a:lnTo>
                  <a:lnTo>
                    <a:pt x="3073889" y="1219174"/>
                  </a:lnTo>
                  <a:lnTo>
                    <a:pt x="3072717" y="1217958"/>
                  </a:lnTo>
                  <a:lnTo>
                    <a:pt x="3070325" y="1216841"/>
                  </a:lnTo>
                  <a:lnTo>
                    <a:pt x="3067741" y="1213913"/>
                  </a:lnTo>
                  <a:lnTo>
                    <a:pt x="3065301" y="1212466"/>
                  </a:lnTo>
                  <a:lnTo>
                    <a:pt x="3065110" y="1209062"/>
                  </a:lnTo>
                  <a:lnTo>
                    <a:pt x="3064416" y="1206343"/>
                  </a:lnTo>
                  <a:lnTo>
                    <a:pt x="3065445" y="1204323"/>
                  </a:lnTo>
                  <a:lnTo>
                    <a:pt x="3067382" y="1202321"/>
                  </a:lnTo>
                  <a:lnTo>
                    <a:pt x="3067670" y="1201115"/>
                  </a:lnTo>
                  <a:lnTo>
                    <a:pt x="3067167" y="1200520"/>
                  </a:lnTo>
                  <a:lnTo>
                    <a:pt x="3063914" y="1200982"/>
                  </a:lnTo>
                  <a:lnTo>
                    <a:pt x="3063555" y="1201908"/>
                  </a:lnTo>
                  <a:lnTo>
                    <a:pt x="3064751" y="1202669"/>
                  </a:lnTo>
                  <a:lnTo>
                    <a:pt x="3065254" y="1203727"/>
                  </a:lnTo>
                  <a:lnTo>
                    <a:pt x="3064751" y="1204307"/>
                  </a:lnTo>
                  <a:lnTo>
                    <a:pt x="3062981" y="1204224"/>
                  </a:lnTo>
                  <a:lnTo>
                    <a:pt x="3061331" y="1202784"/>
                  </a:lnTo>
                  <a:lnTo>
                    <a:pt x="3061044" y="1201429"/>
                  </a:lnTo>
                  <a:lnTo>
                    <a:pt x="3061977" y="1199958"/>
                  </a:lnTo>
                  <a:lnTo>
                    <a:pt x="3064584" y="1200156"/>
                  </a:lnTo>
                  <a:lnTo>
                    <a:pt x="3065589" y="1199331"/>
                  </a:lnTo>
                  <a:lnTo>
                    <a:pt x="3064751" y="1197202"/>
                  </a:lnTo>
                  <a:lnTo>
                    <a:pt x="3061905" y="1196921"/>
                  </a:lnTo>
                  <a:lnTo>
                    <a:pt x="3060207" y="1196097"/>
                  </a:lnTo>
                  <a:lnTo>
                    <a:pt x="3059920" y="1195405"/>
                  </a:lnTo>
                  <a:lnTo>
                    <a:pt x="3061020" y="1193379"/>
                  </a:lnTo>
                  <a:lnTo>
                    <a:pt x="3062240" y="1192145"/>
                  </a:lnTo>
                  <a:lnTo>
                    <a:pt x="3061977" y="1191519"/>
                  </a:lnTo>
                  <a:lnTo>
                    <a:pt x="3056475" y="1189645"/>
                  </a:lnTo>
                  <a:lnTo>
                    <a:pt x="3055829" y="1188594"/>
                  </a:lnTo>
                  <a:lnTo>
                    <a:pt x="3058245" y="1186821"/>
                  </a:lnTo>
                  <a:lnTo>
                    <a:pt x="3057575" y="1185197"/>
                  </a:lnTo>
                  <a:lnTo>
                    <a:pt x="3057982" y="1183771"/>
                  </a:lnTo>
                  <a:lnTo>
                    <a:pt x="3057599" y="1183100"/>
                  </a:lnTo>
                  <a:lnTo>
                    <a:pt x="3055590" y="1182870"/>
                  </a:lnTo>
                  <a:lnTo>
                    <a:pt x="3055040" y="1181512"/>
                  </a:lnTo>
                  <a:lnTo>
                    <a:pt x="3053653" y="1180857"/>
                  </a:lnTo>
                  <a:lnTo>
                    <a:pt x="3052026" y="1178764"/>
                  </a:lnTo>
                  <a:lnTo>
                    <a:pt x="3051021" y="1176576"/>
                  </a:lnTo>
                  <a:lnTo>
                    <a:pt x="3049275" y="1174454"/>
                  </a:lnTo>
                  <a:lnTo>
                    <a:pt x="3047433" y="1173297"/>
                  </a:lnTo>
                  <a:lnTo>
                    <a:pt x="3047649" y="1171798"/>
                  </a:lnTo>
                  <a:lnTo>
                    <a:pt x="3046859" y="1170610"/>
                  </a:lnTo>
                  <a:lnTo>
                    <a:pt x="3046979" y="1169796"/>
                  </a:lnTo>
                  <a:lnTo>
                    <a:pt x="3048414" y="1169178"/>
                  </a:lnTo>
                  <a:lnTo>
                    <a:pt x="3049443" y="1169373"/>
                  </a:lnTo>
                  <a:lnTo>
                    <a:pt x="3051356" y="1165749"/>
                  </a:lnTo>
                  <a:lnTo>
                    <a:pt x="3051069" y="1165003"/>
                  </a:lnTo>
                  <a:lnTo>
                    <a:pt x="3048845" y="1163932"/>
                  </a:lnTo>
                  <a:lnTo>
                    <a:pt x="3047218" y="1163721"/>
                  </a:lnTo>
                  <a:lnTo>
                    <a:pt x="3045137" y="1162845"/>
                  </a:lnTo>
                  <a:lnTo>
                    <a:pt x="3042865" y="1162537"/>
                  </a:lnTo>
                  <a:lnTo>
                    <a:pt x="3041382" y="1161938"/>
                  </a:lnTo>
                  <a:lnTo>
                    <a:pt x="3041621" y="1160625"/>
                  </a:lnTo>
                  <a:lnTo>
                    <a:pt x="3043367" y="1159347"/>
                  </a:lnTo>
                  <a:lnTo>
                    <a:pt x="3045042" y="1158667"/>
                  </a:lnTo>
                  <a:lnTo>
                    <a:pt x="3046429" y="1158780"/>
                  </a:lnTo>
                  <a:lnTo>
                    <a:pt x="3046285" y="1157826"/>
                  </a:lnTo>
                  <a:lnTo>
                    <a:pt x="3042195" y="1157309"/>
                  </a:lnTo>
                  <a:lnTo>
                    <a:pt x="3041932" y="1155903"/>
                  </a:lnTo>
                  <a:lnTo>
                    <a:pt x="3043008" y="1155208"/>
                  </a:lnTo>
                  <a:lnTo>
                    <a:pt x="3043200" y="1153820"/>
                  </a:lnTo>
                  <a:lnTo>
                    <a:pt x="3042147" y="1152271"/>
                  </a:lnTo>
                  <a:lnTo>
                    <a:pt x="3039899" y="1150031"/>
                  </a:lnTo>
                  <a:lnTo>
                    <a:pt x="3037435" y="1150418"/>
                  </a:lnTo>
                  <a:lnTo>
                    <a:pt x="3036957" y="1149275"/>
                  </a:lnTo>
                  <a:lnTo>
                    <a:pt x="3037746" y="1147810"/>
                  </a:lnTo>
                  <a:lnTo>
                    <a:pt x="3035187" y="1145704"/>
                  </a:lnTo>
                  <a:lnTo>
                    <a:pt x="3032053" y="1144338"/>
                  </a:lnTo>
                  <a:lnTo>
                    <a:pt x="3031623" y="1145286"/>
                  </a:lnTo>
                  <a:lnTo>
                    <a:pt x="3030666" y="1145559"/>
                  </a:lnTo>
                  <a:lnTo>
                    <a:pt x="3029039" y="1144370"/>
                  </a:lnTo>
                  <a:lnTo>
                    <a:pt x="3028250" y="1143166"/>
                  </a:lnTo>
                  <a:lnTo>
                    <a:pt x="3028346" y="1142124"/>
                  </a:lnTo>
                  <a:lnTo>
                    <a:pt x="3029302" y="1141193"/>
                  </a:lnTo>
                  <a:lnTo>
                    <a:pt x="3031862" y="1141274"/>
                  </a:lnTo>
                  <a:lnTo>
                    <a:pt x="3032292" y="1140488"/>
                  </a:lnTo>
                  <a:lnTo>
                    <a:pt x="3031192" y="1138342"/>
                  </a:lnTo>
                  <a:lnTo>
                    <a:pt x="3033823" y="1137573"/>
                  </a:lnTo>
                  <a:lnTo>
                    <a:pt x="3033991" y="1137077"/>
                  </a:lnTo>
                  <a:lnTo>
                    <a:pt x="3031503" y="1135670"/>
                  </a:lnTo>
                  <a:lnTo>
                    <a:pt x="3030259" y="1135862"/>
                  </a:lnTo>
                  <a:lnTo>
                    <a:pt x="3028896" y="1137509"/>
                  </a:lnTo>
                  <a:lnTo>
                    <a:pt x="3028178" y="1137445"/>
                  </a:lnTo>
                  <a:lnTo>
                    <a:pt x="3027030" y="1136262"/>
                  </a:lnTo>
                  <a:lnTo>
                    <a:pt x="3026504" y="1134983"/>
                  </a:lnTo>
                  <a:lnTo>
                    <a:pt x="3023849" y="1132747"/>
                  </a:lnTo>
                  <a:lnTo>
                    <a:pt x="3023801" y="1131630"/>
                  </a:lnTo>
                  <a:lnTo>
                    <a:pt x="3022772" y="1131295"/>
                  </a:lnTo>
                  <a:lnTo>
                    <a:pt x="3020620" y="1131343"/>
                  </a:lnTo>
                  <a:lnTo>
                    <a:pt x="3019806" y="1132077"/>
                  </a:lnTo>
                  <a:lnTo>
                    <a:pt x="3018682" y="1132124"/>
                  </a:lnTo>
                  <a:lnTo>
                    <a:pt x="3016984" y="1132986"/>
                  </a:lnTo>
                  <a:lnTo>
                    <a:pt x="3016529" y="1132587"/>
                  </a:lnTo>
                  <a:lnTo>
                    <a:pt x="3016457" y="1130657"/>
                  </a:lnTo>
                  <a:lnTo>
                    <a:pt x="3019256" y="1129334"/>
                  </a:lnTo>
                  <a:lnTo>
                    <a:pt x="3019471" y="1127105"/>
                  </a:lnTo>
                  <a:lnTo>
                    <a:pt x="3017199" y="1126484"/>
                  </a:lnTo>
                  <a:lnTo>
                    <a:pt x="3015620" y="1125084"/>
                  </a:lnTo>
                  <a:lnTo>
                    <a:pt x="3015501" y="1124099"/>
                  </a:lnTo>
                  <a:lnTo>
                    <a:pt x="3014472" y="1123146"/>
                  </a:lnTo>
                  <a:lnTo>
                    <a:pt x="3013491" y="1123257"/>
                  </a:lnTo>
                  <a:lnTo>
                    <a:pt x="3011243" y="1124576"/>
                  </a:lnTo>
                  <a:lnTo>
                    <a:pt x="3010214" y="1124131"/>
                  </a:lnTo>
                  <a:lnTo>
                    <a:pt x="3010191" y="1122622"/>
                  </a:lnTo>
                  <a:lnTo>
                    <a:pt x="3008205" y="1122082"/>
                  </a:lnTo>
                  <a:lnTo>
                    <a:pt x="3003971" y="1120448"/>
                  </a:lnTo>
                  <a:lnTo>
                    <a:pt x="3002895" y="1120432"/>
                  </a:lnTo>
                  <a:lnTo>
                    <a:pt x="3000431" y="1118862"/>
                  </a:lnTo>
                  <a:lnTo>
                    <a:pt x="2998207" y="1118070"/>
                  </a:lnTo>
                  <a:lnTo>
                    <a:pt x="2996150" y="1117817"/>
                  </a:lnTo>
                  <a:lnTo>
                    <a:pt x="2992131" y="1117880"/>
                  </a:lnTo>
                  <a:lnTo>
                    <a:pt x="2989476" y="1118260"/>
                  </a:lnTo>
                  <a:lnTo>
                    <a:pt x="2986271" y="1119576"/>
                  </a:lnTo>
                  <a:lnTo>
                    <a:pt x="2987108" y="1121622"/>
                  </a:lnTo>
                  <a:lnTo>
                    <a:pt x="2985673" y="1122463"/>
                  </a:lnTo>
                  <a:lnTo>
                    <a:pt x="2984142" y="1120416"/>
                  </a:lnTo>
                  <a:lnTo>
                    <a:pt x="2982396" y="1120622"/>
                  </a:lnTo>
                  <a:lnTo>
                    <a:pt x="2980315" y="1120353"/>
                  </a:lnTo>
                  <a:lnTo>
                    <a:pt x="2979454" y="1119655"/>
                  </a:lnTo>
                  <a:lnTo>
                    <a:pt x="2979789" y="1118340"/>
                  </a:lnTo>
                  <a:lnTo>
                    <a:pt x="2978162" y="1117690"/>
                  </a:lnTo>
                  <a:lnTo>
                    <a:pt x="2974718" y="1117627"/>
                  </a:lnTo>
                  <a:lnTo>
                    <a:pt x="2973665" y="1117928"/>
                  </a:lnTo>
                  <a:lnTo>
                    <a:pt x="2971082" y="1117659"/>
                  </a:lnTo>
                  <a:lnTo>
                    <a:pt x="2970723" y="1117231"/>
                  </a:lnTo>
                  <a:lnTo>
                    <a:pt x="2968714" y="1116946"/>
                  </a:lnTo>
                  <a:lnTo>
                    <a:pt x="2967805" y="1115854"/>
                  </a:lnTo>
                  <a:lnTo>
                    <a:pt x="2966394" y="1115395"/>
                  </a:lnTo>
                  <a:lnTo>
                    <a:pt x="2964528" y="1112171"/>
                  </a:lnTo>
                  <a:lnTo>
                    <a:pt x="2961083" y="1110057"/>
                  </a:lnTo>
                  <a:lnTo>
                    <a:pt x="2959337" y="1110341"/>
                  </a:lnTo>
                  <a:lnTo>
                    <a:pt x="2956682" y="1111461"/>
                  </a:lnTo>
                  <a:lnTo>
                    <a:pt x="2954051" y="1108984"/>
                  </a:lnTo>
                  <a:lnTo>
                    <a:pt x="2952329" y="1109016"/>
                  </a:lnTo>
                  <a:lnTo>
                    <a:pt x="2951253" y="1107645"/>
                  </a:lnTo>
                  <a:lnTo>
                    <a:pt x="2946564" y="1105205"/>
                  </a:lnTo>
                  <a:lnTo>
                    <a:pt x="2943933" y="1105189"/>
                  </a:lnTo>
                  <a:lnTo>
                    <a:pt x="2941948" y="1104733"/>
                  </a:lnTo>
                  <a:lnTo>
                    <a:pt x="2940082" y="1104812"/>
                  </a:lnTo>
                  <a:lnTo>
                    <a:pt x="2938934" y="1103255"/>
                  </a:lnTo>
                  <a:lnTo>
                    <a:pt x="2937068" y="1102532"/>
                  </a:lnTo>
                  <a:lnTo>
                    <a:pt x="2935776" y="1102674"/>
                  </a:lnTo>
                  <a:lnTo>
                    <a:pt x="2935083" y="1104513"/>
                  </a:lnTo>
                  <a:lnTo>
                    <a:pt x="2933600" y="1104434"/>
                  </a:lnTo>
                  <a:lnTo>
                    <a:pt x="2934628" y="1103334"/>
                  </a:lnTo>
                  <a:lnTo>
                    <a:pt x="2934198" y="1102470"/>
                  </a:lnTo>
                  <a:lnTo>
                    <a:pt x="2933050" y="1102171"/>
                  </a:lnTo>
                  <a:lnTo>
                    <a:pt x="2932021" y="1102862"/>
                  </a:lnTo>
                  <a:lnTo>
                    <a:pt x="2932787" y="1104340"/>
                  </a:lnTo>
                  <a:lnTo>
                    <a:pt x="2932356" y="1104843"/>
                  </a:lnTo>
                  <a:lnTo>
                    <a:pt x="2931304" y="1104340"/>
                  </a:lnTo>
                  <a:lnTo>
                    <a:pt x="2930610" y="1103129"/>
                  </a:lnTo>
                  <a:lnTo>
                    <a:pt x="2928266" y="1103067"/>
                  </a:lnTo>
                  <a:lnTo>
                    <a:pt x="2924989" y="1102061"/>
                  </a:lnTo>
                  <a:lnTo>
                    <a:pt x="2923625" y="1101951"/>
                  </a:lnTo>
                  <a:lnTo>
                    <a:pt x="2921951" y="1102564"/>
                  </a:lnTo>
                  <a:lnTo>
                    <a:pt x="2919918" y="1104308"/>
                  </a:lnTo>
                  <a:lnTo>
                    <a:pt x="2918291" y="1104827"/>
                  </a:lnTo>
                  <a:lnTo>
                    <a:pt x="2916593" y="1104387"/>
                  </a:lnTo>
                  <a:lnTo>
                    <a:pt x="2914990" y="1104450"/>
                  </a:lnTo>
                  <a:lnTo>
                    <a:pt x="2910780" y="1105457"/>
                  </a:lnTo>
                  <a:lnTo>
                    <a:pt x="2908867" y="1106385"/>
                  </a:lnTo>
                  <a:lnTo>
                    <a:pt x="2906236" y="1106637"/>
                  </a:lnTo>
                  <a:lnTo>
                    <a:pt x="2903796" y="1106354"/>
                  </a:lnTo>
                  <a:lnTo>
                    <a:pt x="2900280" y="1106543"/>
                  </a:lnTo>
                  <a:lnTo>
                    <a:pt x="2897744" y="1106275"/>
                  </a:lnTo>
                  <a:lnTo>
                    <a:pt x="2895017" y="1106810"/>
                  </a:lnTo>
                  <a:lnTo>
                    <a:pt x="2893391" y="1106574"/>
                  </a:lnTo>
                  <a:lnTo>
                    <a:pt x="2891023" y="1107188"/>
                  </a:lnTo>
                  <a:lnTo>
                    <a:pt x="2888655" y="1105866"/>
                  </a:lnTo>
                  <a:lnTo>
                    <a:pt x="2887722" y="1104497"/>
                  </a:lnTo>
                  <a:lnTo>
                    <a:pt x="2884493" y="1106070"/>
                  </a:lnTo>
                  <a:lnTo>
                    <a:pt x="2882962" y="1106432"/>
                  </a:lnTo>
                  <a:lnTo>
                    <a:pt x="2880402" y="1106133"/>
                  </a:lnTo>
                  <a:lnTo>
                    <a:pt x="2878441" y="1107976"/>
                  </a:lnTo>
                  <a:lnTo>
                    <a:pt x="2877125" y="1108181"/>
                  </a:lnTo>
                  <a:lnTo>
                    <a:pt x="2875140" y="1107913"/>
                  </a:lnTo>
                  <a:lnTo>
                    <a:pt x="2869304" y="1107992"/>
                  </a:lnTo>
                  <a:lnTo>
                    <a:pt x="2866984" y="1108575"/>
                  </a:lnTo>
                  <a:lnTo>
                    <a:pt x="2864592" y="1109631"/>
                  </a:lnTo>
                  <a:lnTo>
                    <a:pt x="2862391" y="1109489"/>
                  </a:lnTo>
                  <a:lnTo>
                    <a:pt x="2858205" y="1111335"/>
                  </a:lnTo>
                  <a:lnTo>
                    <a:pt x="2854689" y="1111935"/>
                  </a:lnTo>
                  <a:lnTo>
                    <a:pt x="2851460" y="1112724"/>
                  </a:lnTo>
                  <a:lnTo>
                    <a:pt x="2848374" y="1112440"/>
                  </a:lnTo>
                  <a:lnTo>
                    <a:pt x="2847274" y="1113514"/>
                  </a:lnTo>
                  <a:lnTo>
                    <a:pt x="2844140" y="1114447"/>
                  </a:lnTo>
                  <a:lnTo>
                    <a:pt x="2841342" y="1114225"/>
                  </a:lnTo>
                  <a:lnTo>
                    <a:pt x="2840313" y="1114589"/>
                  </a:lnTo>
                  <a:lnTo>
                    <a:pt x="2839117" y="1113277"/>
                  </a:lnTo>
                  <a:lnTo>
                    <a:pt x="2837443" y="1113956"/>
                  </a:lnTo>
                  <a:lnTo>
                    <a:pt x="2833376" y="1113688"/>
                  </a:lnTo>
                  <a:lnTo>
                    <a:pt x="2832826" y="1114099"/>
                  </a:lnTo>
                  <a:lnTo>
                    <a:pt x="2830745" y="1113830"/>
                  </a:lnTo>
                  <a:lnTo>
                    <a:pt x="2830147" y="1114526"/>
                  </a:lnTo>
                  <a:lnTo>
                    <a:pt x="2828329" y="1114952"/>
                  </a:lnTo>
                  <a:lnTo>
                    <a:pt x="2829023" y="1116250"/>
                  </a:lnTo>
                  <a:lnTo>
                    <a:pt x="2828377" y="1116155"/>
                  </a:lnTo>
                  <a:lnTo>
                    <a:pt x="2825052" y="1117785"/>
                  </a:lnTo>
                  <a:lnTo>
                    <a:pt x="2823282" y="1119116"/>
                  </a:lnTo>
                  <a:lnTo>
                    <a:pt x="2823139" y="1120543"/>
                  </a:lnTo>
                  <a:lnTo>
                    <a:pt x="2822086" y="1120781"/>
                  </a:lnTo>
                  <a:lnTo>
                    <a:pt x="2821464" y="1122114"/>
                  </a:lnTo>
                  <a:lnTo>
                    <a:pt x="2818307" y="1123178"/>
                  </a:lnTo>
                  <a:lnTo>
                    <a:pt x="2817015" y="1124814"/>
                  </a:lnTo>
                  <a:lnTo>
                    <a:pt x="2814049" y="1126389"/>
                  </a:lnTo>
                  <a:lnTo>
                    <a:pt x="2812423" y="1128697"/>
                  </a:lnTo>
                  <a:lnTo>
                    <a:pt x="2810557" y="1129430"/>
                  </a:lnTo>
                  <a:lnTo>
                    <a:pt x="2810079" y="1130976"/>
                  </a:lnTo>
                  <a:lnTo>
                    <a:pt x="2807926" y="1131630"/>
                  </a:lnTo>
                  <a:lnTo>
                    <a:pt x="2807998" y="1132587"/>
                  </a:lnTo>
                  <a:lnTo>
                    <a:pt x="2805103" y="1133785"/>
                  </a:lnTo>
                  <a:lnTo>
                    <a:pt x="2803501" y="1135366"/>
                  </a:lnTo>
                  <a:lnTo>
                    <a:pt x="2801946" y="1135095"/>
                  </a:lnTo>
                  <a:lnTo>
                    <a:pt x="2800391" y="1136166"/>
                  </a:lnTo>
                  <a:lnTo>
                    <a:pt x="2797688" y="1136837"/>
                  </a:lnTo>
                  <a:lnTo>
                    <a:pt x="2799219" y="1139815"/>
                  </a:lnTo>
                  <a:lnTo>
                    <a:pt x="2797832" y="1142460"/>
                  </a:lnTo>
                  <a:lnTo>
                    <a:pt x="2798382" y="1144579"/>
                  </a:lnTo>
                  <a:lnTo>
                    <a:pt x="2799410" y="1145125"/>
                  </a:lnTo>
                  <a:lnTo>
                    <a:pt x="2801324" y="1145093"/>
                  </a:lnTo>
                  <a:lnTo>
                    <a:pt x="2804027" y="1145447"/>
                  </a:lnTo>
                  <a:lnTo>
                    <a:pt x="2807711" y="1143471"/>
                  </a:lnTo>
                  <a:lnTo>
                    <a:pt x="2811873" y="1143792"/>
                  </a:lnTo>
                  <a:lnTo>
                    <a:pt x="2814408" y="1142508"/>
                  </a:lnTo>
                  <a:lnTo>
                    <a:pt x="2815245" y="1143182"/>
                  </a:lnTo>
                  <a:lnTo>
                    <a:pt x="2818259" y="1144708"/>
                  </a:lnTo>
                  <a:lnTo>
                    <a:pt x="2819957" y="1144981"/>
                  </a:lnTo>
                  <a:lnTo>
                    <a:pt x="2820795" y="1145800"/>
                  </a:lnTo>
                  <a:lnTo>
                    <a:pt x="2822038" y="1145961"/>
                  </a:lnTo>
                  <a:lnTo>
                    <a:pt x="2823282" y="1146829"/>
                  </a:lnTo>
                  <a:lnTo>
                    <a:pt x="2824981" y="1147295"/>
                  </a:lnTo>
                  <a:lnTo>
                    <a:pt x="2823139" y="1148421"/>
                  </a:lnTo>
                  <a:lnTo>
                    <a:pt x="2823904" y="1149242"/>
                  </a:lnTo>
                  <a:lnTo>
                    <a:pt x="2822971" y="1150498"/>
                  </a:lnTo>
                  <a:lnTo>
                    <a:pt x="2823187" y="1152126"/>
                  </a:lnTo>
                  <a:lnTo>
                    <a:pt x="2821680" y="1153771"/>
                  </a:lnTo>
                  <a:lnTo>
                    <a:pt x="2821847" y="1154627"/>
                  </a:lnTo>
                  <a:lnTo>
                    <a:pt x="2820675" y="1155063"/>
                  </a:lnTo>
                  <a:lnTo>
                    <a:pt x="2820819" y="1156711"/>
                  </a:lnTo>
                  <a:lnTo>
                    <a:pt x="2821847" y="1157648"/>
                  </a:lnTo>
                  <a:lnTo>
                    <a:pt x="2823474" y="1158198"/>
                  </a:lnTo>
                  <a:lnTo>
                    <a:pt x="2824263" y="1159476"/>
                  </a:lnTo>
                  <a:lnTo>
                    <a:pt x="2825794" y="1159606"/>
                  </a:lnTo>
                  <a:lnTo>
                    <a:pt x="2825411" y="1161921"/>
                  </a:lnTo>
                  <a:lnTo>
                    <a:pt x="2827014" y="1164045"/>
                  </a:lnTo>
                  <a:lnTo>
                    <a:pt x="2825985" y="1164970"/>
                  </a:lnTo>
                  <a:lnTo>
                    <a:pt x="2826272" y="1166188"/>
                  </a:lnTo>
                  <a:lnTo>
                    <a:pt x="2825722" y="1167243"/>
                  </a:lnTo>
                  <a:lnTo>
                    <a:pt x="2824311" y="1167796"/>
                  </a:lnTo>
                  <a:lnTo>
                    <a:pt x="2823282" y="1168934"/>
                  </a:lnTo>
                  <a:lnTo>
                    <a:pt x="2823330" y="1169829"/>
                  </a:lnTo>
                  <a:lnTo>
                    <a:pt x="2824335" y="1170333"/>
                  </a:lnTo>
                  <a:lnTo>
                    <a:pt x="2823832" y="1171749"/>
                  </a:lnTo>
                  <a:lnTo>
                    <a:pt x="2822206" y="1172873"/>
                  </a:lnTo>
                  <a:lnTo>
                    <a:pt x="2821967" y="1174275"/>
                  </a:lnTo>
                  <a:lnTo>
                    <a:pt x="2817757" y="1175091"/>
                  </a:lnTo>
                  <a:lnTo>
                    <a:pt x="2817781" y="1176216"/>
                  </a:lnTo>
                  <a:lnTo>
                    <a:pt x="2815150" y="1176070"/>
                  </a:lnTo>
                  <a:lnTo>
                    <a:pt x="2815102" y="1177425"/>
                  </a:lnTo>
                  <a:lnTo>
                    <a:pt x="2812016" y="1178372"/>
                  </a:lnTo>
                  <a:lnTo>
                    <a:pt x="2812255" y="1179124"/>
                  </a:lnTo>
                  <a:lnTo>
                    <a:pt x="2810581" y="1180301"/>
                  </a:lnTo>
                  <a:lnTo>
                    <a:pt x="2808787" y="1180481"/>
                  </a:lnTo>
                  <a:lnTo>
                    <a:pt x="2807902" y="1181970"/>
                  </a:lnTo>
                  <a:lnTo>
                    <a:pt x="2805247" y="1183493"/>
                  </a:lnTo>
                  <a:lnTo>
                    <a:pt x="2803166" y="1185165"/>
                  </a:lnTo>
                  <a:lnTo>
                    <a:pt x="2799841" y="1185246"/>
                  </a:lnTo>
                  <a:lnTo>
                    <a:pt x="2800367" y="1186526"/>
                  </a:lnTo>
                  <a:lnTo>
                    <a:pt x="2798765" y="1187182"/>
                  </a:lnTo>
                  <a:lnTo>
                    <a:pt x="2797856" y="1189415"/>
                  </a:lnTo>
                  <a:lnTo>
                    <a:pt x="2798502" y="1190418"/>
                  </a:lnTo>
                  <a:lnTo>
                    <a:pt x="2797138" y="1192178"/>
                  </a:lnTo>
                  <a:lnTo>
                    <a:pt x="2795894" y="1192885"/>
                  </a:lnTo>
                  <a:lnTo>
                    <a:pt x="2795775" y="1193889"/>
                  </a:lnTo>
                  <a:lnTo>
                    <a:pt x="2796564" y="1194910"/>
                  </a:lnTo>
                  <a:lnTo>
                    <a:pt x="2795799" y="1195537"/>
                  </a:lnTo>
                  <a:lnTo>
                    <a:pt x="2795344" y="1197515"/>
                  </a:lnTo>
                  <a:lnTo>
                    <a:pt x="2793000" y="1197928"/>
                  </a:lnTo>
                  <a:lnTo>
                    <a:pt x="2793144" y="1198670"/>
                  </a:lnTo>
                  <a:lnTo>
                    <a:pt x="2794387" y="1199265"/>
                  </a:lnTo>
                  <a:lnTo>
                    <a:pt x="2791948" y="1200322"/>
                  </a:lnTo>
                  <a:lnTo>
                    <a:pt x="2791995" y="1201825"/>
                  </a:lnTo>
                  <a:lnTo>
                    <a:pt x="2789125" y="1202784"/>
                  </a:lnTo>
                  <a:lnTo>
                    <a:pt x="2789795" y="1203578"/>
                  </a:lnTo>
                  <a:lnTo>
                    <a:pt x="2788599" y="1204439"/>
                  </a:lnTo>
                  <a:lnTo>
                    <a:pt x="2789532" y="1205730"/>
                  </a:lnTo>
                  <a:lnTo>
                    <a:pt x="2788073" y="1205217"/>
                  </a:lnTo>
                  <a:lnTo>
                    <a:pt x="2787164" y="1205813"/>
                  </a:lnTo>
                  <a:lnTo>
                    <a:pt x="2788240" y="1207487"/>
                  </a:lnTo>
                  <a:lnTo>
                    <a:pt x="2787594" y="1209709"/>
                  </a:lnTo>
                  <a:lnTo>
                    <a:pt x="2786853" y="1210025"/>
                  </a:lnTo>
                  <a:lnTo>
                    <a:pt x="2787307" y="1211137"/>
                  </a:lnTo>
                  <a:lnTo>
                    <a:pt x="2785561" y="1211885"/>
                  </a:lnTo>
                  <a:lnTo>
                    <a:pt x="2785848" y="1212948"/>
                  </a:lnTo>
                  <a:lnTo>
                    <a:pt x="2783958" y="1214478"/>
                  </a:lnTo>
                  <a:lnTo>
                    <a:pt x="2782117" y="1214794"/>
                  </a:lnTo>
                  <a:lnTo>
                    <a:pt x="2780873" y="1215876"/>
                  </a:lnTo>
                  <a:lnTo>
                    <a:pt x="2779749" y="1218124"/>
                  </a:lnTo>
                  <a:lnTo>
                    <a:pt x="2776711" y="1220559"/>
                  </a:lnTo>
                  <a:lnTo>
                    <a:pt x="2776998" y="1222812"/>
                  </a:lnTo>
                  <a:lnTo>
                    <a:pt x="2777644" y="1223413"/>
                  </a:lnTo>
                  <a:lnTo>
                    <a:pt x="2776902" y="1225285"/>
                  </a:lnTo>
                  <a:lnTo>
                    <a:pt x="2777309" y="1225637"/>
                  </a:lnTo>
                  <a:lnTo>
                    <a:pt x="2775108" y="1228666"/>
                  </a:lnTo>
                  <a:lnTo>
                    <a:pt x="2774343" y="1229152"/>
                  </a:lnTo>
                  <a:lnTo>
                    <a:pt x="2772597" y="1229219"/>
                  </a:lnTo>
                  <a:lnTo>
                    <a:pt x="2772931" y="1229906"/>
                  </a:lnTo>
                  <a:lnTo>
                    <a:pt x="2771664" y="1231431"/>
                  </a:lnTo>
                  <a:lnTo>
                    <a:pt x="2769200" y="1232136"/>
                  </a:lnTo>
                  <a:lnTo>
                    <a:pt x="2768554" y="1232807"/>
                  </a:lnTo>
                  <a:lnTo>
                    <a:pt x="2769104" y="1234033"/>
                  </a:lnTo>
                  <a:lnTo>
                    <a:pt x="2767884" y="1235662"/>
                  </a:lnTo>
                  <a:lnTo>
                    <a:pt x="2767813" y="1237730"/>
                  </a:lnTo>
                  <a:lnTo>
                    <a:pt x="2767358" y="1239565"/>
                  </a:lnTo>
                  <a:lnTo>
                    <a:pt x="2766306" y="1239885"/>
                  </a:lnTo>
                  <a:lnTo>
                    <a:pt x="2766066" y="1241064"/>
                  </a:lnTo>
                  <a:lnTo>
                    <a:pt x="2764033" y="1240710"/>
                  </a:lnTo>
                  <a:lnTo>
                    <a:pt x="2762502" y="1242193"/>
                  </a:lnTo>
                  <a:lnTo>
                    <a:pt x="2764488" y="1242648"/>
                  </a:lnTo>
                  <a:lnTo>
                    <a:pt x="2763675" y="1243272"/>
                  </a:lnTo>
                  <a:lnTo>
                    <a:pt x="2764942" y="1244031"/>
                  </a:lnTo>
                  <a:lnTo>
                    <a:pt x="2766641" y="1243238"/>
                  </a:lnTo>
                  <a:lnTo>
                    <a:pt x="2767717" y="1244133"/>
                  </a:lnTo>
                  <a:lnTo>
                    <a:pt x="2768387" y="1243205"/>
                  </a:lnTo>
                  <a:lnTo>
                    <a:pt x="2770157" y="1243812"/>
                  </a:lnTo>
                  <a:lnTo>
                    <a:pt x="2771544" y="1243525"/>
                  </a:lnTo>
                  <a:lnTo>
                    <a:pt x="2772453" y="1245061"/>
                  </a:lnTo>
                  <a:lnTo>
                    <a:pt x="2771257" y="1245956"/>
                  </a:lnTo>
                  <a:lnTo>
                    <a:pt x="2770826" y="1248575"/>
                  </a:lnTo>
                  <a:lnTo>
                    <a:pt x="2770013" y="1249624"/>
                  </a:lnTo>
                  <a:lnTo>
                    <a:pt x="2771544" y="1250639"/>
                  </a:lnTo>
                  <a:lnTo>
                    <a:pt x="2770803" y="1250893"/>
                  </a:lnTo>
                  <a:lnTo>
                    <a:pt x="2771233" y="1252044"/>
                  </a:lnTo>
                  <a:lnTo>
                    <a:pt x="2769654" y="1252265"/>
                  </a:lnTo>
                  <a:lnTo>
                    <a:pt x="2768889" y="1254010"/>
                  </a:lnTo>
                  <a:lnTo>
                    <a:pt x="2766808" y="1256062"/>
                  </a:lnTo>
                  <a:lnTo>
                    <a:pt x="2765014" y="1255503"/>
                  </a:lnTo>
                  <a:lnTo>
                    <a:pt x="2765158" y="1256300"/>
                  </a:lnTo>
                  <a:lnTo>
                    <a:pt x="2763962" y="1258168"/>
                  </a:lnTo>
                  <a:lnTo>
                    <a:pt x="2762479" y="1258542"/>
                  </a:lnTo>
                  <a:lnTo>
                    <a:pt x="2761139" y="1260020"/>
                  </a:lnTo>
                  <a:lnTo>
                    <a:pt x="2756929" y="1260309"/>
                  </a:lnTo>
                  <a:lnTo>
                    <a:pt x="2756259" y="1259884"/>
                  </a:lnTo>
                  <a:lnTo>
                    <a:pt x="2749538" y="1261347"/>
                  </a:lnTo>
                  <a:lnTo>
                    <a:pt x="2748366" y="1261177"/>
                  </a:lnTo>
                  <a:lnTo>
                    <a:pt x="2747505" y="1261755"/>
                  </a:lnTo>
                  <a:lnTo>
                    <a:pt x="2744898" y="1261330"/>
                  </a:lnTo>
                  <a:lnTo>
                    <a:pt x="2742290" y="1262623"/>
                  </a:lnTo>
                  <a:lnTo>
                    <a:pt x="2741118" y="1262419"/>
                  </a:lnTo>
                  <a:lnTo>
                    <a:pt x="2739420" y="1264343"/>
                  </a:lnTo>
                  <a:lnTo>
                    <a:pt x="2737626" y="1265297"/>
                  </a:lnTo>
                  <a:lnTo>
                    <a:pt x="2737578" y="1266866"/>
                  </a:lnTo>
                  <a:lnTo>
                    <a:pt x="2736023" y="1266644"/>
                  </a:lnTo>
                  <a:lnTo>
                    <a:pt x="2733775" y="1267019"/>
                  </a:lnTo>
                  <a:lnTo>
                    <a:pt x="2734277" y="1268111"/>
                  </a:lnTo>
                  <a:lnTo>
                    <a:pt x="2733703" y="1268930"/>
                  </a:lnTo>
                  <a:lnTo>
                    <a:pt x="2731048" y="1269682"/>
                  </a:lnTo>
                  <a:lnTo>
                    <a:pt x="2729828" y="1270707"/>
                  </a:lnTo>
                  <a:lnTo>
                    <a:pt x="2727364" y="1271322"/>
                  </a:lnTo>
                  <a:lnTo>
                    <a:pt x="2727006" y="1273049"/>
                  </a:lnTo>
                  <a:lnTo>
                    <a:pt x="2724877" y="1274401"/>
                  </a:lnTo>
                  <a:lnTo>
                    <a:pt x="2723824" y="1273990"/>
                  </a:lnTo>
                  <a:lnTo>
                    <a:pt x="2722006" y="1276318"/>
                  </a:lnTo>
                  <a:lnTo>
                    <a:pt x="2719232" y="1276404"/>
                  </a:lnTo>
                  <a:lnTo>
                    <a:pt x="2718634" y="1276027"/>
                  </a:lnTo>
                  <a:lnTo>
                    <a:pt x="2716888" y="1277227"/>
                  </a:lnTo>
                  <a:lnTo>
                    <a:pt x="2713587" y="1277432"/>
                  </a:lnTo>
                  <a:lnTo>
                    <a:pt x="2712941" y="1279198"/>
                  </a:lnTo>
                  <a:lnTo>
                    <a:pt x="2711386" y="1280537"/>
                  </a:lnTo>
                  <a:lnTo>
                    <a:pt x="2704736" y="1278169"/>
                  </a:lnTo>
                  <a:lnTo>
                    <a:pt x="2698804" y="1275599"/>
                  </a:lnTo>
                  <a:lnTo>
                    <a:pt x="2690767" y="1275445"/>
                  </a:lnTo>
                  <a:lnTo>
                    <a:pt x="2682635" y="1272844"/>
                  </a:lnTo>
                  <a:lnTo>
                    <a:pt x="2669718" y="1266115"/>
                  </a:lnTo>
                  <a:lnTo>
                    <a:pt x="2669000" y="1266132"/>
                  </a:lnTo>
                  <a:lnTo>
                    <a:pt x="2657758" y="1284540"/>
                  </a:lnTo>
                  <a:lnTo>
                    <a:pt x="2643000" y="1309167"/>
                  </a:lnTo>
                  <a:lnTo>
                    <a:pt x="2644148" y="1311411"/>
                  </a:lnTo>
                  <a:lnTo>
                    <a:pt x="2643813" y="1311899"/>
                  </a:lnTo>
                  <a:lnTo>
                    <a:pt x="2634532" y="1323001"/>
                  </a:lnTo>
                  <a:lnTo>
                    <a:pt x="2633336" y="1324997"/>
                  </a:lnTo>
                  <a:lnTo>
                    <a:pt x="2634245" y="1336288"/>
                  </a:lnTo>
                  <a:lnTo>
                    <a:pt x="2633767" y="1336393"/>
                  </a:lnTo>
                  <a:lnTo>
                    <a:pt x="2622836" y="1340887"/>
                  </a:lnTo>
                  <a:lnTo>
                    <a:pt x="2623457" y="1341787"/>
                  </a:lnTo>
                  <a:lnTo>
                    <a:pt x="2623242" y="1343128"/>
                  </a:lnTo>
                  <a:lnTo>
                    <a:pt x="2624821" y="1351212"/>
                  </a:lnTo>
                  <a:lnTo>
                    <a:pt x="2638766" y="1361744"/>
                  </a:lnTo>
                  <a:lnTo>
                    <a:pt x="2639890" y="1361459"/>
                  </a:lnTo>
                  <a:lnTo>
                    <a:pt x="2645440" y="1356072"/>
                  </a:lnTo>
                  <a:lnTo>
                    <a:pt x="2646181" y="1355557"/>
                  </a:lnTo>
                  <a:lnTo>
                    <a:pt x="2651443" y="1353197"/>
                  </a:lnTo>
                  <a:lnTo>
                    <a:pt x="2658715" y="1354936"/>
                  </a:lnTo>
                  <a:lnTo>
                    <a:pt x="2667135" y="1352577"/>
                  </a:lnTo>
                  <a:lnTo>
                    <a:pt x="2671847" y="1352275"/>
                  </a:lnTo>
                  <a:lnTo>
                    <a:pt x="2675267" y="1352435"/>
                  </a:lnTo>
                  <a:lnTo>
                    <a:pt x="2683639" y="1355522"/>
                  </a:lnTo>
                  <a:lnTo>
                    <a:pt x="2694882" y="1363596"/>
                  </a:lnTo>
                  <a:lnTo>
                    <a:pt x="2699115" y="1358417"/>
                  </a:lnTo>
                  <a:lnTo>
                    <a:pt x="2700120" y="1358275"/>
                  </a:lnTo>
                  <a:lnTo>
                    <a:pt x="2700503" y="1357351"/>
                  </a:lnTo>
                  <a:lnTo>
                    <a:pt x="2711554" y="1347034"/>
                  </a:lnTo>
                  <a:lnTo>
                    <a:pt x="2714400" y="1346627"/>
                  </a:lnTo>
                  <a:lnTo>
                    <a:pt x="2717294" y="1347264"/>
                  </a:lnTo>
                  <a:lnTo>
                    <a:pt x="2720810" y="1347122"/>
                  </a:lnTo>
                  <a:lnTo>
                    <a:pt x="2722963" y="1346379"/>
                  </a:lnTo>
                  <a:lnTo>
                    <a:pt x="2723633" y="1345655"/>
                  </a:lnTo>
                  <a:lnTo>
                    <a:pt x="2724638" y="1346150"/>
                  </a:lnTo>
                  <a:lnTo>
                    <a:pt x="2728058" y="1345902"/>
                  </a:lnTo>
                  <a:lnTo>
                    <a:pt x="2728034" y="1346362"/>
                  </a:lnTo>
                  <a:lnTo>
                    <a:pt x="2729852" y="1347264"/>
                  </a:lnTo>
                  <a:lnTo>
                    <a:pt x="2732459" y="1347476"/>
                  </a:lnTo>
                  <a:lnTo>
                    <a:pt x="2733320" y="1347016"/>
                  </a:lnTo>
                  <a:lnTo>
                    <a:pt x="2735186" y="1347105"/>
                  </a:lnTo>
                  <a:lnTo>
                    <a:pt x="2735952" y="1347936"/>
                  </a:lnTo>
                  <a:lnTo>
                    <a:pt x="2740855" y="1348095"/>
                  </a:lnTo>
                  <a:lnTo>
                    <a:pt x="2748820" y="1357866"/>
                  </a:lnTo>
                  <a:lnTo>
                    <a:pt x="2762837" y="1362581"/>
                  </a:lnTo>
                  <a:lnTo>
                    <a:pt x="2763531" y="1368054"/>
                  </a:lnTo>
                  <a:lnTo>
                    <a:pt x="2765588" y="1368947"/>
                  </a:lnTo>
                  <a:lnTo>
                    <a:pt x="2771831" y="1370840"/>
                  </a:lnTo>
                  <a:lnTo>
                    <a:pt x="2770133" y="1373057"/>
                  </a:lnTo>
                  <a:lnTo>
                    <a:pt x="2771831" y="1373236"/>
                  </a:lnTo>
                  <a:lnTo>
                    <a:pt x="2772620" y="1374364"/>
                  </a:lnTo>
                  <a:lnTo>
                    <a:pt x="2774630" y="1375205"/>
                  </a:lnTo>
                  <a:lnTo>
                    <a:pt x="2775132" y="1376333"/>
                  </a:lnTo>
                  <a:lnTo>
                    <a:pt x="2779342" y="1378538"/>
                  </a:lnTo>
                  <a:lnTo>
                    <a:pt x="2779677" y="1380959"/>
                  </a:lnTo>
                  <a:lnTo>
                    <a:pt x="2781997" y="1380995"/>
                  </a:lnTo>
                  <a:lnTo>
                    <a:pt x="2785441" y="1383294"/>
                  </a:lnTo>
                  <a:lnTo>
                    <a:pt x="2787259" y="1386153"/>
                  </a:lnTo>
                  <a:lnTo>
                    <a:pt x="2788958" y="1389501"/>
                  </a:lnTo>
                  <a:lnTo>
                    <a:pt x="2788336" y="1389933"/>
                  </a:lnTo>
                  <a:lnTo>
                    <a:pt x="2788503" y="1391357"/>
                  </a:lnTo>
                  <a:lnTo>
                    <a:pt x="2790441" y="1393485"/>
                  </a:lnTo>
                  <a:lnTo>
                    <a:pt x="2791015" y="1395598"/>
                  </a:lnTo>
                  <a:lnTo>
                    <a:pt x="2793622" y="1396176"/>
                  </a:lnTo>
                  <a:lnTo>
                    <a:pt x="2793359" y="1398417"/>
                  </a:lnTo>
                  <a:lnTo>
                    <a:pt x="2793981" y="1401203"/>
                  </a:lnTo>
                  <a:lnTo>
                    <a:pt x="2793239" y="1402616"/>
                  </a:lnTo>
                  <a:lnTo>
                    <a:pt x="2793933" y="1404627"/>
                  </a:lnTo>
                  <a:lnTo>
                    <a:pt x="2793024" y="1406532"/>
                  </a:lnTo>
                  <a:lnTo>
                    <a:pt x="2790991" y="1406532"/>
                  </a:lnTo>
                  <a:lnTo>
                    <a:pt x="2788862" y="1405987"/>
                  </a:lnTo>
                  <a:lnTo>
                    <a:pt x="2789221" y="1406586"/>
                  </a:lnTo>
                  <a:lnTo>
                    <a:pt x="2788049" y="1408456"/>
                  </a:lnTo>
                  <a:lnTo>
                    <a:pt x="2786350" y="1408928"/>
                  </a:lnTo>
                  <a:lnTo>
                    <a:pt x="2783934" y="1410272"/>
                  </a:lnTo>
                  <a:lnTo>
                    <a:pt x="2784126" y="1409382"/>
                  </a:lnTo>
                  <a:lnTo>
                    <a:pt x="2783121" y="1408474"/>
                  </a:lnTo>
                  <a:lnTo>
                    <a:pt x="2780873" y="1408801"/>
                  </a:lnTo>
                  <a:lnTo>
                    <a:pt x="2779294" y="1408111"/>
                  </a:lnTo>
                  <a:lnTo>
                    <a:pt x="2776711" y="1408310"/>
                  </a:lnTo>
                  <a:lnTo>
                    <a:pt x="2774391" y="1407893"/>
                  </a:lnTo>
                  <a:lnTo>
                    <a:pt x="2772166" y="1409455"/>
                  </a:lnTo>
                  <a:lnTo>
                    <a:pt x="2771520" y="1408746"/>
                  </a:lnTo>
                  <a:lnTo>
                    <a:pt x="2770276" y="1409218"/>
                  </a:lnTo>
                  <a:lnTo>
                    <a:pt x="2767837" y="1407439"/>
                  </a:lnTo>
                  <a:lnTo>
                    <a:pt x="2765421" y="1407475"/>
                  </a:lnTo>
                  <a:lnTo>
                    <a:pt x="2763531" y="1407040"/>
                  </a:lnTo>
                  <a:lnTo>
                    <a:pt x="2762407" y="1407711"/>
                  </a:lnTo>
                  <a:lnTo>
                    <a:pt x="2760493" y="1406223"/>
                  </a:lnTo>
                  <a:lnTo>
                    <a:pt x="2758077" y="1403159"/>
                  </a:lnTo>
                  <a:lnTo>
                    <a:pt x="2755733" y="1404210"/>
                  </a:lnTo>
                  <a:lnTo>
                    <a:pt x="2754226" y="1403721"/>
                  </a:lnTo>
                  <a:lnTo>
                    <a:pt x="2754298" y="1401873"/>
                  </a:lnTo>
                  <a:lnTo>
                    <a:pt x="2751619" y="1402018"/>
                  </a:lnTo>
                  <a:lnTo>
                    <a:pt x="2749394" y="1404410"/>
                  </a:lnTo>
                  <a:lnTo>
                    <a:pt x="2749394" y="1405752"/>
                  </a:lnTo>
                  <a:lnTo>
                    <a:pt x="2745089" y="1405280"/>
                  </a:lnTo>
                  <a:lnTo>
                    <a:pt x="2743606" y="1404247"/>
                  </a:lnTo>
                  <a:lnTo>
                    <a:pt x="2741549" y="1405498"/>
                  </a:lnTo>
                  <a:lnTo>
                    <a:pt x="2736143" y="1404990"/>
                  </a:lnTo>
                  <a:lnTo>
                    <a:pt x="2734732" y="1403938"/>
                  </a:lnTo>
                  <a:lnTo>
                    <a:pt x="2731072" y="1403449"/>
                  </a:lnTo>
                  <a:lnTo>
                    <a:pt x="2729469" y="1404482"/>
                  </a:lnTo>
                  <a:lnTo>
                    <a:pt x="2728058" y="1404772"/>
                  </a:lnTo>
                  <a:lnTo>
                    <a:pt x="2726264" y="1405951"/>
                  </a:lnTo>
                  <a:lnTo>
                    <a:pt x="2723609" y="1406151"/>
                  </a:lnTo>
                  <a:lnTo>
                    <a:pt x="2720595" y="1408220"/>
                  </a:lnTo>
                  <a:lnTo>
                    <a:pt x="2718514" y="1408220"/>
                  </a:lnTo>
                  <a:lnTo>
                    <a:pt x="2718108" y="1408946"/>
                  </a:lnTo>
                  <a:lnTo>
                    <a:pt x="2715476" y="1409255"/>
                  </a:lnTo>
                  <a:lnTo>
                    <a:pt x="2713682" y="1410690"/>
                  </a:lnTo>
                  <a:lnTo>
                    <a:pt x="2713778" y="1411817"/>
                  </a:lnTo>
                  <a:lnTo>
                    <a:pt x="2711554" y="1412672"/>
                  </a:lnTo>
                  <a:lnTo>
                    <a:pt x="2709855" y="1412363"/>
                  </a:lnTo>
                  <a:lnTo>
                    <a:pt x="2709018" y="1413054"/>
                  </a:lnTo>
                  <a:lnTo>
                    <a:pt x="2707296" y="1413291"/>
                  </a:lnTo>
                  <a:lnTo>
                    <a:pt x="2704856" y="1411454"/>
                  </a:lnTo>
                  <a:lnTo>
                    <a:pt x="2704138" y="1409782"/>
                  </a:lnTo>
                  <a:lnTo>
                    <a:pt x="2703110" y="1409455"/>
                  </a:lnTo>
                  <a:lnTo>
                    <a:pt x="2699211" y="1409582"/>
                  </a:lnTo>
                  <a:lnTo>
                    <a:pt x="2696269" y="1410399"/>
                  </a:lnTo>
                  <a:lnTo>
                    <a:pt x="2697345" y="1412781"/>
                  </a:lnTo>
                  <a:lnTo>
                    <a:pt x="2695193" y="1415657"/>
                  </a:lnTo>
                  <a:lnTo>
                    <a:pt x="2694547" y="1417716"/>
                  </a:lnTo>
                  <a:lnTo>
                    <a:pt x="2694858" y="1418665"/>
                  </a:lnTo>
                  <a:lnTo>
                    <a:pt x="2694403" y="1420197"/>
                  </a:lnTo>
                  <a:lnTo>
                    <a:pt x="2689571" y="1419905"/>
                  </a:lnTo>
                  <a:lnTo>
                    <a:pt x="2683735" y="1420343"/>
                  </a:lnTo>
                  <a:lnTo>
                    <a:pt x="2675172" y="1419522"/>
                  </a:lnTo>
                  <a:lnTo>
                    <a:pt x="2673521" y="1419139"/>
                  </a:lnTo>
                  <a:lnTo>
                    <a:pt x="2672708" y="1420398"/>
                  </a:lnTo>
                  <a:lnTo>
                    <a:pt x="2670077" y="1421639"/>
                  </a:lnTo>
                  <a:lnTo>
                    <a:pt x="2667278" y="1421748"/>
                  </a:lnTo>
                  <a:lnTo>
                    <a:pt x="2663858" y="1423191"/>
                  </a:lnTo>
                  <a:lnTo>
                    <a:pt x="2663379" y="1424672"/>
                  </a:lnTo>
                  <a:lnTo>
                    <a:pt x="2661944" y="1425842"/>
                  </a:lnTo>
                  <a:lnTo>
                    <a:pt x="2658189" y="1430034"/>
                  </a:lnTo>
                  <a:lnTo>
                    <a:pt x="2657208" y="1430199"/>
                  </a:lnTo>
                  <a:lnTo>
                    <a:pt x="2651683" y="1437576"/>
                  </a:lnTo>
                  <a:lnTo>
                    <a:pt x="2650558" y="1441586"/>
                  </a:lnTo>
                  <a:lnTo>
                    <a:pt x="2652328" y="1443225"/>
                  </a:lnTo>
                  <a:lnTo>
                    <a:pt x="2651922" y="1443575"/>
                  </a:lnTo>
                  <a:lnTo>
                    <a:pt x="2652257" y="1446045"/>
                  </a:lnTo>
                  <a:lnTo>
                    <a:pt x="2651252" y="1446008"/>
                  </a:lnTo>
                  <a:lnTo>
                    <a:pt x="2649793" y="1447281"/>
                  </a:lnTo>
                  <a:lnTo>
                    <a:pt x="2649578" y="1448388"/>
                  </a:lnTo>
                  <a:lnTo>
                    <a:pt x="2647903" y="1449866"/>
                  </a:lnTo>
                  <a:lnTo>
                    <a:pt x="2645607" y="1450272"/>
                  </a:lnTo>
                  <a:lnTo>
                    <a:pt x="2642497" y="1450032"/>
                  </a:lnTo>
                  <a:lnTo>
                    <a:pt x="2642163" y="1451085"/>
                  </a:lnTo>
                  <a:lnTo>
                    <a:pt x="2638670" y="1452342"/>
                  </a:lnTo>
                  <a:lnTo>
                    <a:pt x="2635848" y="1454987"/>
                  </a:lnTo>
                  <a:lnTo>
                    <a:pt x="2629461" y="1459990"/>
                  </a:lnTo>
                  <a:lnTo>
                    <a:pt x="2625060" y="1460843"/>
                  </a:lnTo>
                  <a:lnTo>
                    <a:pt x="2616449" y="1462959"/>
                  </a:lnTo>
                  <a:lnTo>
                    <a:pt x="2609201" y="1462792"/>
                  </a:lnTo>
                  <a:lnTo>
                    <a:pt x="2601643" y="1463535"/>
                  </a:lnTo>
                  <a:lnTo>
                    <a:pt x="2599203" y="1463238"/>
                  </a:lnTo>
                  <a:lnTo>
                    <a:pt x="2592386" y="1460936"/>
                  </a:lnTo>
                  <a:lnTo>
                    <a:pt x="2586789" y="1462458"/>
                  </a:lnTo>
                  <a:lnTo>
                    <a:pt x="2584851" y="1463182"/>
                  </a:lnTo>
                  <a:lnTo>
                    <a:pt x="2584421" y="1465895"/>
                  </a:lnTo>
                  <a:lnTo>
                    <a:pt x="2583631" y="1467754"/>
                  </a:lnTo>
                  <a:lnTo>
                    <a:pt x="2581311" y="1470863"/>
                  </a:lnTo>
                  <a:lnTo>
                    <a:pt x="2579350" y="1472372"/>
                  </a:lnTo>
                  <a:lnTo>
                    <a:pt x="2576934" y="1475020"/>
                  </a:lnTo>
                  <a:lnTo>
                    <a:pt x="2575618" y="1475561"/>
                  </a:lnTo>
                  <a:lnTo>
                    <a:pt x="2570858" y="1478680"/>
                  </a:lnTo>
                  <a:lnTo>
                    <a:pt x="2569590" y="1480549"/>
                  </a:lnTo>
                  <a:lnTo>
                    <a:pt x="2567988" y="1482195"/>
                  </a:lnTo>
                  <a:lnTo>
                    <a:pt x="2565978" y="1483337"/>
                  </a:lnTo>
                  <a:lnTo>
                    <a:pt x="2559855" y="1484048"/>
                  </a:lnTo>
                  <a:lnTo>
                    <a:pt x="2558085" y="1486334"/>
                  </a:lnTo>
                  <a:lnTo>
                    <a:pt x="2555645" y="1486952"/>
                  </a:lnTo>
                  <a:lnTo>
                    <a:pt x="2552272" y="1489653"/>
                  </a:lnTo>
                  <a:lnTo>
                    <a:pt x="2549139" y="1491549"/>
                  </a:lnTo>
                  <a:lnTo>
                    <a:pt x="2545623" y="1490930"/>
                  </a:lnTo>
                  <a:lnTo>
                    <a:pt x="2544188" y="1490122"/>
                  </a:lnTo>
                  <a:lnTo>
                    <a:pt x="2529094" y="1489146"/>
                  </a:lnTo>
                  <a:lnTo>
                    <a:pt x="2526080" y="1488134"/>
                  </a:lnTo>
                  <a:lnTo>
                    <a:pt x="2522205" y="1487365"/>
                  </a:lnTo>
                  <a:lnTo>
                    <a:pt x="2518809" y="1487346"/>
                  </a:lnTo>
                  <a:lnTo>
                    <a:pt x="2513451" y="1485622"/>
                  </a:lnTo>
                  <a:lnTo>
                    <a:pt x="2509074" y="1483356"/>
                  </a:lnTo>
                  <a:lnTo>
                    <a:pt x="2506777" y="1480250"/>
                  </a:lnTo>
                  <a:lnTo>
                    <a:pt x="2502831" y="1477130"/>
                  </a:lnTo>
                  <a:lnTo>
                    <a:pt x="2501180" y="1477447"/>
                  </a:lnTo>
                  <a:lnTo>
                    <a:pt x="2490201" y="1477074"/>
                  </a:lnTo>
                  <a:lnTo>
                    <a:pt x="2488551" y="1476047"/>
                  </a:lnTo>
                  <a:lnTo>
                    <a:pt x="2485895" y="1476289"/>
                  </a:lnTo>
                  <a:lnTo>
                    <a:pt x="2482044" y="1477989"/>
                  </a:lnTo>
                  <a:lnTo>
                    <a:pt x="2476639" y="1481653"/>
                  </a:lnTo>
                  <a:lnTo>
                    <a:pt x="2473840" y="1486484"/>
                  </a:lnTo>
                  <a:lnTo>
                    <a:pt x="2471209" y="1490085"/>
                  </a:lnTo>
                  <a:lnTo>
                    <a:pt x="2469678" y="1493296"/>
                  </a:lnTo>
                  <a:lnTo>
                    <a:pt x="2468721" y="1495891"/>
                  </a:lnTo>
                  <a:lnTo>
                    <a:pt x="2469080" y="1499016"/>
                  </a:lnTo>
                  <a:lnTo>
                    <a:pt x="2467549" y="1500165"/>
                  </a:lnTo>
                  <a:lnTo>
                    <a:pt x="2466927" y="1502050"/>
                  </a:lnTo>
                  <a:lnTo>
                    <a:pt x="2465540" y="1502880"/>
                  </a:lnTo>
                  <a:lnTo>
                    <a:pt x="2463554" y="1507052"/>
                  </a:lnTo>
                  <a:lnTo>
                    <a:pt x="2463100" y="1508696"/>
                  </a:lnTo>
                  <a:lnTo>
                    <a:pt x="2463602" y="1510360"/>
                  </a:lnTo>
                  <a:lnTo>
                    <a:pt x="2466640" y="1511477"/>
                  </a:lnTo>
                  <a:lnTo>
                    <a:pt x="2467693" y="1512896"/>
                  </a:lnTo>
                  <a:lnTo>
                    <a:pt x="2467980" y="1515340"/>
                  </a:lnTo>
                  <a:lnTo>
                    <a:pt x="2468673" y="1516914"/>
                  </a:lnTo>
                  <a:lnTo>
                    <a:pt x="2472692" y="1521774"/>
                  </a:lnTo>
                  <a:lnTo>
                    <a:pt x="2474223" y="1522971"/>
                  </a:lnTo>
                  <a:lnTo>
                    <a:pt x="2476973" y="1524017"/>
                  </a:lnTo>
                  <a:lnTo>
                    <a:pt x="2480753" y="1527118"/>
                  </a:lnTo>
                  <a:lnTo>
                    <a:pt x="2484221" y="1532283"/>
                  </a:lnTo>
                  <a:lnTo>
                    <a:pt x="2484652" y="1535605"/>
                  </a:lnTo>
                  <a:lnTo>
                    <a:pt x="2483886" y="1538032"/>
                  </a:lnTo>
                  <a:lnTo>
                    <a:pt x="2481566" y="1538892"/>
                  </a:lnTo>
                  <a:lnTo>
                    <a:pt x="2477787" y="1538969"/>
                  </a:lnTo>
                  <a:lnTo>
                    <a:pt x="2470491" y="1545959"/>
                  </a:lnTo>
                  <a:lnTo>
                    <a:pt x="2468865" y="1546994"/>
                  </a:lnTo>
                  <a:lnTo>
                    <a:pt x="2464679" y="1546822"/>
                  </a:lnTo>
                  <a:lnTo>
                    <a:pt x="2462502" y="1547781"/>
                  </a:lnTo>
                  <a:lnTo>
                    <a:pt x="2460708" y="1549393"/>
                  </a:lnTo>
                  <a:lnTo>
                    <a:pt x="2454082" y="1551160"/>
                  </a:lnTo>
                  <a:lnTo>
                    <a:pt x="2452815" y="1551871"/>
                  </a:lnTo>
                  <a:lnTo>
                    <a:pt x="2449657" y="1552851"/>
                  </a:lnTo>
                  <a:lnTo>
                    <a:pt x="2447744" y="1554082"/>
                  </a:lnTo>
                  <a:lnTo>
                    <a:pt x="2439970" y="1562076"/>
                  </a:lnTo>
                  <a:lnTo>
                    <a:pt x="2438008" y="1564276"/>
                  </a:lnTo>
                  <a:lnTo>
                    <a:pt x="2436717" y="1564701"/>
                  </a:lnTo>
                  <a:lnTo>
                    <a:pt x="2434803" y="1567058"/>
                  </a:lnTo>
                  <a:lnTo>
                    <a:pt x="2434899" y="1567715"/>
                  </a:lnTo>
                  <a:lnTo>
                    <a:pt x="2432626" y="1571487"/>
                  </a:lnTo>
                  <a:lnTo>
                    <a:pt x="2426359" y="1575769"/>
                  </a:lnTo>
                  <a:lnTo>
                    <a:pt x="2425092" y="1578329"/>
                  </a:lnTo>
                  <a:lnTo>
                    <a:pt x="2421647" y="1580057"/>
                  </a:lnTo>
                  <a:lnTo>
                    <a:pt x="2413538" y="1583030"/>
                  </a:lnTo>
                  <a:lnTo>
                    <a:pt x="2412319" y="1584449"/>
                  </a:lnTo>
                  <a:lnTo>
                    <a:pt x="2404473" y="1584760"/>
                  </a:lnTo>
                  <a:lnTo>
                    <a:pt x="2397775" y="1587251"/>
                  </a:lnTo>
                  <a:lnTo>
                    <a:pt x="2395838" y="1588147"/>
                  </a:lnTo>
                  <a:lnTo>
                    <a:pt x="2390408" y="1591967"/>
                  </a:lnTo>
                  <a:lnTo>
                    <a:pt x="2388184" y="1592572"/>
                  </a:lnTo>
                  <a:lnTo>
                    <a:pt x="2380601" y="1593586"/>
                  </a:lnTo>
                  <a:lnTo>
                    <a:pt x="2370292" y="1592591"/>
                  </a:lnTo>
                  <a:lnTo>
                    <a:pt x="2368641" y="1593001"/>
                  </a:lnTo>
                  <a:lnTo>
                    <a:pt x="2363283" y="1595363"/>
                  </a:lnTo>
                  <a:lnTo>
                    <a:pt x="2361465" y="1594504"/>
                  </a:lnTo>
                  <a:lnTo>
                    <a:pt x="2357830" y="1594582"/>
                  </a:lnTo>
                  <a:lnTo>
                    <a:pt x="2351132" y="1593274"/>
                  </a:lnTo>
                  <a:lnTo>
                    <a:pt x="2342043" y="1593469"/>
                  </a:lnTo>
                  <a:lnTo>
                    <a:pt x="2339698" y="1592513"/>
                  </a:lnTo>
                  <a:lnTo>
                    <a:pt x="2333910" y="1593567"/>
                  </a:lnTo>
                  <a:lnTo>
                    <a:pt x="2331303" y="1593704"/>
                  </a:lnTo>
                  <a:lnTo>
                    <a:pt x="2329939" y="1594582"/>
                  </a:lnTo>
                  <a:lnTo>
                    <a:pt x="2328097" y="1595011"/>
                  </a:lnTo>
                  <a:lnTo>
                    <a:pt x="2320204" y="1594504"/>
                  </a:lnTo>
                  <a:lnTo>
                    <a:pt x="2313913" y="1594601"/>
                  </a:lnTo>
                  <a:lnTo>
                    <a:pt x="2311091" y="1592669"/>
                  </a:lnTo>
                  <a:lnTo>
                    <a:pt x="2309727" y="1592572"/>
                  </a:lnTo>
                  <a:lnTo>
                    <a:pt x="2303412" y="1594621"/>
                  </a:lnTo>
                  <a:lnTo>
                    <a:pt x="2302169" y="1596750"/>
                  </a:lnTo>
                  <a:lnTo>
                    <a:pt x="2293605" y="1598743"/>
                  </a:lnTo>
                  <a:lnTo>
                    <a:pt x="2283296" y="1599975"/>
                  </a:lnTo>
                  <a:lnTo>
                    <a:pt x="2276574" y="1602167"/>
                  </a:lnTo>
                  <a:lnTo>
                    <a:pt x="2267246" y="1605712"/>
                  </a:lnTo>
                  <a:lnTo>
                    <a:pt x="2266169" y="1606241"/>
                  </a:lnTo>
                  <a:lnTo>
                    <a:pt x="2253301" y="1611421"/>
                  </a:lnTo>
                  <a:lnTo>
                    <a:pt x="2242752" y="1615097"/>
                  </a:lnTo>
                  <a:lnTo>
                    <a:pt x="2236844" y="1617772"/>
                  </a:lnTo>
                  <a:lnTo>
                    <a:pt x="2228903" y="1621810"/>
                  </a:lnTo>
                  <a:lnTo>
                    <a:pt x="2225267" y="1623901"/>
                  </a:lnTo>
                  <a:lnTo>
                    <a:pt x="2222899" y="1623842"/>
                  </a:lnTo>
                  <a:lnTo>
                    <a:pt x="2214312" y="1631268"/>
                  </a:lnTo>
                  <a:lnTo>
                    <a:pt x="2210963" y="1628125"/>
                  </a:lnTo>
                  <a:lnTo>
                    <a:pt x="2206322" y="1628204"/>
                  </a:lnTo>
                  <a:lnTo>
                    <a:pt x="2201873" y="1628521"/>
                  </a:lnTo>
                  <a:lnTo>
                    <a:pt x="2195463" y="1627790"/>
                  </a:lnTo>
                  <a:lnTo>
                    <a:pt x="2195702" y="1618363"/>
                  </a:lnTo>
                  <a:lnTo>
                    <a:pt x="2191373" y="1619013"/>
                  </a:lnTo>
                  <a:lnTo>
                    <a:pt x="2187091" y="1619879"/>
                  </a:lnTo>
                  <a:lnTo>
                    <a:pt x="2178217" y="1621456"/>
                  </a:lnTo>
                  <a:lnTo>
                    <a:pt x="2170012" y="1621574"/>
                  </a:lnTo>
                  <a:lnTo>
                    <a:pt x="2153938" y="1618264"/>
                  </a:lnTo>
                  <a:lnTo>
                    <a:pt x="2152527" y="1618048"/>
                  </a:lnTo>
                  <a:lnTo>
                    <a:pt x="2144323" y="1614487"/>
                  </a:lnTo>
                  <a:lnTo>
                    <a:pt x="2137123" y="1611598"/>
                  </a:lnTo>
                  <a:lnTo>
                    <a:pt x="2125091" y="1606084"/>
                  </a:lnTo>
                  <a:lnTo>
                    <a:pt x="2121575" y="1606026"/>
                  </a:lnTo>
                  <a:lnTo>
                    <a:pt x="2118442" y="1605673"/>
                  </a:lnTo>
                  <a:lnTo>
                    <a:pt x="2114878" y="1606477"/>
                  </a:lnTo>
                  <a:lnTo>
                    <a:pt x="2101076" y="1602969"/>
                  </a:lnTo>
                  <a:lnTo>
                    <a:pt x="2100167" y="1602578"/>
                  </a:lnTo>
                  <a:lnTo>
                    <a:pt x="2092680" y="1593743"/>
                  </a:lnTo>
                  <a:lnTo>
                    <a:pt x="2089810" y="1590583"/>
                  </a:lnTo>
                  <a:lnTo>
                    <a:pt x="2088518" y="1590329"/>
                  </a:lnTo>
                  <a:lnTo>
                    <a:pt x="2080266" y="1589433"/>
                  </a:lnTo>
                  <a:lnTo>
                    <a:pt x="2069932" y="1586940"/>
                  </a:lnTo>
                  <a:lnTo>
                    <a:pt x="2053284" y="1583185"/>
                  </a:lnTo>
                  <a:lnTo>
                    <a:pt x="2051873" y="1583010"/>
                  </a:lnTo>
                  <a:lnTo>
                    <a:pt x="2032403" y="1582349"/>
                  </a:lnTo>
                  <a:lnTo>
                    <a:pt x="2030345" y="1584722"/>
                  </a:lnTo>
                  <a:lnTo>
                    <a:pt x="2019940" y="1584177"/>
                  </a:lnTo>
                  <a:lnTo>
                    <a:pt x="2018577" y="1584216"/>
                  </a:lnTo>
                  <a:lnTo>
                    <a:pt x="2000829" y="1587738"/>
                  </a:lnTo>
                  <a:lnTo>
                    <a:pt x="1979492" y="1586025"/>
                  </a:lnTo>
                  <a:lnTo>
                    <a:pt x="1963323" y="1584644"/>
                  </a:lnTo>
                  <a:lnTo>
                    <a:pt x="1949688" y="1583982"/>
                  </a:lnTo>
                  <a:lnTo>
                    <a:pt x="1935576" y="1581650"/>
                  </a:lnTo>
                  <a:lnTo>
                    <a:pt x="1914239" y="1578290"/>
                  </a:lnTo>
                  <a:lnTo>
                    <a:pt x="1909982" y="1577708"/>
                  </a:lnTo>
                  <a:lnTo>
                    <a:pt x="1902040" y="1579436"/>
                  </a:lnTo>
                  <a:lnTo>
                    <a:pt x="1893262" y="1579397"/>
                  </a:lnTo>
                  <a:lnTo>
                    <a:pt x="1879436" y="1580698"/>
                  </a:lnTo>
                  <a:lnTo>
                    <a:pt x="1878551" y="1573056"/>
                  </a:lnTo>
                  <a:lnTo>
                    <a:pt x="1861377" y="1558510"/>
                  </a:lnTo>
                  <a:lnTo>
                    <a:pt x="1859774" y="1556276"/>
                  </a:lnTo>
                  <a:lnTo>
                    <a:pt x="1858913" y="1550219"/>
                  </a:lnTo>
                  <a:lnTo>
                    <a:pt x="1854177" y="1542260"/>
                  </a:lnTo>
                  <a:lnTo>
                    <a:pt x="1853005" y="1539026"/>
                  </a:lnTo>
                  <a:lnTo>
                    <a:pt x="1850661" y="1533848"/>
                  </a:lnTo>
                  <a:lnTo>
                    <a:pt x="1849800" y="1530853"/>
                  </a:lnTo>
                  <a:lnTo>
                    <a:pt x="1846068" y="1524150"/>
                  </a:lnTo>
                  <a:lnTo>
                    <a:pt x="1842146" y="1524055"/>
                  </a:lnTo>
                  <a:lnTo>
                    <a:pt x="1840256" y="1523332"/>
                  </a:lnTo>
                  <a:lnTo>
                    <a:pt x="1838294" y="1523218"/>
                  </a:lnTo>
                  <a:lnTo>
                    <a:pt x="1839251" y="1520501"/>
                  </a:lnTo>
                  <a:lnTo>
                    <a:pt x="1839419" y="1517142"/>
                  </a:lnTo>
                  <a:lnTo>
                    <a:pt x="1840208" y="1514431"/>
                  </a:lnTo>
                  <a:lnTo>
                    <a:pt x="1841548" y="1513654"/>
                  </a:lnTo>
                  <a:lnTo>
                    <a:pt x="1842313" y="1512026"/>
                  </a:lnTo>
                  <a:lnTo>
                    <a:pt x="1841667" y="1511287"/>
                  </a:lnTo>
                  <a:lnTo>
                    <a:pt x="1834874" y="1512234"/>
                  </a:lnTo>
                  <a:lnTo>
                    <a:pt x="1830592" y="1512556"/>
                  </a:lnTo>
                  <a:lnTo>
                    <a:pt x="1825545" y="1513294"/>
                  </a:lnTo>
                  <a:lnTo>
                    <a:pt x="1823488" y="1511552"/>
                  </a:lnTo>
                  <a:lnTo>
                    <a:pt x="1818848" y="1510341"/>
                  </a:lnTo>
                  <a:lnTo>
                    <a:pt x="1816599" y="1509433"/>
                  </a:lnTo>
                  <a:lnTo>
                    <a:pt x="1814829" y="1509433"/>
                  </a:lnTo>
                  <a:lnTo>
                    <a:pt x="1812916" y="1506938"/>
                  </a:lnTo>
                  <a:lnTo>
                    <a:pt x="1810308" y="1504672"/>
                  </a:lnTo>
                  <a:lnTo>
                    <a:pt x="1808395" y="1504049"/>
                  </a:lnTo>
                  <a:lnTo>
                    <a:pt x="1805046" y="1501974"/>
                  </a:lnTo>
                  <a:lnTo>
                    <a:pt x="1801937" y="1501428"/>
                  </a:lnTo>
                  <a:lnTo>
                    <a:pt x="1800717" y="1501692"/>
                  </a:lnTo>
                  <a:lnTo>
                    <a:pt x="1799569" y="1498733"/>
                  </a:lnTo>
                  <a:lnTo>
                    <a:pt x="1797631" y="1497811"/>
                  </a:lnTo>
                  <a:lnTo>
                    <a:pt x="1795598" y="1495947"/>
                  </a:lnTo>
                  <a:lnTo>
                    <a:pt x="1795119" y="1494969"/>
                  </a:lnTo>
                  <a:lnTo>
                    <a:pt x="1792680" y="1494217"/>
                  </a:lnTo>
                  <a:lnTo>
                    <a:pt x="1789331" y="1492131"/>
                  </a:lnTo>
                  <a:lnTo>
                    <a:pt x="1776032" y="1486240"/>
                  </a:lnTo>
                  <a:lnTo>
                    <a:pt x="1775745" y="1484966"/>
                  </a:lnTo>
                  <a:lnTo>
                    <a:pt x="1771750" y="1483543"/>
                  </a:lnTo>
                  <a:lnTo>
                    <a:pt x="1767708" y="1481709"/>
                  </a:lnTo>
                  <a:lnTo>
                    <a:pt x="1764813" y="1482270"/>
                  </a:lnTo>
                  <a:lnTo>
                    <a:pt x="1762565" y="1480942"/>
                  </a:lnTo>
                  <a:lnTo>
                    <a:pt x="1760149" y="1480512"/>
                  </a:lnTo>
                  <a:lnTo>
                    <a:pt x="1760125" y="1481166"/>
                  </a:lnTo>
                  <a:lnTo>
                    <a:pt x="1757733" y="1480661"/>
                  </a:lnTo>
                  <a:lnTo>
                    <a:pt x="1754695" y="1479614"/>
                  </a:lnTo>
                  <a:lnTo>
                    <a:pt x="1751825" y="1479970"/>
                  </a:lnTo>
                  <a:lnTo>
                    <a:pt x="1750342" y="1479484"/>
                  </a:lnTo>
                  <a:lnTo>
                    <a:pt x="1748022" y="1479857"/>
                  </a:lnTo>
                  <a:lnTo>
                    <a:pt x="1745319" y="1479521"/>
                  </a:lnTo>
                  <a:lnTo>
                    <a:pt x="1744936" y="1478661"/>
                  </a:lnTo>
                  <a:lnTo>
                    <a:pt x="1743429" y="1478232"/>
                  </a:lnTo>
                  <a:lnTo>
                    <a:pt x="1742018" y="1478587"/>
                  </a:lnTo>
                  <a:lnTo>
                    <a:pt x="1739363" y="1478063"/>
                  </a:lnTo>
                  <a:lnTo>
                    <a:pt x="1735655" y="1479166"/>
                  </a:lnTo>
                  <a:lnTo>
                    <a:pt x="1730369" y="1479484"/>
                  </a:lnTo>
                  <a:lnTo>
                    <a:pt x="1728551" y="1480250"/>
                  </a:lnTo>
                  <a:lnTo>
                    <a:pt x="1725178" y="1479484"/>
                  </a:lnTo>
                  <a:lnTo>
                    <a:pt x="1722643" y="1479670"/>
                  </a:lnTo>
                  <a:lnTo>
                    <a:pt x="1721351" y="1479016"/>
                  </a:lnTo>
                  <a:lnTo>
                    <a:pt x="1718433" y="1479596"/>
                  </a:lnTo>
                  <a:lnTo>
                    <a:pt x="1712979" y="1476700"/>
                  </a:lnTo>
                  <a:lnTo>
                    <a:pt x="1711305" y="1476457"/>
                  </a:lnTo>
                  <a:lnTo>
                    <a:pt x="1704655" y="1476812"/>
                  </a:lnTo>
                  <a:lnTo>
                    <a:pt x="1701450" y="1476644"/>
                  </a:lnTo>
                  <a:lnTo>
                    <a:pt x="1697240" y="1477410"/>
                  </a:lnTo>
                  <a:lnTo>
                    <a:pt x="1692074" y="1476962"/>
                  </a:lnTo>
                  <a:lnTo>
                    <a:pt x="1689682" y="1475711"/>
                  </a:lnTo>
                  <a:lnTo>
                    <a:pt x="1687696" y="1473379"/>
                  </a:lnTo>
                  <a:lnTo>
                    <a:pt x="1686931" y="1473379"/>
                  </a:lnTo>
                  <a:lnTo>
                    <a:pt x="1684922" y="1475394"/>
                  </a:lnTo>
                  <a:lnTo>
                    <a:pt x="1683271" y="1474573"/>
                  </a:lnTo>
                  <a:lnTo>
                    <a:pt x="1679659" y="1474237"/>
                  </a:lnTo>
                  <a:lnTo>
                    <a:pt x="1679229" y="1473510"/>
                  </a:lnTo>
                  <a:lnTo>
                    <a:pt x="1677865" y="1473267"/>
                  </a:lnTo>
                  <a:lnTo>
                    <a:pt x="1676908" y="1471478"/>
                  </a:lnTo>
                  <a:lnTo>
                    <a:pt x="1675306" y="1470751"/>
                  </a:lnTo>
                  <a:lnTo>
                    <a:pt x="1672220" y="1471068"/>
                  </a:lnTo>
                  <a:lnTo>
                    <a:pt x="1670570" y="1470640"/>
                  </a:lnTo>
                  <a:lnTo>
                    <a:pt x="1668776" y="1471403"/>
                  </a:lnTo>
                  <a:lnTo>
                    <a:pt x="1665666" y="1471813"/>
                  </a:lnTo>
                  <a:lnTo>
                    <a:pt x="1665092" y="1471049"/>
                  </a:lnTo>
                  <a:lnTo>
                    <a:pt x="1666288" y="1469262"/>
                  </a:lnTo>
                  <a:lnTo>
                    <a:pt x="1665499" y="1467884"/>
                  </a:lnTo>
                  <a:lnTo>
                    <a:pt x="1663729" y="1467029"/>
                  </a:lnTo>
                  <a:lnTo>
                    <a:pt x="1662676" y="1467271"/>
                  </a:lnTo>
                  <a:lnTo>
                    <a:pt x="1663011" y="1465783"/>
                  </a:lnTo>
                  <a:lnTo>
                    <a:pt x="1661480" y="1462365"/>
                  </a:lnTo>
                  <a:lnTo>
                    <a:pt x="1661432" y="1461196"/>
                  </a:lnTo>
                  <a:lnTo>
                    <a:pt x="1659519" y="1459767"/>
                  </a:lnTo>
                  <a:lnTo>
                    <a:pt x="1657486" y="1458748"/>
                  </a:lnTo>
                  <a:lnTo>
                    <a:pt x="1657701" y="1454562"/>
                  </a:lnTo>
                  <a:lnTo>
                    <a:pt x="1659184" y="1448093"/>
                  </a:lnTo>
                  <a:lnTo>
                    <a:pt x="1662485" y="1443409"/>
                  </a:lnTo>
                  <a:lnTo>
                    <a:pt x="1666025" y="1439580"/>
                  </a:lnTo>
                  <a:lnTo>
                    <a:pt x="1671359" y="1435096"/>
                  </a:lnTo>
                  <a:lnTo>
                    <a:pt x="1670833" y="1433169"/>
                  </a:lnTo>
                  <a:lnTo>
                    <a:pt x="1671096" y="1430767"/>
                  </a:lnTo>
                  <a:lnTo>
                    <a:pt x="1669661" y="1429027"/>
                  </a:lnTo>
                  <a:lnTo>
                    <a:pt x="1668250" y="1426427"/>
                  </a:lnTo>
                  <a:lnTo>
                    <a:pt x="1668537" y="1425787"/>
                  </a:lnTo>
                  <a:lnTo>
                    <a:pt x="1666384" y="1422315"/>
                  </a:lnTo>
                  <a:lnTo>
                    <a:pt x="1669613" y="1419558"/>
                  </a:lnTo>
                  <a:lnTo>
                    <a:pt x="1670115" y="1417589"/>
                  </a:lnTo>
                  <a:lnTo>
                    <a:pt x="1671263" y="1416495"/>
                  </a:lnTo>
                  <a:lnTo>
                    <a:pt x="1671742" y="1413982"/>
                  </a:lnTo>
                  <a:lnTo>
                    <a:pt x="1672627" y="1413273"/>
                  </a:lnTo>
                  <a:lnTo>
                    <a:pt x="1673344" y="1411417"/>
                  </a:lnTo>
                  <a:lnTo>
                    <a:pt x="1672914" y="1410527"/>
                  </a:lnTo>
                  <a:lnTo>
                    <a:pt x="1670952" y="1410381"/>
                  </a:lnTo>
                  <a:lnTo>
                    <a:pt x="1671670" y="1406495"/>
                  </a:lnTo>
                  <a:lnTo>
                    <a:pt x="1672364" y="1404410"/>
                  </a:lnTo>
                  <a:lnTo>
                    <a:pt x="1671000" y="1402253"/>
                  </a:lnTo>
                  <a:lnTo>
                    <a:pt x="1669972" y="1402108"/>
                  </a:lnTo>
                  <a:lnTo>
                    <a:pt x="1669972" y="1401185"/>
                  </a:lnTo>
                  <a:lnTo>
                    <a:pt x="1668034" y="1399629"/>
                  </a:lnTo>
                  <a:lnTo>
                    <a:pt x="1668632" y="1397260"/>
                  </a:lnTo>
                  <a:lnTo>
                    <a:pt x="1667532" y="1396645"/>
                  </a:lnTo>
                  <a:lnTo>
                    <a:pt x="1667245" y="1394641"/>
                  </a:lnTo>
                  <a:lnTo>
                    <a:pt x="1666432" y="1393666"/>
                  </a:lnTo>
                  <a:lnTo>
                    <a:pt x="1663681" y="1392114"/>
                  </a:lnTo>
                  <a:lnTo>
                    <a:pt x="1661217" y="1392259"/>
                  </a:lnTo>
                  <a:lnTo>
                    <a:pt x="1658299" y="1388366"/>
                  </a:lnTo>
                  <a:lnTo>
                    <a:pt x="1656816" y="1386998"/>
                  </a:lnTo>
                  <a:lnTo>
                    <a:pt x="1653946" y="1383168"/>
                  </a:lnTo>
                  <a:lnTo>
                    <a:pt x="1653228" y="1382791"/>
                  </a:lnTo>
                  <a:lnTo>
                    <a:pt x="1651673" y="1379363"/>
                  </a:lnTo>
                  <a:lnTo>
                    <a:pt x="1650382" y="1377910"/>
                  </a:lnTo>
                  <a:lnTo>
                    <a:pt x="1651865" y="1375187"/>
                  </a:lnTo>
                  <a:lnTo>
                    <a:pt x="1651147" y="1374256"/>
                  </a:lnTo>
                  <a:lnTo>
                    <a:pt x="1649616" y="1374041"/>
                  </a:lnTo>
                  <a:lnTo>
                    <a:pt x="1649257" y="1372539"/>
                  </a:lnTo>
                  <a:lnTo>
                    <a:pt x="1649855" y="1371502"/>
                  </a:lnTo>
                  <a:lnTo>
                    <a:pt x="1649616" y="1369947"/>
                  </a:lnTo>
                  <a:lnTo>
                    <a:pt x="1646889" y="1367733"/>
                  </a:lnTo>
                  <a:lnTo>
                    <a:pt x="1646028" y="1365289"/>
                  </a:lnTo>
                  <a:lnTo>
                    <a:pt x="1644880" y="1363774"/>
                  </a:lnTo>
                  <a:lnTo>
                    <a:pt x="1646363" y="1363471"/>
                  </a:lnTo>
                  <a:lnTo>
                    <a:pt x="1644306" y="1361815"/>
                  </a:lnTo>
                  <a:lnTo>
                    <a:pt x="1639833" y="1360765"/>
                  </a:lnTo>
                  <a:lnTo>
                    <a:pt x="1638422" y="1359893"/>
                  </a:lnTo>
                  <a:lnTo>
                    <a:pt x="1636676" y="1359982"/>
                  </a:lnTo>
                  <a:lnTo>
                    <a:pt x="1634379" y="1357582"/>
                  </a:lnTo>
                  <a:lnTo>
                    <a:pt x="1634164" y="1355682"/>
                  </a:lnTo>
                  <a:lnTo>
                    <a:pt x="1634786" y="1353694"/>
                  </a:lnTo>
                  <a:lnTo>
                    <a:pt x="1633997" y="1352896"/>
                  </a:lnTo>
                  <a:lnTo>
                    <a:pt x="1633016" y="1353286"/>
                  </a:lnTo>
                  <a:lnTo>
                    <a:pt x="1629882" y="1352789"/>
                  </a:lnTo>
                  <a:lnTo>
                    <a:pt x="1629787" y="1354687"/>
                  </a:lnTo>
                  <a:lnTo>
                    <a:pt x="1626366" y="1355078"/>
                  </a:lnTo>
                  <a:lnTo>
                    <a:pt x="1622180" y="1355007"/>
                  </a:lnTo>
                  <a:lnTo>
                    <a:pt x="1621152" y="1352275"/>
                  </a:lnTo>
                  <a:lnTo>
                    <a:pt x="1617875" y="1351566"/>
                  </a:lnTo>
                  <a:lnTo>
                    <a:pt x="1617659" y="1350060"/>
                  </a:lnTo>
                  <a:lnTo>
                    <a:pt x="1615722" y="1348927"/>
                  </a:lnTo>
                  <a:lnTo>
                    <a:pt x="1615866" y="1347051"/>
                  </a:lnTo>
                  <a:lnTo>
                    <a:pt x="1614693" y="1346079"/>
                  </a:lnTo>
                  <a:lnTo>
                    <a:pt x="1611943" y="1346503"/>
                  </a:lnTo>
                  <a:lnTo>
                    <a:pt x="1607398" y="1345708"/>
                  </a:lnTo>
                  <a:lnTo>
                    <a:pt x="1606561" y="1346592"/>
                  </a:lnTo>
                  <a:lnTo>
                    <a:pt x="1604575" y="1346786"/>
                  </a:lnTo>
                  <a:lnTo>
                    <a:pt x="1603547" y="1348007"/>
                  </a:lnTo>
                  <a:lnTo>
                    <a:pt x="1601585" y="1348626"/>
                  </a:lnTo>
                  <a:lnTo>
                    <a:pt x="1598667" y="1347883"/>
                  </a:lnTo>
                  <a:lnTo>
                    <a:pt x="1595629" y="1348325"/>
                  </a:lnTo>
                  <a:lnTo>
                    <a:pt x="1594338" y="1347317"/>
                  </a:lnTo>
                  <a:lnTo>
                    <a:pt x="1593644" y="1345496"/>
                  </a:lnTo>
                  <a:lnTo>
                    <a:pt x="1590798" y="1343746"/>
                  </a:lnTo>
                  <a:lnTo>
                    <a:pt x="1590224" y="1342652"/>
                  </a:lnTo>
                  <a:lnTo>
                    <a:pt x="1585775" y="1343022"/>
                  </a:lnTo>
                  <a:lnTo>
                    <a:pt x="1584722" y="1341840"/>
                  </a:lnTo>
                  <a:lnTo>
                    <a:pt x="1581780" y="1340658"/>
                  </a:lnTo>
                  <a:lnTo>
                    <a:pt x="1580967" y="1339758"/>
                  </a:lnTo>
                  <a:lnTo>
                    <a:pt x="1579723" y="1340181"/>
                  </a:lnTo>
                  <a:lnTo>
                    <a:pt x="1578551" y="1339635"/>
                  </a:lnTo>
                  <a:lnTo>
                    <a:pt x="1577116" y="1337961"/>
                  </a:lnTo>
                  <a:lnTo>
                    <a:pt x="1576853" y="1336270"/>
                  </a:lnTo>
                  <a:lnTo>
                    <a:pt x="1576087" y="1335478"/>
                  </a:lnTo>
                  <a:lnTo>
                    <a:pt x="1577283" y="1332822"/>
                  </a:lnTo>
                  <a:lnTo>
                    <a:pt x="1576039" y="1332207"/>
                  </a:lnTo>
                  <a:lnTo>
                    <a:pt x="1576015" y="1331417"/>
                  </a:lnTo>
                  <a:lnTo>
                    <a:pt x="1574556" y="1331452"/>
                  </a:lnTo>
                  <a:lnTo>
                    <a:pt x="1574078" y="1329924"/>
                  </a:lnTo>
                  <a:lnTo>
                    <a:pt x="1573312" y="1329503"/>
                  </a:lnTo>
                  <a:lnTo>
                    <a:pt x="1571710" y="1330416"/>
                  </a:lnTo>
                  <a:lnTo>
                    <a:pt x="1570777" y="1330363"/>
                  </a:lnTo>
                  <a:lnTo>
                    <a:pt x="1567763" y="1328608"/>
                  </a:lnTo>
                  <a:lnTo>
                    <a:pt x="1567859" y="1327398"/>
                  </a:lnTo>
                  <a:lnTo>
                    <a:pt x="1566113" y="1326609"/>
                  </a:lnTo>
                  <a:lnTo>
                    <a:pt x="1562668" y="1325733"/>
                  </a:lnTo>
                  <a:lnTo>
                    <a:pt x="1561400" y="1325925"/>
                  </a:lnTo>
                  <a:lnTo>
                    <a:pt x="1559654" y="1324489"/>
                  </a:lnTo>
                  <a:lnTo>
                    <a:pt x="1558817" y="1324699"/>
                  </a:lnTo>
                  <a:lnTo>
                    <a:pt x="1557980" y="1323631"/>
                  </a:lnTo>
                  <a:lnTo>
                    <a:pt x="1555373" y="1323526"/>
                  </a:lnTo>
                  <a:lnTo>
                    <a:pt x="1552718" y="1322301"/>
                  </a:lnTo>
                  <a:lnTo>
                    <a:pt x="1552263" y="1321269"/>
                  </a:lnTo>
                  <a:lnTo>
                    <a:pt x="1554177" y="1320413"/>
                  </a:lnTo>
                  <a:lnTo>
                    <a:pt x="1554799" y="1318892"/>
                  </a:lnTo>
                  <a:lnTo>
                    <a:pt x="1557238" y="1317041"/>
                  </a:lnTo>
                  <a:lnTo>
                    <a:pt x="1557286" y="1315942"/>
                  </a:lnTo>
                  <a:lnTo>
                    <a:pt x="1556258" y="1316256"/>
                  </a:lnTo>
                  <a:lnTo>
                    <a:pt x="1554894" y="1314599"/>
                  </a:lnTo>
                  <a:lnTo>
                    <a:pt x="1552263" y="1313571"/>
                  </a:lnTo>
                  <a:lnTo>
                    <a:pt x="1551378" y="1314268"/>
                  </a:lnTo>
                  <a:lnTo>
                    <a:pt x="1548795" y="1312421"/>
                  </a:lnTo>
                  <a:lnTo>
                    <a:pt x="1547025" y="1312369"/>
                  </a:lnTo>
                  <a:lnTo>
                    <a:pt x="1546116" y="1311307"/>
                  </a:lnTo>
                  <a:lnTo>
                    <a:pt x="1547120" y="1311272"/>
                  </a:lnTo>
                  <a:lnTo>
                    <a:pt x="1545685" y="1310228"/>
                  </a:lnTo>
                  <a:lnTo>
                    <a:pt x="1545255" y="1309219"/>
                  </a:lnTo>
                  <a:lnTo>
                    <a:pt x="1543748" y="1308819"/>
                  </a:lnTo>
                  <a:lnTo>
                    <a:pt x="1544441" y="1306837"/>
                  </a:lnTo>
                  <a:lnTo>
                    <a:pt x="1545757" y="1306768"/>
                  </a:lnTo>
                  <a:lnTo>
                    <a:pt x="1546546" y="1305986"/>
                  </a:lnTo>
                  <a:lnTo>
                    <a:pt x="1548962" y="1305813"/>
                  </a:lnTo>
                  <a:lnTo>
                    <a:pt x="1548771" y="1305170"/>
                  </a:lnTo>
                  <a:lnTo>
                    <a:pt x="1550326" y="1304459"/>
                  </a:lnTo>
                  <a:lnTo>
                    <a:pt x="1549249" y="1303834"/>
                  </a:lnTo>
                  <a:lnTo>
                    <a:pt x="1549225" y="1302516"/>
                  </a:lnTo>
                  <a:lnTo>
                    <a:pt x="1547360" y="1301164"/>
                  </a:lnTo>
                  <a:lnTo>
                    <a:pt x="1548245" y="1300315"/>
                  </a:lnTo>
                  <a:lnTo>
                    <a:pt x="1547718" y="1299587"/>
                  </a:lnTo>
                  <a:lnTo>
                    <a:pt x="1548603" y="1298756"/>
                  </a:lnTo>
                  <a:lnTo>
                    <a:pt x="1547766" y="1297113"/>
                  </a:lnTo>
                  <a:lnTo>
                    <a:pt x="1546786" y="1297009"/>
                  </a:lnTo>
                  <a:lnTo>
                    <a:pt x="1546809" y="1295885"/>
                  </a:lnTo>
                  <a:lnTo>
                    <a:pt x="1545733" y="1295505"/>
                  </a:lnTo>
                  <a:lnTo>
                    <a:pt x="1544537" y="1295937"/>
                  </a:lnTo>
                  <a:lnTo>
                    <a:pt x="1542121" y="1295799"/>
                  </a:lnTo>
                  <a:lnTo>
                    <a:pt x="1541188" y="1296698"/>
                  </a:lnTo>
                  <a:lnTo>
                    <a:pt x="1538318" y="1296836"/>
                  </a:lnTo>
                  <a:lnTo>
                    <a:pt x="1536787" y="1297268"/>
                  </a:lnTo>
                  <a:lnTo>
                    <a:pt x="1535017" y="1297130"/>
                  </a:lnTo>
                  <a:lnTo>
                    <a:pt x="1534180" y="1297735"/>
                  </a:lnTo>
                  <a:lnTo>
                    <a:pt x="1534802" y="1299068"/>
                  </a:lnTo>
                  <a:lnTo>
                    <a:pt x="1531884" y="1300246"/>
                  </a:lnTo>
                  <a:lnTo>
                    <a:pt x="1530018" y="1299241"/>
                  </a:lnTo>
                  <a:lnTo>
                    <a:pt x="1526765" y="1298601"/>
                  </a:lnTo>
                  <a:lnTo>
                    <a:pt x="1524205" y="1298514"/>
                  </a:lnTo>
                  <a:lnTo>
                    <a:pt x="1523153" y="1297355"/>
                  </a:lnTo>
                  <a:lnTo>
                    <a:pt x="1519302" y="1296698"/>
                  </a:lnTo>
                  <a:lnTo>
                    <a:pt x="1518345" y="1297666"/>
                  </a:lnTo>
                  <a:lnTo>
                    <a:pt x="1514925" y="1297268"/>
                  </a:lnTo>
                  <a:lnTo>
                    <a:pt x="1513131" y="1297770"/>
                  </a:lnTo>
                  <a:lnTo>
                    <a:pt x="1510571" y="1297735"/>
                  </a:lnTo>
                  <a:lnTo>
                    <a:pt x="1509256" y="1298739"/>
                  </a:lnTo>
                  <a:lnTo>
                    <a:pt x="1509088" y="1300627"/>
                  </a:lnTo>
                  <a:lnTo>
                    <a:pt x="1508562" y="1301302"/>
                  </a:lnTo>
                  <a:lnTo>
                    <a:pt x="1506074" y="1302342"/>
                  </a:lnTo>
                  <a:lnTo>
                    <a:pt x="1504519" y="1303799"/>
                  </a:lnTo>
                  <a:lnTo>
                    <a:pt x="1504448" y="1305344"/>
                  </a:lnTo>
                  <a:lnTo>
                    <a:pt x="1505524" y="1308210"/>
                  </a:lnTo>
                  <a:lnTo>
                    <a:pt x="1506457" y="1308558"/>
                  </a:lnTo>
                  <a:lnTo>
                    <a:pt x="1507988" y="1310176"/>
                  </a:lnTo>
                  <a:lnTo>
                    <a:pt x="1507892" y="1311028"/>
                  </a:lnTo>
                  <a:lnTo>
                    <a:pt x="1506002" y="1311951"/>
                  </a:lnTo>
                  <a:lnTo>
                    <a:pt x="1505381" y="1313083"/>
                  </a:lnTo>
                  <a:lnTo>
                    <a:pt x="1506409" y="1315436"/>
                  </a:lnTo>
                  <a:lnTo>
                    <a:pt x="1506050" y="1316064"/>
                  </a:lnTo>
                  <a:lnTo>
                    <a:pt x="1503371" y="1318316"/>
                  </a:lnTo>
                  <a:lnTo>
                    <a:pt x="1503013" y="1319312"/>
                  </a:lnTo>
                  <a:lnTo>
                    <a:pt x="1500979" y="1319958"/>
                  </a:lnTo>
                  <a:lnTo>
                    <a:pt x="1500764" y="1320710"/>
                  </a:lnTo>
                  <a:lnTo>
                    <a:pt x="1499185" y="1322266"/>
                  </a:lnTo>
                  <a:lnTo>
                    <a:pt x="1498611" y="1323946"/>
                  </a:lnTo>
                  <a:lnTo>
                    <a:pt x="1492249" y="1326469"/>
                  </a:lnTo>
                  <a:lnTo>
                    <a:pt x="1490885" y="1325943"/>
                  </a:lnTo>
                  <a:lnTo>
                    <a:pt x="1487943" y="1326013"/>
                  </a:lnTo>
                  <a:lnTo>
                    <a:pt x="1486580" y="1327766"/>
                  </a:lnTo>
                  <a:lnTo>
                    <a:pt x="1484857" y="1328643"/>
                  </a:lnTo>
                  <a:lnTo>
                    <a:pt x="1478184" y="1328257"/>
                  </a:lnTo>
                  <a:lnTo>
                    <a:pt x="1472850" y="1328397"/>
                  </a:lnTo>
                  <a:lnTo>
                    <a:pt x="1467994" y="1329240"/>
                  </a:lnTo>
                  <a:lnTo>
                    <a:pt x="1466702" y="1329942"/>
                  </a:lnTo>
                  <a:lnTo>
                    <a:pt x="1464263" y="1332945"/>
                  </a:lnTo>
                  <a:lnTo>
                    <a:pt x="1464263" y="1334387"/>
                  </a:lnTo>
                  <a:lnTo>
                    <a:pt x="1463593" y="1335988"/>
                  </a:lnTo>
                  <a:lnTo>
                    <a:pt x="1461871" y="1337467"/>
                  </a:lnTo>
                  <a:lnTo>
                    <a:pt x="1461416" y="1338789"/>
                  </a:lnTo>
                  <a:lnTo>
                    <a:pt x="1460053" y="1339282"/>
                  </a:lnTo>
                  <a:lnTo>
                    <a:pt x="1459646" y="1340746"/>
                  </a:lnTo>
                  <a:lnTo>
                    <a:pt x="1458665" y="1342104"/>
                  </a:lnTo>
                  <a:lnTo>
                    <a:pt x="1458689" y="1344153"/>
                  </a:lnTo>
                  <a:lnTo>
                    <a:pt x="1457900" y="1345708"/>
                  </a:lnTo>
                  <a:lnTo>
                    <a:pt x="1458498" y="1347388"/>
                  </a:lnTo>
                  <a:lnTo>
                    <a:pt x="1461249" y="1367608"/>
                  </a:lnTo>
                  <a:lnTo>
                    <a:pt x="1461129" y="1369929"/>
                  </a:lnTo>
                  <a:lnTo>
                    <a:pt x="1463856" y="1372986"/>
                  </a:lnTo>
                  <a:lnTo>
                    <a:pt x="1464502" y="1374954"/>
                  </a:lnTo>
                  <a:lnTo>
                    <a:pt x="1463497" y="1377713"/>
                  </a:lnTo>
                  <a:lnTo>
                    <a:pt x="1464478" y="1379183"/>
                  </a:lnTo>
                  <a:lnTo>
                    <a:pt x="1463760" y="1380888"/>
                  </a:lnTo>
                  <a:lnTo>
                    <a:pt x="1463760" y="1382091"/>
                  </a:lnTo>
                  <a:lnTo>
                    <a:pt x="1462182" y="1383797"/>
                  </a:lnTo>
                  <a:lnTo>
                    <a:pt x="1459885" y="1385631"/>
                  </a:lnTo>
                  <a:lnTo>
                    <a:pt x="1458498" y="1387664"/>
                  </a:lnTo>
                  <a:lnTo>
                    <a:pt x="1458450" y="1389375"/>
                  </a:lnTo>
                  <a:lnTo>
                    <a:pt x="1454384" y="1389141"/>
                  </a:lnTo>
                  <a:lnTo>
                    <a:pt x="1451059" y="1389519"/>
                  </a:lnTo>
                  <a:lnTo>
                    <a:pt x="1449911" y="1389951"/>
                  </a:lnTo>
                  <a:lnTo>
                    <a:pt x="1447997" y="1388888"/>
                  </a:lnTo>
                  <a:lnTo>
                    <a:pt x="1445557" y="1390113"/>
                  </a:lnTo>
                  <a:lnTo>
                    <a:pt x="1444074" y="1392024"/>
                  </a:lnTo>
                  <a:lnTo>
                    <a:pt x="1441252" y="1393305"/>
                  </a:lnTo>
                  <a:lnTo>
                    <a:pt x="1440439" y="1394586"/>
                  </a:lnTo>
                  <a:lnTo>
                    <a:pt x="1436755" y="1395543"/>
                  </a:lnTo>
                  <a:lnTo>
                    <a:pt x="1436468" y="1397097"/>
                  </a:lnTo>
                  <a:lnTo>
                    <a:pt x="1435511" y="1398073"/>
                  </a:lnTo>
                  <a:lnTo>
                    <a:pt x="1434698" y="1397947"/>
                  </a:lnTo>
                  <a:lnTo>
                    <a:pt x="1432091" y="1395128"/>
                  </a:lnTo>
                  <a:lnTo>
                    <a:pt x="1431397" y="1393828"/>
                  </a:lnTo>
                  <a:lnTo>
                    <a:pt x="1428766" y="1392818"/>
                  </a:lnTo>
                  <a:lnTo>
                    <a:pt x="1427474" y="1391501"/>
                  </a:lnTo>
                  <a:lnTo>
                    <a:pt x="1425585" y="1391555"/>
                  </a:lnTo>
                  <a:lnTo>
                    <a:pt x="1424389" y="1392150"/>
                  </a:lnTo>
                  <a:lnTo>
                    <a:pt x="1420298" y="1392295"/>
                  </a:lnTo>
                  <a:lnTo>
                    <a:pt x="1418098" y="1393125"/>
                  </a:lnTo>
                  <a:lnTo>
                    <a:pt x="1414940" y="1391537"/>
                  </a:lnTo>
                  <a:lnTo>
                    <a:pt x="1412835" y="1392223"/>
                  </a:lnTo>
                  <a:lnTo>
                    <a:pt x="1411496" y="1391700"/>
                  </a:lnTo>
                  <a:lnTo>
                    <a:pt x="1409654" y="1392169"/>
                  </a:lnTo>
                  <a:lnTo>
                    <a:pt x="1405994" y="1391772"/>
                  </a:lnTo>
                  <a:lnTo>
                    <a:pt x="1404248" y="1392926"/>
                  </a:lnTo>
                  <a:lnTo>
                    <a:pt x="1401785" y="1393467"/>
                  </a:lnTo>
                  <a:lnTo>
                    <a:pt x="1399919" y="1393106"/>
                  </a:lnTo>
                  <a:lnTo>
                    <a:pt x="1398531" y="1392349"/>
                  </a:lnTo>
                  <a:lnTo>
                    <a:pt x="1396546" y="1392493"/>
                  </a:lnTo>
                  <a:lnTo>
                    <a:pt x="1395805" y="1393251"/>
                  </a:lnTo>
                  <a:lnTo>
                    <a:pt x="1393987" y="1392728"/>
                  </a:lnTo>
                  <a:lnTo>
                    <a:pt x="1389346" y="1390744"/>
                  </a:lnTo>
                  <a:lnTo>
                    <a:pt x="1386739" y="1391249"/>
                  </a:lnTo>
                  <a:lnTo>
                    <a:pt x="1386787" y="1390510"/>
                  </a:lnTo>
                  <a:lnTo>
                    <a:pt x="1381955" y="1389321"/>
                  </a:lnTo>
                  <a:lnTo>
                    <a:pt x="1381596" y="1388366"/>
                  </a:lnTo>
                  <a:lnTo>
                    <a:pt x="1380496" y="1388222"/>
                  </a:lnTo>
                  <a:lnTo>
                    <a:pt x="1377578" y="1386099"/>
                  </a:lnTo>
                  <a:lnTo>
                    <a:pt x="1375856" y="1386674"/>
                  </a:lnTo>
                  <a:lnTo>
                    <a:pt x="1373966" y="1384049"/>
                  </a:lnTo>
                  <a:lnTo>
                    <a:pt x="1372196" y="1384516"/>
                  </a:lnTo>
                  <a:lnTo>
                    <a:pt x="1371478" y="1383995"/>
                  </a:lnTo>
                  <a:lnTo>
                    <a:pt x="1369589" y="1384282"/>
                  </a:lnTo>
                  <a:lnTo>
                    <a:pt x="1368201" y="1383671"/>
                  </a:lnTo>
                  <a:lnTo>
                    <a:pt x="1367627" y="1382486"/>
                  </a:lnTo>
                  <a:lnTo>
                    <a:pt x="1366359" y="1382288"/>
                  </a:lnTo>
                  <a:lnTo>
                    <a:pt x="1365594" y="1381498"/>
                  </a:lnTo>
                  <a:lnTo>
                    <a:pt x="1363800" y="1382126"/>
                  </a:lnTo>
                  <a:lnTo>
                    <a:pt x="1360643" y="1382414"/>
                  </a:lnTo>
                  <a:lnTo>
                    <a:pt x="1360810" y="1384498"/>
                  </a:lnTo>
                  <a:lnTo>
                    <a:pt x="1359327" y="1389051"/>
                  </a:lnTo>
                  <a:lnTo>
                    <a:pt x="1357174" y="1391303"/>
                  </a:lnTo>
                  <a:lnTo>
                    <a:pt x="1356624" y="1394929"/>
                  </a:lnTo>
                  <a:lnTo>
                    <a:pt x="1354782" y="1399719"/>
                  </a:lnTo>
                  <a:lnTo>
                    <a:pt x="1354854" y="1400895"/>
                  </a:lnTo>
                  <a:lnTo>
                    <a:pt x="1352964" y="1401982"/>
                  </a:lnTo>
                  <a:lnTo>
                    <a:pt x="1351386" y="1406169"/>
                  </a:lnTo>
                  <a:lnTo>
                    <a:pt x="1350812" y="1409600"/>
                  </a:lnTo>
                  <a:lnTo>
                    <a:pt x="1348970" y="1414255"/>
                  </a:lnTo>
                  <a:lnTo>
                    <a:pt x="1344401" y="1423082"/>
                  </a:lnTo>
                  <a:lnTo>
                    <a:pt x="1340885" y="1429320"/>
                  </a:lnTo>
                  <a:lnTo>
                    <a:pt x="1338684" y="1437007"/>
                  </a:lnTo>
                  <a:lnTo>
                    <a:pt x="1336340" y="1437337"/>
                  </a:lnTo>
                  <a:lnTo>
                    <a:pt x="1334068" y="1438973"/>
                  </a:lnTo>
                  <a:lnTo>
                    <a:pt x="1333805" y="1441310"/>
                  </a:lnTo>
                  <a:lnTo>
                    <a:pt x="1334331" y="1443944"/>
                  </a:lnTo>
                  <a:lnTo>
                    <a:pt x="1333972" y="1446156"/>
                  </a:lnTo>
                  <a:lnTo>
                    <a:pt x="1332011" y="1448647"/>
                  </a:lnTo>
                  <a:lnTo>
                    <a:pt x="1331963" y="1451344"/>
                  </a:lnTo>
                  <a:lnTo>
                    <a:pt x="1331102" y="1452897"/>
                  </a:lnTo>
                  <a:lnTo>
                    <a:pt x="1331700" y="1456487"/>
                  </a:lnTo>
                  <a:lnTo>
                    <a:pt x="1338158" y="1459916"/>
                  </a:lnTo>
                  <a:lnTo>
                    <a:pt x="1341985" y="1461474"/>
                  </a:lnTo>
                  <a:lnTo>
                    <a:pt x="1344090" y="1465002"/>
                  </a:lnTo>
                  <a:lnTo>
                    <a:pt x="1343564" y="1470397"/>
                  </a:lnTo>
                  <a:lnTo>
                    <a:pt x="1342607" y="1471254"/>
                  </a:lnTo>
                  <a:lnTo>
                    <a:pt x="1339665" y="1472298"/>
                  </a:lnTo>
                  <a:lnTo>
                    <a:pt x="1334140" y="1470621"/>
                  </a:lnTo>
                  <a:lnTo>
                    <a:pt x="1332178" y="1469355"/>
                  </a:lnTo>
                  <a:lnTo>
                    <a:pt x="1328782" y="1469839"/>
                  </a:lnTo>
                  <a:lnTo>
                    <a:pt x="1325002" y="1470956"/>
                  </a:lnTo>
                  <a:lnTo>
                    <a:pt x="1324285" y="1470472"/>
                  </a:lnTo>
                  <a:lnTo>
                    <a:pt x="1324476" y="1469262"/>
                  </a:lnTo>
                  <a:lnTo>
                    <a:pt x="1322802" y="1469001"/>
                  </a:lnTo>
                  <a:lnTo>
                    <a:pt x="1320482" y="1469783"/>
                  </a:lnTo>
                  <a:lnTo>
                    <a:pt x="1317683" y="1469988"/>
                  </a:lnTo>
                  <a:lnTo>
                    <a:pt x="1316080" y="1467736"/>
                  </a:lnTo>
                  <a:lnTo>
                    <a:pt x="1314239" y="1466173"/>
                  </a:lnTo>
                  <a:lnTo>
                    <a:pt x="1312516" y="1463349"/>
                  </a:lnTo>
                  <a:lnTo>
                    <a:pt x="1308211" y="1464631"/>
                  </a:lnTo>
                  <a:lnTo>
                    <a:pt x="1306967" y="1464426"/>
                  </a:lnTo>
                  <a:lnTo>
                    <a:pt x="1304551" y="1465430"/>
                  </a:lnTo>
                  <a:lnTo>
                    <a:pt x="1304264" y="1466694"/>
                  </a:lnTo>
                  <a:lnTo>
                    <a:pt x="1302757" y="1466861"/>
                  </a:lnTo>
                  <a:lnTo>
                    <a:pt x="1302446" y="1467661"/>
                  </a:lnTo>
                  <a:lnTo>
                    <a:pt x="1299887" y="1468629"/>
                  </a:lnTo>
                  <a:lnTo>
                    <a:pt x="1298906" y="1467810"/>
                  </a:lnTo>
                  <a:lnTo>
                    <a:pt x="1297399" y="1468126"/>
                  </a:lnTo>
                  <a:lnTo>
                    <a:pt x="1296753" y="1468908"/>
                  </a:lnTo>
                  <a:lnTo>
                    <a:pt x="1294648" y="1468778"/>
                  </a:lnTo>
                  <a:lnTo>
                    <a:pt x="1292974" y="1469746"/>
                  </a:lnTo>
                  <a:lnTo>
                    <a:pt x="1291108" y="1469373"/>
                  </a:lnTo>
                  <a:lnTo>
                    <a:pt x="1288716" y="1470230"/>
                  </a:lnTo>
                  <a:lnTo>
                    <a:pt x="1288525" y="1470975"/>
                  </a:lnTo>
                  <a:lnTo>
                    <a:pt x="1286253" y="1470658"/>
                  </a:lnTo>
                  <a:lnTo>
                    <a:pt x="1285057" y="1472223"/>
                  </a:lnTo>
                  <a:lnTo>
                    <a:pt x="1282880" y="1473099"/>
                  </a:lnTo>
                  <a:lnTo>
                    <a:pt x="1280607" y="1472857"/>
                  </a:lnTo>
                  <a:lnTo>
                    <a:pt x="1279411" y="1473211"/>
                  </a:lnTo>
                  <a:lnTo>
                    <a:pt x="1277952" y="1474666"/>
                  </a:lnTo>
                  <a:lnTo>
                    <a:pt x="1276565" y="1474685"/>
                  </a:lnTo>
                  <a:lnTo>
                    <a:pt x="1274795" y="1473547"/>
                  </a:lnTo>
                  <a:lnTo>
                    <a:pt x="1271494" y="1473398"/>
                  </a:lnTo>
                  <a:lnTo>
                    <a:pt x="1269724" y="1474591"/>
                  </a:lnTo>
                  <a:lnTo>
                    <a:pt x="1266351" y="1475618"/>
                  </a:lnTo>
                  <a:lnTo>
                    <a:pt x="1263242" y="1475487"/>
                  </a:lnTo>
                  <a:lnTo>
                    <a:pt x="1262261" y="1474685"/>
                  </a:lnTo>
                  <a:lnTo>
                    <a:pt x="1260395" y="1475972"/>
                  </a:lnTo>
                  <a:lnTo>
                    <a:pt x="1260324" y="1476868"/>
                  </a:lnTo>
                  <a:lnTo>
                    <a:pt x="1258793" y="1478119"/>
                  </a:lnTo>
                  <a:lnTo>
                    <a:pt x="1256999" y="1478493"/>
                  </a:lnTo>
                  <a:lnTo>
                    <a:pt x="1255827" y="1477204"/>
                  </a:lnTo>
                  <a:lnTo>
                    <a:pt x="1254415" y="1477391"/>
                  </a:lnTo>
                  <a:lnTo>
                    <a:pt x="1252550" y="1478904"/>
                  </a:lnTo>
                  <a:lnTo>
                    <a:pt x="1250684" y="1478942"/>
                  </a:lnTo>
                  <a:lnTo>
                    <a:pt x="1248699" y="1477690"/>
                  </a:lnTo>
                  <a:lnTo>
                    <a:pt x="1248364" y="1478474"/>
                  </a:lnTo>
                  <a:lnTo>
                    <a:pt x="1247431" y="1477970"/>
                  </a:lnTo>
                  <a:lnTo>
                    <a:pt x="1245446" y="1479147"/>
                  </a:lnTo>
                  <a:lnTo>
                    <a:pt x="1245278" y="1479801"/>
                  </a:lnTo>
                  <a:lnTo>
                    <a:pt x="1242360" y="1481877"/>
                  </a:lnTo>
                  <a:lnTo>
                    <a:pt x="1241212" y="1482158"/>
                  </a:lnTo>
                  <a:lnTo>
                    <a:pt x="1240925" y="1483037"/>
                  </a:lnTo>
                  <a:lnTo>
                    <a:pt x="1238724" y="1484310"/>
                  </a:lnTo>
                  <a:lnTo>
                    <a:pt x="1241882" y="1485697"/>
                  </a:lnTo>
                  <a:lnTo>
                    <a:pt x="1241284" y="1486952"/>
                  </a:lnTo>
                  <a:lnTo>
                    <a:pt x="1242767" y="1487796"/>
                  </a:lnTo>
                  <a:lnTo>
                    <a:pt x="1243054" y="1489409"/>
                  </a:lnTo>
                  <a:lnTo>
                    <a:pt x="1246498" y="1488377"/>
                  </a:lnTo>
                  <a:lnTo>
                    <a:pt x="1247574" y="1488452"/>
                  </a:lnTo>
                  <a:lnTo>
                    <a:pt x="1249679" y="1487158"/>
                  </a:lnTo>
                  <a:lnTo>
                    <a:pt x="1250373" y="1488002"/>
                  </a:lnTo>
                  <a:lnTo>
                    <a:pt x="1250014" y="1489278"/>
                  </a:lnTo>
                  <a:lnTo>
                    <a:pt x="1250875" y="1491042"/>
                  </a:lnTo>
                  <a:lnTo>
                    <a:pt x="1252358" y="1492545"/>
                  </a:lnTo>
                  <a:lnTo>
                    <a:pt x="1255253" y="1493334"/>
                  </a:lnTo>
                  <a:lnTo>
                    <a:pt x="1258625" y="1496700"/>
                  </a:lnTo>
                  <a:lnTo>
                    <a:pt x="1259080" y="1497735"/>
                  </a:lnTo>
                  <a:lnTo>
                    <a:pt x="1256688" y="1503068"/>
                  </a:lnTo>
                  <a:lnTo>
                    <a:pt x="1257956" y="1506750"/>
                  </a:lnTo>
                  <a:lnTo>
                    <a:pt x="1258577" y="1510966"/>
                  </a:lnTo>
                  <a:lnTo>
                    <a:pt x="1259128" y="1512783"/>
                  </a:lnTo>
                  <a:lnTo>
                    <a:pt x="1258649" y="1515701"/>
                  </a:lnTo>
                  <a:lnTo>
                    <a:pt x="1258888" y="1517862"/>
                  </a:lnTo>
                  <a:lnTo>
                    <a:pt x="1258386" y="1518868"/>
                  </a:lnTo>
                  <a:lnTo>
                    <a:pt x="1260539" y="1521033"/>
                  </a:lnTo>
                  <a:lnTo>
                    <a:pt x="1260898" y="1522401"/>
                  </a:lnTo>
                  <a:lnTo>
                    <a:pt x="1260850" y="1525310"/>
                  </a:lnTo>
                  <a:lnTo>
                    <a:pt x="1261926" y="1526433"/>
                  </a:lnTo>
                  <a:lnTo>
                    <a:pt x="1261544" y="1527214"/>
                  </a:lnTo>
                  <a:lnTo>
                    <a:pt x="1262931" y="1528604"/>
                  </a:lnTo>
                  <a:lnTo>
                    <a:pt x="1263361" y="1532588"/>
                  </a:lnTo>
                  <a:lnTo>
                    <a:pt x="1272403" y="1546822"/>
                  </a:lnTo>
                  <a:lnTo>
                    <a:pt x="1272642" y="1548932"/>
                  </a:lnTo>
                  <a:lnTo>
                    <a:pt x="1272068" y="1549259"/>
                  </a:lnTo>
                  <a:lnTo>
                    <a:pt x="1271662" y="1551448"/>
                  </a:lnTo>
                  <a:lnTo>
                    <a:pt x="1269724" y="1553909"/>
                  </a:lnTo>
                  <a:lnTo>
                    <a:pt x="1269987" y="1554505"/>
                  </a:lnTo>
                  <a:lnTo>
                    <a:pt x="1273264" y="1555044"/>
                  </a:lnTo>
                  <a:lnTo>
                    <a:pt x="1272953" y="1556930"/>
                  </a:lnTo>
                  <a:lnTo>
                    <a:pt x="1273719" y="1557951"/>
                  </a:lnTo>
                  <a:lnTo>
                    <a:pt x="1273743" y="1559743"/>
                  </a:lnTo>
                  <a:lnTo>
                    <a:pt x="1274317" y="1560784"/>
                  </a:lnTo>
                  <a:lnTo>
                    <a:pt x="1273934" y="1562597"/>
                  </a:lnTo>
                  <a:lnTo>
                    <a:pt x="1272307" y="1562115"/>
                  </a:lnTo>
                  <a:lnTo>
                    <a:pt x="1271518" y="1562867"/>
                  </a:lnTo>
                  <a:lnTo>
                    <a:pt x="1270537" y="1562308"/>
                  </a:lnTo>
                  <a:lnTo>
                    <a:pt x="1268361" y="1562153"/>
                  </a:lnTo>
                  <a:lnTo>
                    <a:pt x="1266112" y="1562771"/>
                  </a:lnTo>
                  <a:lnTo>
                    <a:pt x="1264677" y="1564044"/>
                  </a:lnTo>
                  <a:lnTo>
                    <a:pt x="1261831" y="1565589"/>
                  </a:lnTo>
                  <a:lnTo>
                    <a:pt x="1259271" y="1566150"/>
                  </a:lnTo>
                  <a:lnTo>
                    <a:pt x="1257788" y="1567270"/>
                  </a:lnTo>
                  <a:lnTo>
                    <a:pt x="1258530" y="1568798"/>
                  </a:lnTo>
                  <a:lnTo>
                    <a:pt x="1261998" y="1570926"/>
                  </a:lnTo>
                  <a:lnTo>
                    <a:pt x="1266040" y="1572049"/>
                  </a:lnTo>
                  <a:lnTo>
                    <a:pt x="1266495" y="1573327"/>
                  </a:lnTo>
                  <a:lnTo>
                    <a:pt x="1262644" y="1573869"/>
                  </a:lnTo>
                  <a:lnTo>
                    <a:pt x="1260587" y="1574761"/>
                  </a:lnTo>
                  <a:lnTo>
                    <a:pt x="1258888" y="1575963"/>
                  </a:lnTo>
                  <a:lnTo>
                    <a:pt x="1256209" y="1576098"/>
                  </a:lnTo>
                  <a:lnTo>
                    <a:pt x="1253961" y="1575807"/>
                  </a:lnTo>
                  <a:lnTo>
                    <a:pt x="1253267" y="1576234"/>
                  </a:lnTo>
                  <a:lnTo>
                    <a:pt x="1253148" y="1577902"/>
                  </a:lnTo>
                  <a:lnTo>
                    <a:pt x="1251856" y="1581339"/>
                  </a:lnTo>
                  <a:lnTo>
                    <a:pt x="1251952" y="1582233"/>
                  </a:lnTo>
                  <a:lnTo>
                    <a:pt x="1250062" y="1583224"/>
                  </a:lnTo>
                  <a:lnTo>
                    <a:pt x="1249440" y="1585013"/>
                  </a:lnTo>
                  <a:lnTo>
                    <a:pt x="1250110" y="1586745"/>
                  </a:lnTo>
                  <a:lnTo>
                    <a:pt x="1251689" y="1589277"/>
                  </a:lnTo>
                  <a:lnTo>
                    <a:pt x="1253387" y="1590661"/>
                  </a:lnTo>
                  <a:lnTo>
                    <a:pt x="1251856" y="1591382"/>
                  </a:lnTo>
                  <a:lnTo>
                    <a:pt x="1251091" y="1593782"/>
                  </a:lnTo>
                  <a:lnTo>
                    <a:pt x="1252382" y="1595617"/>
                  </a:lnTo>
                  <a:lnTo>
                    <a:pt x="1251976" y="1597004"/>
                  </a:lnTo>
                  <a:lnTo>
                    <a:pt x="1254105" y="1598684"/>
                  </a:lnTo>
                  <a:lnTo>
                    <a:pt x="1253650" y="1600386"/>
                  </a:lnTo>
                  <a:lnTo>
                    <a:pt x="1254439" y="1601364"/>
                  </a:lnTo>
                  <a:lnTo>
                    <a:pt x="1254200" y="1602539"/>
                  </a:lnTo>
                  <a:lnTo>
                    <a:pt x="1252143" y="1603557"/>
                  </a:lnTo>
                  <a:lnTo>
                    <a:pt x="1249632" y="1603988"/>
                  </a:lnTo>
                  <a:lnTo>
                    <a:pt x="1249440" y="1606104"/>
                  </a:lnTo>
                  <a:lnTo>
                    <a:pt x="1248507" y="1606163"/>
                  </a:lnTo>
                  <a:lnTo>
                    <a:pt x="1249608" y="1608575"/>
                  </a:lnTo>
                  <a:lnTo>
                    <a:pt x="1250588" y="1609242"/>
                  </a:lnTo>
                  <a:lnTo>
                    <a:pt x="1248603" y="1611304"/>
                  </a:lnTo>
                  <a:lnTo>
                    <a:pt x="1246570" y="1610754"/>
                  </a:lnTo>
                  <a:lnTo>
                    <a:pt x="1240111" y="1610970"/>
                  </a:lnTo>
                  <a:lnTo>
                    <a:pt x="1237361" y="1612168"/>
                  </a:lnTo>
                  <a:lnTo>
                    <a:pt x="1237432" y="1613543"/>
                  </a:lnTo>
                  <a:lnTo>
                    <a:pt x="1236189" y="1614467"/>
                  </a:lnTo>
                  <a:lnTo>
                    <a:pt x="1234395" y="1617595"/>
                  </a:lnTo>
                  <a:lnTo>
                    <a:pt x="1232385" y="1617398"/>
                  </a:lnTo>
                  <a:lnTo>
                    <a:pt x="1229132" y="1617930"/>
                  </a:lnTo>
                  <a:lnTo>
                    <a:pt x="1228199" y="1619190"/>
                  </a:lnTo>
                  <a:lnTo>
                    <a:pt x="1225640" y="1620175"/>
                  </a:lnTo>
                  <a:lnTo>
                    <a:pt x="1223703" y="1620116"/>
                  </a:lnTo>
                  <a:lnTo>
                    <a:pt x="1222004" y="1619564"/>
                  </a:lnTo>
                  <a:lnTo>
                    <a:pt x="1220378" y="1620057"/>
                  </a:lnTo>
                  <a:lnTo>
                    <a:pt x="1218081" y="1621870"/>
                  </a:lnTo>
                  <a:lnTo>
                    <a:pt x="1216909" y="1621259"/>
                  </a:lnTo>
                  <a:lnTo>
                    <a:pt x="1214996" y="1622520"/>
                  </a:lnTo>
                  <a:lnTo>
                    <a:pt x="1214804" y="1623131"/>
                  </a:lnTo>
                  <a:lnTo>
                    <a:pt x="1212676" y="1624966"/>
                  </a:lnTo>
                  <a:lnTo>
                    <a:pt x="1209614" y="1625085"/>
                  </a:lnTo>
                  <a:lnTo>
                    <a:pt x="1208490" y="1626210"/>
                  </a:lnTo>
                  <a:lnTo>
                    <a:pt x="1205930" y="1626921"/>
                  </a:lnTo>
                  <a:lnTo>
                    <a:pt x="1205093" y="1627987"/>
                  </a:lnTo>
                  <a:lnTo>
                    <a:pt x="1204017" y="1627671"/>
                  </a:lnTo>
                  <a:lnTo>
                    <a:pt x="1202605" y="1628244"/>
                  </a:lnTo>
                  <a:lnTo>
                    <a:pt x="1200046" y="1630616"/>
                  </a:lnTo>
                  <a:lnTo>
                    <a:pt x="1199065" y="1630794"/>
                  </a:lnTo>
                  <a:lnTo>
                    <a:pt x="1197463" y="1632277"/>
                  </a:lnTo>
                  <a:lnTo>
                    <a:pt x="1194114" y="1632475"/>
                  </a:lnTo>
                  <a:lnTo>
                    <a:pt x="1192464" y="1633089"/>
                  </a:lnTo>
                  <a:lnTo>
                    <a:pt x="1192870" y="1633960"/>
                  </a:lnTo>
                  <a:lnTo>
                    <a:pt x="1191650" y="1634831"/>
                  </a:lnTo>
                  <a:lnTo>
                    <a:pt x="1190670" y="1636376"/>
                  </a:lnTo>
                  <a:lnTo>
                    <a:pt x="1187967" y="1635742"/>
                  </a:lnTo>
                  <a:lnTo>
                    <a:pt x="1185886" y="1637545"/>
                  </a:lnTo>
                  <a:lnTo>
                    <a:pt x="1183063" y="1638814"/>
                  </a:lnTo>
                  <a:lnTo>
                    <a:pt x="1180623" y="1638992"/>
                  </a:lnTo>
                  <a:lnTo>
                    <a:pt x="1180384" y="1639587"/>
                  </a:lnTo>
                  <a:lnTo>
                    <a:pt x="1178542" y="1639468"/>
                  </a:lnTo>
                  <a:lnTo>
                    <a:pt x="1178016" y="1640044"/>
                  </a:lnTo>
                  <a:lnTo>
                    <a:pt x="1174548" y="1639389"/>
                  </a:lnTo>
                  <a:lnTo>
                    <a:pt x="1171773" y="1640083"/>
                  </a:lnTo>
                  <a:lnTo>
                    <a:pt x="1171223" y="1640758"/>
                  </a:lnTo>
                  <a:lnTo>
                    <a:pt x="1171821" y="1641969"/>
                  </a:lnTo>
                  <a:lnTo>
                    <a:pt x="1170721" y="1644690"/>
                  </a:lnTo>
                  <a:lnTo>
                    <a:pt x="1170434" y="1646936"/>
                  </a:lnTo>
                  <a:lnTo>
                    <a:pt x="1169094" y="1647115"/>
                  </a:lnTo>
                  <a:lnTo>
                    <a:pt x="1164358" y="1649383"/>
                  </a:lnTo>
                  <a:lnTo>
                    <a:pt x="1161727" y="1648846"/>
                  </a:lnTo>
                  <a:lnTo>
                    <a:pt x="1159048" y="1650259"/>
                  </a:lnTo>
                  <a:lnTo>
                    <a:pt x="1158211" y="1651095"/>
                  </a:lnTo>
                  <a:lnTo>
                    <a:pt x="1157924" y="1652968"/>
                  </a:lnTo>
                  <a:lnTo>
                    <a:pt x="1158785" y="1654403"/>
                  </a:lnTo>
                  <a:lnTo>
                    <a:pt x="1157493" y="1654862"/>
                  </a:lnTo>
                  <a:lnTo>
                    <a:pt x="1156895" y="1656018"/>
                  </a:lnTo>
                  <a:lnTo>
                    <a:pt x="1155221" y="1655599"/>
                  </a:lnTo>
                  <a:lnTo>
                    <a:pt x="1153164" y="1656677"/>
                  </a:lnTo>
                  <a:lnTo>
                    <a:pt x="1151991" y="1656318"/>
                  </a:lnTo>
                  <a:lnTo>
                    <a:pt x="1149767" y="1656796"/>
                  </a:lnTo>
                  <a:lnTo>
                    <a:pt x="1149552" y="1657375"/>
                  </a:lnTo>
                  <a:lnTo>
                    <a:pt x="1147566" y="1656737"/>
                  </a:lnTo>
                  <a:lnTo>
                    <a:pt x="1145079" y="1657056"/>
                  </a:lnTo>
                  <a:lnTo>
                    <a:pt x="1144983" y="1656018"/>
                  </a:lnTo>
                  <a:lnTo>
                    <a:pt x="1142711" y="1655320"/>
                  </a:lnTo>
                  <a:lnTo>
                    <a:pt x="1140677" y="1655220"/>
                  </a:lnTo>
                  <a:lnTo>
                    <a:pt x="1138094" y="1656816"/>
                  </a:lnTo>
                  <a:lnTo>
                    <a:pt x="1135774" y="1655799"/>
                  </a:lnTo>
                  <a:lnTo>
                    <a:pt x="1133143" y="1656617"/>
                  </a:lnTo>
                  <a:lnTo>
                    <a:pt x="1130775" y="1655340"/>
                  </a:lnTo>
                  <a:lnTo>
                    <a:pt x="1130129" y="1654263"/>
                  </a:lnTo>
                  <a:lnTo>
                    <a:pt x="1127474" y="1654403"/>
                  </a:lnTo>
                  <a:lnTo>
                    <a:pt x="1126661" y="1653785"/>
                  </a:lnTo>
                  <a:lnTo>
                    <a:pt x="1124269" y="1655759"/>
                  </a:lnTo>
                  <a:lnTo>
                    <a:pt x="1122140" y="1655819"/>
                  </a:lnTo>
                  <a:lnTo>
                    <a:pt x="1120896" y="1658074"/>
                  </a:lnTo>
                  <a:lnTo>
                    <a:pt x="1119509" y="1658114"/>
                  </a:lnTo>
                  <a:lnTo>
                    <a:pt x="1117332" y="1659052"/>
                  </a:lnTo>
                  <a:lnTo>
                    <a:pt x="1116542" y="1660910"/>
                  </a:lnTo>
                  <a:lnTo>
                    <a:pt x="1116160" y="1665029"/>
                  </a:lnTo>
                  <a:lnTo>
                    <a:pt x="1114677" y="1666771"/>
                  </a:lnTo>
                  <a:lnTo>
                    <a:pt x="1112859" y="1667632"/>
                  </a:lnTo>
                  <a:lnTo>
                    <a:pt x="1112859" y="1668653"/>
                  </a:lnTo>
                  <a:lnTo>
                    <a:pt x="1114031" y="1670457"/>
                  </a:lnTo>
                  <a:lnTo>
                    <a:pt x="1113170" y="1672362"/>
                  </a:lnTo>
                  <a:lnTo>
                    <a:pt x="1113266" y="1673807"/>
                  </a:lnTo>
                  <a:lnTo>
                    <a:pt x="1111472" y="1674630"/>
                  </a:lnTo>
                  <a:lnTo>
                    <a:pt x="1111089" y="1675634"/>
                  </a:lnTo>
                  <a:lnTo>
                    <a:pt x="1109367" y="1677241"/>
                  </a:lnTo>
                  <a:lnTo>
                    <a:pt x="1108840" y="1678507"/>
                  </a:lnTo>
                  <a:lnTo>
                    <a:pt x="1108697" y="1680699"/>
                  </a:lnTo>
                  <a:lnTo>
                    <a:pt x="1107501" y="1682228"/>
                  </a:lnTo>
                  <a:lnTo>
                    <a:pt x="1106018" y="1682530"/>
                  </a:lnTo>
                  <a:lnTo>
                    <a:pt x="1104918" y="1683919"/>
                  </a:lnTo>
                  <a:lnTo>
                    <a:pt x="1102908" y="1684524"/>
                  </a:lnTo>
                  <a:lnTo>
                    <a:pt x="1102573" y="1683940"/>
                  </a:lnTo>
                  <a:lnTo>
                    <a:pt x="1100684" y="1686035"/>
                  </a:lnTo>
                  <a:lnTo>
                    <a:pt x="1100468" y="1683919"/>
                  </a:lnTo>
                  <a:lnTo>
                    <a:pt x="1098746" y="1682872"/>
                  </a:lnTo>
                  <a:lnTo>
                    <a:pt x="1098603" y="1681806"/>
                  </a:lnTo>
                  <a:lnTo>
                    <a:pt x="1096450" y="1683456"/>
                  </a:lnTo>
                  <a:lnTo>
                    <a:pt x="1094584" y="1684362"/>
                  </a:lnTo>
                  <a:lnTo>
                    <a:pt x="1093340" y="1683819"/>
                  </a:lnTo>
                  <a:lnTo>
                    <a:pt x="1090901" y="1683698"/>
                  </a:lnTo>
                  <a:lnTo>
                    <a:pt x="1089633" y="1684040"/>
                  </a:lnTo>
                  <a:lnTo>
                    <a:pt x="1089633" y="1685430"/>
                  </a:lnTo>
                  <a:lnTo>
                    <a:pt x="1088772" y="1685511"/>
                  </a:lnTo>
                  <a:lnTo>
                    <a:pt x="1087217" y="1684342"/>
                  </a:lnTo>
                  <a:lnTo>
                    <a:pt x="1085112" y="1686216"/>
                  </a:lnTo>
                  <a:lnTo>
                    <a:pt x="1084705" y="1688333"/>
                  </a:lnTo>
                  <a:lnTo>
                    <a:pt x="1083486" y="1687547"/>
                  </a:lnTo>
                  <a:lnTo>
                    <a:pt x="1081548" y="1687405"/>
                  </a:lnTo>
                  <a:lnTo>
                    <a:pt x="1081189" y="1686740"/>
                  </a:lnTo>
                  <a:lnTo>
                    <a:pt x="1079419" y="1687910"/>
                  </a:lnTo>
                  <a:lnTo>
                    <a:pt x="1077625" y="1687990"/>
                  </a:lnTo>
                  <a:lnTo>
                    <a:pt x="1076453" y="1688797"/>
                  </a:lnTo>
                  <a:lnTo>
                    <a:pt x="1075640" y="1686015"/>
                  </a:lnTo>
                  <a:lnTo>
                    <a:pt x="1074922" y="1685128"/>
                  </a:lnTo>
                  <a:lnTo>
                    <a:pt x="1075568" y="1682731"/>
                  </a:lnTo>
                  <a:lnTo>
                    <a:pt x="1076764" y="1681624"/>
                  </a:lnTo>
                  <a:lnTo>
                    <a:pt x="1077386" y="1680256"/>
                  </a:lnTo>
                  <a:lnTo>
                    <a:pt x="1074013" y="1678386"/>
                  </a:lnTo>
                  <a:lnTo>
                    <a:pt x="1073415" y="1676959"/>
                  </a:lnTo>
                  <a:lnTo>
                    <a:pt x="1073272" y="1674469"/>
                  </a:lnTo>
                  <a:lnTo>
                    <a:pt x="1073631" y="1673626"/>
                  </a:lnTo>
                  <a:lnTo>
                    <a:pt x="1072195" y="1672061"/>
                  </a:lnTo>
                  <a:lnTo>
                    <a:pt x="1070282" y="1672543"/>
                  </a:lnTo>
                  <a:lnTo>
                    <a:pt x="1067077" y="1674710"/>
                  </a:lnTo>
                  <a:lnTo>
                    <a:pt x="1065689" y="1676317"/>
                  </a:lnTo>
                  <a:lnTo>
                    <a:pt x="1062723" y="1677442"/>
                  </a:lnTo>
                  <a:lnTo>
                    <a:pt x="1060260" y="1679834"/>
                  </a:lnTo>
                  <a:lnTo>
                    <a:pt x="1059351" y="1679834"/>
                  </a:lnTo>
                  <a:lnTo>
                    <a:pt x="1058322" y="1681383"/>
                  </a:lnTo>
                  <a:lnTo>
                    <a:pt x="1056935" y="1681423"/>
                  </a:lnTo>
                  <a:lnTo>
                    <a:pt x="1054160" y="1680739"/>
                  </a:lnTo>
                  <a:lnTo>
                    <a:pt x="1052892" y="1681765"/>
                  </a:lnTo>
                  <a:lnTo>
                    <a:pt x="1050907" y="1681343"/>
                  </a:lnTo>
                  <a:lnTo>
                    <a:pt x="1049759" y="1680578"/>
                  </a:lnTo>
                  <a:lnTo>
                    <a:pt x="1048730" y="1681101"/>
                  </a:lnTo>
                  <a:lnTo>
                    <a:pt x="1047486" y="1680679"/>
                  </a:lnTo>
                  <a:lnTo>
                    <a:pt x="1044712" y="1678788"/>
                  </a:lnTo>
                  <a:lnTo>
                    <a:pt x="1042870" y="1678185"/>
                  </a:lnTo>
                  <a:lnTo>
                    <a:pt x="1041889" y="1678869"/>
                  </a:lnTo>
                  <a:lnTo>
                    <a:pt x="1041722" y="1680840"/>
                  </a:lnTo>
                  <a:lnTo>
                    <a:pt x="1040956" y="1681624"/>
                  </a:lnTo>
                  <a:lnTo>
                    <a:pt x="1045358" y="1686236"/>
                  </a:lnTo>
                  <a:lnTo>
                    <a:pt x="1043588" y="1686780"/>
                  </a:lnTo>
                  <a:lnTo>
                    <a:pt x="1042104" y="1685994"/>
                  </a:lnTo>
                  <a:lnTo>
                    <a:pt x="1037273" y="1685914"/>
                  </a:lnTo>
                  <a:lnTo>
                    <a:pt x="1037177" y="1687506"/>
                  </a:lnTo>
                  <a:lnTo>
                    <a:pt x="1036220" y="1688898"/>
                  </a:lnTo>
                  <a:lnTo>
                    <a:pt x="1034091" y="1688857"/>
                  </a:lnTo>
                  <a:lnTo>
                    <a:pt x="1032489" y="1689705"/>
                  </a:lnTo>
                  <a:lnTo>
                    <a:pt x="1030838" y="1692026"/>
                  </a:lnTo>
                  <a:lnTo>
                    <a:pt x="1028925" y="1693157"/>
                  </a:lnTo>
                  <a:lnTo>
                    <a:pt x="1026892" y="1695400"/>
                  </a:lnTo>
                  <a:lnTo>
                    <a:pt x="1023926" y="1697261"/>
                  </a:lnTo>
                  <a:lnTo>
                    <a:pt x="1022371" y="1696492"/>
                  </a:lnTo>
                  <a:lnTo>
                    <a:pt x="1020983" y="1696877"/>
                  </a:lnTo>
                  <a:lnTo>
                    <a:pt x="1020290" y="1695683"/>
                  </a:lnTo>
                  <a:lnTo>
                    <a:pt x="1014980" y="1696593"/>
                  </a:lnTo>
                  <a:lnTo>
                    <a:pt x="1014477" y="1697382"/>
                  </a:lnTo>
                  <a:lnTo>
                    <a:pt x="1010985" y="1697443"/>
                  </a:lnTo>
                  <a:lnTo>
                    <a:pt x="1010387" y="1698961"/>
                  </a:lnTo>
                  <a:lnTo>
                    <a:pt x="1007875" y="1700499"/>
                  </a:lnTo>
                  <a:lnTo>
                    <a:pt x="1009311" y="1701006"/>
                  </a:lnTo>
                  <a:lnTo>
                    <a:pt x="1006608" y="1704106"/>
                  </a:lnTo>
                  <a:lnTo>
                    <a:pt x="1006464" y="1706783"/>
                  </a:lnTo>
                  <a:lnTo>
                    <a:pt x="1004072" y="1708671"/>
                  </a:lnTo>
                  <a:lnTo>
                    <a:pt x="1003929" y="1711983"/>
                  </a:lnTo>
                  <a:lnTo>
                    <a:pt x="1006416" y="1712613"/>
                  </a:lnTo>
                  <a:lnTo>
                    <a:pt x="1007134" y="1713487"/>
                  </a:lnTo>
                  <a:lnTo>
                    <a:pt x="1008282" y="1718882"/>
                  </a:lnTo>
                  <a:lnTo>
                    <a:pt x="1006823" y="1719473"/>
                  </a:lnTo>
                  <a:lnTo>
                    <a:pt x="1006751" y="1720471"/>
                  </a:lnTo>
                  <a:lnTo>
                    <a:pt x="1005555" y="1721491"/>
                  </a:lnTo>
                  <a:lnTo>
                    <a:pt x="1005938" y="1722062"/>
                  </a:lnTo>
                  <a:lnTo>
                    <a:pt x="1004957" y="1724061"/>
                  </a:lnTo>
                  <a:lnTo>
                    <a:pt x="1003713" y="1724530"/>
                  </a:lnTo>
                  <a:lnTo>
                    <a:pt x="1000197" y="1724979"/>
                  </a:lnTo>
                  <a:lnTo>
                    <a:pt x="996370" y="1724428"/>
                  </a:lnTo>
                  <a:lnTo>
                    <a:pt x="994959" y="1724816"/>
                  </a:lnTo>
                  <a:lnTo>
                    <a:pt x="994265" y="1727185"/>
                  </a:lnTo>
                  <a:lnTo>
                    <a:pt x="990749" y="1728431"/>
                  </a:lnTo>
                  <a:lnTo>
                    <a:pt x="992758" y="1729924"/>
                  </a:lnTo>
                  <a:lnTo>
                    <a:pt x="992782" y="1732317"/>
                  </a:lnTo>
                  <a:lnTo>
                    <a:pt x="992304" y="1733483"/>
                  </a:lnTo>
                  <a:lnTo>
                    <a:pt x="993165" y="1733627"/>
                  </a:lnTo>
                  <a:lnTo>
                    <a:pt x="993787" y="1734896"/>
                  </a:lnTo>
                  <a:lnTo>
                    <a:pt x="995437" y="1734999"/>
                  </a:lnTo>
                  <a:lnTo>
                    <a:pt x="996083" y="1735654"/>
                  </a:lnTo>
                  <a:lnTo>
                    <a:pt x="996777" y="1738052"/>
                  </a:lnTo>
                  <a:lnTo>
                    <a:pt x="997973" y="1738544"/>
                  </a:lnTo>
                  <a:lnTo>
                    <a:pt x="999193" y="1740615"/>
                  </a:lnTo>
                  <a:lnTo>
                    <a:pt x="999217" y="1742216"/>
                  </a:lnTo>
                  <a:lnTo>
                    <a:pt x="1000102" y="1744085"/>
                  </a:lnTo>
                  <a:lnTo>
                    <a:pt x="1001537" y="1744208"/>
                  </a:lnTo>
                  <a:lnTo>
                    <a:pt x="1003092" y="1743551"/>
                  </a:lnTo>
                  <a:lnTo>
                    <a:pt x="1003857" y="1745030"/>
                  </a:lnTo>
                  <a:lnTo>
                    <a:pt x="1004120" y="1747064"/>
                  </a:lnTo>
                  <a:lnTo>
                    <a:pt x="1003331" y="1749059"/>
                  </a:lnTo>
                  <a:lnTo>
                    <a:pt x="1001058" y="1747990"/>
                  </a:lnTo>
                  <a:lnTo>
                    <a:pt x="1000078" y="1748319"/>
                  </a:lnTo>
                  <a:lnTo>
                    <a:pt x="998786" y="1750109"/>
                  </a:lnTo>
                  <a:lnTo>
                    <a:pt x="998403" y="1751673"/>
                  </a:lnTo>
                  <a:lnTo>
                    <a:pt x="999575" y="1752579"/>
                  </a:lnTo>
                  <a:lnTo>
                    <a:pt x="1001106" y="1755299"/>
                  </a:lnTo>
                  <a:lnTo>
                    <a:pt x="1000652" y="1757774"/>
                  </a:lnTo>
                  <a:lnTo>
                    <a:pt x="1002661" y="1761551"/>
                  </a:lnTo>
                  <a:lnTo>
                    <a:pt x="1002278" y="1762584"/>
                  </a:lnTo>
                  <a:lnTo>
                    <a:pt x="1004335" y="1763762"/>
                  </a:lnTo>
                  <a:lnTo>
                    <a:pt x="1006153" y="1763990"/>
                  </a:lnTo>
                  <a:lnTo>
                    <a:pt x="1007206" y="1765892"/>
                  </a:lnTo>
                  <a:lnTo>
                    <a:pt x="1010531" y="1766388"/>
                  </a:lnTo>
                  <a:lnTo>
                    <a:pt x="1011416" y="1765644"/>
                  </a:lnTo>
                  <a:lnTo>
                    <a:pt x="1013592" y="1765623"/>
                  </a:lnTo>
                  <a:lnTo>
                    <a:pt x="1012731" y="1763700"/>
                  </a:lnTo>
                  <a:lnTo>
                    <a:pt x="1013497" y="1762584"/>
                  </a:lnTo>
                  <a:lnTo>
                    <a:pt x="1014453" y="1762564"/>
                  </a:lnTo>
                  <a:lnTo>
                    <a:pt x="1015817" y="1759672"/>
                  </a:lnTo>
                  <a:lnTo>
                    <a:pt x="1018998" y="1760581"/>
                  </a:lnTo>
                  <a:lnTo>
                    <a:pt x="1023806" y="1760601"/>
                  </a:lnTo>
                  <a:lnTo>
                    <a:pt x="1026461" y="1760952"/>
                  </a:lnTo>
                  <a:lnTo>
                    <a:pt x="1027777" y="1761613"/>
                  </a:lnTo>
                  <a:lnTo>
                    <a:pt x="1029738" y="1761407"/>
                  </a:lnTo>
                  <a:lnTo>
                    <a:pt x="1031317" y="1762729"/>
                  </a:lnTo>
                  <a:lnTo>
                    <a:pt x="1033900" y="1763370"/>
                  </a:lnTo>
                  <a:lnTo>
                    <a:pt x="1034929" y="1763080"/>
                  </a:lnTo>
                  <a:lnTo>
                    <a:pt x="1037942" y="1765623"/>
                  </a:lnTo>
                  <a:lnTo>
                    <a:pt x="1040550" y="1765788"/>
                  </a:lnTo>
                  <a:lnTo>
                    <a:pt x="1041985" y="1767878"/>
                  </a:lnTo>
                  <a:lnTo>
                    <a:pt x="1043588" y="1768189"/>
                  </a:lnTo>
                  <a:lnTo>
                    <a:pt x="1043803" y="1771730"/>
                  </a:lnTo>
                  <a:lnTo>
                    <a:pt x="1042463" y="1773616"/>
                  </a:lnTo>
                  <a:lnTo>
                    <a:pt x="1040741" y="1775234"/>
                  </a:lnTo>
                  <a:lnTo>
                    <a:pt x="1041411" y="1776956"/>
                  </a:lnTo>
                  <a:lnTo>
                    <a:pt x="1040885" y="1777599"/>
                  </a:lnTo>
                  <a:lnTo>
                    <a:pt x="1041794" y="1780050"/>
                  </a:lnTo>
                  <a:lnTo>
                    <a:pt x="1041315" y="1782190"/>
                  </a:lnTo>
                  <a:lnTo>
                    <a:pt x="1041985" y="1785019"/>
                  </a:lnTo>
                  <a:lnTo>
                    <a:pt x="1044233" y="1788641"/>
                  </a:lnTo>
                  <a:lnTo>
                    <a:pt x="1046027" y="1788808"/>
                  </a:lnTo>
                  <a:lnTo>
                    <a:pt x="1045453" y="1791038"/>
                  </a:lnTo>
                  <a:lnTo>
                    <a:pt x="1045764" y="1793623"/>
                  </a:lnTo>
                  <a:lnTo>
                    <a:pt x="1046458" y="1795042"/>
                  </a:lnTo>
                  <a:lnTo>
                    <a:pt x="1045692" y="1796420"/>
                  </a:lnTo>
                  <a:lnTo>
                    <a:pt x="1048515" y="1798509"/>
                  </a:lnTo>
                  <a:lnTo>
                    <a:pt x="1049161" y="1799700"/>
                  </a:lnTo>
                  <a:lnTo>
                    <a:pt x="1046936" y="1801707"/>
                  </a:lnTo>
                  <a:lnTo>
                    <a:pt x="1045932" y="1802063"/>
                  </a:lnTo>
                  <a:lnTo>
                    <a:pt x="1045836" y="1803506"/>
                  </a:lnTo>
                  <a:lnTo>
                    <a:pt x="1044712" y="1804239"/>
                  </a:lnTo>
                  <a:lnTo>
                    <a:pt x="1046601" y="1809056"/>
                  </a:lnTo>
                  <a:lnTo>
                    <a:pt x="1048946" y="1810314"/>
                  </a:lnTo>
                  <a:lnTo>
                    <a:pt x="1048993" y="1811153"/>
                  </a:lnTo>
                  <a:lnTo>
                    <a:pt x="1050285" y="1811635"/>
                  </a:lnTo>
                  <a:lnTo>
                    <a:pt x="1051959" y="1811174"/>
                  </a:lnTo>
                  <a:lnTo>
                    <a:pt x="1052438" y="1812244"/>
                  </a:lnTo>
                  <a:lnTo>
                    <a:pt x="1053945" y="1813461"/>
                  </a:lnTo>
                  <a:lnTo>
                    <a:pt x="1054854" y="1815455"/>
                  </a:lnTo>
                  <a:lnTo>
                    <a:pt x="1053801" y="1816611"/>
                  </a:lnTo>
                  <a:lnTo>
                    <a:pt x="1054351" y="1818061"/>
                  </a:lnTo>
                  <a:lnTo>
                    <a:pt x="1053801" y="1819511"/>
                  </a:lnTo>
                  <a:lnTo>
                    <a:pt x="1051959" y="1819700"/>
                  </a:lnTo>
                  <a:lnTo>
                    <a:pt x="1049615" y="1820773"/>
                  </a:lnTo>
                  <a:lnTo>
                    <a:pt x="1046075" y="1821488"/>
                  </a:lnTo>
                  <a:lnTo>
                    <a:pt x="1045453" y="1823446"/>
                  </a:lnTo>
                  <a:lnTo>
                    <a:pt x="1041770" y="1824183"/>
                  </a:lnTo>
                  <a:lnTo>
                    <a:pt x="1041148" y="1822793"/>
                  </a:lnTo>
                  <a:lnTo>
                    <a:pt x="1039354" y="1821341"/>
                  </a:lnTo>
                  <a:lnTo>
                    <a:pt x="1038325" y="1821257"/>
                  </a:lnTo>
                  <a:lnTo>
                    <a:pt x="1035933" y="1823340"/>
                  </a:lnTo>
                  <a:lnTo>
                    <a:pt x="1035024" y="1822204"/>
                  </a:lnTo>
                  <a:lnTo>
                    <a:pt x="1033326" y="1822351"/>
                  </a:lnTo>
                  <a:lnTo>
                    <a:pt x="1032537" y="1823530"/>
                  </a:lnTo>
                  <a:lnTo>
                    <a:pt x="1031245" y="1822751"/>
                  </a:lnTo>
                  <a:lnTo>
                    <a:pt x="1029929" y="1823151"/>
                  </a:lnTo>
                  <a:lnTo>
                    <a:pt x="1028614" y="1824941"/>
                  </a:lnTo>
                  <a:lnTo>
                    <a:pt x="1029020" y="1826605"/>
                  </a:lnTo>
                  <a:lnTo>
                    <a:pt x="1028135" y="1827258"/>
                  </a:lnTo>
                  <a:lnTo>
                    <a:pt x="1029355" y="1828628"/>
                  </a:lnTo>
                  <a:lnTo>
                    <a:pt x="1029451" y="1830569"/>
                  </a:lnTo>
                  <a:lnTo>
                    <a:pt x="1030671" y="1830126"/>
                  </a:lnTo>
                  <a:lnTo>
                    <a:pt x="1032130" y="1832320"/>
                  </a:lnTo>
                  <a:lnTo>
                    <a:pt x="1034044" y="1831835"/>
                  </a:lnTo>
                  <a:lnTo>
                    <a:pt x="1034642" y="1830822"/>
                  </a:lnTo>
                  <a:lnTo>
                    <a:pt x="1037608" y="1830020"/>
                  </a:lnTo>
                  <a:lnTo>
                    <a:pt x="1038780" y="1832510"/>
                  </a:lnTo>
                  <a:lnTo>
                    <a:pt x="1040861" y="1832553"/>
                  </a:lnTo>
                  <a:lnTo>
                    <a:pt x="1041411" y="1831350"/>
                  </a:lnTo>
                  <a:lnTo>
                    <a:pt x="1042966" y="1831244"/>
                  </a:lnTo>
                  <a:lnTo>
                    <a:pt x="1042846" y="1833165"/>
                  </a:lnTo>
                  <a:lnTo>
                    <a:pt x="1043851" y="1834178"/>
                  </a:lnTo>
                  <a:lnTo>
                    <a:pt x="1044784" y="1836418"/>
                  </a:lnTo>
                  <a:lnTo>
                    <a:pt x="1046530" y="1836270"/>
                  </a:lnTo>
                  <a:lnTo>
                    <a:pt x="1046099" y="1834728"/>
                  </a:lnTo>
                  <a:lnTo>
                    <a:pt x="1049137" y="1833988"/>
                  </a:lnTo>
                  <a:lnTo>
                    <a:pt x="1050165" y="1833017"/>
                  </a:lnTo>
                  <a:lnTo>
                    <a:pt x="1051361" y="1833482"/>
                  </a:lnTo>
                  <a:lnTo>
                    <a:pt x="1055595" y="1833144"/>
                  </a:lnTo>
                  <a:lnTo>
                    <a:pt x="1055452" y="1834115"/>
                  </a:lnTo>
                  <a:lnTo>
                    <a:pt x="1058418" y="1835382"/>
                  </a:lnTo>
                  <a:lnTo>
                    <a:pt x="1060116" y="1834875"/>
                  </a:lnTo>
                  <a:lnTo>
                    <a:pt x="1062341" y="1835488"/>
                  </a:lnTo>
                  <a:lnTo>
                    <a:pt x="1064972" y="1835763"/>
                  </a:lnTo>
                  <a:lnTo>
                    <a:pt x="1064302" y="1837982"/>
                  </a:lnTo>
                  <a:lnTo>
                    <a:pt x="1065618" y="1839357"/>
                  </a:lnTo>
                  <a:lnTo>
                    <a:pt x="1065785" y="1841134"/>
                  </a:lnTo>
                  <a:lnTo>
                    <a:pt x="1065450" y="1843526"/>
                  </a:lnTo>
                  <a:lnTo>
                    <a:pt x="1066718" y="1846090"/>
                  </a:lnTo>
                  <a:lnTo>
                    <a:pt x="1068512" y="1845094"/>
                  </a:lnTo>
                  <a:lnTo>
                    <a:pt x="1069756" y="1845687"/>
                  </a:lnTo>
                  <a:lnTo>
                    <a:pt x="1069780" y="1843780"/>
                  </a:lnTo>
                  <a:lnTo>
                    <a:pt x="1071765" y="1844246"/>
                  </a:lnTo>
                  <a:lnTo>
                    <a:pt x="1073535" y="1843844"/>
                  </a:lnTo>
                  <a:lnTo>
                    <a:pt x="1077027" y="1844776"/>
                  </a:lnTo>
                  <a:lnTo>
                    <a:pt x="1080256" y="1846662"/>
                  </a:lnTo>
                  <a:lnTo>
                    <a:pt x="1082744" y="1848486"/>
                  </a:lnTo>
                  <a:lnTo>
                    <a:pt x="1085686" y="1851838"/>
                  </a:lnTo>
                  <a:lnTo>
                    <a:pt x="1084801" y="1852921"/>
                  </a:lnTo>
                  <a:lnTo>
                    <a:pt x="1087432" y="1855598"/>
                  </a:lnTo>
                  <a:lnTo>
                    <a:pt x="1089107" y="1859852"/>
                  </a:lnTo>
                  <a:lnTo>
                    <a:pt x="1087408" y="1862385"/>
                  </a:lnTo>
                  <a:lnTo>
                    <a:pt x="1087695" y="1864153"/>
                  </a:lnTo>
                  <a:lnTo>
                    <a:pt x="1089896" y="1866775"/>
                  </a:lnTo>
                  <a:lnTo>
                    <a:pt x="1090111" y="1867990"/>
                  </a:lnTo>
                  <a:lnTo>
                    <a:pt x="1088198" y="1867820"/>
                  </a:lnTo>
                  <a:lnTo>
                    <a:pt x="1088389" y="1870636"/>
                  </a:lnTo>
                  <a:lnTo>
                    <a:pt x="1086499" y="1870914"/>
                  </a:lnTo>
                  <a:lnTo>
                    <a:pt x="1085280" y="1871981"/>
                  </a:lnTo>
                  <a:lnTo>
                    <a:pt x="1085782" y="1874844"/>
                  </a:lnTo>
                  <a:lnTo>
                    <a:pt x="1087073" y="1876554"/>
                  </a:lnTo>
                  <a:lnTo>
                    <a:pt x="1088844" y="1877196"/>
                  </a:lnTo>
                  <a:lnTo>
                    <a:pt x="1089465" y="1876747"/>
                  </a:lnTo>
                  <a:lnTo>
                    <a:pt x="1091523" y="1876939"/>
                  </a:lnTo>
                  <a:lnTo>
                    <a:pt x="1092288" y="1879036"/>
                  </a:lnTo>
                  <a:lnTo>
                    <a:pt x="1094154" y="1881968"/>
                  </a:lnTo>
                  <a:lnTo>
                    <a:pt x="1093436" y="1885011"/>
                  </a:lnTo>
                  <a:lnTo>
                    <a:pt x="1093962" y="1885697"/>
                  </a:lnTo>
                  <a:lnTo>
                    <a:pt x="1096354" y="1885740"/>
                  </a:lnTo>
                  <a:lnTo>
                    <a:pt x="1096617" y="1885139"/>
                  </a:lnTo>
                  <a:lnTo>
                    <a:pt x="1099344" y="1884947"/>
                  </a:lnTo>
                  <a:lnTo>
                    <a:pt x="1101952" y="1885697"/>
                  </a:lnTo>
                  <a:lnTo>
                    <a:pt x="1102095" y="1883982"/>
                  </a:lnTo>
                  <a:lnTo>
                    <a:pt x="1104511" y="1884496"/>
                  </a:lnTo>
                  <a:lnTo>
                    <a:pt x="1106066" y="1882975"/>
                  </a:lnTo>
                  <a:lnTo>
                    <a:pt x="1107764" y="1883189"/>
                  </a:lnTo>
                  <a:lnTo>
                    <a:pt x="1109414" y="1881326"/>
                  </a:lnTo>
                  <a:lnTo>
                    <a:pt x="1110945" y="1882547"/>
                  </a:lnTo>
                  <a:lnTo>
                    <a:pt x="1110252" y="1883832"/>
                  </a:lnTo>
                  <a:lnTo>
                    <a:pt x="1110563" y="1884989"/>
                  </a:lnTo>
                  <a:lnTo>
                    <a:pt x="1109725" y="1885933"/>
                  </a:lnTo>
                  <a:lnTo>
                    <a:pt x="1110802" y="1888013"/>
                  </a:lnTo>
                  <a:lnTo>
                    <a:pt x="1114653" y="1889086"/>
                  </a:lnTo>
                  <a:lnTo>
                    <a:pt x="1117619" y="1893230"/>
                  </a:lnTo>
                  <a:lnTo>
                    <a:pt x="1120705" y="1892607"/>
                  </a:lnTo>
                  <a:lnTo>
                    <a:pt x="1122953" y="1894949"/>
                  </a:lnTo>
                  <a:lnTo>
                    <a:pt x="1125297" y="1895981"/>
                  </a:lnTo>
                  <a:lnTo>
                    <a:pt x="1126493" y="1895121"/>
                  </a:lnTo>
                  <a:lnTo>
                    <a:pt x="1129387" y="1896003"/>
                  </a:lnTo>
                  <a:lnTo>
                    <a:pt x="1130201" y="1896949"/>
                  </a:lnTo>
                  <a:lnTo>
                    <a:pt x="1134171" y="1899186"/>
                  </a:lnTo>
                  <a:lnTo>
                    <a:pt x="1138525" y="1898240"/>
                  </a:lnTo>
                  <a:lnTo>
                    <a:pt x="1139458" y="1898670"/>
                  </a:lnTo>
                  <a:lnTo>
                    <a:pt x="1140366" y="1900284"/>
                  </a:lnTo>
                  <a:lnTo>
                    <a:pt x="1141993" y="1901447"/>
                  </a:lnTo>
                  <a:lnTo>
                    <a:pt x="1144122" y="1901770"/>
                  </a:lnTo>
                  <a:lnTo>
                    <a:pt x="1146729" y="1900822"/>
                  </a:lnTo>
                  <a:lnTo>
                    <a:pt x="1149025" y="1901102"/>
                  </a:lnTo>
                  <a:lnTo>
                    <a:pt x="1149504" y="1901791"/>
                  </a:lnTo>
                  <a:lnTo>
                    <a:pt x="1151417" y="1902028"/>
                  </a:lnTo>
                  <a:lnTo>
                    <a:pt x="1152111" y="1901016"/>
                  </a:lnTo>
                  <a:lnTo>
                    <a:pt x="1153403" y="1902308"/>
                  </a:lnTo>
                  <a:lnTo>
                    <a:pt x="1155149" y="1901727"/>
                  </a:lnTo>
                  <a:lnTo>
                    <a:pt x="1156010" y="1900155"/>
                  </a:lnTo>
                  <a:lnTo>
                    <a:pt x="1157541" y="1900413"/>
                  </a:lnTo>
                  <a:lnTo>
                    <a:pt x="1158282" y="1899208"/>
                  </a:lnTo>
                  <a:lnTo>
                    <a:pt x="1159837" y="1900586"/>
                  </a:lnTo>
                  <a:lnTo>
                    <a:pt x="1160387" y="1900241"/>
                  </a:lnTo>
                  <a:lnTo>
                    <a:pt x="1162109" y="1901576"/>
                  </a:lnTo>
                  <a:lnTo>
                    <a:pt x="1162205" y="1900435"/>
                  </a:lnTo>
                  <a:lnTo>
                    <a:pt x="1163521" y="1900973"/>
                  </a:lnTo>
                  <a:lnTo>
                    <a:pt x="1165793" y="1900392"/>
                  </a:lnTo>
                  <a:lnTo>
                    <a:pt x="1166559" y="1901382"/>
                  </a:lnTo>
                  <a:lnTo>
                    <a:pt x="1167300" y="1900413"/>
                  </a:lnTo>
                  <a:lnTo>
                    <a:pt x="1170864" y="1900263"/>
                  </a:lnTo>
                  <a:lnTo>
                    <a:pt x="1169836" y="1901490"/>
                  </a:lnTo>
                  <a:lnTo>
                    <a:pt x="1169572" y="1902804"/>
                  </a:lnTo>
                  <a:lnTo>
                    <a:pt x="1167228" y="1905153"/>
                  </a:lnTo>
                  <a:lnTo>
                    <a:pt x="1165937" y="1905951"/>
                  </a:lnTo>
                  <a:lnTo>
                    <a:pt x="1166224" y="1908194"/>
                  </a:lnTo>
                  <a:lnTo>
                    <a:pt x="1166080" y="1912036"/>
                  </a:lnTo>
                  <a:lnTo>
                    <a:pt x="1167755" y="1914154"/>
                  </a:lnTo>
                  <a:lnTo>
                    <a:pt x="1167850" y="1917051"/>
                  </a:lnTo>
                  <a:lnTo>
                    <a:pt x="1168472" y="1917700"/>
                  </a:lnTo>
                  <a:lnTo>
                    <a:pt x="1170266" y="1917332"/>
                  </a:lnTo>
                  <a:lnTo>
                    <a:pt x="1171271" y="1919041"/>
                  </a:lnTo>
                  <a:lnTo>
                    <a:pt x="1170194" y="1920492"/>
                  </a:lnTo>
                  <a:lnTo>
                    <a:pt x="1171653" y="1922527"/>
                  </a:lnTo>
                  <a:lnTo>
                    <a:pt x="1173256" y="1923242"/>
                  </a:lnTo>
                  <a:lnTo>
                    <a:pt x="1172491" y="1924911"/>
                  </a:lnTo>
                  <a:lnTo>
                    <a:pt x="1173423" y="1926906"/>
                  </a:lnTo>
                  <a:lnTo>
                    <a:pt x="1174643" y="1927318"/>
                  </a:lnTo>
                  <a:lnTo>
                    <a:pt x="1174380" y="1932006"/>
                  </a:lnTo>
                  <a:lnTo>
                    <a:pt x="1173734" y="1932701"/>
                  </a:lnTo>
                  <a:lnTo>
                    <a:pt x="1173687" y="1934591"/>
                  </a:lnTo>
                  <a:lnTo>
                    <a:pt x="1175792" y="1935135"/>
                  </a:lnTo>
                  <a:lnTo>
                    <a:pt x="1175720" y="1937527"/>
                  </a:lnTo>
                  <a:lnTo>
                    <a:pt x="1176318" y="1938767"/>
                  </a:lnTo>
                  <a:lnTo>
                    <a:pt x="1178853" y="1939615"/>
                  </a:lnTo>
                  <a:lnTo>
                    <a:pt x="1180839" y="1939550"/>
                  </a:lnTo>
                  <a:lnTo>
                    <a:pt x="1182011" y="1940051"/>
                  </a:lnTo>
                  <a:lnTo>
                    <a:pt x="1182346" y="1942271"/>
                  </a:lnTo>
                  <a:lnTo>
                    <a:pt x="1184546" y="1940747"/>
                  </a:lnTo>
                  <a:lnTo>
                    <a:pt x="1186484" y="1940921"/>
                  </a:lnTo>
                  <a:lnTo>
                    <a:pt x="1187153" y="1941683"/>
                  </a:lnTo>
                  <a:lnTo>
                    <a:pt x="1187273" y="1943644"/>
                  </a:lnTo>
                  <a:lnTo>
                    <a:pt x="1187991" y="1943971"/>
                  </a:lnTo>
                  <a:lnTo>
                    <a:pt x="1190072" y="1942533"/>
                  </a:lnTo>
                  <a:lnTo>
                    <a:pt x="1192918" y="1943230"/>
                  </a:lnTo>
                  <a:lnTo>
                    <a:pt x="1193181" y="1944123"/>
                  </a:lnTo>
                  <a:lnTo>
                    <a:pt x="1194879" y="1945017"/>
                  </a:lnTo>
                  <a:lnTo>
                    <a:pt x="1194257" y="1946216"/>
                  </a:lnTo>
                  <a:lnTo>
                    <a:pt x="1196841" y="1947175"/>
                  </a:lnTo>
                  <a:lnTo>
                    <a:pt x="1199520" y="1949008"/>
                  </a:lnTo>
                  <a:lnTo>
                    <a:pt x="1200357" y="1950623"/>
                  </a:lnTo>
                  <a:lnTo>
                    <a:pt x="1202653" y="1949248"/>
                  </a:lnTo>
                  <a:lnTo>
                    <a:pt x="1203203" y="1950273"/>
                  </a:lnTo>
                  <a:lnTo>
                    <a:pt x="1205787" y="1951518"/>
                  </a:lnTo>
                  <a:lnTo>
                    <a:pt x="1205021" y="1952457"/>
                  </a:lnTo>
                  <a:lnTo>
                    <a:pt x="1203538" y="1952238"/>
                  </a:lnTo>
                  <a:lnTo>
                    <a:pt x="1202629" y="1956106"/>
                  </a:lnTo>
                  <a:lnTo>
                    <a:pt x="1201960" y="1956936"/>
                  </a:lnTo>
                  <a:lnTo>
                    <a:pt x="1201362" y="1959430"/>
                  </a:lnTo>
                  <a:lnTo>
                    <a:pt x="1200764" y="1959977"/>
                  </a:lnTo>
                  <a:lnTo>
                    <a:pt x="1199520" y="1959102"/>
                  </a:lnTo>
                  <a:lnTo>
                    <a:pt x="1197606" y="1960765"/>
                  </a:lnTo>
                  <a:lnTo>
                    <a:pt x="1196554" y="1960240"/>
                  </a:lnTo>
                  <a:lnTo>
                    <a:pt x="1194042" y="1962341"/>
                  </a:lnTo>
                  <a:lnTo>
                    <a:pt x="1191100" y="1962473"/>
                  </a:lnTo>
                  <a:lnTo>
                    <a:pt x="1190909" y="1964970"/>
                  </a:lnTo>
                  <a:lnTo>
                    <a:pt x="1194018" y="1966307"/>
                  </a:lnTo>
                  <a:lnTo>
                    <a:pt x="1194329" y="1967162"/>
                  </a:lnTo>
                  <a:lnTo>
                    <a:pt x="1193923" y="1969904"/>
                  </a:lnTo>
                  <a:lnTo>
                    <a:pt x="1195023" y="1970299"/>
                  </a:lnTo>
                  <a:lnTo>
                    <a:pt x="1194784" y="1971725"/>
                  </a:lnTo>
                  <a:lnTo>
                    <a:pt x="1195166" y="1974119"/>
                  </a:lnTo>
                  <a:lnTo>
                    <a:pt x="1194855" y="1975547"/>
                  </a:lnTo>
                  <a:lnTo>
                    <a:pt x="1195693" y="1978119"/>
                  </a:lnTo>
                  <a:lnTo>
                    <a:pt x="1192296" y="1980605"/>
                  </a:lnTo>
                  <a:lnTo>
                    <a:pt x="1192009" y="1981573"/>
                  </a:lnTo>
                  <a:lnTo>
                    <a:pt x="1193109" y="1982960"/>
                  </a:lnTo>
                  <a:lnTo>
                    <a:pt x="1194736" y="1982960"/>
                  </a:lnTo>
                  <a:lnTo>
                    <a:pt x="1194234" y="1986044"/>
                  </a:lnTo>
                  <a:lnTo>
                    <a:pt x="1197128" y="1989240"/>
                  </a:lnTo>
                  <a:lnTo>
                    <a:pt x="1198420" y="1991932"/>
                  </a:lnTo>
                  <a:lnTo>
                    <a:pt x="1200237" y="1992263"/>
                  </a:lnTo>
                  <a:lnTo>
                    <a:pt x="1202295" y="1993852"/>
                  </a:lnTo>
                  <a:lnTo>
                    <a:pt x="1203012" y="1995707"/>
                  </a:lnTo>
                  <a:lnTo>
                    <a:pt x="1205117" y="1996193"/>
                  </a:lnTo>
                  <a:lnTo>
                    <a:pt x="1205859" y="1998625"/>
                  </a:lnTo>
                  <a:lnTo>
                    <a:pt x="1207509" y="1999642"/>
                  </a:lnTo>
                  <a:lnTo>
                    <a:pt x="1207055" y="2000394"/>
                  </a:lnTo>
                  <a:lnTo>
                    <a:pt x="1208490" y="2001632"/>
                  </a:lnTo>
                  <a:lnTo>
                    <a:pt x="1210164" y="2002340"/>
                  </a:lnTo>
                  <a:lnTo>
                    <a:pt x="1210547" y="2003159"/>
                  </a:lnTo>
                  <a:lnTo>
                    <a:pt x="1209662" y="2005285"/>
                  </a:lnTo>
                  <a:lnTo>
                    <a:pt x="1210571" y="2009960"/>
                  </a:lnTo>
                  <a:lnTo>
                    <a:pt x="1212197" y="2012045"/>
                  </a:lnTo>
                  <a:lnTo>
                    <a:pt x="1214183" y="2013021"/>
                  </a:lnTo>
                  <a:lnTo>
                    <a:pt x="1213082" y="2015330"/>
                  </a:lnTo>
                  <a:lnTo>
                    <a:pt x="1213489" y="2017284"/>
                  </a:lnTo>
                  <a:lnTo>
                    <a:pt x="1212987" y="2020018"/>
                  </a:lnTo>
                  <a:lnTo>
                    <a:pt x="1214948" y="2020262"/>
                  </a:lnTo>
                  <a:lnTo>
                    <a:pt x="1215953" y="2022464"/>
                  </a:lnTo>
                  <a:lnTo>
                    <a:pt x="1214852" y="2024711"/>
                  </a:lnTo>
                  <a:lnTo>
                    <a:pt x="1215881" y="2026514"/>
                  </a:lnTo>
                  <a:lnTo>
                    <a:pt x="1216216" y="2028296"/>
                  </a:lnTo>
                  <a:lnTo>
                    <a:pt x="1214828" y="2029878"/>
                  </a:lnTo>
                  <a:lnTo>
                    <a:pt x="1214039" y="2031839"/>
                  </a:lnTo>
                  <a:lnTo>
                    <a:pt x="1211647" y="2032062"/>
                  </a:lnTo>
                  <a:lnTo>
                    <a:pt x="1211240" y="2032887"/>
                  </a:lnTo>
                  <a:lnTo>
                    <a:pt x="1209518" y="2033802"/>
                  </a:lnTo>
                  <a:lnTo>
                    <a:pt x="1209088" y="2036279"/>
                  </a:lnTo>
                  <a:lnTo>
                    <a:pt x="1208251" y="2038333"/>
                  </a:lnTo>
                  <a:lnTo>
                    <a:pt x="1206887" y="2037842"/>
                  </a:lnTo>
                  <a:lnTo>
                    <a:pt x="1204471" y="2038087"/>
                  </a:lnTo>
                  <a:lnTo>
                    <a:pt x="1203108" y="2040008"/>
                  </a:lnTo>
                  <a:lnTo>
                    <a:pt x="1200524" y="2038110"/>
                  </a:lnTo>
                  <a:lnTo>
                    <a:pt x="1199305" y="2036770"/>
                  </a:lnTo>
                  <a:lnTo>
                    <a:pt x="1196889" y="2035386"/>
                  </a:lnTo>
                  <a:lnTo>
                    <a:pt x="1195788" y="2033445"/>
                  </a:lnTo>
                  <a:lnTo>
                    <a:pt x="1194951" y="2029766"/>
                  </a:lnTo>
                  <a:lnTo>
                    <a:pt x="1195764" y="2027806"/>
                  </a:lnTo>
                  <a:lnTo>
                    <a:pt x="1194234" y="2025735"/>
                  </a:lnTo>
                  <a:lnTo>
                    <a:pt x="1194210" y="2023576"/>
                  </a:lnTo>
                  <a:lnTo>
                    <a:pt x="1192057" y="2024622"/>
                  </a:lnTo>
                  <a:lnTo>
                    <a:pt x="1191626" y="2025579"/>
                  </a:lnTo>
                  <a:lnTo>
                    <a:pt x="1189808" y="2026826"/>
                  </a:lnTo>
                  <a:lnTo>
                    <a:pt x="1188278" y="2026492"/>
                  </a:lnTo>
                  <a:lnTo>
                    <a:pt x="1187847" y="2027494"/>
                  </a:lnTo>
                  <a:lnTo>
                    <a:pt x="1185551" y="2027895"/>
                  </a:lnTo>
                  <a:lnTo>
                    <a:pt x="1184833" y="2029009"/>
                  </a:lnTo>
                  <a:lnTo>
                    <a:pt x="1181915" y="2029677"/>
                  </a:lnTo>
                  <a:lnTo>
                    <a:pt x="1180767" y="2031237"/>
                  </a:lnTo>
                  <a:lnTo>
                    <a:pt x="1181963" y="2032464"/>
                  </a:lnTo>
                  <a:lnTo>
                    <a:pt x="1183781" y="2035431"/>
                  </a:lnTo>
                  <a:lnTo>
                    <a:pt x="1183231" y="2037886"/>
                  </a:lnTo>
                  <a:lnTo>
                    <a:pt x="1184187" y="2038891"/>
                  </a:lnTo>
                  <a:lnTo>
                    <a:pt x="1184092" y="2040120"/>
                  </a:lnTo>
                  <a:lnTo>
                    <a:pt x="1185168" y="2041505"/>
                  </a:lnTo>
                  <a:lnTo>
                    <a:pt x="1183876" y="2044211"/>
                  </a:lnTo>
                  <a:lnTo>
                    <a:pt x="1182130" y="2045284"/>
                  </a:lnTo>
                  <a:lnTo>
                    <a:pt x="1182106" y="2046067"/>
                  </a:lnTo>
                  <a:lnTo>
                    <a:pt x="1183661" y="2049022"/>
                  </a:lnTo>
                  <a:lnTo>
                    <a:pt x="1185216" y="2048171"/>
                  </a:lnTo>
                  <a:lnTo>
                    <a:pt x="1185886" y="2049604"/>
                  </a:lnTo>
                  <a:lnTo>
                    <a:pt x="1189067" y="2052338"/>
                  </a:lnTo>
                  <a:lnTo>
                    <a:pt x="1188995" y="2053615"/>
                  </a:lnTo>
                  <a:lnTo>
                    <a:pt x="1192798" y="2055162"/>
                  </a:lnTo>
                  <a:lnTo>
                    <a:pt x="1195023" y="2057002"/>
                  </a:lnTo>
                  <a:lnTo>
                    <a:pt x="1195262" y="2057922"/>
                  </a:lnTo>
                  <a:lnTo>
                    <a:pt x="1194138" y="2059740"/>
                  </a:lnTo>
                  <a:lnTo>
                    <a:pt x="1191244" y="2061222"/>
                  </a:lnTo>
                  <a:lnTo>
                    <a:pt x="1190837" y="2062660"/>
                  </a:lnTo>
                  <a:lnTo>
                    <a:pt x="1192846" y="2064458"/>
                  </a:lnTo>
                  <a:lnTo>
                    <a:pt x="1195047" y="2069316"/>
                  </a:lnTo>
                  <a:lnTo>
                    <a:pt x="1196434" y="2069001"/>
                  </a:lnTo>
                  <a:lnTo>
                    <a:pt x="1196745" y="2070531"/>
                  </a:lnTo>
                  <a:lnTo>
                    <a:pt x="1198252" y="2071904"/>
                  </a:lnTo>
                  <a:lnTo>
                    <a:pt x="1197798" y="2073008"/>
                  </a:lnTo>
                  <a:lnTo>
                    <a:pt x="1195693" y="2074765"/>
                  </a:lnTo>
                  <a:lnTo>
                    <a:pt x="1194162" y="2075306"/>
                  </a:lnTo>
                  <a:lnTo>
                    <a:pt x="1193755" y="2077718"/>
                  </a:lnTo>
                  <a:lnTo>
                    <a:pt x="1194760" y="2077718"/>
                  </a:lnTo>
                  <a:lnTo>
                    <a:pt x="1196171" y="2079590"/>
                  </a:lnTo>
                  <a:lnTo>
                    <a:pt x="1194927" y="2081508"/>
                  </a:lnTo>
                  <a:lnTo>
                    <a:pt x="1194736" y="2083134"/>
                  </a:lnTo>
                  <a:lnTo>
                    <a:pt x="1196291" y="2085551"/>
                  </a:lnTo>
                  <a:lnTo>
                    <a:pt x="1198778" y="2086070"/>
                  </a:lnTo>
                  <a:lnTo>
                    <a:pt x="1199017" y="2085031"/>
                  </a:lnTo>
                  <a:lnTo>
                    <a:pt x="1199759" y="2086613"/>
                  </a:lnTo>
                  <a:lnTo>
                    <a:pt x="1201290" y="2087946"/>
                  </a:lnTo>
                  <a:lnTo>
                    <a:pt x="1201553" y="2089099"/>
                  </a:lnTo>
                  <a:lnTo>
                    <a:pt x="1204160" y="2091836"/>
                  </a:lnTo>
                  <a:lnTo>
                    <a:pt x="1203251" y="2093737"/>
                  </a:lnTo>
                  <a:lnTo>
                    <a:pt x="1204639" y="2096908"/>
                  </a:lnTo>
                  <a:lnTo>
                    <a:pt x="1206552" y="2097610"/>
                  </a:lnTo>
                  <a:lnTo>
                    <a:pt x="1208011" y="2099196"/>
                  </a:lnTo>
                  <a:lnTo>
                    <a:pt x="1211312" y="2098154"/>
                  </a:lnTo>
                  <a:lnTo>
                    <a:pt x="1212245" y="2098834"/>
                  </a:lnTo>
                  <a:lnTo>
                    <a:pt x="1213082" y="2101101"/>
                  </a:lnTo>
                  <a:lnTo>
                    <a:pt x="1217149" y="2100217"/>
                  </a:lnTo>
                  <a:lnTo>
                    <a:pt x="1216527" y="2098063"/>
                  </a:lnTo>
                  <a:lnTo>
                    <a:pt x="1218153" y="2097474"/>
                  </a:lnTo>
                  <a:lnTo>
                    <a:pt x="1219971" y="2095685"/>
                  </a:lnTo>
                  <a:lnTo>
                    <a:pt x="1220737" y="2096138"/>
                  </a:lnTo>
                  <a:lnTo>
                    <a:pt x="1220832" y="2098041"/>
                  </a:lnTo>
                  <a:lnTo>
                    <a:pt x="1223894" y="2097633"/>
                  </a:lnTo>
                  <a:lnTo>
                    <a:pt x="1225640" y="2100715"/>
                  </a:lnTo>
                  <a:lnTo>
                    <a:pt x="1227458" y="2102121"/>
                  </a:lnTo>
                  <a:lnTo>
                    <a:pt x="1229898" y="2100761"/>
                  </a:lnTo>
                  <a:lnTo>
                    <a:pt x="1230209" y="2099718"/>
                  </a:lnTo>
                  <a:lnTo>
                    <a:pt x="1232577" y="2101441"/>
                  </a:lnTo>
                  <a:lnTo>
                    <a:pt x="1233701" y="2101645"/>
                  </a:lnTo>
                  <a:lnTo>
                    <a:pt x="1236691" y="2105434"/>
                  </a:lnTo>
                  <a:lnTo>
                    <a:pt x="1238844" y="2105253"/>
                  </a:lnTo>
                  <a:lnTo>
                    <a:pt x="1239705" y="2106229"/>
                  </a:lnTo>
                  <a:lnTo>
                    <a:pt x="1239226" y="2107728"/>
                  </a:lnTo>
                  <a:lnTo>
                    <a:pt x="1241571" y="2108954"/>
                  </a:lnTo>
                  <a:lnTo>
                    <a:pt x="1241355" y="2110409"/>
                  </a:lnTo>
                  <a:lnTo>
                    <a:pt x="1241929" y="2112727"/>
                  </a:lnTo>
                  <a:lnTo>
                    <a:pt x="1243628" y="2113796"/>
                  </a:lnTo>
                  <a:lnTo>
                    <a:pt x="1244776" y="2116367"/>
                  </a:lnTo>
                  <a:lnTo>
                    <a:pt x="1248651" y="2118370"/>
                  </a:lnTo>
                  <a:lnTo>
                    <a:pt x="1251402" y="2117141"/>
                  </a:lnTo>
                  <a:lnTo>
                    <a:pt x="1253243" y="2118006"/>
                  </a:lnTo>
                  <a:lnTo>
                    <a:pt x="1255588" y="2118097"/>
                  </a:lnTo>
                  <a:lnTo>
                    <a:pt x="1256975" y="2120033"/>
                  </a:lnTo>
                  <a:lnTo>
                    <a:pt x="1259797" y="2120238"/>
                  </a:lnTo>
                  <a:lnTo>
                    <a:pt x="1260419" y="2121149"/>
                  </a:lnTo>
                  <a:lnTo>
                    <a:pt x="1262692" y="2121673"/>
                  </a:lnTo>
                  <a:lnTo>
                    <a:pt x="1264414" y="2123200"/>
                  </a:lnTo>
                  <a:lnTo>
                    <a:pt x="1265801" y="2122539"/>
                  </a:lnTo>
                  <a:lnTo>
                    <a:pt x="1267667" y="2122767"/>
                  </a:lnTo>
                  <a:lnTo>
                    <a:pt x="1269963" y="2124614"/>
                  </a:lnTo>
                  <a:lnTo>
                    <a:pt x="1271016" y="2124705"/>
                  </a:lnTo>
                  <a:lnTo>
                    <a:pt x="1274819" y="2128834"/>
                  </a:lnTo>
                  <a:lnTo>
                    <a:pt x="1278455" y="2129656"/>
                  </a:lnTo>
                  <a:lnTo>
                    <a:pt x="1279340" y="2131254"/>
                  </a:lnTo>
                  <a:lnTo>
                    <a:pt x="1281780" y="2131209"/>
                  </a:lnTo>
                  <a:lnTo>
                    <a:pt x="1283263" y="2132122"/>
                  </a:lnTo>
                  <a:lnTo>
                    <a:pt x="1283406" y="2133973"/>
                  </a:lnTo>
                  <a:lnTo>
                    <a:pt x="1285104" y="2136350"/>
                  </a:lnTo>
                  <a:lnTo>
                    <a:pt x="1285248" y="2138591"/>
                  </a:lnTo>
                  <a:lnTo>
                    <a:pt x="1286205" y="2139255"/>
                  </a:lnTo>
                  <a:lnTo>
                    <a:pt x="1285655" y="2140696"/>
                  </a:lnTo>
                  <a:lnTo>
                    <a:pt x="1287042" y="2142321"/>
                  </a:lnTo>
                  <a:lnTo>
                    <a:pt x="1290678" y="2142779"/>
                  </a:lnTo>
                  <a:lnTo>
                    <a:pt x="1291874" y="2142505"/>
                  </a:lnTo>
                  <a:lnTo>
                    <a:pt x="1291539" y="2141589"/>
                  </a:lnTo>
                  <a:lnTo>
                    <a:pt x="1292902" y="2140330"/>
                  </a:lnTo>
                  <a:lnTo>
                    <a:pt x="1293309" y="2138843"/>
                  </a:lnTo>
                  <a:lnTo>
                    <a:pt x="1292376" y="2136258"/>
                  </a:lnTo>
                  <a:lnTo>
                    <a:pt x="1294959" y="2136418"/>
                  </a:lnTo>
                  <a:lnTo>
                    <a:pt x="1297208" y="2134224"/>
                  </a:lnTo>
                  <a:lnTo>
                    <a:pt x="1297351" y="2132396"/>
                  </a:lnTo>
                  <a:lnTo>
                    <a:pt x="1298188" y="2131094"/>
                  </a:lnTo>
                  <a:lnTo>
                    <a:pt x="1297686" y="2130135"/>
                  </a:lnTo>
                  <a:lnTo>
                    <a:pt x="1298523" y="2129542"/>
                  </a:lnTo>
                  <a:lnTo>
                    <a:pt x="1297447" y="2128925"/>
                  </a:lnTo>
                  <a:lnTo>
                    <a:pt x="1297686" y="2126712"/>
                  </a:lnTo>
                  <a:lnTo>
                    <a:pt x="1298715" y="2126279"/>
                  </a:lnTo>
                  <a:lnTo>
                    <a:pt x="1297710" y="2125184"/>
                  </a:lnTo>
                  <a:lnTo>
                    <a:pt x="1298165" y="2124454"/>
                  </a:lnTo>
                  <a:lnTo>
                    <a:pt x="1299552" y="2124819"/>
                  </a:lnTo>
                  <a:lnTo>
                    <a:pt x="1301131" y="2126187"/>
                  </a:lnTo>
                  <a:lnTo>
                    <a:pt x="1303499" y="2126712"/>
                  </a:lnTo>
                  <a:lnTo>
                    <a:pt x="1303905" y="2124089"/>
                  </a:lnTo>
                  <a:lnTo>
                    <a:pt x="1305723" y="2124796"/>
                  </a:lnTo>
                  <a:lnTo>
                    <a:pt x="1306393" y="2123291"/>
                  </a:lnTo>
                  <a:lnTo>
                    <a:pt x="1310029" y="2125024"/>
                  </a:lnTo>
                  <a:lnTo>
                    <a:pt x="1311392" y="2126005"/>
                  </a:lnTo>
                  <a:lnTo>
                    <a:pt x="1315793" y="2126552"/>
                  </a:lnTo>
                  <a:lnTo>
                    <a:pt x="1318401" y="2127807"/>
                  </a:lnTo>
                  <a:lnTo>
                    <a:pt x="1318975" y="2127305"/>
                  </a:lnTo>
                  <a:lnTo>
                    <a:pt x="1320410" y="2128766"/>
                  </a:lnTo>
                  <a:lnTo>
                    <a:pt x="1321606" y="2128035"/>
                  </a:lnTo>
                  <a:lnTo>
                    <a:pt x="1323089" y="2128355"/>
                  </a:lnTo>
                  <a:lnTo>
                    <a:pt x="1324811" y="2127739"/>
                  </a:lnTo>
                  <a:lnTo>
                    <a:pt x="1325911" y="2129587"/>
                  </a:lnTo>
                  <a:lnTo>
                    <a:pt x="1325361" y="2130706"/>
                  </a:lnTo>
                  <a:lnTo>
                    <a:pt x="1325194" y="2133013"/>
                  </a:lnTo>
                  <a:lnTo>
                    <a:pt x="1326270" y="2134156"/>
                  </a:lnTo>
                  <a:lnTo>
                    <a:pt x="1328088" y="2134841"/>
                  </a:lnTo>
                  <a:lnTo>
                    <a:pt x="1328806" y="2136693"/>
                  </a:lnTo>
                  <a:lnTo>
                    <a:pt x="1327873" y="2137653"/>
                  </a:lnTo>
                  <a:lnTo>
                    <a:pt x="1327657" y="2140033"/>
                  </a:lnTo>
                  <a:lnTo>
                    <a:pt x="1330336" y="2139872"/>
                  </a:lnTo>
                  <a:lnTo>
                    <a:pt x="1332848" y="2141452"/>
                  </a:lnTo>
                  <a:lnTo>
                    <a:pt x="1333709" y="2141040"/>
                  </a:lnTo>
                  <a:lnTo>
                    <a:pt x="1335049" y="2142413"/>
                  </a:lnTo>
                  <a:lnTo>
                    <a:pt x="1336771" y="2142505"/>
                  </a:lnTo>
                  <a:lnTo>
                    <a:pt x="1337488" y="2143489"/>
                  </a:lnTo>
                  <a:lnTo>
                    <a:pt x="1339187" y="2144199"/>
                  </a:lnTo>
                  <a:lnTo>
                    <a:pt x="1340096" y="2145345"/>
                  </a:lnTo>
                  <a:lnTo>
                    <a:pt x="1342535" y="2145001"/>
                  </a:lnTo>
                  <a:lnTo>
                    <a:pt x="1344401" y="2148049"/>
                  </a:lnTo>
                  <a:lnTo>
                    <a:pt x="1345741" y="2148829"/>
                  </a:lnTo>
                  <a:lnTo>
                    <a:pt x="1344975" y="2150342"/>
                  </a:lnTo>
                  <a:lnTo>
                    <a:pt x="1348085" y="2149769"/>
                  </a:lnTo>
                  <a:lnTo>
                    <a:pt x="1349400" y="2151581"/>
                  </a:lnTo>
                  <a:lnTo>
                    <a:pt x="1347606" y="2153371"/>
                  </a:lnTo>
                  <a:lnTo>
                    <a:pt x="1350166" y="2153555"/>
                  </a:lnTo>
                  <a:lnTo>
                    <a:pt x="1350812" y="2155116"/>
                  </a:lnTo>
                  <a:lnTo>
                    <a:pt x="1352462" y="2155529"/>
                  </a:lnTo>
                  <a:lnTo>
                    <a:pt x="1353012" y="2156838"/>
                  </a:lnTo>
                  <a:lnTo>
                    <a:pt x="1355141" y="2156769"/>
                  </a:lnTo>
                  <a:lnTo>
                    <a:pt x="1357581" y="2156080"/>
                  </a:lnTo>
                  <a:lnTo>
                    <a:pt x="1358299" y="2158102"/>
                  </a:lnTo>
                  <a:lnTo>
                    <a:pt x="1360021" y="2157711"/>
                  </a:lnTo>
                  <a:lnTo>
                    <a:pt x="1363035" y="2160492"/>
                  </a:lnTo>
                  <a:lnTo>
                    <a:pt x="1364589" y="2159664"/>
                  </a:lnTo>
                  <a:lnTo>
                    <a:pt x="1365785" y="2159940"/>
                  </a:lnTo>
                  <a:lnTo>
                    <a:pt x="1365977" y="2160906"/>
                  </a:lnTo>
                  <a:lnTo>
                    <a:pt x="1368034" y="2160699"/>
                  </a:lnTo>
                  <a:lnTo>
                    <a:pt x="1369947" y="2161987"/>
                  </a:lnTo>
                  <a:lnTo>
                    <a:pt x="1370306" y="2164862"/>
                  </a:lnTo>
                  <a:lnTo>
                    <a:pt x="1372220" y="2165000"/>
                  </a:lnTo>
                  <a:lnTo>
                    <a:pt x="1374468" y="2168569"/>
                  </a:lnTo>
                  <a:lnTo>
                    <a:pt x="1375736" y="2168638"/>
                  </a:lnTo>
                  <a:lnTo>
                    <a:pt x="1376023" y="2171264"/>
                  </a:lnTo>
                  <a:lnTo>
                    <a:pt x="1377076" y="2172509"/>
                  </a:lnTo>
                  <a:lnTo>
                    <a:pt x="1377602" y="2174584"/>
                  </a:lnTo>
                  <a:lnTo>
                    <a:pt x="1378702" y="2174838"/>
                  </a:lnTo>
                  <a:lnTo>
                    <a:pt x="1380903" y="2178321"/>
                  </a:lnTo>
                  <a:lnTo>
                    <a:pt x="1382027" y="2178206"/>
                  </a:lnTo>
                  <a:lnTo>
                    <a:pt x="1382744" y="2179522"/>
                  </a:lnTo>
                  <a:lnTo>
                    <a:pt x="1385065" y="2179822"/>
                  </a:lnTo>
                  <a:lnTo>
                    <a:pt x="1385495" y="2178368"/>
                  </a:lnTo>
                  <a:lnTo>
                    <a:pt x="1387839" y="2176406"/>
                  </a:lnTo>
                  <a:lnTo>
                    <a:pt x="1390662" y="2176198"/>
                  </a:lnTo>
                  <a:lnTo>
                    <a:pt x="1391451" y="2174215"/>
                  </a:lnTo>
                  <a:lnTo>
                    <a:pt x="1392647" y="2174192"/>
                  </a:lnTo>
                  <a:lnTo>
                    <a:pt x="1394991" y="2172924"/>
                  </a:lnTo>
                  <a:lnTo>
                    <a:pt x="1396450" y="2173408"/>
                  </a:lnTo>
                  <a:lnTo>
                    <a:pt x="1397910" y="2172855"/>
                  </a:lnTo>
                  <a:lnTo>
                    <a:pt x="1398507" y="2174330"/>
                  </a:lnTo>
                  <a:lnTo>
                    <a:pt x="1400445" y="2174100"/>
                  </a:lnTo>
                  <a:lnTo>
                    <a:pt x="1402957" y="2174561"/>
                  </a:lnTo>
                  <a:lnTo>
                    <a:pt x="1403483" y="2176614"/>
                  </a:lnTo>
                  <a:lnTo>
                    <a:pt x="1406305" y="2176614"/>
                  </a:lnTo>
                  <a:lnTo>
                    <a:pt x="1406090" y="2177929"/>
                  </a:lnTo>
                  <a:lnTo>
                    <a:pt x="1405062" y="2178622"/>
                  </a:lnTo>
                  <a:lnTo>
                    <a:pt x="1405277" y="2181300"/>
                  </a:lnTo>
                  <a:lnTo>
                    <a:pt x="1406473" y="2181970"/>
                  </a:lnTo>
                  <a:lnTo>
                    <a:pt x="1405899" y="2183495"/>
                  </a:lnTo>
                  <a:lnTo>
                    <a:pt x="1405970" y="2185228"/>
                  </a:lnTo>
                  <a:lnTo>
                    <a:pt x="1407142" y="2185043"/>
                  </a:lnTo>
                  <a:lnTo>
                    <a:pt x="1408075" y="2185875"/>
                  </a:lnTo>
                  <a:lnTo>
                    <a:pt x="1407286" y="2189437"/>
                  </a:lnTo>
                  <a:lnTo>
                    <a:pt x="1407525" y="2192099"/>
                  </a:lnTo>
                  <a:lnTo>
                    <a:pt x="1408841" y="2191844"/>
                  </a:lnTo>
                  <a:lnTo>
                    <a:pt x="1411257" y="2193442"/>
                  </a:lnTo>
                  <a:lnTo>
                    <a:pt x="1411639" y="2193094"/>
                  </a:lnTo>
                  <a:lnTo>
                    <a:pt x="1414271" y="2193673"/>
                  </a:lnTo>
                  <a:lnTo>
                    <a:pt x="1414127" y="2194808"/>
                  </a:lnTo>
                  <a:lnTo>
                    <a:pt x="1415275" y="2194993"/>
                  </a:lnTo>
                  <a:lnTo>
                    <a:pt x="1415706" y="2197635"/>
                  </a:lnTo>
                  <a:lnTo>
                    <a:pt x="1417189" y="2198910"/>
                  </a:lnTo>
                  <a:lnTo>
                    <a:pt x="1420059" y="2198423"/>
                  </a:lnTo>
                  <a:lnTo>
                    <a:pt x="1422499" y="2199049"/>
                  </a:lnTo>
                  <a:lnTo>
                    <a:pt x="1423695" y="2199838"/>
                  </a:lnTo>
                  <a:lnTo>
                    <a:pt x="1424412" y="2201322"/>
                  </a:lnTo>
                  <a:lnTo>
                    <a:pt x="1425585" y="2201716"/>
                  </a:lnTo>
                  <a:lnTo>
                    <a:pt x="1425537" y="2203410"/>
                  </a:lnTo>
                  <a:lnTo>
                    <a:pt x="1428455" y="2204431"/>
                  </a:lnTo>
                  <a:lnTo>
                    <a:pt x="1431708" y="2206312"/>
                  </a:lnTo>
                  <a:lnTo>
                    <a:pt x="1433239" y="2205453"/>
                  </a:lnTo>
                  <a:lnTo>
                    <a:pt x="1436540" y="2205499"/>
                  </a:lnTo>
                  <a:lnTo>
                    <a:pt x="1437090" y="2204385"/>
                  </a:lnTo>
                  <a:lnTo>
                    <a:pt x="1439458" y="2201600"/>
                  </a:lnTo>
                  <a:lnTo>
                    <a:pt x="1442161" y="2201531"/>
                  </a:lnTo>
                  <a:lnTo>
                    <a:pt x="1443309" y="2202946"/>
                  </a:lnTo>
                  <a:lnTo>
                    <a:pt x="1444864" y="2203828"/>
                  </a:lnTo>
                  <a:lnTo>
                    <a:pt x="1444409" y="2205453"/>
                  </a:lnTo>
                  <a:lnTo>
                    <a:pt x="1444625" y="2207334"/>
                  </a:lnTo>
                  <a:lnTo>
                    <a:pt x="1443476" y="2209634"/>
                  </a:lnTo>
                  <a:lnTo>
                    <a:pt x="1441467" y="2211029"/>
                  </a:lnTo>
                  <a:lnTo>
                    <a:pt x="1442280" y="2214703"/>
                  </a:lnTo>
                  <a:lnTo>
                    <a:pt x="1441659" y="2216169"/>
                  </a:lnTo>
                  <a:lnTo>
                    <a:pt x="1444242" y="2217076"/>
                  </a:lnTo>
                  <a:lnTo>
                    <a:pt x="1445390" y="2216425"/>
                  </a:lnTo>
                  <a:lnTo>
                    <a:pt x="1447830" y="2218916"/>
                  </a:lnTo>
                  <a:lnTo>
                    <a:pt x="1450844" y="2218217"/>
                  </a:lnTo>
                  <a:lnTo>
                    <a:pt x="1451992" y="2219288"/>
                  </a:lnTo>
                  <a:lnTo>
                    <a:pt x="1453403" y="2217216"/>
                  </a:lnTo>
                  <a:lnTo>
                    <a:pt x="1455078" y="2216704"/>
                  </a:lnTo>
                  <a:lnTo>
                    <a:pt x="1457469" y="2216960"/>
                  </a:lnTo>
                  <a:lnTo>
                    <a:pt x="1460651" y="2218333"/>
                  </a:lnTo>
                  <a:lnTo>
                    <a:pt x="1460603" y="2220173"/>
                  </a:lnTo>
                  <a:lnTo>
                    <a:pt x="1462517" y="2218869"/>
                  </a:lnTo>
                  <a:lnTo>
                    <a:pt x="1463760" y="2214796"/>
                  </a:lnTo>
                  <a:lnTo>
                    <a:pt x="1465243" y="2214959"/>
                  </a:lnTo>
                  <a:lnTo>
                    <a:pt x="1466511" y="2221338"/>
                  </a:lnTo>
                  <a:lnTo>
                    <a:pt x="1467994" y="2222759"/>
                  </a:lnTo>
                  <a:lnTo>
                    <a:pt x="1470434" y="2223785"/>
                  </a:lnTo>
                  <a:lnTo>
                    <a:pt x="1471104" y="2225883"/>
                  </a:lnTo>
                  <a:lnTo>
                    <a:pt x="1472156" y="2226909"/>
                  </a:lnTo>
                  <a:lnTo>
                    <a:pt x="1472252" y="2229032"/>
                  </a:lnTo>
                  <a:lnTo>
                    <a:pt x="1475314" y="2232090"/>
                  </a:lnTo>
                  <a:lnTo>
                    <a:pt x="1474118" y="2234169"/>
                  </a:lnTo>
                  <a:lnTo>
                    <a:pt x="1476175" y="2235500"/>
                  </a:lnTo>
                  <a:lnTo>
                    <a:pt x="1478184" y="2235781"/>
                  </a:lnTo>
                  <a:lnTo>
                    <a:pt x="1480959" y="2234799"/>
                  </a:lnTo>
                  <a:lnTo>
                    <a:pt x="1479308" y="2230596"/>
                  </a:lnTo>
                  <a:lnTo>
                    <a:pt x="1479452" y="2227422"/>
                  </a:lnTo>
                  <a:lnTo>
                    <a:pt x="1481078" y="2227562"/>
                  </a:lnTo>
                  <a:lnTo>
                    <a:pt x="1481533" y="2226326"/>
                  </a:lnTo>
                  <a:lnTo>
                    <a:pt x="1483518" y="2224018"/>
                  </a:lnTo>
                  <a:lnTo>
                    <a:pt x="1484786" y="2227306"/>
                  </a:lnTo>
                  <a:lnTo>
                    <a:pt x="1484092" y="2227679"/>
                  </a:lnTo>
                  <a:lnTo>
                    <a:pt x="1485097" y="2232534"/>
                  </a:lnTo>
                  <a:lnTo>
                    <a:pt x="1486699" y="2232417"/>
                  </a:lnTo>
                  <a:lnTo>
                    <a:pt x="1488087" y="2233585"/>
                  </a:lnTo>
                  <a:lnTo>
                    <a:pt x="1491364" y="2234636"/>
                  </a:lnTo>
                  <a:lnTo>
                    <a:pt x="1492201" y="2235617"/>
                  </a:lnTo>
                  <a:lnTo>
                    <a:pt x="1493564" y="2235430"/>
                  </a:lnTo>
                  <a:lnTo>
                    <a:pt x="1494569" y="2233841"/>
                  </a:lnTo>
                  <a:lnTo>
                    <a:pt x="1496076" y="2233398"/>
                  </a:lnTo>
                  <a:lnTo>
                    <a:pt x="1496028" y="2231553"/>
                  </a:lnTo>
                  <a:lnTo>
                    <a:pt x="1496961" y="2229429"/>
                  </a:lnTo>
                  <a:lnTo>
                    <a:pt x="1497774" y="2229289"/>
                  </a:lnTo>
                  <a:lnTo>
                    <a:pt x="1498181" y="2226839"/>
                  </a:lnTo>
                  <a:lnTo>
                    <a:pt x="1499425" y="2227072"/>
                  </a:lnTo>
                  <a:lnTo>
                    <a:pt x="1499831" y="2228309"/>
                  </a:lnTo>
                  <a:lnTo>
                    <a:pt x="1501242" y="2228332"/>
                  </a:lnTo>
                  <a:lnTo>
                    <a:pt x="1501817" y="2227329"/>
                  </a:lnTo>
                  <a:lnTo>
                    <a:pt x="1503276" y="2226909"/>
                  </a:lnTo>
                  <a:lnTo>
                    <a:pt x="1505141" y="2227446"/>
                  </a:lnTo>
                  <a:lnTo>
                    <a:pt x="1505931" y="2228332"/>
                  </a:lnTo>
                  <a:lnTo>
                    <a:pt x="1505476" y="2229942"/>
                  </a:lnTo>
                  <a:lnTo>
                    <a:pt x="1508227" y="2230853"/>
                  </a:lnTo>
                  <a:lnTo>
                    <a:pt x="1509662" y="2230409"/>
                  </a:lnTo>
                  <a:lnTo>
                    <a:pt x="1510475" y="2231576"/>
                  </a:lnTo>
                  <a:lnTo>
                    <a:pt x="1512078" y="2232020"/>
                  </a:lnTo>
                  <a:lnTo>
                    <a:pt x="1512413" y="2233374"/>
                  </a:lnTo>
                  <a:lnTo>
                    <a:pt x="1516288" y="2233771"/>
                  </a:lnTo>
                  <a:lnTo>
                    <a:pt x="1518058" y="2235337"/>
                  </a:lnTo>
                  <a:lnTo>
                    <a:pt x="1519517" y="2238445"/>
                  </a:lnTo>
                  <a:lnTo>
                    <a:pt x="1521670" y="2239427"/>
                  </a:lnTo>
                  <a:lnTo>
                    <a:pt x="1523775" y="2239661"/>
                  </a:lnTo>
                  <a:lnTo>
                    <a:pt x="1524612" y="2238492"/>
                  </a:lnTo>
                  <a:lnTo>
                    <a:pt x="1525832" y="2238235"/>
                  </a:lnTo>
                  <a:lnTo>
                    <a:pt x="1527243" y="2239053"/>
                  </a:lnTo>
                  <a:lnTo>
                    <a:pt x="1529061" y="2239170"/>
                  </a:lnTo>
                  <a:lnTo>
                    <a:pt x="1531309" y="2237721"/>
                  </a:lnTo>
                  <a:lnTo>
                    <a:pt x="1531166" y="2239100"/>
                  </a:lnTo>
                  <a:lnTo>
                    <a:pt x="1532769" y="2239310"/>
                  </a:lnTo>
                  <a:lnTo>
                    <a:pt x="1537481" y="2237604"/>
                  </a:lnTo>
                  <a:lnTo>
                    <a:pt x="1538151" y="2239591"/>
                  </a:lnTo>
                  <a:lnTo>
                    <a:pt x="1540949" y="2238819"/>
                  </a:lnTo>
                  <a:lnTo>
                    <a:pt x="1540877" y="2239802"/>
                  </a:lnTo>
                  <a:lnTo>
                    <a:pt x="1543174" y="2240106"/>
                  </a:lnTo>
                  <a:lnTo>
                    <a:pt x="1545135" y="2237580"/>
                  </a:lnTo>
                  <a:lnTo>
                    <a:pt x="1545302" y="2236225"/>
                  </a:lnTo>
                  <a:lnTo>
                    <a:pt x="1547025" y="2234589"/>
                  </a:lnTo>
                  <a:lnTo>
                    <a:pt x="1551067" y="2235407"/>
                  </a:lnTo>
                  <a:lnTo>
                    <a:pt x="1553076" y="2236505"/>
                  </a:lnTo>
                  <a:lnTo>
                    <a:pt x="1555205" y="2235734"/>
                  </a:lnTo>
                  <a:lnTo>
                    <a:pt x="1557286" y="2236458"/>
                  </a:lnTo>
                  <a:lnTo>
                    <a:pt x="1558099" y="2237370"/>
                  </a:lnTo>
                  <a:lnTo>
                    <a:pt x="1559104" y="2236762"/>
                  </a:lnTo>
                  <a:lnTo>
                    <a:pt x="1558434" y="2235150"/>
                  </a:lnTo>
                  <a:lnTo>
                    <a:pt x="1559846" y="2233258"/>
                  </a:lnTo>
                  <a:lnTo>
                    <a:pt x="1561664" y="2233912"/>
                  </a:lnTo>
                  <a:lnTo>
                    <a:pt x="1563170" y="2232837"/>
                  </a:lnTo>
                  <a:lnTo>
                    <a:pt x="1563625" y="2234075"/>
                  </a:lnTo>
                  <a:lnTo>
                    <a:pt x="1567643" y="2231997"/>
                  </a:lnTo>
                  <a:lnTo>
                    <a:pt x="1569342" y="2232417"/>
                  </a:lnTo>
                  <a:lnTo>
                    <a:pt x="1570586" y="2231273"/>
                  </a:lnTo>
                  <a:lnTo>
                    <a:pt x="1571973" y="2230969"/>
                  </a:lnTo>
                  <a:lnTo>
                    <a:pt x="1573097" y="2229592"/>
                  </a:lnTo>
                  <a:lnTo>
                    <a:pt x="1575274" y="2230176"/>
                  </a:lnTo>
                  <a:lnTo>
                    <a:pt x="1575704" y="2227725"/>
                  </a:lnTo>
                  <a:lnTo>
                    <a:pt x="1577857" y="2227352"/>
                  </a:lnTo>
                  <a:lnTo>
                    <a:pt x="1578814" y="2226489"/>
                  </a:lnTo>
                  <a:lnTo>
                    <a:pt x="1580010" y="2228379"/>
                  </a:lnTo>
                  <a:lnTo>
                    <a:pt x="1583430" y="2228379"/>
                  </a:lnTo>
                  <a:lnTo>
                    <a:pt x="1585296" y="2230596"/>
                  </a:lnTo>
                  <a:lnTo>
                    <a:pt x="1586492" y="2231133"/>
                  </a:lnTo>
                  <a:lnTo>
                    <a:pt x="1586636" y="2234869"/>
                  </a:lnTo>
                  <a:lnTo>
                    <a:pt x="1587329" y="2234869"/>
                  </a:lnTo>
                  <a:lnTo>
                    <a:pt x="1588262" y="2238165"/>
                  </a:lnTo>
                  <a:lnTo>
                    <a:pt x="1587281" y="2239708"/>
                  </a:lnTo>
                  <a:lnTo>
                    <a:pt x="1587569" y="2242749"/>
                  </a:lnTo>
                  <a:lnTo>
                    <a:pt x="1586779" y="2244177"/>
                  </a:lnTo>
                  <a:lnTo>
                    <a:pt x="1586851" y="2245933"/>
                  </a:lnTo>
                  <a:lnTo>
                    <a:pt x="1585464" y="2247245"/>
                  </a:lnTo>
                  <a:lnTo>
                    <a:pt x="1585344" y="2248767"/>
                  </a:lnTo>
                  <a:lnTo>
                    <a:pt x="1583694" y="2250666"/>
                  </a:lnTo>
                  <a:lnTo>
                    <a:pt x="1584746" y="2252541"/>
                  </a:lnTo>
                  <a:lnTo>
                    <a:pt x="1584172" y="2254934"/>
                  </a:lnTo>
                  <a:lnTo>
                    <a:pt x="1585177" y="2257656"/>
                  </a:lnTo>
                  <a:lnTo>
                    <a:pt x="1586301" y="2258877"/>
                  </a:lnTo>
                  <a:lnTo>
                    <a:pt x="1587449" y="2258712"/>
                  </a:lnTo>
                  <a:lnTo>
                    <a:pt x="1588764" y="2261108"/>
                  </a:lnTo>
                  <a:lnTo>
                    <a:pt x="1589506" y="2261202"/>
                  </a:lnTo>
                  <a:lnTo>
                    <a:pt x="1589171" y="2263528"/>
                  </a:lnTo>
                  <a:lnTo>
                    <a:pt x="1590343" y="2264021"/>
                  </a:lnTo>
                  <a:lnTo>
                    <a:pt x="1591994" y="2266349"/>
                  </a:lnTo>
                  <a:lnTo>
                    <a:pt x="1595223" y="2264962"/>
                  </a:lnTo>
                  <a:lnTo>
                    <a:pt x="1595606" y="2262893"/>
                  </a:lnTo>
                  <a:lnTo>
                    <a:pt x="1598524" y="2261484"/>
                  </a:lnTo>
                  <a:lnTo>
                    <a:pt x="1599696" y="2259065"/>
                  </a:lnTo>
                  <a:lnTo>
                    <a:pt x="1597734" y="2256083"/>
                  </a:lnTo>
                  <a:lnTo>
                    <a:pt x="1596299" y="2254746"/>
                  </a:lnTo>
                  <a:lnTo>
                    <a:pt x="1596825" y="2251814"/>
                  </a:lnTo>
                  <a:lnTo>
                    <a:pt x="1598930" y="2250197"/>
                  </a:lnTo>
                  <a:lnTo>
                    <a:pt x="1597591" y="2248580"/>
                  </a:lnTo>
                  <a:lnTo>
                    <a:pt x="1597710" y="2247596"/>
                  </a:lnTo>
                  <a:lnTo>
                    <a:pt x="1599768" y="2245816"/>
                  </a:lnTo>
                  <a:lnTo>
                    <a:pt x="1601872" y="2240386"/>
                  </a:lnTo>
                  <a:lnTo>
                    <a:pt x="1604073" y="2238095"/>
                  </a:lnTo>
                  <a:lnTo>
                    <a:pt x="1607183" y="2236879"/>
                  </a:lnTo>
                  <a:lnTo>
                    <a:pt x="1609814" y="2232790"/>
                  </a:lnTo>
                  <a:lnTo>
                    <a:pt x="1610531" y="2229989"/>
                  </a:lnTo>
                  <a:lnTo>
                    <a:pt x="1612445" y="2227586"/>
                  </a:lnTo>
                  <a:lnTo>
                    <a:pt x="1613617" y="2227492"/>
                  </a:lnTo>
                  <a:lnTo>
                    <a:pt x="1616105" y="2224251"/>
                  </a:lnTo>
                  <a:lnTo>
                    <a:pt x="1620554" y="2223878"/>
                  </a:lnTo>
                  <a:lnTo>
                    <a:pt x="1622850" y="2222689"/>
                  </a:lnTo>
                  <a:lnTo>
                    <a:pt x="1623257" y="2220755"/>
                  </a:lnTo>
                  <a:lnTo>
                    <a:pt x="1626342" y="2221617"/>
                  </a:lnTo>
                  <a:lnTo>
                    <a:pt x="1627610" y="2223365"/>
                  </a:lnTo>
                  <a:lnTo>
                    <a:pt x="1630504" y="2223039"/>
                  </a:lnTo>
                  <a:lnTo>
                    <a:pt x="1632107" y="2224204"/>
                  </a:lnTo>
                  <a:lnTo>
                    <a:pt x="1632729" y="2225347"/>
                  </a:lnTo>
                  <a:lnTo>
                    <a:pt x="1634260" y="2224531"/>
                  </a:lnTo>
                  <a:lnTo>
                    <a:pt x="1635432" y="2225137"/>
                  </a:lnTo>
                  <a:lnTo>
                    <a:pt x="1636269" y="2222969"/>
                  </a:lnTo>
                  <a:lnTo>
                    <a:pt x="1637896" y="2223109"/>
                  </a:lnTo>
                  <a:lnTo>
                    <a:pt x="1638804" y="2224251"/>
                  </a:lnTo>
                  <a:lnTo>
                    <a:pt x="1640431" y="2224997"/>
                  </a:lnTo>
                  <a:lnTo>
                    <a:pt x="1642966" y="2224600"/>
                  </a:lnTo>
                  <a:lnTo>
                    <a:pt x="1645693" y="2227469"/>
                  </a:lnTo>
                  <a:lnTo>
                    <a:pt x="1646339" y="2228705"/>
                  </a:lnTo>
                  <a:lnTo>
                    <a:pt x="1648396" y="2228612"/>
                  </a:lnTo>
                  <a:lnTo>
                    <a:pt x="1650047" y="2229429"/>
                  </a:lnTo>
                  <a:lnTo>
                    <a:pt x="1651386" y="2228659"/>
                  </a:lnTo>
                  <a:lnTo>
                    <a:pt x="1653539" y="2229452"/>
                  </a:lnTo>
                  <a:lnTo>
                    <a:pt x="1654400" y="2230456"/>
                  </a:lnTo>
                  <a:lnTo>
                    <a:pt x="1658682" y="2228029"/>
                  </a:lnTo>
                  <a:lnTo>
                    <a:pt x="1660213" y="2229055"/>
                  </a:lnTo>
                  <a:lnTo>
                    <a:pt x="1662581" y="2229615"/>
                  </a:lnTo>
                  <a:lnTo>
                    <a:pt x="1662748" y="2230736"/>
                  </a:lnTo>
                  <a:lnTo>
                    <a:pt x="1664566" y="2232767"/>
                  </a:lnTo>
                  <a:lnTo>
                    <a:pt x="1666240" y="2233771"/>
                  </a:lnTo>
                  <a:lnTo>
                    <a:pt x="1668776" y="2233444"/>
                  </a:lnTo>
                  <a:lnTo>
                    <a:pt x="1669350" y="2234239"/>
                  </a:lnTo>
                  <a:lnTo>
                    <a:pt x="1668895" y="2235804"/>
                  </a:lnTo>
                  <a:lnTo>
                    <a:pt x="1671263" y="2237697"/>
                  </a:lnTo>
                  <a:lnTo>
                    <a:pt x="1674660" y="2238188"/>
                  </a:lnTo>
                  <a:lnTo>
                    <a:pt x="1676287" y="2236061"/>
                  </a:lnTo>
                  <a:lnTo>
                    <a:pt x="1676000" y="2234589"/>
                  </a:lnTo>
                  <a:lnTo>
                    <a:pt x="1676574" y="2232790"/>
                  </a:lnTo>
                  <a:lnTo>
                    <a:pt x="1678655" y="2231880"/>
                  </a:lnTo>
                  <a:lnTo>
                    <a:pt x="1680042" y="2232697"/>
                  </a:lnTo>
                  <a:lnTo>
                    <a:pt x="1682290" y="2228845"/>
                  </a:lnTo>
                  <a:lnTo>
                    <a:pt x="1688318" y="2231273"/>
                  </a:lnTo>
                  <a:lnTo>
                    <a:pt x="1689299" y="2232650"/>
                  </a:lnTo>
                  <a:lnTo>
                    <a:pt x="1689155" y="2234169"/>
                  </a:lnTo>
                  <a:lnTo>
                    <a:pt x="1691715" y="2235500"/>
                  </a:lnTo>
                  <a:lnTo>
                    <a:pt x="1694011" y="2236201"/>
                  </a:lnTo>
                  <a:lnTo>
                    <a:pt x="1694298" y="2237721"/>
                  </a:lnTo>
                  <a:lnTo>
                    <a:pt x="1692050" y="2237791"/>
                  </a:lnTo>
                  <a:lnTo>
                    <a:pt x="1691404" y="2239334"/>
                  </a:lnTo>
                  <a:lnTo>
                    <a:pt x="1693963" y="2239381"/>
                  </a:lnTo>
                  <a:lnTo>
                    <a:pt x="1695207" y="2241720"/>
                  </a:lnTo>
                  <a:lnTo>
                    <a:pt x="1694442" y="2244996"/>
                  </a:lnTo>
                  <a:lnTo>
                    <a:pt x="1692432" y="2246823"/>
                  </a:lnTo>
                  <a:lnTo>
                    <a:pt x="1692097" y="2247854"/>
                  </a:lnTo>
                  <a:lnTo>
                    <a:pt x="1692887" y="2249119"/>
                  </a:lnTo>
                  <a:lnTo>
                    <a:pt x="1692193" y="2249869"/>
                  </a:lnTo>
                  <a:lnTo>
                    <a:pt x="1692982" y="2251697"/>
                  </a:lnTo>
                  <a:lnTo>
                    <a:pt x="1694609" y="2253081"/>
                  </a:lnTo>
                  <a:lnTo>
                    <a:pt x="1696020" y="2253174"/>
                  </a:lnTo>
                  <a:lnTo>
                    <a:pt x="1698173" y="2254934"/>
                  </a:lnTo>
                  <a:lnTo>
                    <a:pt x="1699536" y="2255145"/>
                  </a:lnTo>
                  <a:lnTo>
                    <a:pt x="1702861" y="2253948"/>
                  </a:lnTo>
                  <a:lnTo>
                    <a:pt x="1707023" y="2255074"/>
                  </a:lnTo>
                  <a:lnTo>
                    <a:pt x="1709511" y="2254605"/>
                  </a:lnTo>
                  <a:lnTo>
                    <a:pt x="1709942" y="2255943"/>
                  </a:lnTo>
                  <a:lnTo>
                    <a:pt x="1711616" y="2258290"/>
                  </a:lnTo>
                  <a:lnTo>
                    <a:pt x="1713984" y="2263504"/>
                  </a:lnTo>
                  <a:lnTo>
                    <a:pt x="1712644" y="2263904"/>
                  </a:lnTo>
                  <a:lnTo>
                    <a:pt x="1711855" y="2265079"/>
                  </a:lnTo>
                  <a:lnTo>
                    <a:pt x="1711472" y="2267172"/>
                  </a:lnTo>
                  <a:lnTo>
                    <a:pt x="1710348" y="2268160"/>
                  </a:lnTo>
                  <a:lnTo>
                    <a:pt x="1710133" y="2270795"/>
                  </a:lnTo>
                  <a:lnTo>
                    <a:pt x="1710803" y="2273244"/>
                  </a:lnTo>
                  <a:lnTo>
                    <a:pt x="1712046" y="2273762"/>
                  </a:lnTo>
                  <a:lnTo>
                    <a:pt x="1713936" y="2277343"/>
                  </a:lnTo>
                  <a:lnTo>
                    <a:pt x="1713338" y="2281988"/>
                  </a:lnTo>
                  <a:lnTo>
                    <a:pt x="1716783" y="2281328"/>
                  </a:lnTo>
                  <a:lnTo>
                    <a:pt x="1720203" y="2280337"/>
                  </a:lnTo>
                  <a:lnTo>
                    <a:pt x="1724820" y="2279889"/>
                  </a:lnTo>
                  <a:lnTo>
                    <a:pt x="1728384" y="2279040"/>
                  </a:lnTo>
                  <a:lnTo>
                    <a:pt x="1730417" y="2278168"/>
                  </a:lnTo>
                  <a:lnTo>
                    <a:pt x="1734220" y="2277673"/>
                  </a:lnTo>
                  <a:lnTo>
                    <a:pt x="1735583" y="2277885"/>
                  </a:lnTo>
                  <a:lnTo>
                    <a:pt x="1740272" y="2280219"/>
                  </a:lnTo>
                  <a:lnTo>
                    <a:pt x="1744410" y="2279370"/>
                  </a:lnTo>
                  <a:lnTo>
                    <a:pt x="1749887" y="2280714"/>
                  </a:lnTo>
                  <a:lnTo>
                    <a:pt x="1752255" y="2280879"/>
                  </a:lnTo>
                  <a:lnTo>
                    <a:pt x="1756968" y="2279700"/>
                  </a:lnTo>
                  <a:lnTo>
                    <a:pt x="1769980" y="2278309"/>
                  </a:lnTo>
                  <a:lnTo>
                    <a:pt x="1772204" y="2277555"/>
                  </a:lnTo>
                  <a:lnTo>
                    <a:pt x="1776941" y="2274893"/>
                  </a:lnTo>
                  <a:lnTo>
                    <a:pt x="1779667" y="2274469"/>
                  </a:lnTo>
                  <a:lnTo>
                    <a:pt x="1780624" y="2273550"/>
                  </a:lnTo>
                  <a:lnTo>
                    <a:pt x="1780911" y="2268136"/>
                  </a:lnTo>
                  <a:lnTo>
                    <a:pt x="1785623" y="2262095"/>
                  </a:lnTo>
                  <a:lnTo>
                    <a:pt x="1788972" y="2258994"/>
                  </a:lnTo>
                  <a:lnTo>
                    <a:pt x="1792488" y="2255333"/>
                  </a:lnTo>
                  <a:lnTo>
                    <a:pt x="1795335" y="2251885"/>
                  </a:lnTo>
                  <a:lnTo>
                    <a:pt x="1797535" y="2249892"/>
                  </a:lnTo>
                  <a:lnTo>
                    <a:pt x="1800477" y="2250009"/>
                  </a:lnTo>
                  <a:lnTo>
                    <a:pt x="1802295" y="2249541"/>
                  </a:lnTo>
                  <a:lnTo>
                    <a:pt x="1803994" y="2249728"/>
                  </a:lnTo>
                  <a:lnTo>
                    <a:pt x="1805333" y="2248978"/>
                  </a:lnTo>
                  <a:lnTo>
                    <a:pt x="1807151" y="2249236"/>
                  </a:lnTo>
                  <a:lnTo>
                    <a:pt x="1812413" y="2246846"/>
                  </a:lnTo>
                  <a:lnTo>
                    <a:pt x="1814829" y="2245371"/>
                  </a:lnTo>
                  <a:lnTo>
                    <a:pt x="1817102" y="2244692"/>
                  </a:lnTo>
                  <a:lnTo>
                    <a:pt x="1819254" y="2243381"/>
                  </a:lnTo>
                  <a:lnTo>
                    <a:pt x="1821168" y="2242749"/>
                  </a:lnTo>
                  <a:lnTo>
                    <a:pt x="1823560" y="2240573"/>
                  </a:lnTo>
                  <a:lnTo>
                    <a:pt x="1826191" y="2238960"/>
                  </a:lnTo>
                  <a:lnTo>
                    <a:pt x="1828200" y="2238445"/>
                  </a:lnTo>
                  <a:lnTo>
                    <a:pt x="1836716" y="2234052"/>
                  </a:lnTo>
                  <a:lnTo>
                    <a:pt x="1838366" y="2230619"/>
                  </a:lnTo>
                  <a:lnTo>
                    <a:pt x="1839299" y="2229592"/>
                  </a:lnTo>
                  <a:lnTo>
                    <a:pt x="1840041" y="2226536"/>
                  </a:lnTo>
                  <a:lnTo>
                    <a:pt x="1841021" y="2225113"/>
                  </a:lnTo>
                  <a:lnTo>
                    <a:pt x="1842600" y="2224251"/>
                  </a:lnTo>
                  <a:lnTo>
                    <a:pt x="1846116" y="2223318"/>
                  </a:lnTo>
                  <a:lnTo>
                    <a:pt x="1851785" y="2220173"/>
                  </a:lnTo>
                  <a:lnTo>
                    <a:pt x="1854345" y="2219242"/>
                  </a:lnTo>
                  <a:lnTo>
                    <a:pt x="1856186" y="2219451"/>
                  </a:lnTo>
                  <a:lnTo>
                    <a:pt x="1857909" y="2218357"/>
                  </a:lnTo>
                  <a:lnTo>
                    <a:pt x="1859559" y="2218240"/>
                  </a:lnTo>
                  <a:lnTo>
                    <a:pt x="1860540" y="2219102"/>
                  </a:lnTo>
                  <a:lnTo>
                    <a:pt x="1860851" y="2220732"/>
                  </a:lnTo>
                  <a:lnTo>
                    <a:pt x="1861951" y="2220779"/>
                  </a:lnTo>
                  <a:lnTo>
                    <a:pt x="1864008" y="2222643"/>
                  </a:lnTo>
                  <a:lnTo>
                    <a:pt x="1867333" y="2222852"/>
                  </a:lnTo>
                  <a:lnTo>
                    <a:pt x="1868242" y="2222013"/>
                  </a:lnTo>
                  <a:lnTo>
                    <a:pt x="1871973" y="2221990"/>
                  </a:lnTo>
                  <a:lnTo>
                    <a:pt x="1875131" y="2221315"/>
                  </a:lnTo>
                  <a:lnTo>
                    <a:pt x="1876016" y="2225207"/>
                  </a:lnTo>
                  <a:lnTo>
                    <a:pt x="1878695" y="2226163"/>
                  </a:lnTo>
                  <a:lnTo>
                    <a:pt x="1879915" y="2226163"/>
                  </a:lnTo>
                  <a:lnTo>
                    <a:pt x="1879795" y="2225043"/>
                  </a:lnTo>
                  <a:lnTo>
                    <a:pt x="1880991" y="2224251"/>
                  </a:lnTo>
                  <a:lnTo>
                    <a:pt x="1882426" y="2225067"/>
                  </a:lnTo>
                  <a:lnTo>
                    <a:pt x="1883837" y="2228425"/>
                  </a:lnTo>
                  <a:lnTo>
                    <a:pt x="1885344" y="2228075"/>
                  </a:lnTo>
                  <a:lnTo>
                    <a:pt x="1888645" y="2230316"/>
                  </a:lnTo>
                  <a:lnTo>
                    <a:pt x="1889100" y="2231623"/>
                  </a:lnTo>
                  <a:lnTo>
                    <a:pt x="1891253" y="2233655"/>
                  </a:lnTo>
                  <a:lnTo>
                    <a:pt x="1892066" y="2233281"/>
                  </a:lnTo>
                  <a:lnTo>
                    <a:pt x="1894888" y="2234425"/>
                  </a:lnTo>
                  <a:lnTo>
                    <a:pt x="1895893" y="2236248"/>
                  </a:lnTo>
                  <a:lnTo>
                    <a:pt x="1897424" y="2236949"/>
                  </a:lnTo>
                  <a:lnTo>
                    <a:pt x="1899696" y="2236505"/>
                  </a:lnTo>
                  <a:lnTo>
                    <a:pt x="1902208" y="2237534"/>
                  </a:lnTo>
                  <a:lnTo>
                    <a:pt x="1903595" y="2239895"/>
                  </a:lnTo>
                  <a:lnTo>
                    <a:pt x="1905174" y="2239614"/>
                  </a:lnTo>
                  <a:lnTo>
                    <a:pt x="1905700" y="2242773"/>
                  </a:lnTo>
                  <a:lnTo>
                    <a:pt x="1907063" y="2242843"/>
                  </a:lnTo>
                  <a:lnTo>
                    <a:pt x="1907279" y="2241088"/>
                  </a:lnTo>
                  <a:lnTo>
                    <a:pt x="1909790" y="2239708"/>
                  </a:lnTo>
                  <a:lnTo>
                    <a:pt x="1913115" y="2236178"/>
                  </a:lnTo>
                  <a:lnTo>
                    <a:pt x="1915053" y="2235220"/>
                  </a:lnTo>
                  <a:lnTo>
                    <a:pt x="1915866" y="2236669"/>
                  </a:lnTo>
                  <a:lnTo>
                    <a:pt x="1918282" y="2236575"/>
                  </a:lnTo>
                  <a:lnTo>
                    <a:pt x="1917732" y="2235477"/>
                  </a:lnTo>
                  <a:lnTo>
                    <a:pt x="1917995" y="2232720"/>
                  </a:lnTo>
                  <a:lnTo>
                    <a:pt x="1919310" y="2230806"/>
                  </a:lnTo>
                  <a:lnTo>
                    <a:pt x="1917971" y="2230012"/>
                  </a:lnTo>
                  <a:lnTo>
                    <a:pt x="1917851" y="2228635"/>
                  </a:lnTo>
                  <a:lnTo>
                    <a:pt x="1915722" y="2229009"/>
                  </a:lnTo>
                  <a:lnTo>
                    <a:pt x="1915148" y="2228239"/>
                  </a:lnTo>
                  <a:lnTo>
                    <a:pt x="1916488" y="2226769"/>
                  </a:lnTo>
                  <a:lnTo>
                    <a:pt x="1915962" y="2225533"/>
                  </a:lnTo>
                  <a:lnTo>
                    <a:pt x="1916966" y="2224787"/>
                  </a:lnTo>
                  <a:lnTo>
                    <a:pt x="1917349" y="2222596"/>
                  </a:lnTo>
                  <a:lnTo>
                    <a:pt x="1916847" y="2220988"/>
                  </a:lnTo>
                  <a:lnTo>
                    <a:pt x="1918736" y="2220849"/>
                  </a:lnTo>
                  <a:lnTo>
                    <a:pt x="1918880" y="2219032"/>
                  </a:lnTo>
                  <a:lnTo>
                    <a:pt x="1919669" y="2218264"/>
                  </a:lnTo>
                  <a:lnTo>
                    <a:pt x="1921176" y="2219568"/>
                  </a:lnTo>
                  <a:lnTo>
                    <a:pt x="1921487" y="2218008"/>
                  </a:lnTo>
                  <a:lnTo>
                    <a:pt x="1923401" y="2216913"/>
                  </a:lnTo>
                  <a:lnTo>
                    <a:pt x="1922252" y="2216052"/>
                  </a:lnTo>
                  <a:lnTo>
                    <a:pt x="1922109" y="2214331"/>
                  </a:lnTo>
                  <a:lnTo>
                    <a:pt x="1922683" y="2212447"/>
                  </a:lnTo>
                  <a:lnTo>
                    <a:pt x="1923520" y="2211749"/>
                  </a:lnTo>
                  <a:lnTo>
                    <a:pt x="1922994" y="2210866"/>
                  </a:lnTo>
                  <a:lnTo>
                    <a:pt x="1923520" y="2209495"/>
                  </a:lnTo>
                  <a:lnTo>
                    <a:pt x="1925386" y="2207473"/>
                  </a:lnTo>
                  <a:lnTo>
                    <a:pt x="1926725" y="2208635"/>
                  </a:lnTo>
                  <a:lnTo>
                    <a:pt x="1927921" y="2207891"/>
                  </a:lnTo>
                  <a:lnTo>
                    <a:pt x="1929907" y="2208426"/>
                  </a:lnTo>
                  <a:lnTo>
                    <a:pt x="1931892" y="2210819"/>
                  </a:lnTo>
                  <a:lnTo>
                    <a:pt x="1931940" y="2213889"/>
                  </a:lnTo>
                  <a:lnTo>
                    <a:pt x="1933160" y="2214866"/>
                  </a:lnTo>
                  <a:lnTo>
                    <a:pt x="1934380" y="2216960"/>
                  </a:lnTo>
                  <a:lnTo>
                    <a:pt x="1935982" y="2216960"/>
                  </a:lnTo>
                  <a:lnTo>
                    <a:pt x="1937107" y="2215424"/>
                  </a:lnTo>
                  <a:lnTo>
                    <a:pt x="1938518" y="2215354"/>
                  </a:lnTo>
                  <a:lnTo>
                    <a:pt x="1942895" y="2220196"/>
                  </a:lnTo>
                  <a:lnTo>
                    <a:pt x="1942417" y="2221944"/>
                  </a:lnTo>
                  <a:lnTo>
                    <a:pt x="1943397" y="2223132"/>
                  </a:lnTo>
                  <a:lnTo>
                    <a:pt x="1944306" y="2222456"/>
                  </a:lnTo>
                  <a:lnTo>
                    <a:pt x="1945598" y="2222759"/>
                  </a:lnTo>
                  <a:lnTo>
                    <a:pt x="1945885" y="2224041"/>
                  </a:lnTo>
                  <a:lnTo>
                    <a:pt x="1947512" y="2225113"/>
                  </a:lnTo>
                  <a:lnTo>
                    <a:pt x="1948325" y="2226932"/>
                  </a:lnTo>
                  <a:lnTo>
                    <a:pt x="1947272" y="2231810"/>
                  </a:lnTo>
                  <a:lnTo>
                    <a:pt x="1947655" y="2233655"/>
                  </a:lnTo>
                  <a:lnTo>
                    <a:pt x="1949377" y="2234075"/>
                  </a:lnTo>
                  <a:lnTo>
                    <a:pt x="1950071" y="2236271"/>
                  </a:lnTo>
                  <a:lnTo>
                    <a:pt x="1948684" y="2237978"/>
                  </a:lnTo>
                  <a:lnTo>
                    <a:pt x="1950478" y="2239755"/>
                  </a:lnTo>
                  <a:lnTo>
                    <a:pt x="1951195" y="2245067"/>
                  </a:lnTo>
                  <a:lnTo>
                    <a:pt x="1953109" y="2246659"/>
                  </a:lnTo>
                  <a:lnTo>
                    <a:pt x="1954161" y="2249798"/>
                  </a:lnTo>
                  <a:lnTo>
                    <a:pt x="1954424" y="2252635"/>
                  </a:lnTo>
                  <a:lnTo>
                    <a:pt x="1955214" y="2253104"/>
                  </a:lnTo>
                  <a:lnTo>
                    <a:pt x="1957199" y="2252823"/>
                  </a:lnTo>
                  <a:lnTo>
                    <a:pt x="1958778" y="2251322"/>
                  </a:lnTo>
                  <a:lnTo>
                    <a:pt x="1958802" y="2246706"/>
                  </a:lnTo>
                  <a:lnTo>
                    <a:pt x="1959352" y="2246191"/>
                  </a:lnTo>
                  <a:lnTo>
                    <a:pt x="1960548" y="2247549"/>
                  </a:lnTo>
                  <a:lnTo>
                    <a:pt x="1962892" y="2248158"/>
                  </a:lnTo>
                  <a:lnTo>
                    <a:pt x="1963633" y="2247034"/>
                  </a:lnTo>
                  <a:lnTo>
                    <a:pt x="1964901" y="2249634"/>
                  </a:lnTo>
                  <a:lnTo>
                    <a:pt x="1964758" y="2250338"/>
                  </a:lnTo>
                  <a:lnTo>
                    <a:pt x="1967365" y="2250502"/>
                  </a:lnTo>
                  <a:lnTo>
                    <a:pt x="1967819" y="2249658"/>
                  </a:lnTo>
                  <a:lnTo>
                    <a:pt x="1969542" y="2251134"/>
                  </a:lnTo>
                  <a:lnTo>
                    <a:pt x="1968704" y="2254183"/>
                  </a:lnTo>
                  <a:lnTo>
                    <a:pt x="1969470" y="2255168"/>
                  </a:lnTo>
                  <a:lnTo>
                    <a:pt x="1968776" y="2256787"/>
                  </a:lnTo>
                  <a:lnTo>
                    <a:pt x="1969398" y="2257351"/>
                  </a:lnTo>
                  <a:lnTo>
                    <a:pt x="1969542" y="2259581"/>
                  </a:lnTo>
                  <a:lnTo>
                    <a:pt x="1970881" y="2260990"/>
                  </a:lnTo>
                  <a:lnTo>
                    <a:pt x="1970642" y="2262893"/>
                  </a:lnTo>
                  <a:lnTo>
                    <a:pt x="1969948" y="2263598"/>
                  </a:lnTo>
                  <a:lnTo>
                    <a:pt x="1970187" y="2265808"/>
                  </a:lnTo>
                  <a:lnTo>
                    <a:pt x="1969135" y="2266255"/>
                  </a:lnTo>
                  <a:lnTo>
                    <a:pt x="1969829" y="2269407"/>
                  </a:lnTo>
                  <a:lnTo>
                    <a:pt x="1969781" y="2272231"/>
                  </a:lnTo>
                  <a:lnTo>
                    <a:pt x="1971838" y="2273338"/>
                  </a:lnTo>
                  <a:lnTo>
                    <a:pt x="1971718" y="2274775"/>
                  </a:lnTo>
                  <a:lnTo>
                    <a:pt x="1970546" y="2275481"/>
                  </a:lnTo>
                  <a:lnTo>
                    <a:pt x="1971503" y="2280974"/>
                  </a:lnTo>
                  <a:lnTo>
                    <a:pt x="1970475" y="2282153"/>
                  </a:lnTo>
                  <a:lnTo>
                    <a:pt x="1971694" y="2284466"/>
                  </a:lnTo>
                  <a:lnTo>
                    <a:pt x="1971073" y="2288975"/>
                  </a:lnTo>
                  <a:lnTo>
                    <a:pt x="1972005" y="2289259"/>
                  </a:lnTo>
                  <a:lnTo>
                    <a:pt x="1971718" y="2290582"/>
                  </a:lnTo>
                  <a:lnTo>
                    <a:pt x="1972460" y="2292331"/>
                  </a:lnTo>
                  <a:lnTo>
                    <a:pt x="1972125" y="2294223"/>
                  </a:lnTo>
                  <a:lnTo>
                    <a:pt x="1971360" y="2295050"/>
                  </a:lnTo>
                  <a:lnTo>
                    <a:pt x="1971503" y="2298031"/>
                  </a:lnTo>
                  <a:lnTo>
                    <a:pt x="1970881" y="2300635"/>
                  </a:lnTo>
                  <a:lnTo>
                    <a:pt x="1971240" y="2301014"/>
                  </a:lnTo>
                  <a:lnTo>
                    <a:pt x="1970594" y="2304259"/>
                  </a:lnTo>
                  <a:lnTo>
                    <a:pt x="1968561" y="2306155"/>
                  </a:lnTo>
                  <a:lnTo>
                    <a:pt x="1968226" y="2309166"/>
                  </a:lnTo>
                  <a:lnTo>
                    <a:pt x="1969805" y="2309545"/>
                  </a:lnTo>
                  <a:lnTo>
                    <a:pt x="1970666" y="2311586"/>
                  </a:lnTo>
                  <a:lnTo>
                    <a:pt x="1969781" y="2312867"/>
                  </a:lnTo>
                  <a:lnTo>
                    <a:pt x="1970068" y="2314149"/>
                  </a:lnTo>
                  <a:lnTo>
                    <a:pt x="1967772" y="2315882"/>
                  </a:lnTo>
                  <a:lnTo>
                    <a:pt x="1967580" y="2313579"/>
                  </a:lnTo>
                  <a:lnTo>
                    <a:pt x="1966671" y="2313318"/>
                  </a:lnTo>
                  <a:lnTo>
                    <a:pt x="1964447" y="2314529"/>
                  </a:lnTo>
                  <a:lnTo>
                    <a:pt x="1965499" y="2317355"/>
                  </a:lnTo>
                  <a:lnTo>
                    <a:pt x="1965954" y="2321157"/>
                  </a:lnTo>
                  <a:lnTo>
                    <a:pt x="1966863" y="2321014"/>
                  </a:lnTo>
                  <a:lnTo>
                    <a:pt x="1968776" y="2323035"/>
                  </a:lnTo>
                  <a:lnTo>
                    <a:pt x="1969518" y="2326151"/>
                  </a:lnTo>
                  <a:lnTo>
                    <a:pt x="1968417" y="2327889"/>
                  </a:lnTo>
                  <a:lnTo>
                    <a:pt x="1966982" y="2328650"/>
                  </a:lnTo>
                  <a:lnTo>
                    <a:pt x="1963610" y="2326580"/>
                  </a:lnTo>
                  <a:lnTo>
                    <a:pt x="1962653" y="2326794"/>
                  </a:lnTo>
                  <a:lnTo>
                    <a:pt x="1960620" y="2329603"/>
                  </a:lnTo>
                  <a:lnTo>
                    <a:pt x="1960022" y="2331460"/>
                  </a:lnTo>
                  <a:lnTo>
                    <a:pt x="1959878" y="2333771"/>
                  </a:lnTo>
                  <a:lnTo>
                    <a:pt x="1958012" y="2334605"/>
                  </a:lnTo>
                  <a:lnTo>
                    <a:pt x="1957725" y="2337704"/>
                  </a:lnTo>
                  <a:lnTo>
                    <a:pt x="1954783" y="2338921"/>
                  </a:lnTo>
                  <a:lnTo>
                    <a:pt x="1954329" y="2339946"/>
                  </a:lnTo>
                  <a:lnTo>
                    <a:pt x="1951722" y="2337084"/>
                  </a:lnTo>
                  <a:lnTo>
                    <a:pt x="1948732" y="2336536"/>
                  </a:lnTo>
                  <a:lnTo>
                    <a:pt x="1949473" y="2338801"/>
                  </a:lnTo>
                  <a:lnTo>
                    <a:pt x="1948468" y="2340782"/>
                  </a:lnTo>
                  <a:lnTo>
                    <a:pt x="1947201" y="2341402"/>
                  </a:lnTo>
                  <a:lnTo>
                    <a:pt x="1948229" y="2343741"/>
                  </a:lnTo>
                  <a:lnTo>
                    <a:pt x="1947440" y="2347085"/>
                  </a:lnTo>
                  <a:lnTo>
                    <a:pt x="1946029" y="2346774"/>
                  </a:lnTo>
                  <a:lnTo>
                    <a:pt x="1945981" y="2348303"/>
                  </a:lnTo>
                  <a:lnTo>
                    <a:pt x="1944809" y="2350167"/>
                  </a:lnTo>
                  <a:lnTo>
                    <a:pt x="1942369" y="2350765"/>
                  </a:lnTo>
                  <a:lnTo>
                    <a:pt x="1942393" y="2351602"/>
                  </a:lnTo>
                  <a:lnTo>
                    <a:pt x="1939786" y="2354448"/>
                  </a:lnTo>
                  <a:lnTo>
                    <a:pt x="1938374" y="2354376"/>
                  </a:lnTo>
                  <a:lnTo>
                    <a:pt x="1937274" y="2352582"/>
                  </a:lnTo>
                  <a:lnTo>
                    <a:pt x="1935863" y="2351984"/>
                  </a:lnTo>
                  <a:lnTo>
                    <a:pt x="1934188" y="2357056"/>
                  </a:lnTo>
                  <a:lnTo>
                    <a:pt x="1932131" y="2360479"/>
                  </a:lnTo>
                  <a:lnTo>
                    <a:pt x="1931222" y="2360383"/>
                  </a:lnTo>
                  <a:lnTo>
                    <a:pt x="1931533" y="2362012"/>
                  </a:lnTo>
                  <a:lnTo>
                    <a:pt x="1931103" y="2364912"/>
                  </a:lnTo>
                  <a:lnTo>
                    <a:pt x="1931605" y="2367980"/>
                  </a:lnTo>
                  <a:lnTo>
                    <a:pt x="1933782" y="2369420"/>
                  </a:lnTo>
                  <a:lnTo>
                    <a:pt x="1934236" y="2370763"/>
                  </a:lnTo>
                  <a:lnTo>
                    <a:pt x="1932992" y="2371723"/>
                  </a:lnTo>
                  <a:lnTo>
                    <a:pt x="1929692" y="2371579"/>
                  </a:lnTo>
                  <a:lnTo>
                    <a:pt x="1928591" y="2373187"/>
                  </a:lnTo>
                  <a:lnTo>
                    <a:pt x="1925386" y="2374291"/>
                  </a:lnTo>
                  <a:lnTo>
                    <a:pt x="1924525" y="2375468"/>
                  </a:lnTo>
                  <a:lnTo>
                    <a:pt x="1925386" y="2376837"/>
                  </a:lnTo>
                  <a:lnTo>
                    <a:pt x="1925434" y="2381499"/>
                  </a:lnTo>
                  <a:lnTo>
                    <a:pt x="1924812" y="2386454"/>
                  </a:lnTo>
                  <a:lnTo>
                    <a:pt x="1923855" y="2388547"/>
                  </a:lnTo>
                  <a:lnTo>
                    <a:pt x="1926127" y="2388884"/>
                  </a:lnTo>
                  <a:lnTo>
                    <a:pt x="1929285" y="2388114"/>
                  </a:lnTo>
                  <a:lnTo>
                    <a:pt x="1929668" y="2390401"/>
                  </a:lnTo>
                  <a:lnTo>
                    <a:pt x="1931079" y="2392280"/>
                  </a:lnTo>
                  <a:lnTo>
                    <a:pt x="1928998" y="2393147"/>
                  </a:lnTo>
                  <a:lnTo>
                    <a:pt x="1929093" y="2395026"/>
                  </a:lnTo>
                  <a:lnTo>
                    <a:pt x="1931270" y="2395051"/>
                  </a:lnTo>
                  <a:lnTo>
                    <a:pt x="1933064" y="2396714"/>
                  </a:lnTo>
                  <a:lnTo>
                    <a:pt x="1931605" y="2398088"/>
                  </a:lnTo>
                  <a:lnTo>
                    <a:pt x="1931557" y="2400017"/>
                  </a:lnTo>
                  <a:lnTo>
                    <a:pt x="1932562" y="2400886"/>
                  </a:lnTo>
                  <a:lnTo>
                    <a:pt x="1932347" y="2401030"/>
                  </a:lnTo>
                  <a:lnTo>
                    <a:pt x="1932131" y="2401079"/>
                  </a:lnTo>
                  <a:lnTo>
                    <a:pt x="1931653" y="2403106"/>
                  </a:lnTo>
                  <a:lnTo>
                    <a:pt x="1930481" y="2403999"/>
                  </a:lnTo>
                  <a:lnTo>
                    <a:pt x="1930337" y="2404023"/>
                  </a:lnTo>
                  <a:lnTo>
                    <a:pt x="1928017" y="2406002"/>
                  </a:lnTo>
                  <a:lnTo>
                    <a:pt x="1927682" y="2407910"/>
                  </a:lnTo>
                  <a:lnTo>
                    <a:pt x="1925506" y="2408877"/>
                  </a:lnTo>
                  <a:lnTo>
                    <a:pt x="1923831" y="2410640"/>
                  </a:lnTo>
                  <a:lnTo>
                    <a:pt x="1923783" y="2411365"/>
                  </a:lnTo>
                  <a:lnTo>
                    <a:pt x="1927276" y="2413058"/>
                  </a:lnTo>
                  <a:lnTo>
                    <a:pt x="1928137" y="2414049"/>
                  </a:lnTo>
                  <a:lnTo>
                    <a:pt x="1928400" y="2415161"/>
                  </a:lnTo>
                  <a:lnTo>
                    <a:pt x="1929835" y="2413565"/>
                  </a:lnTo>
                  <a:lnTo>
                    <a:pt x="1931151" y="2413976"/>
                  </a:lnTo>
                  <a:lnTo>
                    <a:pt x="1931557" y="2412743"/>
                  </a:lnTo>
                  <a:lnTo>
                    <a:pt x="1932921" y="2412236"/>
                  </a:lnTo>
                  <a:lnTo>
                    <a:pt x="1934164" y="2410254"/>
                  </a:lnTo>
                  <a:lnTo>
                    <a:pt x="1934739" y="2410640"/>
                  </a:lnTo>
                  <a:lnTo>
                    <a:pt x="1936796" y="2409070"/>
                  </a:lnTo>
                  <a:lnTo>
                    <a:pt x="1938063" y="2409263"/>
                  </a:lnTo>
                  <a:lnTo>
                    <a:pt x="1938303" y="2407500"/>
                  </a:lnTo>
                  <a:lnTo>
                    <a:pt x="1941484" y="2406751"/>
                  </a:lnTo>
                  <a:lnTo>
                    <a:pt x="1941914" y="2406075"/>
                  </a:lnTo>
                  <a:lnTo>
                    <a:pt x="1945646" y="2404337"/>
                  </a:lnTo>
                  <a:lnTo>
                    <a:pt x="1945837" y="2404312"/>
                  </a:lnTo>
                  <a:lnTo>
                    <a:pt x="1946985" y="2404023"/>
                  </a:lnTo>
                  <a:lnTo>
                    <a:pt x="1947249" y="2404047"/>
                  </a:lnTo>
                  <a:lnTo>
                    <a:pt x="1949760" y="2403781"/>
                  </a:lnTo>
                  <a:lnTo>
                    <a:pt x="1950645" y="2403106"/>
                  </a:lnTo>
                  <a:lnTo>
                    <a:pt x="1955429" y="2403757"/>
                  </a:lnTo>
                  <a:lnTo>
                    <a:pt x="1956769" y="2403081"/>
                  </a:lnTo>
                  <a:lnTo>
                    <a:pt x="1960835" y="2402719"/>
                  </a:lnTo>
                  <a:lnTo>
                    <a:pt x="1961050" y="2402671"/>
                  </a:lnTo>
                  <a:lnTo>
                    <a:pt x="1963346" y="2402454"/>
                  </a:lnTo>
                  <a:lnTo>
                    <a:pt x="1965164" y="2404578"/>
                  </a:lnTo>
                  <a:lnTo>
                    <a:pt x="1967198" y="2403443"/>
                  </a:lnTo>
                  <a:lnTo>
                    <a:pt x="1968585" y="2403709"/>
                  </a:lnTo>
                  <a:lnTo>
                    <a:pt x="1970020" y="2402478"/>
                  </a:lnTo>
                  <a:lnTo>
                    <a:pt x="1973895" y="2402237"/>
                  </a:lnTo>
                  <a:lnTo>
                    <a:pt x="1974780" y="2402526"/>
                  </a:lnTo>
                  <a:lnTo>
                    <a:pt x="1976143" y="2401441"/>
                  </a:lnTo>
                  <a:lnTo>
                    <a:pt x="1976861" y="2403757"/>
                  </a:lnTo>
                  <a:lnTo>
                    <a:pt x="1973464" y="2407017"/>
                  </a:lnTo>
                  <a:lnTo>
                    <a:pt x="1972149" y="2407137"/>
                  </a:lnTo>
                  <a:lnTo>
                    <a:pt x="1970355" y="2409432"/>
                  </a:lnTo>
                  <a:lnTo>
                    <a:pt x="1969326" y="2408949"/>
                  </a:lnTo>
                  <a:lnTo>
                    <a:pt x="1968250" y="2409867"/>
                  </a:lnTo>
                  <a:lnTo>
                    <a:pt x="1969326" y="2410495"/>
                  </a:lnTo>
                  <a:lnTo>
                    <a:pt x="1968728" y="2412477"/>
                  </a:lnTo>
                  <a:lnTo>
                    <a:pt x="1969350" y="2415452"/>
                  </a:lnTo>
                  <a:lnTo>
                    <a:pt x="1968083" y="2416927"/>
                  </a:lnTo>
                  <a:lnTo>
                    <a:pt x="1969135" y="2417653"/>
                  </a:lnTo>
                  <a:lnTo>
                    <a:pt x="1972579" y="2417774"/>
                  </a:lnTo>
                  <a:lnTo>
                    <a:pt x="1974110" y="2420170"/>
                  </a:lnTo>
                  <a:lnTo>
                    <a:pt x="1973632" y="2421235"/>
                  </a:lnTo>
                  <a:lnTo>
                    <a:pt x="1974565" y="2422107"/>
                  </a:lnTo>
                  <a:lnTo>
                    <a:pt x="1974995" y="2424383"/>
                  </a:lnTo>
                  <a:lnTo>
                    <a:pt x="1976359" y="2424916"/>
                  </a:lnTo>
                  <a:lnTo>
                    <a:pt x="1976359" y="2426007"/>
                  </a:lnTo>
                  <a:lnTo>
                    <a:pt x="1974900" y="2426734"/>
                  </a:lnTo>
                  <a:lnTo>
                    <a:pt x="1973321" y="2428430"/>
                  </a:lnTo>
                  <a:lnTo>
                    <a:pt x="1974182" y="2431534"/>
                  </a:lnTo>
                  <a:lnTo>
                    <a:pt x="1976072" y="2430952"/>
                  </a:lnTo>
                  <a:lnTo>
                    <a:pt x="1977531" y="2433475"/>
                  </a:lnTo>
                  <a:lnTo>
                    <a:pt x="1977866" y="2436362"/>
                  </a:lnTo>
                  <a:lnTo>
                    <a:pt x="1976000" y="2437746"/>
                  </a:lnTo>
                  <a:lnTo>
                    <a:pt x="1977316" y="2437649"/>
                  </a:lnTo>
                  <a:lnTo>
                    <a:pt x="1978488" y="2438620"/>
                  </a:lnTo>
                  <a:lnTo>
                    <a:pt x="1978177" y="2440563"/>
                  </a:lnTo>
                  <a:lnTo>
                    <a:pt x="1976646" y="2443066"/>
                  </a:lnTo>
                  <a:lnTo>
                    <a:pt x="1977316" y="2444111"/>
                  </a:lnTo>
                  <a:lnTo>
                    <a:pt x="1981023" y="2445229"/>
                  </a:lnTo>
                  <a:lnTo>
                    <a:pt x="1983176" y="2445035"/>
                  </a:lnTo>
                  <a:lnTo>
                    <a:pt x="1982817" y="2447247"/>
                  </a:lnTo>
                  <a:lnTo>
                    <a:pt x="1985066" y="2448488"/>
                  </a:lnTo>
                  <a:lnTo>
                    <a:pt x="1988199" y="2447879"/>
                  </a:lnTo>
                  <a:lnTo>
                    <a:pt x="1990854" y="2448877"/>
                  </a:lnTo>
                  <a:lnTo>
                    <a:pt x="1991883" y="2447831"/>
                  </a:lnTo>
                  <a:lnTo>
                    <a:pt x="1994466" y="2446615"/>
                  </a:lnTo>
                  <a:lnTo>
                    <a:pt x="1995710" y="2447904"/>
                  </a:lnTo>
                  <a:lnTo>
                    <a:pt x="1998054" y="2448804"/>
                  </a:lnTo>
                  <a:lnTo>
                    <a:pt x="1999489" y="2448634"/>
                  </a:lnTo>
                  <a:lnTo>
                    <a:pt x="2001450" y="2449412"/>
                  </a:lnTo>
                  <a:lnTo>
                    <a:pt x="2001020" y="2452016"/>
                  </a:lnTo>
                  <a:lnTo>
                    <a:pt x="2001666" y="2454012"/>
                  </a:lnTo>
                  <a:lnTo>
                    <a:pt x="2002814" y="2455594"/>
                  </a:lnTo>
                  <a:lnTo>
                    <a:pt x="2001570" y="2456861"/>
                  </a:lnTo>
                  <a:lnTo>
                    <a:pt x="1998293" y="2455205"/>
                  </a:lnTo>
                  <a:lnTo>
                    <a:pt x="1997886" y="2456130"/>
                  </a:lnTo>
                  <a:lnTo>
                    <a:pt x="1998915" y="2459175"/>
                  </a:lnTo>
                  <a:lnTo>
                    <a:pt x="1996523" y="2459980"/>
                  </a:lnTo>
                  <a:lnTo>
                    <a:pt x="1995901" y="2462832"/>
                  </a:lnTo>
                  <a:lnTo>
                    <a:pt x="1993629" y="2463295"/>
                  </a:lnTo>
                  <a:lnTo>
                    <a:pt x="1993174" y="2463904"/>
                  </a:lnTo>
                  <a:lnTo>
                    <a:pt x="1994131" y="2465173"/>
                  </a:lnTo>
                  <a:lnTo>
                    <a:pt x="1995925" y="2471249"/>
                  </a:lnTo>
                  <a:lnTo>
                    <a:pt x="1994896" y="2472837"/>
                  </a:lnTo>
                  <a:lnTo>
                    <a:pt x="1995782" y="2474693"/>
                  </a:lnTo>
                  <a:lnTo>
                    <a:pt x="1992481" y="2478310"/>
                  </a:lnTo>
                  <a:lnTo>
                    <a:pt x="1990711" y="2479116"/>
                  </a:lnTo>
                  <a:lnTo>
                    <a:pt x="1991739" y="2481195"/>
                  </a:lnTo>
                  <a:lnTo>
                    <a:pt x="1990017" y="2483396"/>
                  </a:lnTo>
                  <a:lnTo>
                    <a:pt x="1990089" y="2485427"/>
                  </a:lnTo>
                  <a:lnTo>
                    <a:pt x="1989012" y="2486235"/>
                  </a:lnTo>
                  <a:lnTo>
                    <a:pt x="1987744" y="2488291"/>
                  </a:lnTo>
                  <a:lnTo>
                    <a:pt x="1988247" y="2489295"/>
                  </a:lnTo>
                  <a:lnTo>
                    <a:pt x="1987003" y="2489442"/>
                  </a:lnTo>
                  <a:lnTo>
                    <a:pt x="1989467" y="2491597"/>
                  </a:lnTo>
                  <a:lnTo>
                    <a:pt x="1992385" y="2491671"/>
                  </a:lnTo>
                  <a:lnTo>
                    <a:pt x="1994705" y="2492259"/>
                  </a:lnTo>
                  <a:lnTo>
                    <a:pt x="1996475" y="2492063"/>
                  </a:lnTo>
                  <a:lnTo>
                    <a:pt x="1999848" y="2490813"/>
                  </a:lnTo>
                  <a:lnTo>
                    <a:pt x="2000996" y="2492087"/>
                  </a:lnTo>
                  <a:lnTo>
                    <a:pt x="2002790" y="2491499"/>
                  </a:lnTo>
                  <a:lnTo>
                    <a:pt x="2003412" y="2492136"/>
                  </a:lnTo>
                  <a:lnTo>
                    <a:pt x="2003531" y="2491940"/>
                  </a:lnTo>
                  <a:lnTo>
                    <a:pt x="2006139" y="2492038"/>
                  </a:lnTo>
                  <a:lnTo>
                    <a:pt x="2007981" y="2493508"/>
                  </a:lnTo>
                  <a:lnTo>
                    <a:pt x="2010564" y="2493484"/>
                  </a:lnTo>
                  <a:lnTo>
                    <a:pt x="2014726" y="2495199"/>
                  </a:lnTo>
                  <a:lnTo>
                    <a:pt x="2014774" y="2493533"/>
                  </a:lnTo>
                  <a:lnTo>
                    <a:pt x="2018697" y="2494145"/>
                  </a:lnTo>
                  <a:lnTo>
                    <a:pt x="2018433" y="2495861"/>
                  </a:lnTo>
                  <a:lnTo>
                    <a:pt x="2019773" y="2497675"/>
                  </a:lnTo>
                  <a:lnTo>
                    <a:pt x="2019079" y="2500054"/>
                  </a:lnTo>
                  <a:lnTo>
                    <a:pt x="2018218" y="2500594"/>
                  </a:lnTo>
                  <a:lnTo>
                    <a:pt x="2017596" y="2504398"/>
                  </a:lnTo>
                  <a:lnTo>
                    <a:pt x="2019438" y="2509579"/>
                  </a:lnTo>
                  <a:lnTo>
                    <a:pt x="2021687" y="2511078"/>
                  </a:lnTo>
                  <a:lnTo>
                    <a:pt x="2023433" y="2509628"/>
                  </a:lnTo>
                  <a:lnTo>
                    <a:pt x="2024892" y="2509751"/>
                  </a:lnTo>
                  <a:lnTo>
                    <a:pt x="2026351" y="2511373"/>
                  </a:lnTo>
                  <a:lnTo>
                    <a:pt x="2023959" y="2514814"/>
                  </a:lnTo>
                  <a:lnTo>
                    <a:pt x="2024557" y="2515699"/>
                  </a:lnTo>
                  <a:lnTo>
                    <a:pt x="2024868" y="2518405"/>
                  </a:lnTo>
                  <a:lnTo>
                    <a:pt x="2026327" y="2519340"/>
                  </a:lnTo>
                  <a:lnTo>
                    <a:pt x="2026949" y="2517864"/>
                  </a:lnTo>
                  <a:lnTo>
                    <a:pt x="2027786" y="2518159"/>
                  </a:lnTo>
                  <a:lnTo>
                    <a:pt x="2028910" y="2520053"/>
                  </a:lnTo>
                  <a:lnTo>
                    <a:pt x="2031374" y="2519561"/>
                  </a:lnTo>
                  <a:lnTo>
                    <a:pt x="2033335" y="2517323"/>
                  </a:lnTo>
                  <a:lnTo>
                    <a:pt x="2036756" y="2517126"/>
                  </a:lnTo>
                  <a:lnTo>
                    <a:pt x="2038526" y="2520398"/>
                  </a:lnTo>
                  <a:lnTo>
                    <a:pt x="2040224" y="2519857"/>
                  </a:lnTo>
                  <a:lnTo>
                    <a:pt x="2042257" y="2520718"/>
                  </a:lnTo>
                  <a:lnTo>
                    <a:pt x="2046635" y="2518110"/>
                  </a:lnTo>
                  <a:lnTo>
                    <a:pt x="2048142" y="2517765"/>
                  </a:lnTo>
                  <a:lnTo>
                    <a:pt x="2049027" y="2516142"/>
                  </a:lnTo>
                  <a:lnTo>
                    <a:pt x="2050414" y="2515454"/>
                  </a:lnTo>
                  <a:lnTo>
                    <a:pt x="2051012" y="2513732"/>
                  </a:lnTo>
                  <a:lnTo>
                    <a:pt x="2052686" y="2512626"/>
                  </a:lnTo>
                  <a:lnTo>
                    <a:pt x="2053571" y="2510955"/>
                  </a:lnTo>
                  <a:lnTo>
                    <a:pt x="2054696" y="2510415"/>
                  </a:lnTo>
                  <a:lnTo>
                    <a:pt x="2056179" y="2510022"/>
                  </a:lnTo>
                  <a:lnTo>
                    <a:pt x="2059193" y="2509432"/>
                  </a:lnTo>
                  <a:lnTo>
                    <a:pt x="2062087" y="2506485"/>
                  </a:lnTo>
                  <a:lnTo>
                    <a:pt x="2063402" y="2506583"/>
                  </a:lnTo>
                  <a:lnTo>
                    <a:pt x="2062948" y="2507712"/>
                  </a:lnTo>
                  <a:lnTo>
                    <a:pt x="2063139" y="2510144"/>
                  </a:lnTo>
                  <a:lnTo>
                    <a:pt x="2064551" y="2511103"/>
                  </a:lnTo>
                  <a:lnTo>
                    <a:pt x="2065172" y="2514593"/>
                  </a:lnTo>
                  <a:lnTo>
                    <a:pt x="2064311" y="2515921"/>
                  </a:lnTo>
                  <a:lnTo>
                    <a:pt x="2066727" y="2516044"/>
                  </a:lnTo>
                  <a:lnTo>
                    <a:pt x="2066775" y="2518184"/>
                  </a:lnTo>
                  <a:lnTo>
                    <a:pt x="2067349" y="2518626"/>
                  </a:lnTo>
                  <a:lnTo>
                    <a:pt x="2066105" y="2519734"/>
                  </a:lnTo>
                  <a:lnTo>
                    <a:pt x="2066177" y="2521899"/>
                  </a:lnTo>
                  <a:lnTo>
                    <a:pt x="2064144" y="2522588"/>
                  </a:lnTo>
                  <a:lnTo>
                    <a:pt x="2065747" y="2525888"/>
                  </a:lnTo>
                  <a:lnTo>
                    <a:pt x="2068115" y="2527317"/>
                  </a:lnTo>
                  <a:lnTo>
                    <a:pt x="2068186" y="2528499"/>
                  </a:lnTo>
                  <a:lnTo>
                    <a:pt x="2067230" y="2530323"/>
                  </a:lnTo>
                  <a:lnTo>
                    <a:pt x="2069885" y="2532788"/>
                  </a:lnTo>
                  <a:lnTo>
                    <a:pt x="2073664" y="2530693"/>
                  </a:lnTo>
                  <a:lnTo>
                    <a:pt x="2075673" y="2530643"/>
                  </a:lnTo>
                  <a:lnTo>
                    <a:pt x="2079285" y="2529534"/>
                  </a:lnTo>
                  <a:lnTo>
                    <a:pt x="2081964" y="2530372"/>
                  </a:lnTo>
                  <a:lnTo>
                    <a:pt x="2081462" y="2532221"/>
                  </a:lnTo>
                  <a:lnTo>
                    <a:pt x="2082132" y="2533059"/>
                  </a:lnTo>
                  <a:lnTo>
                    <a:pt x="2084715" y="2532073"/>
                  </a:lnTo>
                  <a:lnTo>
                    <a:pt x="2085911" y="2534218"/>
                  </a:lnTo>
                  <a:lnTo>
                    <a:pt x="2088303" y="2534144"/>
                  </a:lnTo>
                  <a:lnTo>
                    <a:pt x="2089475" y="2531481"/>
                  </a:lnTo>
                  <a:lnTo>
                    <a:pt x="2091006" y="2531629"/>
                  </a:lnTo>
                  <a:lnTo>
                    <a:pt x="2090982" y="2529510"/>
                  </a:lnTo>
                  <a:lnTo>
                    <a:pt x="2089355" y="2528056"/>
                  </a:lnTo>
                  <a:lnTo>
                    <a:pt x="2087561" y="2527538"/>
                  </a:lnTo>
                  <a:lnTo>
                    <a:pt x="2086963" y="2525789"/>
                  </a:lnTo>
                  <a:lnTo>
                    <a:pt x="2087729" y="2522588"/>
                  </a:lnTo>
                  <a:lnTo>
                    <a:pt x="2087394" y="2519340"/>
                  </a:lnTo>
                  <a:lnTo>
                    <a:pt x="2088614" y="2518011"/>
                  </a:lnTo>
                  <a:lnTo>
                    <a:pt x="2087944" y="2516904"/>
                  </a:lnTo>
                  <a:lnTo>
                    <a:pt x="2087920" y="2514839"/>
                  </a:lnTo>
                  <a:lnTo>
                    <a:pt x="2089858" y="2515158"/>
                  </a:lnTo>
                  <a:lnTo>
                    <a:pt x="2090790" y="2513413"/>
                  </a:lnTo>
                  <a:lnTo>
                    <a:pt x="2089977" y="2512208"/>
                  </a:lnTo>
                  <a:lnTo>
                    <a:pt x="2088901" y="2512356"/>
                  </a:lnTo>
                  <a:lnTo>
                    <a:pt x="2088422" y="2509039"/>
                  </a:lnTo>
                  <a:lnTo>
                    <a:pt x="2087633" y="2508425"/>
                  </a:lnTo>
                  <a:lnTo>
                    <a:pt x="2088566" y="2503858"/>
                  </a:lnTo>
                  <a:lnTo>
                    <a:pt x="2087346" y="2503318"/>
                  </a:lnTo>
                  <a:lnTo>
                    <a:pt x="2087155" y="2501993"/>
                  </a:lnTo>
                  <a:lnTo>
                    <a:pt x="2085791" y="2501036"/>
                  </a:lnTo>
                  <a:lnTo>
                    <a:pt x="2085839" y="2499196"/>
                  </a:lnTo>
                  <a:lnTo>
                    <a:pt x="2084500" y="2499392"/>
                  </a:lnTo>
                  <a:lnTo>
                    <a:pt x="2082155" y="2497921"/>
                  </a:lnTo>
                  <a:lnTo>
                    <a:pt x="2082921" y="2496229"/>
                  </a:lnTo>
                  <a:lnTo>
                    <a:pt x="2080888" y="2491401"/>
                  </a:lnTo>
                  <a:lnTo>
                    <a:pt x="2082012" y="2490666"/>
                  </a:lnTo>
                  <a:lnTo>
                    <a:pt x="2081773" y="2489368"/>
                  </a:lnTo>
                  <a:lnTo>
                    <a:pt x="2079859" y="2485965"/>
                  </a:lnTo>
                  <a:lnTo>
                    <a:pt x="2080529" y="2484595"/>
                  </a:lnTo>
                  <a:lnTo>
                    <a:pt x="2082897" y="2484008"/>
                  </a:lnTo>
                  <a:lnTo>
                    <a:pt x="2084691" y="2480021"/>
                  </a:lnTo>
                  <a:lnTo>
                    <a:pt x="2083782" y="2478799"/>
                  </a:lnTo>
                  <a:lnTo>
                    <a:pt x="2084715" y="2475499"/>
                  </a:lnTo>
                  <a:lnTo>
                    <a:pt x="2086389" y="2475377"/>
                  </a:lnTo>
                  <a:lnTo>
                    <a:pt x="2088685" y="2474131"/>
                  </a:lnTo>
                  <a:lnTo>
                    <a:pt x="2090623" y="2476306"/>
                  </a:lnTo>
                  <a:lnTo>
                    <a:pt x="2090575" y="2477625"/>
                  </a:lnTo>
                  <a:lnTo>
                    <a:pt x="2092106" y="2479288"/>
                  </a:lnTo>
                  <a:lnTo>
                    <a:pt x="2093613" y="2479508"/>
                  </a:lnTo>
                  <a:lnTo>
                    <a:pt x="2093852" y="2477185"/>
                  </a:lnTo>
                  <a:lnTo>
                    <a:pt x="2096603" y="2477601"/>
                  </a:lnTo>
                  <a:lnTo>
                    <a:pt x="2099234" y="2476257"/>
                  </a:lnTo>
                  <a:lnTo>
                    <a:pt x="2102535" y="2477454"/>
                  </a:lnTo>
                  <a:lnTo>
                    <a:pt x="2103085" y="2478921"/>
                  </a:lnTo>
                  <a:lnTo>
                    <a:pt x="2104401" y="2477479"/>
                  </a:lnTo>
                  <a:lnTo>
                    <a:pt x="2107941" y="2477943"/>
                  </a:lnTo>
                  <a:lnTo>
                    <a:pt x="2107391" y="2476281"/>
                  </a:lnTo>
                  <a:lnTo>
                    <a:pt x="2109974" y="2472006"/>
                  </a:lnTo>
                  <a:lnTo>
                    <a:pt x="2111290" y="2471591"/>
                  </a:lnTo>
                  <a:lnTo>
                    <a:pt x="2113155" y="2468662"/>
                  </a:lnTo>
                  <a:lnTo>
                    <a:pt x="2112366" y="2466466"/>
                  </a:lnTo>
                  <a:lnTo>
                    <a:pt x="2114399" y="2465587"/>
                  </a:lnTo>
                  <a:lnTo>
                    <a:pt x="2115284" y="2462783"/>
                  </a:lnTo>
                  <a:lnTo>
                    <a:pt x="2117270" y="2462271"/>
                  </a:lnTo>
                  <a:lnTo>
                    <a:pt x="2118848" y="2463636"/>
                  </a:lnTo>
                  <a:lnTo>
                    <a:pt x="2119566" y="2465514"/>
                  </a:lnTo>
                  <a:lnTo>
                    <a:pt x="2121025" y="2464197"/>
                  </a:lnTo>
                  <a:lnTo>
                    <a:pt x="2122962" y="2466100"/>
                  </a:lnTo>
                  <a:lnTo>
                    <a:pt x="2124182" y="2465563"/>
                  </a:lnTo>
                  <a:lnTo>
                    <a:pt x="2128536" y="2469077"/>
                  </a:lnTo>
                  <a:lnTo>
                    <a:pt x="2129421" y="2468955"/>
                  </a:lnTo>
                  <a:lnTo>
                    <a:pt x="2131621" y="2470566"/>
                  </a:lnTo>
                  <a:lnTo>
                    <a:pt x="2132100" y="2472934"/>
                  </a:lnTo>
                  <a:lnTo>
                    <a:pt x="2133583" y="2475182"/>
                  </a:lnTo>
                  <a:lnTo>
                    <a:pt x="2135759" y="2475377"/>
                  </a:lnTo>
                  <a:lnTo>
                    <a:pt x="2137458" y="2476990"/>
                  </a:lnTo>
                  <a:lnTo>
                    <a:pt x="2139443" y="2476428"/>
                  </a:lnTo>
                  <a:lnTo>
                    <a:pt x="2139060" y="2474913"/>
                  </a:lnTo>
                  <a:lnTo>
                    <a:pt x="2143390" y="2471811"/>
                  </a:lnTo>
                  <a:lnTo>
                    <a:pt x="2142529" y="2470419"/>
                  </a:lnTo>
                  <a:lnTo>
                    <a:pt x="2143868" y="2467856"/>
                  </a:lnTo>
                  <a:lnTo>
                    <a:pt x="2144825" y="2468052"/>
                  </a:lnTo>
                  <a:lnTo>
                    <a:pt x="2147265" y="2466514"/>
                  </a:lnTo>
                  <a:lnTo>
                    <a:pt x="2147480" y="2464148"/>
                  </a:lnTo>
                  <a:lnTo>
                    <a:pt x="2148748" y="2462125"/>
                  </a:lnTo>
                  <a:lnTo>
                    <a:pt x="2148820" y="2460808"/>
                  </a:lnTo>
                  <a:lnTo>
                    <a:pt x="2150853" y="2461369"/>
                  </a:lnTo>
                  <a:lnTo>
                    <a:pt x="2153412" y="2463222"/>
                  </a:lnTo>
                  <a:lnTo>
                    <a:pt x="2153221" y="2465685"/>
                  </a:lnTo>
                  <a:lnTo>
                    <a:pt x="2154058" y="2467393"/>
                  </a:lnTo>
                  <a:lnTo>
                    <a:pt x="2156043" y="2469931"/>
                  </a:lnTo>
                  <a:lnTo>
                    <a:pt x="2156833" y="2470297"/>
                  </a:lnTo>
                  <a:lnTo>
                    <a:pt x="2158818" y="2467027"/>
                  </a:lnTo>
                  <a:lnTo>
                    <a:pt x="2158316" y="2465514"/>
                  </a:lnTo>
                  <a:lnTo>
                    <a:pt x="2161210" y="2461369"/>
                  </a:lnTo>
                  <a:lnTo>
                    <a:pt x="2165013" y="2465148"/>
                  </a:lnTo>
                  <a:lnTo>
                    <a:pt x="2165133" y="2465661"/>
                  </a:lnTo>
                  <a:lnTo>
                    <a:pt x="2166042" y="2466075"/>
                  </a:lnTo>
                  <a:lnTo>
                    <a:pt x="2168314" y="2469296"/>
                  </a:lnTo>
                  <a:lnTo>
                    <a:pt x="2169821" y="2470688"/>
                  </a:lnTo>
                  <a:lnTo>
                    <a:pt x="2170275" y="2471493"/>
                  </a:lnTo>
                  <a:lnTo>
                    <a:pt x="2170993" y="2471542"/>
                  </a:lnTo>
                  <a:lnTo>
                    <a:pt x="2173744" y="2474302"/>
                  </a:lnTo>
                  <a:lnTo>
                    <a:pt x="2175466" y="2473618"/>
                  </a:lnTo>
                  <a:lnTo>
                    <a:pt x="2175466" y="2471078"/>
                  </a:lnTo>
                  <a:lnTo>
                    <a:pt x="2175968" y="2470273"/>
                  </a:lnTo>
                  <a:lnTo>
                    <a:pt x="2176782" y="2466588"/>
                  </a:lnTo>
                  <a:lnTo>
                    <a:pt x="2176877" y="2464319"/>
                  </a:lnTo>
                  <a:lnTo>
                    <a:pt x="2178600" y="2462539"/>
                  </a:lnTo>
                  <a:lnTo>
                    <a:pt x="2179676" y="2460759"/>
                  </a:lnTo>
                  <a:lnTo>
                    <a:pt x="2183814" y="2459980"/>
                  </a:lnTo>
                  <a:lnTo>
                    <a:pt x="2185273" y="2459297"/>
                  </a:lnTo>
                  <a:lnTo>
                    <a:pt x="2185751" y="2459906"/>
                  </a:lnTo>
                  <a:lnTo>
                    <a:pt x="2185082" y="2462320"/>
                  </a:lnTo>
                  <a:lnTo>
                    <a:pt x="2185704" y="2463880"/>
                  </a:lnTo>
                  <a:lnTo>
                    <a:pt x="2187665" y="2464295"/>
                  </a:lnTo>
                  <a:lnTo>
                    <a:pt x="2189698" y="2466002"/>
                  </a:lnTo>
                  <a:lnTo>
                    <a:pt x="2191516" y="2464026"/>
                  </a:lnTo>
                  <a:lnTo>
                    <a:pt x="2194482" y="2462271"/>
                  </a:lnTo>
                  <a:lnTo>
                    <a:pt x="2195606" y="2460516"/>
                  </a:lnTo>
                  <a:lnTo>
                    <a:pt x="2198261" y="2459102"/>
                  </a:lnTo>
                  <a:lnTo>
                    <a:pt x="2201299" y="2460394"/>
                  </a:lnTo>
                  <a:lnTo>
                    <a:pt x="2203763" y="2460004"/>
                  </a:lnTo>
                  <a:lnTo>
                    <a:pt x="2203572" y="2458834"/>
                  </a:lnTo>
                  <a:lnTo>
                    <a:pt x="2204648" y="2458396"/>
                  </a:lnTo>
                  <a:lnTo>
                    <a:pt x="2205103" y="2457007"/>
                  </a:lnTo>
                  <a:lnTo>
                    <a:pt x="2207973" y="2455570"/>
                  </a:lnTo>
                  <a:lnTo>
                    <a:pt x="2208523" y="2453598"/>
                  </a:lnTo>
                  <a:lnTo>
                    <a:pt x="2206992" y="2450896"/>
                  </a:lnTo>
                  <a:lnTo>
                    <a:pt x="2206346" y="2447442"/>
                  </a:lnTo>
                  <a:lnTo>
                    <a:pt x="2209073" y="2446858"/>
                  </a:lnTo>
                  <a:lnTo>
                    <a:pt x="2209384" y="2445083"/>
                  </a:lnTo>
                  <a:lnTo>
                    <a:pt x="2210556" y="2444548"/>
                  </a:lnTo>
                  <a:lnTo>
                    <a:pt x="2211967" y="2445594"/>
                  </a:lnTo>
                  <a:lnTo>
                    <a:pt x="2212350" y="2443965"/>
                  </a:lnTo>
                  <a:lnTo>
                    <a:pt x="2217565" y="2440782"/>
                  </a:lnTo>
                  <a:lnTo>
                    <a:pt x="2218689" y="2441365"/>
                  </a:lnTo>
                  <a:lnTo>
                    <a:pt x="2221009" y="2439980"/>
                  </a:lnTo>
                  <a:lnTo>
                    <a:pt x="2223186" y="2440636"/>
                  </a:lnTo>
                  <a:lnTo>
                    <a:pt x="2224047" y="2438256"/>
                  </a:lnTo>
                  <a:lnTo>
                    <a:pt x="2226582" y="2435076"/>
                  </a:lnTo>
                  <a:lnTo>
                    <a:pt x="2227683" y="2436314"/>
                  </a:lnTo>
                  <a:lnTo>
                    <a:pt x="2228424" y="2438280"/>
                  </a:lnTo>
                  <a:lnTo>
                    <a:pt x="2230099" y="2439786"/>
                  </a:lnTo>
                  <a:lnTo>
                    <a:pt x="2231247" y="2439373"/>
                  </a:lnTo>
                  <a:lnTo>
                    <a:pt x="2233447" y="2443357"/>
                  </a:lnTo>
                  <a:lnTo>
                    <a:pt x="2235026" y="2444160"/>
                  </a:lnTo>
                  <a:lnTo>
                    <a:pt x="2235648" y="2444451"/>
                  </a:lnTo>
                  <a:lnTo>
                    <a:pt x="2236270" y="2449388"/>
                  </a:lnTo>
                  <a:lnTo>
                    <a:pt x="2238231" y="2449461"/>
                  </a:lnTo>
                  <a:lnTo>
                    <a:pt x="2239140" y="2448828"/>
                  </a:lnTo>
                  <a:lnTo>
                    <a:pt x="2242082" y="2449558"/>
                  </a:lnTo>
                  <a:lnTo>
                    <a:pt x="2242752" y="2450945"/>
                  </a:lnTo>
                  <a:lnTo>
                    <a:pt x="2244235" y="2451310"/>
                  </a:lnTo>
                  <a:lnTo>
                    <a:pt x="2245240" y="2452551"/>
                  </a:lnTo>
                  <a:lnTo>
                    <a:pt x="2246531" y="2452868"/>
                  </a:lnTo>
                  <a:lnTo>
                    <a:pt x="2248086" y="2455984"/>
                  </a:lnTo>
                  <a:lnTo>
                    <a:pt x="2248660" y="2455107"/>
                  </a:lnTo>
                  <a:lnTo>
                    <a:pt x="2251196" y="2454572"/>
                  </a:lnTo>
                  <a:lnTo>
                    <a:pt x="2252559" y="2455059"/>
                  </a:lnTo>
                  <a:lnTo>
                    <a:pt x="2253540" y="2452721"/>
                  </a:lnTo>
                  <a:lnTo>
                    <a:pt x="2256123" y="2452478"/>
                  </a:lnTo>
                  <a:lnTo>
                    <a:pt x="2256912" y="2453160"/>
                  </a:lnTo>
                  <a:lnTo>
                    <a:pt x="2258754" y="2452819"/>
                  </a:lnTo>
                  <a:lnTo>
                    <a:pt x="2260811" y="2453257"/>
                  </a:lnTo>
                  <a:lnTo>
                    <a:pt x="2263275" y="2456398"/>
                  </a:lnTo>
                  <a:lnTo>
                    <a:pt x="2262797" y="2457178"/>
                  </a:lnTo>
                  <a:lnTo>
                    <a:pt x="2263921" y="2458176"/>
                  </a:lnTo>
                  <a:lnTo>
                    <a:pt x="2267007" y="2458591"/>
                  </a:lnTo>
                  <a:lnTo>
                    <a:pt x="2267198" y="2457689"/>
                  </a:lnTo>
                  <a:lnTo>
                    <a:pt x="2268848" y="2457738"/>
                  </a:lnTo>
                  <a:lnTo>
                    <a:pt x="2272365" y="2456276"/>
                  </a:lnTo>
                  <a:lnTo>
                    <a:pt x="2273202" y="2454669"/>
                  </a:lnTo>
                  <a:lnTo>
                    <a:pt x="2274613" y="2455692"/>
                  </a:lnTo>
                  <a:lnTo>
                    <a:pt x="2276311" y="2455594"/>
                  </a:lnTo>
                  <a:lnTo>
                    <a:pt x="2277292" y="2457567"/>
                  </a:lnTo>
                  <a:lnTo>
                    <a:pt x="2278297" y="2458347"/>
                  </a:lnTo>
                  <a:lnTo>
                    <a:pt x="2278990" y="2457104"/>
                  </a:lnTo>
                  <a:lnTo>
                    <a:pt x="2280617" y="2457543"/>
                  </a:lnTo>
                  <a:lnTo>
                    <a:pt x="2280330" y="2458225"/>
                  </a:lnTo>
                  <a:lnTo>
                    <a:pt x="2283105" y="2460564"/>
                  </a:lnTo>
                  <a:lnTo>
                    <a:pt x="2283248" y="2460589"/>
                  </a:lnTo>
                  <a:lnTo>
                    <a:pt x="2283702" y="2460613"/>
                  </a:lnTo>
                  <a:lnTo>
                    <a:pt x="2284013" y="2460418"/>
                  </a:lnTo>
                  <a:lnTo>
                    <a:pt x="2284181" y="2460369"/>
                  </a:lnTo>
                  <a:lnTo>
                    <a:pt x="2284372" y="2460369"/>
                  </a:lnTo>
                  <a:lnTo>
                    <a:pt x="2285353" y="2461003"/>
                  </a:lnTo>
                  <a:lnTo>
                    <a:pt x="2284659" y="2462539"/>
                  </a:lnTo>
                  <a:lnTo>
                    <a:pt x="2282626" y="2463831"/>
                  </a:lnTo>
                  <a:lnTo>
                    <a:pt x="2283081" y="2465173"/>
                  </a:lnTo>
                  <a:lnTo>
                    <a:pt x="2282148" y="2466026"/>
                  </a:lnTo>
                  <a:lnTo>
                    <a:pt x="2280426" y="2471078"/>
                  </a:lnTo>
                  <a:lnTo>
                    <a:pt x="2278034" y="2471078"/>
                  </a:lnTo>
                  <a:lnTo>
                    <a:pt x="2276622" y="2469882"/>
                  </a:lnTo>
                  <a:lnTo>
                    <a:pt x="2275498" y="2473643"/>
                  </a:lnTo>
                  <a:lnTo>
                    <a:pt x="2275618" y="2475597"/>
                  </a:lnTo>
                  <a:lnTo>
                    <a:pt x="2274541" y="2476354"/>
                  </a:lnTo>
                  <a:lnTo>
                    <a:pt x="2275642" y="2479948"/>
                  </a:lnTo>
                  <a:lnTo>
                    <a:pt x="2274637" y="2481219"/>
                  </a:lnTo>
                  <a:lnTo>
                    <a:pt x="2278536" y="2481880"/>
                  </a:lnTo>
                  <a:lnTo>
                    <a:pt x="2278799" y="2483983"/>
                  </a:lnTo>
                  <a:lnTo>
                    <a:pt x="2279517" y="2484987"/>
                  </a:lnTo>
                  <a:lnTo>
                    <a:pt x="2280043" y="2487336"/>
                  </a:lnTo>
                  <a:lnTo>
                    <a:pt x="2278919" y="2488438"/>
                  </a:lnTo>
                  <a:lnTo>
                    <a:pt x="2280210" y="2489393"/>
                  </a:lnTo>
                  <a:lnTo>
                    <a:pt x="2279636" y="2490519"/>
                  </a:lnTo>
                  <a:lnTo>
                    <a:pt x="2280569" y="2492528"/>
                  </a:lnTo>
                  <a:lnTo>
                    <a:pt x="2280210" y="2495543"/>
                  </a:lnTo>
                  <a:lnTo>
                    <a:pt x="2279301" y="2496499"/>
                  </a:lnTo>
                  <a:lnTo>
                    <a:pt x="2279899" y="2498264"/>
                  </a:lnTo>
                  <a:lnTo>
                    <a:pt x="2281454" y="2496131"/>
                  </a:lnTo>
                  <a:lnTo>
                    <a:pt x="2283463" y="2496278"/>
                  </a:lnTo>
                  <a:lnTo>
                    <a:pt x="2283942" y="2497308"/>
                  </a:lnTo>
                  <a:lnTo>
                    <a:pt x="2286142" y="2497112"/>
                  </a:lnTo>
                  <a:lnTo>
                    <a:pt x="2288750" y="2497921"/>
                  </a:lnTo>
                  <a:lnTo>
                    <a:pt x="2289108" y="2499417"/>
                  </a:lnTo>
                  <a:lnTo>
                    <a:pt x="2290615" y="2499883"/>
                  </a:lnTo>
                  <a:lnTo>
                    <a:pt x="2291596" y="2498803"/>
                  </a:lnTo>
                  <a:lnTo>
                    <a:pt x="2293940" y="2500251"/>
                  </a:lnTo>
                  <a:lnTo>
                    <a:pt x="2293892" y="2501477"/>
                  </a:lnTo>
                  <a:lnTo>
                    <a:pt x="2292338" y="2502704"/>
                  </a:lnTo>
                  <a:lnTo>
                    <a:pt x="2292314" y="2504471"/>
                  </a:lnTo>
                  <a:lnTo>
                    <a:pt x="2295256" y="2505183"/>
                  </a:lnTo>
                  <a:lnTo>
                    <a:pt x="2297385" y="2507148"/>
                  </a:lnTo>
                  <a:lnTo>
                    <a:pt x="2299179" y="2508130"/>
                  </a:lnTo>
                  <a:lnTo>
                    <a:pt x="2299346" y="2508916"/>
                  </a:lnTo>
                  <a:lnTo>
                    <a:pt x="2301020" y="2509604"/>
                  </a:lnTo>
                  <a:lnTo>
                    <a:pt x="2302169" y="2508548"/>
                  </a:lnTo>
                  <a:lnTo>
                    <a:pt x="2303675" y="2508253"/>
                  </a:lnTo>
                  <a:lnTo>
                    <a:pt x="2305469" y="2511176"/>
                  </a:lnTo>
                  <a:lnTo>
                    <a:pt x="2305733" y="2514077"/>
                  </a:lnTo>
                  <a:lnTo>
                    <a:pt x="2306689" y="2514421"/>
                  </a:lnTo>
                  <a:lnTo>
                    <a:pt x="2308364" y="2512307"/>
                  </a:lnTo>
                  <a:lnTo>
                    <a:pt x="2310158" y="2511520"/>
                  </a:lnTo>
                  <a:lnTo>
                    <a:pt x="2311067" y="2513560"/>
                  </a:lnTo>
                  <a:lnTo>
                    <a:pt x="2310516" y="2514347"/>
                  </a:lnTo>
                  <a:lnTo>
                    <a:pt x="2312861" y="2514765"/>
                  </a:lnTo>
                  <a:lnTo>
                    <a:pt x="2314320" y="2513511"/>
                  </a:lnTo>
                  <a:lnTo>
                    <a:pt x="2315037" y="2514273"/>
                  </a:lnTo>
                  <a:lnTo>
                    <a:pt x="2319295" y="2513437"/>
                  </a:lnTo>
                  <a:lnTo>
                    <a:pt x="2322979" y="2511717"/>
                  </a:lnTo>
                  <a:lnTo>
                    <a:pt x="2324151" y="2512381"/>
                  </a:lnTo>
                  <a:lnTo>
                    <a:pt x="2325155" y="2511914"/>
                  </a:lnTo>
                  <a:lnTo>
                    <a:pt x="2326256" y="2513167"/>
                  </a:lnTo>
                  <a:lnTo>
                    <a:pt x="2326327" y="2514322"/>
                  </a:lnTo>
                  <a:lnTo>
                    <a:pt x="2327691" y="2514790"/>
                  </a:lnTo>
                  <a:lnTo>
                    <a:pt x="2328815" y="2517077"/>
                  </a:lnTo>
                  <a:lnTo>
                    <a:pt x="2331781" y="2516560"/>
                  </a:lnTo>
                  <a:lnTo>
                    <a:pt x="2334651" y="2518208"/>
                  </a:lnTo>
                  <a:lnTo>
                    <a:pt x="2337976" y="2517716"/>
                  </a:lnTo>
                  <a:lnTo>
                    <a:pt x="2336517" y="2516339"/>
                  </a:lnTo>
                  <a:lnTo>
                    <a:pt x="2338431" y="2514273"/>
                  </a:lnTo>
                  <a:lnTo>
                    <a:pt x="2339818" y="2514175"/>
                  </a:lnTo>
                  <a:lnTo>
                    <a:pt x="2340153" y="2515872"/>
                  </a:lnTo>
                  <a:lnTo>
                    <a:pt x="2338622" y="2518331"/>
                  </a:lnTo>
                  <a:lnTo>
                    <a:pt x="2339387" y="2518971"/>
                  </a:lnTo>
                  <a:lnTo>
                    <a:pt x="2343262" y="2516806"/>
                  </a:lnTo>
                  <a:lnTo>
                    <a:pt x="2345894" y="2517126"/>
                  </a:lnTo>
                  <a:lnTo>
                    <a:pt x="2349577" y="2516167"/>
                  </a:lnTo>
                  <a:lnTo>
                    <a:pt x="2353428" y="2510759"/>
                  </a:lnTo>
                  <a:lnTo>
                    <a:pt x="2354768" y="2510636"/>
                  </a:lnTo>
                  <a:lnTo>
                    <a:pt x="2356036" y="2512233"/>
                  </a:lnTo>
                  <a:lnTo>
                    <a:pt x="2356777" y="2511545"/>
                  </a:lnTo>
                  <a:lnTo>
                    <a:pt x="2358954" y="2512995"/>
                  </a:lnTo>
                  <a:lnTo>
                    <a:pt x="2359408" y="2514052"/>
                  </a:lnTo>
                  <a:lnTo>
                    <a:pt x="2361585" y="2512995"/>
                  </a:lnTo>
                  <a:lnTo>
                    <a:pt x="2362805" y="2513683"/>
                  </a:lnTo>
                  <a:lnTo>
                    <a:pt x="2364671" y="2512970"/>
                  </a:lnTo>
                  <a:lnTo>
                    <a:pt x="2366871" y="2514617"/>
                  </a:lnTo>
                  <a:lnTo>
                    <a:pt x="2372923" y="2515085"/>
                  </a:lnTo>
                  <a:lnTo>
                    <a:pt x="2373114" y="2515429"/>
                  </a:lnTo>
                  <a:lnTo>
                    <a:pt x="2373569" y="2515576"/>
                  </a:lnTo>
                  <a:lnTo>
                    <a:pt x="2374669" y="2515601"/>
                  </a:lnTo>
                  <a:lnTo>
                    <a:pt x="2374813" y="2518061"/>
                  </a:lnTo>
                  <a:lnTo>
                    <a:pt x="2372181" y="2519045"/>
                  </a:lnTo>
                  <a:lnTo>
                    <a:pt x="2370818" y="2520447"/>
                  </a:lnTo>
                  <a:lnTo>
                    <a:pt x="2371081" y="2521924"/>
                  </a:lnTo>
                  <a:lnTo>
                    <a:pt x="2372971" y="2522145"/>
                  </a:lnTo>
                  <a:lnTo>
                    <a:pt x="2374669" y="2523499"/>
                  </a:lnTo>
                  <a:lnTo>
                    <a:pt x="2376511" y="2523401"/>
                  </a:lnTo>
                  <a:lnTo>
                    <a:pt x="2378831" y="2521875"/>
                  </a:lnTo>
                  <a:lnTo>
                    <a:pt x="2385481" y="2521284"/>
                  </a:lnTo>
                  <a:lnTo>
                    <a:pt x="2388112" y="2520644"/>
                  </a:lnTo>
                  <a:lnTo>
                    <a:pt x="2390289" y="2520078"/>
                  </a:lnTo>
                  <a:lnTo>
                    <a:pt x="2391676" y="2518872"/>
                  </a:lnTo>
                  <a:lnTo>
                    <a:pt x="2391843" y="2516462"/>
                  </a:lnTo>
                  <a:lnTo>
                    <a:pt x="2393063" y="2516068"/>
                  </a:lnTo>
                  <a:lnTo>
                    <a:pt x="2394714" y="2518872"/>
                  </a:lnTo>
                  <a:lnTo>
                    <a:pt x="2396627" y="2520226"/>
                  </a:lnTo>
                  <a:lnTo>
                    <a:pt x="2399785" y="2520496"/>
                  </a:lnTo>
                  <a:lnTo>
                    <a:pt x="2401100" y="2521013"/>
                  </a:lnTo>
                  <a:lnTo>
                    <a:pt x="2404018" y="2521136"/>
                  </a:lnTo>
                  <a:lnTo>
                    <a:pt x="2404401" y="2521678"/>
                  </a:lnTo>
                  <a:lnTo>
                    <a:pt x="2403014" y="2524509"/>
                  </a:lnTo>
                  <a:lnTo>
                    <a:pt x="2399211" y="2524780"/>
                  </a:lnTo>
                  <a:lnTo>
                    <a:pt x="2398708" y="2525346"/>
                  </a:lnTo>
                  <a:lnTo>
                    <a:pt x="2398947" y="2530668"/>
                  </a:lnTo>
                  <a:lnTo>
                    <a:pt x="2395479" y="2534637"/>
                  </a:lnTo>
                  <a:lnTo>
                    <a:pt x="2395455" y="2537672"/>
                  </a:lnTo>
                  <a:lnTo>
                    <a:pt x="2394738" y="2543794"/>
                  </a:lnTo>
                  <a:lnTo>
                    <a:pt x="2395096" y="2546758"/>
                  </a:lnTo>
                  <a:lnTo>
                    <a:pt x="2396914" y="2550638"/>
                  </a:lnTo>
                  <a:lnTo>
                    <a:pt x="2397632" y="2553061"/>
                  </a:lnTo>
                  <a:lnTo>
                    <a:pt x="2398206" y="2557415"/>
                  </a:lnTo>
                  <a:lnTo>
                    <a:pt x="2400096" y="2557663"/>
                  </a:lnTo>
                  <a:lnTo>
                    <a:pt x="2400885" y="2559470"/>
                  </a:lnTo>
                  <a:lnTo>
                    <a:pt x="2400813" y="2560931"/>
                  </a:lnTo>
                  <a:lnTo>
                    <a:pt x="2401890" y="2563234"/>
                  </a:lnTo>
                  <a:lnTo>
                    <a:pt x="2403779" y="2563853"/>
                  </a:lnTo>
                  <a:lnTo>
                    <a:pt x="2404066" y="2565959"/>
                  </a:lnTo>
                  <a:lnTo>
                    <a:pt x="2402870" y="2567099"/>
                  </a:lnTo>
                  <a:lnTo>
                    <a:pt x="2402727" y="2568214"/>
                  </a:lnTo>
                  <a:lnTo>
                    <a:pt x="2404856" y="2570867"/>
                  </a:lnTo>
                  <a:lnTo>
                    <a:pt x="2404593" y="2574389"/>
                  </a:lnTo>
                  <a:lnTo>
                    <a:pt x="2405358" y="2575505"/>
                  </a:lnTo>
                  <a:lnTo>
                    <a:pt x="2407869" y="2573620"/>
                  </a:lnTo>
                  <a:lnTo>
                    <a:pt x="2411314" y="2573421"/>
                  </a:lnTo>
                  <a:lnTo>
                    <a:pt x="2412701" y="2575158"/>
                  </a:lnTo>
                  <a:lnTo>
                    <a:pt x="2414663" y="2575158"/>
                  </a:lnTo>
                  <a:lnTo>
                    <a:pt x="2416672" y="2573744"/>
                  </a:lnTo>
                  <a:lnTo>
                    <a:pt x="2419638" y="2573843"/>
                  </a:lnTo>
                  <a:lnTo>
                    <a:pt x="2421671" y="2573421"/>
                  </a:lnTo>
                  <a:lnTo>
                    <a:pt x="2423035" y="2571908"/>
                  </a:lnTo>
                  <a:lnTo>
                    <a:pt x="2424637" y="2571983"/>
                  </a:lnTo>
                  <a:lnTo>
                    <a:pt x="2425690" y="2571115"/>
                  </a:lnTo>
                  <a:lnTo>
                    <a:pt x="2427197" y="2568338"/>
                  </a:lnTo>
                  <a:lnTo>
                    <a:pt x="2429134" y="2566281"/>
                  </a:lnTo>
                  <a:lnTo>
                    <a:pt x="2429493" y="2563977"/>
                  </a:lnTo>
                  <a:lnTo>
                    <a:pt x="2427531" y="2559569"/>
                  </a:lnTo>
                  <a:lnTo>
                    <a:pt x="2427029" y="2556574"/>
                  </a:lnTo>
                  <a:lnTo>
                    <a:pt x="2426216" y="2554793"/>
                  </a:lnTo>
                  <a:lnTo>
                    <a:pt x="2424087" y="2555213"/>
                  </a:lnTo>
                  <a:lnTo>
                    <a:pt x="2423346" y="2554694"/>
                  </a:lnTo>
                  <a:lnTo>
                    <a:pt x="2423944" y="2552517"/>
                  </a:lnTo>
                  <a:lnTo>
                    <a:pt x="2423393" y="2548784"/>
                  </a:lnTo>
                  <a:lnTo>
                    <a:pt x="2421743" y="2547672"/>
                  </a:lnTo>
                  <a:lnTo>
                    <a:pt x="2420834" y="2547400"/>
                  </a:lnTo>
                  <a:lnTo>
                    <a:pt x="2418562" y="2547746"/>
                  </a:lnTo>
                  <a:lnTo>
                    <a:pt x="2416265" y="2546857"/>
                  </a:lnTo>
                  <a:lnTo>
                    <a:pt x="2415261" y="2545448"/>
                  </a:lnTo>
                  <a:lnTo>
                    <a:pt x="2415141" y="2541472"/>
                  </a:lnTo>
                  <a:lnTo>
                    <a:pt x="2416074" y="2540534"/>
                  </a:lnTo>
                  <a:lnTo>
                    <a:pt x="2416217" y="2538436"/>
                  </a:lnTo>
                  <a:lnTo>
                    <a:pt x="2417509" y="2539967"/>
                  </a:lnTo>
                  <a:lnTo>
                    <a:pt x="2417820" y="2538683"/>
                  </a:lnTo>
                  <a:lnTo>
                    <a:pt x="2419638" y="2536537"/>
                  </a:lnTo>
                  <a:lnTo>
                    <a:pt x="2423298" y="2535155"/>
                  </a:lnTo>
                  <a:lnTo>
                    <a:pt x="2424518" y="2532245"/>
                  </a:lnTo>
                  <a:lnTo>
                    <a:pt x="2425642" y="2532443"/>
                  </a:lnTo>
                  <a:lnTo>
                    <a:pt x="2427579" y="2531062"/>
                  </a:lnTo>
                  <a:lnTo>
                    <a:pt x="2428871" y="2531654"/>
                  </a:lnTo>
                  <a:lnTo>
                    <a:pt x="2432435" y="2531136"/>
                  </a:lnTo>
                  <a:lnTo>
                    <a:pt x="2433727" y="2530076"/>
                  </a:lnTo>
                  <a:lnTo>
                    <a:pt x="2435808" y="2526873"/>
                  </a:lnTo>
                  <a:lnTo>
                    <a:pt x="2437960" y="2524558"/>
                  </a:lnTo>
                  <a:lnTo>
                    <a:pt x="2439037" y="2524115"/>
                  </a:lnTo>
                  <a:lnTo>
                    <a:pt x="2442625" y="2524435"/>
                  </a:lnTo>
                  <a:lnTo>
                    <a:pt x="2444203" y="2524066"/>
                  </a:lnTo>
                  <a:lnTo>
                    <a:pt x="2448294" y="2521284"/>
                  </a:lnTo>
                  <a:lnTo>
                    <a:pt x="2450973" y="2520546"/>
                  </a:lnTo>
                  <a:lnTo>
                    <a:pt x="2453604" y="2520423"/>
                  </a:lnTo>
                  <a:lnTo>
                    <a:pt x="2457933" y="2519217"/>
                  </a:lnTo>
                  <a:lnTo>
                    <a:pt x="2457670" y="2521087"/>
                  </a:lnTo>
                  <a:lnTo>
                    <a:pt x="2456666" y="2520742"/>
                  </a:lnTo>
                  <a:lnTo>
                    <a:pt x="2456953" y="2522342"/>
                  </a:lnTo>
                  <a:lnTo>
                    <a:pt x="2458053" y="2522170"/>
                  </a:lnTo>
                  <a:lnTo>
                    <a:pt x="2460660" y="2520152"/>
                  </a:lnTo>
                  <a:lnTo>
                    <a:pt x="2461808" y="2518774"/>
                  </a:lnTo>
                  <a:lnTo>
                    <a:pt x="2464200" y="2517962"/>
                  </a:lnTo>
                  <a:lnTo>
                    <a:pt x="2466162" y="2518528"/>
                  </a:lnTo>
                  <a:lnTo>
                    <a:pt x="2467214" y="2517815"/>
                  </a:lnTo>
                  <a:lnTo>
                    <a:pt x="2468721" y="2518356"/>
                  </a:lnTo>
                  <a:lnTo>
                    <a:pt x="2470635" y="2517249"/>
                  </a:lnTo>
                  <a:lnTo>
                    <a:pt x="2472213" y="2518036"/>
                  </a:lnTo>
                  <a:lnTo>
                    <a:pt x="2473266" y="2517273"/>
                  </a:lnTo>
                  <a:lnTo>
                    <a:pt x="2473888" y="2514593"/>
                  </a:lnTo>
                  <a:lnTo>
                    <a:pt x="2475562" y="2513732"/>
                  </a:lnTo>
                  <a:lnTo>
                    <a:pt x="2477811" y="2513659"/>
                  </a:lnTo>
                  <a:lnTo>
                    <a:pt x="2479270" y="2515109"/>
                  </a:lnTo>
                  <a:lnTo>
                    <a:pt x="2478409" y="2516142"/>
                  </a:lnTo>
                  <a:lnTo>
                    <a:pt x="2481422" y="2515109"/>
                  </a:lnTo>
                  <a:lnTo>
                    <a:pt x="2483527" y="2513855"/>
                  </a:lnTo>
                  <a:lnTo>
                    <a:pt x="2484723" y="2514027"/>
                  </a:lnTo>
                  <a:lnTo>
                    <a:pt x="2486828" y="2512675"/>
                  </a:lnTo>
                  <a:lnTo>
                    <a:pt x="2485704" y="2511643"/>
                  </a:lnTo>
                  <a:lnTo>
                    <a:pt x="2484006" y="2511176"/>
                  </a:lnTo>
                  <a:lnTo>
                    <a:pt x="2484078" y="2509284"/>
                  </a:lnTo>
                  <a:lnTo>
                    <a:pt x="2487187" y="2507025"/>
                  </a:lnTo>
                  <a:lnTo>
                    <a:pt x="2491086" y="2505601"/>
                  </a:lnTo>
                  <a:lnTo>
                    <a:pt x="2493263" y="2505797"/>
                  </a:lnTo>
                  <a:lnTo>
                    <a:pt x="2493430" y="2508130"/>
                  </a:lnTo>
                  <a:lnTo>
                    <a:pt x="2494961" y="2508548"/>
                  </a:lnTo>
                  <a:lnTo>
                    <a:pt x="2495057" y="2509653"/>
                  </a:lnTo>
                  <a:lnTo>
                    <a:pt x="2499506" y="2509432"/>
                  </a:lnTo>
                  <a:lnTo>
                    <a:pt x="2501922" y="2508204"/>
                  </a:lnTo>
                  <a:lnTo>
                    <a:pt x="2502376" y="2505773"/>
                  </a:lnTo>
                  <a:lnTo>
                    <a:pt x="2503094" y="2505183"/>
                  </a:lnTo>
                  <a:lnTo>
                    <a:pt x="2505103" y="2505969"/>
                  </a:lnTo>
                  <a:lnTo>
                    <a:pt x="2506586" y="2507369"/>
                  </a:lnTo>
                  <a:lnTo>
                    <a:pt x="2510915" y="2507172"/>
                  </a:lnTo>
                  <a:lnTo>
                    <a:pt x="2512422" y="2504864"/>
                  </a:lnTo>
                  <a:lnTo>
                    <a:pt x="2516560" y="2499981"/>
                  </a:lnTo>
                  <a:lnTo>
                    <a:pt x="2518450" y="2500005"/>
                  </a:lnTo>
                  <a:lnTo>
                    <a:pt x="2520483" y="2503367"/>
                  </a:lnTo>
                  <a:lnTo>
                    <a:pt x="2521895" y="2503612"/>
                  </a:lnTo>
                  <a:lnTo>
                    <a:pt x="2524215" y="2502263"/>
                  </a:lnTo>
                  <a:lnTo>
                    <a:pt x="2526463" y="2498411"/>
                  </a:lnTo>
                  <a:lnTo>
                    <a:pt x="2526702" y="2495959"/>
                  </a:lnTo>
                  <a:lnTo>
                    <a:pt x="2525865" y="2494464"/>
                  </a:lnTo>
                  <a:lnTo>
                    <a:pt x="2526391" y="2492577"/>
                  </a:lnTo>
                  <a:lnTo>
                    <a:pt x="2527994" y="2490911"/>
                  </a:lnTo>
                  <a:lnTo>
                    <a:pt x="2528185" y="2493606"/>
                  </a:lnTo>
                  <a:lnTo>
                    <a:pt x="2530171" y="2495959"/>
                  </a:lnTo>
                  <a:lnTo>
                    <a:pt x="2530506" y="2497381"/>
                  </a:lnTo>
                  <a:lnTo>
                    <a:pt x="2533759" y="2501453"/>
                  </a:lnTo>
                  <a:lnTo>
                    <a:pt x="2534979" y="2502164"/>
                  </a:lnTo>
                  <a:lnTo>
                    <a:pt x="2537036" y="2500496"/>
                  </a:lnTo>
                  <a:lnTo>
                    <a:pt x="2537442" y="2498190"/>
                  </a:lnTo>
                  <a:lnTo>
                    <a:pt x="2541796" y="2496082"/>
                  </a:lnTo>
                  <a:lnTo>
                    <a:pt x="2542465" y="2494562"/>
                  </a:lnTo>
                  <a:lnTo>
                    <a:pt x="2545121" y="2493239"/>
                  </a:lnTo>
                  <a:lnTo>
                    <a:pt x="2546651" y="2493165"/>
                  </a:lnTo>
                  <a:lnTo>
                    <a:pt x="2546149" y="2491744"/>
                  </a:lnTo>
                  <a:lnTo>
                    <a:pt x="2546149" y="2490201"/>
                  </a:lnTo>
                  <a:lnTo>
                    <a:pt x="2545384" y="2488805"/>
                  </a:lnTo>
                  <a:lnTo>
                    <a:pt x="2545527" y="2487238"/>
                  </a:lnTo>
                  <a:lnTo>
                    <a:pt x="2546316" y="2487116"/>
                  </a:lnTo>
                  <a:lnTo>
                    <a:pt x="2547704" y="2486382"/>
                  </a:lnTo>
                  <a:lnTo>
                    <a:pt x="2547752" y="2483054"/>
                  </a:lnTo>
                  <a:lnTo>
                    <a:pt x="2548613" y="2482564"/>
                  </a:lnTo>
                  <a:lnTo>
                    <a:pt x="2548110" y="2481488"/>
                  </a:lnTo>
                  <a:lnTo>
                    <a:pt x="2548995" y="2481073"/>
                  </a:lnTo>
                  <a:lnTo>
                    <a:pt x="2550622" y="2478090"/>
                  </a:lnTo>
                  <a:lnTo>
                    <a:pt x="2550479" y="2477112"/>
                  </a:lnTo>
                  <a:lnTo>
                    <a:pt x="2548876" y="2476916"/>
                  </a:lnTo>
                  <a:lnTo>
                    <a:pt x="2548254" y="2478432"/>
                  </a:lnTo>
                  <a:lnTo>
                    <a:pt x="2546891" y="2478310"/>
                  </a:lnTo>
                  <a:lnTo>
                    <a:pt x="2549139" y="2475475"/>
                  </a:lnTo>
                  <a:lnTo>
                    <a:pt x="2550574" y="2475255"/>
                  </a:lnTo>
                  <a:lnTo>
                    <a:pt x="2551483" y="2473740"/>
                  </a:lnTo>
                  <a:lnTo>
                    <a:pt x="2553373" y="2472885"/>
                  </a:lnTo>
                  <a:lnTo>
                    <a:pt x="2552464" y="2467978"/>
                  </a:lnTo>
                  <a:lnTo>
                    <a:pt x="2550957" y="2464417"/>
                  </a:lnTo>
                  <a:lnTo>
                    <a:pt x="2553110" y="2463953"/>
                  </a:lnTo>
                  <a:lnTo>
                    <a:pt x="2554066" y="2466295"/>
                  </a:lnTo>
                  <a:lnTo>
                    <a:pt x="2554354" y="2467076"/>
                  </a:lnTo>
                  <a:lnTo>
                    <a:pt x="2555813" y="2470273"/>
                  </a:lnTo>
                  <a:lnTo>
                    <a:pt x="2557894" y="2472641"/>
                  </a:lnTo>
                  <a:lnTo>
                    <a:pt x="2558396" y="2476183"/>
                  </a:lnTo>
                  <a:lnTo>
                    <a:pt x="2559329" y="2476941"/>
                  </a:lnTo>
                  <a:lnTo>
                    <a:pt x="2561625" y="2474986"/>
                  </a:lnTo>
                  <a:lnTo>
                    <a:pt x="2561697" y="2474791"/>
                  </a:lnTo>
                  <a:lnTo>
                    <a:pt x="2562534" y="2473936"/>
                  </a:lnTo>
                  <a:lnTo>
                    <a:pt x="2564687" y="2474229"/>
                  </a:lnTo>
                  <a:lnTo>
                    <a:pt x="2566648" y="2473862"/>
                  </a:lnTo>
                  <a:lnTo>
                    <a:pt x="2567151" y="2472885"/>
                  </a:lnTo>
                  <a:lnTo>
                    <a:pt x="2569542" y="2472470"/>
                  </a:lnTo>
                  <a:lnTo>
                    <a:pt x="2569901" y="2471787"/>
                  </a:lnTo>
                  <a:lnTo>
                    <a:pt x="2572102" y="2472055"/>
                  </a:lnTo>
                  <a:lnTo>
                    <a:pt x="2572485" y="2472641"/>
                  </a:lnTo>
                  <a:lnTo>
                    <a:pt x="2574901" y="2471591"/>
                  </a:lnTo>
                  <a:lnTo>
                    <a:pt x="2575953" y="2470541"/>
                  </a:lnTo>
                  <a:lnTo>
                    <a:pt x="2578273" y="2469907"/>
                  </a:lnTo>
                  <a:lnTo>
                    <a:pt x="2580043" y="2470468"/>
                  </a:lnTo>
                  <a:lnTo>
                    <a:pt x="2581789" y="2473423"/>
                  </a:lnTo>
                  <a:lnTo>
                    <a:pt x="2581957" y="2476208"/>
                  </a:lnTo>
                  <a:lnTo>
                    <a:pt x="2583129" y="2477112"/>
                  </a:lnTo>
                  <a:lnTo>
                    <a:pt x="2584779" y="2475915"/>
                  </a:lnTo>
                  <a:lnTo>
                    <a:pt x="2587195" y="2475206"/>
                  </a:lnTo>
                  <a:lnTo>
                    <a:pt x="2587865" y="2473789"/>
                  </a:lnTo>
                  <a:lnTo>
                    <a:pt x="2587315" y="2472397"/>
                  </a:lnTo>
                  <a:lnTo>
                    <a:pt x="2585521" y="2471713"/>
                  </a:lnTo>
                  <a:lnTo>
                    <a:pt x="2585162" y="2470712"/>
                  </a:lnTo>
                  <a:lnTo>
                    <a:pt x="2586884" y="2468271"/>
                  </a:lnTo>
                  <a:lnTo>
                    <a:pt x="2585975" y="2467271"/>
                  </a:lnTo>
                  <a:lnTo>
                    <a:pt x="2583464" y="2467539"/>
                  </a:lnTo>
                  <a:lnTo>
                    <a:pt x="2585473" y="2466197"/>
                  </a:lnTo>
                  <a:lnTo>
                    <a:pt x="2586430" y="2466002"/>
                  </a:lnTo>
                  <a:lnTo>
                    <a:pt x="2586812" y="2464197"/>
                  </a:lnTo>
                  <a:lnTo>
                    <a:pt x="2590233" y="2462588"/>
                  </a:lnTo>
                  <a:lnTo>
                    <a:pt x="2591022" y="2461686"/>
                  </a:lnTo>
                  <a:lnTo>
                    <a:pt x="2592577" y="2462734"/>
                  </a:lnTo>
                  <a:lnTo>
                    <a:pt x="2592003" y="2464490"/>
                  </a:lnTo>
                  <a:lnTo>
                    <a:pt x="2591740" y="2467710"/>
                  </a:lnTo>
                  <a:lnTo>
                    <a:pt x="2592338" y="2468540"/>
                  </a:lnTo>
                  <a:lnTo>
                    <a:pt x="2592434" y="2470785"/>
                  </a:lnTo>
                  <a:lnTo>
                    <a:pt x="2597098" y="2470346"/>
                  </a:lnTo>
                  <a:lnTo>
                    <a:pt x="2597839" y="2472690"/>
                  </a:lnTo>
                  <a:lnTo>
                    <a:pt x="2599275" y="2472226"/>
                  </a:lnTo>
                  <a:lnTo>
                    <a:pt x="2599490" y="2469028"/>
                  </a:lnTo>
                  <a:lnTo>
                    <a:pt x="2600160" y="2467978"/>
                  </a:lnTo>
                  <a:lnTo>
                    <a:pt x="2603819" y="2464953"/>
                  </a:lnTo>
                  <a:lnTo>
                    <a:pt x="2603197" y="2464417"/>
                  </a:lnTo>
                  <a:lnTo>
                    <a:pt x="2604370" y="2463466"/>
                  </a:lnTo>
                  <a:lnTo>
                    <a:pt x="2605255" y="2461661"/>
                  </a:lnTo>
                  <a:lnTo>
                    <a:pt x="2608292" y="2461076"/>
                  </a:lnTo>
                  <a:lnTo>
                    <a:pt x="2609704" y="2462320"/>
                  </a:lnTo>
                  <a:lnTo>
                    <a:pt x="2609680" y="2460321"/>
                  </a:lnTo>
                  <a:lnTo>
                    <a:pt x="2611474" y="2460028"/>
                  </a:lnTo>
                  <a:lnTo>
                    <a:pt x="2611234" y="2462173"/>
                  </a:lnTo>
                  <a:lnTo>
                    <a:pt x="2614679" y="2461881"/>
                  </a:lnTo>
                  <a:lnTo>
                    <a:pt x="2615420" y="2462173"/>
                  </a:lnTo>
                  <a:lnTo>
                    <a:pt x="2615851" y="2465026"/>
                  </a:lnTo>
                  <a:lnTo>
                    <a:pt x="2617095" y="2466270"/>
                  </a:lnTo>
                  <a:lnTo>
                    <a:pt x="2619008" y="2466270"/>
                  </a:lnTo>
                  <a:lnTo>
                    <a:pt x="2620611" y="2465661"/>
                  </a:lnTo>
                  <a:lnTo>
                    <a:pt x="2624630" y="2467734"/>
                  </a:lnTo>
                  <a:lnTo>
                    <a:pt x="2624247" y="2466270"/>
                  </a:lnTo>
                  <a:lnTo>
                    <a:pt x="2625945" y="2463222"/>
                  </a:lnTo>
                  <a:lnTo>
                    <a:pt x="2623314" y="2463124"/>
                  </a:lnTo>
                  <a:lnTo>
                    <a:pt x="2624438" y="2461734"/>
                  </a:lnTo>
                  <a:lnTo>
                    <a:pt x="2624964" y="2459882"/>
                  </a:lnTo>
                  <a:lnTo>
                    <a:pt x="2627691" y="2458249"/>
                  </a:lnTo>
                  <a:lnTo>
                    <a:pt x="2629318" y="2459248"/>
                  </a:lnTo>
                  <a:lnTo>
                    <a:pt x="2631805" y="2459614"/>
                  </a:lnTo>
                  <a:lnTo>
                    <a:pt x="2632906" y="2460711"/>
                  </a:lnTo>
                  <a:lnTo>
                    <a:pt x="2633217" y="2463831"/>
                  </a:lnTo>
                  <a:lnTo>
                    <a:pt x="2634484" y="2464026"/>
                  </a:lnTo>
                  <a:lnTo>
                    <a:pt x="2636589" y="2461783"/>
                  </a:lnTo>
                  <a:lnTo>
                    <a:pt x="2638455" y="2461028"/>
                  </a:lnTo>
                  <a:lnTo>
                    <a:pt x="2639771" y="2461125"/>
                  </a:lnTo>
                  <a:lnTo>
                    <a:pt x="2641014" y="2459955"/>
                  </a:lnTo>
                  <a:lnTo>
                    <a:pt x="2643311" y="2459175"/>
                  </a:lnTo>
                  <a:lnTo>
                    <a:pt x="2645176" y="2460418"/>
                  </a:lnTo>
                  <a:lnTo>
                    <a:pt x="2646612" y="2459590"/>
                  </a:lnTo>
                  <a:lnTo>
                    <a:pt x="2650415" y="2455789"/>
                  </a:lnTo>
                  <a:lnTo>
                    <a:pt x="2651180" y="2455302"/>
                  </a:lnTo>
                  <a:lnTo>
                    <a:pt x="2652879" y="2454450"/>
                  </a:lnTo>
                  <a:lnTo>
                    <a:pt x="2655988" y="2455887"/>
                  </a:lnTo>
                  <a:lnTo>
                    <a:pt x="2658595" y="2455107"/>
                  </a:lnTo>
                  <a:lnTo>
                    <a:pt x="2660748" y="2455375"/>
                  </a:lnTo>
                  <a:lnTo>
                    <a:pt x="2662255" y="2452454"/>
                  </a:lnTo>
                  <a:lnTo>
                    <a:pt x="2663523" y="2451675"/>
                  </a:lnTo>
                  <a:lnTo>
                    <a:pt x="2662757" y="2449826"/>
                  </a:lnTo>
                  <a:lnTo>
                    <a:pt x="2663116" y="2448390"/>
                  </a:lnTo>
                  <a:lnTo>
                    <a:pt x="2662518" y="2447466"/>
                  </a:lnTo>
                  <a:lnTo>
                    <a:pt x="2663116" y="2446372"/>
                  </a:lnTo>
                  <a:lnTo>
                    <a:pt x="2666967" y="2445326"/>
                  </a:lnTo>
                  <a:lnTo>
                    <a:pt x="2668355" y="2443552"/>
                  </a:lnTo>
                  <a:lnTo>
                    <a:pt x="2670053" y="2442799"/>
                  </a:lnTo>
                  <a:lnTo>
                    <a:pt x="2672445" y="2443430"/>
                  </a:lnTo>
                  <a:lnTo>
                    <a:pt x="2673019" y="2441681"/>
                  </a:lnTo>
                  <a:lnTo>
                    <a:pt x="2672134" y="2441486"/>
                  </a:lnTo>
                  <a:lnTo>
                    <a:pt x="2671512" y="2438450"/>
                  </a:lnTo>
                  <a:lnTo>
                    <a:pt x="2674956" y="2433911"/>
                  </a:lnTo>
                  <a:lnTo>
                    <a:pt x="2675100" y="2432528"/>
                  </a:lnTo>
                  <a:lnTo>
                    <a:pt x="2675913" y="2431267"/>
                  </a:lnTo>
                  <a:lnTo>
                    <a:pt x="2675626" y="2430152"/>
                  </a:lnTo>
                  <a:lnTo>
                    <a:pt x="2677181" y="2428891"/>
                  </a:lnTo>
                  <a:lnTo>
                    <a:pt x="2678544" y="2429909"/>
                  </a:lnTo>
                  <a:lnTo>
                    <a:pt x="2680362" y="2430103"/>
                  </a:lnTo>
                  <a:lnTo>
                    <a:pt x="2681702" y="2428454"/>
                  </a:lnTo>
                  <a:lnTo>
                    <a:pt x="2683281" y="2428600"/>
                  </a:lnTo>
                  <a:lnTo>
                    <a:pt x="2687443" y="2427485"/>
                  </a:lnTo>
                  <a:lnTo>
                    <a:pt x="2691270" y="2427073"/>
                  </a:lnTo>
                  <a:lnTo>
                    <a:pt x="2691700" y="2427994"/>
                  </a:lnTo>
                  <a:lnTo>
                    <a:pt x="2695001" y="2427776"/>
                  </a:lnTo>
                  <a:lnTo>
                    <a:pt x="2697967" y="2426467"/>
                  </a:lnTo>
                  <a:lnTo>
                    <a:pt x="2697608" y="2424553"/>
                  </a:lnTo>
                  <a:lnTo>
                    <a:pt x="2699115" y="2423923"/>
                  </a:lnTo>
                  <a:lnTo>
                    <a:pt x="2699426" y="2421187"/>
                  </a:lnTo>
                  <a:lnTo>
                    <a:pt x="2701101" y="2420678"/>
                  </a:lnTo>
                  <a:lnTo>
                    <a:pt x="2703325" y="2421308"/>
                  </a:lnTo>
                  <a:lnTo>
                    <a:pt x="2705598" y="2417435"/>
                  </a:lnTo>
                  <a:lnTo>
                    <a:pt x="2705263" y="2416298"/>
                  </a:lnTo>
                  <a:lnTo>
                    <a:pt x="2706052" y="2413517"/>
                  </a:lnTo>
                  <a:lnTo>
                    <a:pt x="2706794" y="2413033"/>
                  </a:lnTo>
                  <a:lnTo>
                    <a:pt x="2709568" y="2413130"/>
                  </a:lnTo>
                  <a:lnTo>
                    <a:pt x="2710740" y="2412260"/>
                  </a:lnTo>
                  <a:lnTo>
                    <a:pt x="2711314" y="2410447"/>
                  </a:lnTo>
                  <a:lnTo>
                    <a:pt x="2713539" y="2407910"/>
                  </a:lnTo>
                  <a:lnTo>
                    <a:pt x="2715309" y="2407596"/>
                  </a:lnTo>
                  <a:lnTo>
                    <a:pt x="2715979" y="2406365"/>
                  </a:lnTo>
                  <a:lnTo>
                    <a:pt x="2716314" y="2403709"/>
                  </a:lnTo>
                  <a:lnTo>
                    <a:pt x="2718801" y="2401392"/>
                  </a:lnTo>
                  <a:lnTo>
                    <a:pt x="2719543" y="2399414"/>
                  </a:lnTo>
                  <a:lnTo>
                    <a:pt x="2721695" y="2398160"/>
                  </a:lnTo>
                  <a:lnTo>
                    <a:pt x="2723274" y="2397992"/>
                  </a:lnTo>
                  <a:lnTo>
                    <a:pt x="2724949" y="2396207"/>
                  </a:lnTo>
                  <a:lnTo>
                    <a:pt x="2723155" y="2392352"/>
                  </a:lnTo>
                  <a:lnTo>
                    <a:pt x="2721959" y="2392376"/>
                  </a:lnTo>
                  <a:lnTo>
                    <a:pt x="2722222" y="2390064"/>
                  </a:lnTo>
                  <a:lnTo>
                    <a:pt x="2720691" y="2389655"/>
                  </a:lnTo>
                  <a:lnTo>
                    <a:pt x="2722054" y="2384769"/>
                  </a:lnTo>
                  <a:lnTo>
                    <a:pt x="2723513" y="2382942"/>
                  </a:lnTo>
                  <a:lnTo>
                    <a:pt x="2724638" y="2382340"/>
                  </a:lnTo>
                  <a:lnTo>
                    <a:pt x="2725355" y="2383398"/>
                  </a:lnTo>
                  <a:lnTo>
                    <a:pt x="2728226" y="2385491"/>
                  </a:lnTo>
                  <a:lnTo>
                    <a:pt x="2733368" y="2384433"/>
                  </a:lnTo>
                  <a:lnTo>
                    <a:pt x="2732914" y="2383038"/>
                  </a:lnTo>
                  <a:lnTo>
                    <a:pt x="2736047" y="2380970"/>
                  </a:lnTo>
                  <a:lnTo>
                    <a:pt x="2738702" y="2381259"/>
                  </a:lnTo>
                  <a:lnTo>
                    <a:pt x="2740425" y="2382821"/>
                  </a:lnTo>
                  <a:lnTo>
                    <a:pt x="2740472" y="2385491"/>
                  </a:lnTo>
                  <a:lnTo>
                    <a:pt x="2742649" y="2385082"/>
                  </a:lnTo>
                  <a:lnTo>
                    <a:pt x="2745209" y="2382413"/>
                  </a:lnTo>
                  <a:lnTo>
                    <a:pt x="2745472" y="2380129"/>
                  </a:lnTo>
                  <a:lnTo>
                    <a:pt x="2744467" y="2380634"/>
                  </a:lnTo>
                  <a:lnTo>
                    <a:pt x="2744132" y="2379240"/>
                  </a:lnTo>
                  <a:lnTo>
                    <a:pt x="2744826" y="2378086"/>
                  </a:lnTo>
                  <a:lnTo>
                    <a:pt x="2746117" y="2378735"/>
                  </a:lnTo>
                  <a:lnTo>
                    <a:pt x="2749036" y="2375276"/>
                  </a:lnTo>
                  <a:lnTo>
                    <a:pt x="2749323" y="2373811"/>
                  </a:lnTo>
                  <a:lnTo>
                    <a:pt x="2744060" y="2372395"/>
                  </a:lnTo>
                  <a:lnTo>
                    <a:pt x="2743941" y="2370859"/>
                  </a:lnTo>
                  <a:lnTo>
                    <a:pt x="2746070" y="2369899"/>
                  </a:lnTo>
                  <a:lnTo>
                    <a:pt x="2745926" y="2370619"/>
                  </a:lnTo>
                  <a:lnTo>
                    <a:pt x="2747864" y="2370907"/>
                  </a:lnTo>
                  <a:lnTo>
                    <a:pt x="2750160" y="2369659"/>
                  </a:lnTo>
                  <a:lnTo>
                    <a:pt x="2751188" y="2370379"/>
                  </a:lnTo>
                  <a:lnTo>
                    <a:pt x="2752360" y="2368916"/>
                  </a:lnTo>
                  <a:lnTo>
                    <a:pt x="2755040" y="2369659"/>
                  </a:lnTo>
                  <a:lnTo>
                    <a:pt x="2757192" y="2369300"/>
                  </a:lnTo>
                  <a:lnTo>
                    <a:pt x="2757120" y="2368436"/>
                  </a:lnTo>
                  <a:lnTo>
                    <a:pt x="2755016" y="2368076"/>
                  </a:lnTo>
                  <a:lnTo>
                    <a:pt x="2754465" y="2366925"/>
                  </a:lnTo>
                  <a:lnTo>
                    <a:pt x="2755518" y="2365966"/>
                  </a:lnTo>
                  <a:lnTo>
                    <a:pt x="2758173" y="2366542"/>
                  </a:lnTo>
                  <a:lnTo>
                    <a:pt x="2758891" y="2365631"/>
                  </a:lnTo>
                  <a:lnTo>
                    <a:pt x="2757910" y="2365559"/>
                  </a:lnTo>
                  <a:lnTo>
                    <a:pt x="2757814" y="2365271"/>
                  </a:lnTo>
                  <a:lnTo>
                    <a:pt x="2757216" y="2365103"/>
                  </a:lnTo>
                  <a:lnTo>
                    <a:pt x="2758556" y="2362012"/>
                  </a:lnTo>
                  <a:lnTo>
                    <a:pt x="2758269" y="2361365"/>
                  </a:lnTo>
                  <a:lnTo>
                    <a:pt x="2756642" y="2362851"/>
                  </a:lnTo>
                  <a:lnTo>
                    <a:pt x="2755494" y="2362683"/>
                  </a:lnTo>
                  <a:lnTo>
                    <a:pt x="2753437" y="2359857"/>
                  </a:lnTo>
                  <a:lnTo>
                    <a:pt x="2756642" y="2358851"/>
                  </a:lnTo>
                  <a:lnTo>
                    <a:pt x="2755757" y="2357247"/>
                  </a:lnTo>
                  <a:lnTo>
                    <a:pt x="2757049" y="2356481"/>
                  </a:lnTo>
                  <a:lnTo>
                    <a:pt x="2757049" y="2355333"/>
                  </a:lnTo>
                  <a:lnTo>
                    <a:pt x="2755374" y="2354615"/>
                  </a:lnTo>
                  <a:lnTo>
                    <a:pt x="2755303" y="2354352"/>
                  </a:lnTo>
                  <a:lnTo>
                    <a:pt x="2755422" y="2354160"/>
                  </a:lnTo>
                  <a:lnTo>
                    <a:pt x="2753867" y="2353371"/>
                  </a:lnTo>
                  <a:lnTo>
                    <a:pt x="2753748" y="2353228"/>
                  </a:lnTo>
                  <a:lnTo>
                    <a:pt x="2754489" y="2352988"/>
                  </a:lnTo>
                  <a:lnTo>
                    <a:pt x="2754441" y="2352582"/>
                  </a:lnTo>
                  <a:lnTo>
                    <a:pt x="2755925" y="2351888"/>
                  </a:lnTo>
                  <a:lnTo>
                    <a:pt x="2757503" y="2352175"/>
                  </a:lnTo>
                  <a:lnTo>
                    <a:pt x="2756666" y="2353443"/>
                  </a:lnTo>
                  <a:lnTo>
                    <a:pt x="2757240" y="2355022"/>
                  </a:lnTo>
                  <a:lnTo>
                    <a:pt x="2759776" y="2354256"/>
                  </a:lnTo>
                  <a:lnTo>
                    <a:pt x="2760517" y="2354615"/>
                  </a:lnTo>
                  <a:lnTo>
                    <a:pt x="2759728" y="2356505"/>
                  </a:lnTo>
                  <a:lnTo>
                    <a:pt x="2758891" y="2356242"/>
                  </a:lnTo>
                  <a:lnTo>
                    <a:pt x="2758747" y="2357774"/>
                  </a:lnTo>
                  <a:lnTo>
                    <a:pt x="2760182" y="2359402"/>
                  </a:lnTo>
                  <a:lnTo>
                    <a:pt x="2760565" y="2359545"/>
                  </a:lnTo>
                  <a:lnTo>
                    <a:pt x="2762837" y="2359258"/>
                  </a:lnTo>
                  <a:lnTo>
                    <a:pt x="2761785" y="2360623"/>
                  </a:lnTo>
                  <a:lnTo>
                    <a:pt x="2762263" y="2363378"/>
                  </a:lnTo>
                  <a:lnTo>
                    <a:pt x="2763316" y="2361437"/>
                  </a:lnTo>
                  <a:lnTo>
                    <a:pt x="2764057" y="2357510"/>
                  </a:lnTo>
                  <a:lnTo>
                    <a:pt x="2762957" y="2357104"/>
                  </a:lnTo>
                  <a:lnTo>
                    <a:pt x="2761833" y="2355381"/>
                  </a:lnTo>
                  <a:lnTo>
                    <a:pt x="2762742" y="2354089"/>
                  </a:lnTo>
                  <a:lnTo>
                    <a:pt x="2765014" y="2356170"/>
                  </a:lnTo>
                  <a:lnTo>
                    <a:pt x="2766617" y="2355596"/>
                  </a:lnTo>
                  <a:lnTo>
                    <a:pt x="2768076" y="2356888"/>
                  </a:lnTo>
                  <a:lnTo>
                    <a:pt x="2769846" y="2355548"/>
                  </a:lnTo>
                  <a:lnTo>
                    <a:pt x="2769080" y="2353467"/>
                  </a:lnTo>
                  <a:lnTo>
                    <a:pt x="2770516" y="2353754"/>
                  </a:lnTo>
                  <a:lnTo>
                    <a:pt x="2772405" y="2352893"/>
                  </a:lnTo>
                  <a:lnTo>
                    <a:pt x="2770563" y="2351243"/>
                  </a:lnTo>
                  <a:lnTo>
                    <a:pt x="2769248" y="2349426"/>
                  </a:lnTo>
                  <a:lnTo>
                    <a:pt x="2767239" y="2349211"/>
                  </a:lnTo>
                  <a:lnTo>
                    <a:pt x="2766975" y="2349952"/>
                  </a:lnTo>
                  <a:lnTo>
                    <a:pt x="2766114" y="2347682"/>
                  </a:lnTo>
                  <a:lnTo>
                    <a:pt x="2763244" y="2346798"/>
                  </a:lnTo>
                  <a:lnTo>
                    <a:pt x="2763507" y="2345102"/>
                  </a:lnTo>
                  <a:lnTo>
                    <a:pt x="2765062" y="2345198"/>
                  </a:lnTo>
                  <a:lnTo>
                    <a:pt x="2766162" y="2343240"/>
                  </a:lnTo>
                  <a:lnTo>
                    <a:pt x="2767573" y="2342357"/>
                  </a:lnTo>
                  <a:lnTo>
                    <a:pt x="2768315" y="2342882"/>
                  </a:lnTo>
                  <a:lnTo>
                    <a:pt x="2767837" y="2345031"/>
                  </a:lnTo>
                  <a:lnTo>
                    <a:pt x="2768817" y="2345795"/>
                  </a:lnTo>
                  <a:lnTo>
                    <a:pt x="2771353" y="2345747"/>
                  </a:lnTo>
                  <a:lnTo>
                    <a:pt x="2770970" y="2343073"/>
                  </a:lnTo>
                  <a:lnTo>
                    <a:pt x="2771568" y="2340901"/>
                  </a:lnTo>
                  <a:lnTo>
                    <a:pt x="2773195" y="2342142"/>
                  </a:lnTo>
                  <a:lnTo>
                    <a:pt x="2775204" y="2342142"/>
                  </a:lnTo>
                  <a:lnTo>
                    <a:pt x="2774654" y="2345723"/>
                  </a:lnTo>
                  <a:lnTo>
                    <a:pt x="2775610" y="2344123"/>
                  </a:lnTo>
                  <a:lnTo>
                    <a:pt x="2776711" y="2344362"/>
                  </a:lnTo>
                  <a:lnTo>
                    <a:pt x="2776495" y="2345436"/>
                  </a:lnTo>
                  <a:lnTo>
                    <a:pt x="2777333" y="2346440"/>
                  </a:lnTo>
                  <a:lnTo>
                    <a:pt x="2776519" y="2347610"/>
                  </a:lnTo>
                  <a:lnTo>
                    <a:pt x="2778935" y="2347777"/>
                  </a:lnTo>
                  <a:lnTo>
                    <a:pt x="2780107" y="2346249"/>
                  </a:lnTo>
                  <a:lnTo>
                    <a:pt x="2779198" y="2344983"/>
                  </a:lnTo>
                  <a:lnTo>
                    <a:pt x="2780059" y="2344243"/>
                  </a:lnTo>
                  <a:lnTo>
                    <a:pt x="2780562" y="2346344"/>
                  </a:lnTo>
                  <a:lnTo>
                    <a:pt x="2780251" y="2347419"/>
                  </a:lnTo>
                  <a:lnTo>
                    <a:pt x="2780825" y="2349163"/>
                  </a:lnTo>
                  <a:lnTo>
                    <a:pt x="2782834" y="2348805"/>
                  </a:lnTo>
                  <a:lnTo>
                    <a:pt x="2783456" y="2347515"/>
                  </a:lnTo>
                  <a:lnTo>
                    <a:pt x="2783121" y="2346416"/>
                  </a:lnTo>
                  <a:lnTo>
                    <a:pt x="2783647" y="2344696"/>
                  </a:lnTo>
                  <a:lnTo>
                    <a:pt x="2781806" y="2344768"/>
                  </a:lnTo>
                  <a:lnTo>
                    <a:pt x="2783839" y="2343264"/>
                  </a:lnTo>
                  <a:lnTo>
                    <a:pt x="2784126" y="2344243"/>
                  </a:lnTo>
                  <a:lnTo>
                    <a:pt x="2784365" y="2344457"/>
                  </a:lnTo>
                  <a:lnTo>
                    <a:pt x="2787666" y="2346463"/>
                  </a:lnTo>
                  <a:lnTo>
                    <a:pt x="2787307" y="2344792"/>
                  </a:lnTo>
                  <a:lnTo>
                    <a:pt x="2788886" y="2343717"/>
                  </a:lnTo>
                  <a:lnTo>
                    <a:pt x="2791278" y="2343837"/>
                  </a:lnTo>
                  <a:lnTo>
                    <a:pt x="2791182" y="2343192"/>
                  </a:lnTo>
                  <a:lnTo>
                    <a:pt x="2791134" y="2342977"/>
                  </a:lnTo>
                  <a:lnTo>
                    <a:pt x="2789125" y="2341545"/>
                  </a:lnTo>
                  <a:lnTo>
                    <a:pt x="2789340" y="2340424"/>
                  </a:lnTo>
                  <a:lnTo>
                    <a:pt x="2791062" y="2340471"/>
                  </a:lnTo>
                  <a:lnTo>
                    <a:pt x="2791948" y="2339803"/>
                  </a:lnTo>
                  <a:lnTo>
                    <a:pt x="2789914" y="2338324"/>
                  </a:lnTo>
                  <a:lnTo>
                    <a:pt x="2790369" y="2337537"/>
                  </a:lnTo>
                  <a:lnTo>
                    <a:pt x="2788312" y="2336798"/>
                  </a:lnTo>
                  <a:lnTo>
                    <a:pt x="2788144" y="2334438"/>
                  </a:lnTo>
                  <a:lnTo>
                    <a:pt x="2784819" y="2336703"/>
                  </a:lnTo>
                  <a:lnTo>
                    <a:pt x="2784174" y="2337752"/>
                  </a:lnTo>
                  <a:lnTo>
                    <a:pt x="2785465" y="2339589"/>
                  </a:lnTo>
                  <a:lnTo>
                    <a:pt x="2785417" y="2341330"/>
                  </a:lnTo>
                  <a:lnTo>
                    <a:pt x="2784054" y="2341951"/>
                  </a:lnTo>
                  <a:lnTo>
                    <a:pt x="2783839" y="2342953"/>
                  </a:lnTo>
                  <a:lnTo>
                    <a:pt x="2782260" y="2342953"/>
                  </a:lnTo>
                  <a:lnTo>
                    <a:pt x="2781375" y="2340972"/>
                  </a:lnTo>
                  <a:lnTo>
                    <a:pt x="2781566" y="2339350"/>
                  </a:lnTo>
                  <a:lnTo>
                    <a:pt x="2780418" y="2337776"/>
                  </a:lnTo>
                  <a:lnTo>
                    <a:pt x="2778385" y="2338086"/>
                  </a:lnTo>
                  <a:lnTo>
                    <a:pt x="2778648" y="2336345"/>
                  </a:lnTo>
                  <a:lnTo>
                    <a:pt x="2776208" y="2336035"/>
                  </a:lnTo>
                  <a:lnTo>
                    <a:pt x="2775993" y="2334677"/>
                  </a:lnTo>
                  <a:lnTo>
                    <a:pt x="2778744" y="2333700"/>
                  </a:lnTo>
                  <a:lnTo>
                    <a:pt x="2781040" y="2333676"/>
                  </a:lnTo>
                  <a:lnTo>
                    <a:pt x="2781040" y="2332365"/>
                  </a:lnTo>
                  <a:lnTo>
                    <a:pt x="2781949" y="2331984"/>
                  </a:lnTo>
                  <a:lnTo>
                    <a:pt x="2782021" y="2325414"/>
                  </a:lnTo>
                  <a:lnTo>
                    <a:pt x="2782404" y="2324629"/>
                  </a:lnTo>
                  <a:lnTo>
                    <a:pt x="2784628" y="2323986"/>
                  </a:lnTo>
                  <a:lnTo>
                    <a:pt x="2785728" y="2319255"/>
                  </a:lnTo>
                  <a:lnTo>
                    <a:pt x="2784819" y="2318329"/>
                  </a:lnTo>
                  <a:lnTo>
                    <a:pt x="2783600" y="2318614"/>
                  </a:lnTo>
                  <a:lnTo>
                    <a:pt x="2783049" y="2315787"/>
                  </a:lnTo>
                  <a:lnTo>
                    <a:pt x="2781662" y="2314481"/>
                  </a:lnTo>
                  <a:lnTo>
                    <a:pt x="2781088" y="2312297"/>
                  </a:lnTo>
                  <a:lnTo>
                    <a:pt x="2783432" y="2310826"/>
                  </a:lnTo>
                  <a:lnTo>
                    <a:pt x="2783887" y="2308146"/>
                  </a:lnTo>
                  <a:lnTo>
                    <a:pt x="2787570" y="2307150"/>
                  </a:lnTo>
                  <a:lnTo>
                    <a:pt x="2788790" y="2307885"/>
                  </a:lnTo>
                  <a:lnTo>
                    <a:pt x="2788958" y="2306178"/>
                  </a:lnTo>
                  <a:lnTo>
                    <a:pt x="2790441" y="2305491"/>
                  </a:lnTo>
                  <a:lnTo>
                    <a:pt x="2791134" y="2306178"/>
                  </a:lnTo>
                  <a:lnTo>
                    <a:pt x="2792737" y="2306131"/>
                  </a:lnTo>
                  <a:lnTo>
                    <a:pt x="2794698" y="2304188"/>
                  </a:lnTo>
                  <a:lnTo>
                    <a:pt x="2794363" y="2303216"/>
                  </a:lnTo>
                  <a:lnTo>
                    <a:pt x="2792330" y="2304046"/>
                  </a:lnTo>
                  <a:lnTo>
                    <a:pt x="2790082" y="2300588"/>
                  </a:lnTo>
                  <a:lnTo>
                    <a:pt x="2790106" y="2299688"/>
                  </a:lnTo>
                  <a:lnTo>
                    <a:pt x="2788240" y="2293986"/>
                  </a:lnTo>
                  <a:lnTo>
                    <a:pt x="2786374" y="2292780"/>
                  </a:lnTo>
                  <a:lnTo>
                    <a:pt x="2783647" y="2292449"/>
                  </a:lnTo>
                  <a:lnTo>
                    <a:pt x="2781136" y="2293442"/>
                  </a:lnTo>
                  <a:lnTo>
                    <a:pt x="2780059" y="2292260"/>
                  </a:lnTo>
                  <a:lnTo>
                    <a:pt x="2781686" y="2291078"/>
                  </a:lnTo>
                  <a:lnTo>
                    <a:pt x="2782380" y="2288692"/>
                  </a:lnTo>
                  <a:lnTo>
                    <a:pt x="2783432" y="2287676"/>
                  </a:lnTo>
                  <a:lnTo>
                    <a:pt x="2785250" y="2289424"/>
                  </a:lnTo>
                  <a:lnTo>
                    <a:pt x="2790010" y="2289235"/>
                  </a:lnTo>
                  <a:lnTo>
                    <a:pt x="2791182" y="2290110"/>
                  </a:lnTo>
                  <a:lnTo>
                    <a:pt x="2791565" y="2291362"/>
                  </a:lnTo>
                  <a:lnTo>
                    <a:pt x="2792904" y="2290535"/>
                  </a:lnTo>
                  <a:lnTo>
                    <a:pt x="2792546" y="2289141"/>
                  </a:lnTo>
                  <a:lnTo>
                    <a:pt x="2794076" y="2286755"/>
                  </a:lnTo>
                  <a:lnTo>
                    <a:pt x="2794244" y="2285103"/>
                  </a:lnTo>
                  <a:lnTo>
                    <a:pt x="2798502" y="2285008"/>
                  </a:lnTo>
                  <a:lnTo>
                    <a:pt x="2798860" y="2285787"/>
                  </a:lnTo>
                  <a:lnTo>
                    <a:pt x="2796229" y="2287936"/>
                  </a:lnTo>
                  <a:lnTo>
                    <a:pt x="2795272" y="2289424"/>
                  </a:lnTo>
                  <a:lnTo>
                    <a:pt x="2795392" y="2290842"/>
                  </a:lnTo>
                  <a:lnTo>
                    <a:pt x="2794483" y="2292166"/>
                  </a:lnTo>
                  <a:lnTo>
                    <a:pt x="2792641" y="2292166"/>
                  </a:lnTo>
                  <a:lnTo>
                    <a:pt x="2790704" y="2293466"/>
                  </a:lnTo>
                  <a:lnTo>
                    <a:pt x="2789795" y="2296611"/>
                  </a:lnTo>
                  <a:lnTo>
                    <a:pt x="2791302" y="2297274"/>
                  </a:lnTo>
                  <a:lnTo>
                    <a:pt x="2794435" y="2295003"/>
                  </a:lnTo>
                  <a:lnTo>
                    <a:pt x="2794052" y="2294293"/>
                  </a:lnTo>
                  <a:lnTo>
                    <a:pt x="2795201" y="2293348"/>
                  </a:lnTo>
                  <a:lnTo>
                    <a:pt x="2796755" y="2293442"/>
                  </a:lnTo>
                  <a:lnTo>
                    <a:pt x="2798932" y="2292024"/>
                  </a:lnTo>
                  <a:lnTo>
                    <a:pt x="2800104" y="2292638"/>
                  </a:lnTo>
                  <a:lnTo>
                    <a:pt x="2801826" y="2291575"/>
                  </a:lnTo>
                  <a:lnTo>
                    <a:pt x="2800750" y="2289165"/>
                  </a:lnTo>
                  <a:lnTo>
                    <a:pt x="2802759" y="2288054"/>
                  </a:lnTo>
                  <a:lnTo>
                    <a:pt x="2802329" y="2286590"/>
                  </a:lnTo>
                  <a:lnTo>
                    <a:pt x="2800606" y="2286496"/>
                  </a:lnTo>
                  <a:lnTo>
                    <a:pt x="2801755" y="2284513"/>
                  </a:lnTo>
                  <a:lnTo>
                    <a:pt x="2800487" y="2284654"/>
                  </a:lnTo>
                  <a:lnTo>
                    <a:pt x="2800439" y="2283238"/>
                  </a:lnTo>
                  <a:lnTo>
                    <a:pt x="2799315" y="2283380"/>
                  </a:lnTo>
                  <a:lnTo>
                    <a:pt x="2798119" y="2283168"/>
                  </a:lnTo>
                  <a:lnTo>
                    <a:pt x="2798573" y="2281611"/>
                  </a:lnTo>
                  <a:lnTo>
                    <a:pt x="2801037" y="2280762"/>
                  </a:lnTo>
                  <a:lnTo>
                    <a:pt x="2801372" y="2279087"/>
                  </a:lnTo>
                  <a:lnTo>
                    <a:pt x="2801515" y="2279205"/>
                  </a:lnTo>
                  <a:lnTo>
                    <a:pt x="2803477" y="2279087"/>
                  </a:lnTo>
                  <a:lnTo>
                    <a:pt x="2805510" y="2279653"/>
                  </a:lnTo>
                  <a:lnTo>
                    <a:pt x="2806539" y="2276353"/>
                  </a:lnTo>
                  <a:lnTo>
                    <a:pt x="2807328" y="2276141"/>
                  </a:lnTo>
                  <a:lnTo>
                    <a:pt x="2807160" y="2274374"/>
                  </a:lnTo>
                  <a:lnTo>
                    <a:pt x="2807950" y="2273997"/>
                  </a:lnTo>
                  <a:lnTo>
                    <a:pt x="2807447" y="2271619"/>
                  </a:lnTo>
                  <a:lnTo>
                    <a:pt x="2811681" y="2271996"/>
                  </a:lnTo>
                  <a:lnTo>
                    <a:pt x="2812112" y="2271125"/>
                  </a:lnTo>
                  <a:lnTo>
                    <a:pt x="2814384" y="2269289"/>
                  </a:lnTo>
                  <a:lnTo>
                    <a:pt x="2815580" y="2269572"/>
                  </a:lnTo>
                  <a:lnTo>
                    <a:pt x="2817661" y="2268654"/>
                  </a:lnTo>
                  <a:lnTo>
                    <a:pt x="2818785" y="2265220"/>
                  </a:lnTo>
                  <a:lnTo>
                    <a:pt x="2817996" y="2264445"/>
                  </a:lnTo>
                  <a:lnTo>
                    <a:pt x="2819001" y="2261390"/>
                  </a:lnTo>
                  <a:lnTo>
                    <a:pt x="2822302" y="2259769"/>
                  </a:lnTo>
                  <a:lnTo>
                    <a:pt x="2822613" y="2257022"/>
                  </a:lnTo>
                  <a:lnTo>
                    <a:pt x="2823761" y="2254441"/>
                  </a:lnTo>
                  <a:lnTo>
                    <a:pt x="2821201" y="2250783"/>
                  </a:lnTo>
                  <a:lnTo>
                    <a:pt x="2821106" y="2250080"/>
                  </a:lnTo>
                  <a:lnTo>
                    <a:pt x="2823067" y="2248065"/>
                  </a:lnTo>
                  <a:lnTo>
                    <a:pt x="2824000" y="2245418"/>
                  </a:lnTo>
                  <a:lnTo>
                    <a:pt x="2826416" y="2243124"/>
                  </a:lnTo>
                  <a:lnTo>
                    <a:pt x="2827444" y="2241135"/>
                  </a:lnTo>
                  <a:lnTo>
                    <a:pt x="2827899" y="2241322"/>
                  </a:lnTo>
                  <a:lnTo>
                    <a:pt x="2829095" y="2242047"/>
                  </a:lnTo>
                  <a:lnTo>
                    <a:pt x="2831822" y="2237370"/>
                  </a:lnTo>
                  <a:lnTo>
                    <a:pt x="2833042" y="2235968"/>
                  </a:lnTo>
                  <a:lnTo>
                    <a:pt x="2834285" y="2236388"/>
                  </a:lnTo>
                  <a:lnTo>
                    <a:pt x="2836366" y="2238796"/>
                  </a:lnTo>
                  <a:lnTo>
                    <a:pt x="2838017" y="2238726"/>
                  </a:lnTo>
                  <a:lnTo>
                    <a:pt x="2839476" y="2239638"/>
                  </a:lnTo>
                  <a:lnTo>
                    <a:pt x="2841198" y="2239544"/>
                  </a:lnTo>
                  <a:lnTo>
                    <a:pt x="2840528" y="2240807"/>
                  </a:lnTo>
                  <a:lnTo>
                    <a:pt x="2841102" y="2240152"/>
                  </a:lnTo>
                  <a:lnTo>
                    <a:pt x="2841222" y="2239778"/>
                  </a:lnTo>
                  <a:lnTo>
                    <a:pt x="2842753" y="2239240"/>
                  </a:lnTo>
                  <a:lnTo>
                    <a:pt x="2842801" y="2237043"/>
                  </a:lnTo>
                  <a:lnTo>
                    <a:pt x="2841605" y="2236739"/>
                  </a:lnTo>
                  <a:lnTo>
                    <a:pt x="2841605" y="2235500"/>
                  </a:lnTo>
                  <a:lnTo>
                    <a:pt x="2839165" y="2236038"/>
                  </a:lnTo>
                  <a:lnTo>
                    <a:pt x="2837467" y="2235804"/>
                  </a:lnTo>
                  <a:lnTo>
                    <a:pt x="2834979" y="2233608"/>
                  </a:lnTo>
                  <a:lnTo>
                    <a:pt x="2835888" y="2232207"/>
                  </a:lnTo>
                  <a:lnTo>
                    <a:pt x="2837586" y="2227142"/>
                  </a:lnTo>
                  <a:lnTo>
                    <a:pt x="2839500" y="2225253"/>
                  </a:lnTo>
                  <a:lnTo>
                    <a:pt x="2840002" y="2225860"/>
                  </a:lnTo>
                  <a:lnTo>
                    <a:pt x="2840768" y="2230012"/>
                  </a:lnTo>
                  <a:lnTo>
                    <a:pt x="2842131" y="2230409"/>
                  </a:lnTo>
                  <a:lnTo>
                    <a:pt x="2845432" y="2229872"/>
                  </a:lnTo>
                  <a:lnTo>
                    <a:pt x="2846939" y="2228425"/>
                  </a:lnTo>
                  <a:lnTo>
                    <a:pt x="2848039" y="2225463"/>
                  </a:lnTo>
                  <a:lnTo>
                    <a:pt x="2849809" y="2225510"/>
                  </a:lnTo>
                  <a:lnTo>
                    <a:pt x="2850909" y="2222689"/>
                  </a:lnTo>
                  <a:lnTo>
                    <a:pt x="2853014" y="2220336"/>
                  </a:lnTo>
                  <a:lnTo>
                    <a:pt x="2854282" y="2218077"/>
                  </a:lnTo>
                  <a:lnTo>
                    <a:pt x="2856220" y="2218170"/>
                  </a:lnTo>
                  <a:lnTo>
                    <a:pt x="2857487" y="2219055"/>
                  </a:lnTo>
                  <a:lnTo>
                    <a:pt x="2857822" y="2220779"/>
                  </a:lnTo>
                  <a:lnTo>
                    <a:pt x="2859664" y="2220266"/>
                  </a:lnTo>
                  <a:lnTo>
                    <a:pt x="2861291" y="2216681"/>
                  </a:lnTo>
                  <a:lnTo>
                    <a:pt x="2860932" y="2215680"/>
                  </a:lnTo>
                  <a:lnTo>
                    <a:pt x="2859927" y="2216029"/>
                  </a:lnTo>
                  <a:lnTo>
                    <a:pt x="2860884" y="2214051"/>
                  </a:lnTo>
                  <a:lnTo>
                    <a:pt x="2862200" y="2213400"/>
                  </a:lnTo>
                  <a:lnTo>
                    <a:pt x="2861362" y="2210517"/>
                  </a:lnTo>
                  <a:lnTo>
                    <a:pt x="2860382" y="2208798"/>
                  </a:lnTo>
                  <a:lnTo>
                    <a:pt x="2859927" y="2206544"/>
                  </a:lnTo>
                  <a:lnTo>
                    <a:pt x="2858444" y="2205987"/>
                  </a:lnTo>
                  <a:lnTo>
                    <a:pt x="2856937" y="2202900"/>
                  </a:lnTo>
                  <a:lnTo>
                    <a:pt x="2856291" y="2202436"/>
                  </a:lnTo>
                  <a:lnTo>
                    <a:pt x="2860382" y="2201229"/>
                  </a:lnTo>
                  <a:lnTo>
                    <a:pt x="2862056" y="2199629"/>
                  </a:lnTo>
                  <a:lnTo>
                    <a:pt x="2862654" y="2195851"/>
                  </a:lnTo>
                  <a:lnTo>
                    <a:pt x="2861984" y="2193256"/>
                  </a:lnTo>
                  <a:lnTo>
                    <a:pt x="2865381" y="2193233"/>
                  </a:lnTo>
                  <a:lnTo>
                    <a:pt x="2865285" y="2191705"/>
                  </a:lnTo>
                  <a:lnTo>
                    <a:pt x="2864161" y="2189229"/>
                  </a:lnTo>
                  <a:lnTo>
                    <a:pt x="2862917" y="2187841"/>
                  </a:lnTo>
                  <a:lnTo>
                    <a:pt x="2862965" y="2185945"/>
                  </a:lnTo>
                  <a:lnTo>
                    <a:pt x="2860884" y="2184627"/>
                  </a:lnTo>
                  <a:lnTo>
                    <a:pt x="2860932" y="2181993"/>
                  </a:lnTo>
                  <a:lnTo>
                    <a:pt x="2859234" y="2180884"/>
                  </a:lnTo>
                  <a:lnTo>
                    <a:pt x="2858923" y="2179753"/>
                  </a:lnTo>
                  <a:lnTo>
                    <a:pt x="2863085" y="2181693"/>
                  </a:lnTo>
                  <a:lnTo>
                    <a:pt x="2864424" y="2181184"/>
                  </a:lnTo>
                  <a:lnTo>
                    <a:pt x="2865118" y="2179845"/>
                  </a:lnTo>
                  <a:lnTo>
                    <a:pt x="2865596" y="2182362"/>
                  </a:lnTo>
                  <a:lnTo>
                    <a:pt x="2866792" y="2182362"/>
                  </a:lnTo>
                  <a:lnTo>
                    <a:pt x="2868682" y="2183402"/>
                  </a:lnTo>
                  <a:lnTo>
                    <a:pt x="2869639" y="2182547"/>
                  </a:lnTo>
                  <a:lnTo>
                    <a:pt x="2872820" y="2184881"/>
                  </a:lnTo>
                  <a:lnTo>
                    <a:pt x="2872963" y="2183125"/>
                  </a:lnTo>
                  <a:lnTo>
                    <a:pt x="2873681" y="2182316"/>
                  </a:lnTo>
                  <a:lnTo>
                    <a:pt x="2873609" y="2180376"/>
                  </a:lnTo>
                  <a:lnTo>
                    <a:pt x="2872126" y="2178668"/>
                  </a:lnTo>
                  <a:lnTo>
                    <a:pt x="2873035" y="2178668"/>
                  </a:lnTo>
                  <a:lnTo>
                    <a:pt x="2872844" y="2176175"/>
                  </a:lnTo>
                  <a:lnTo>
                    <a:pt x="2874207" y="2175714"/>
                  </a:lnTo>
                  <a:lnTo>
                    <a:pt x="2874136" y="2174907"/>
                  </a:lnTo>
                  <a:lnTo>
                    <a:pt x="2871983" y="2174653"/>
                  </a:lnTo>
                  <a:lnTo>
                    <a:pt x="2872509" y="2172440"/>
                  </a:lnTo>
                  <a:lnTo>
                    <a:pt x="2871648" y="2171840"/>
                  </a:lnTo>
                  <a:lnTo>
                    <a:pt x="2871720" y="2170250"/>
                  </a:lnTo>
                  <a:lnTo>
                    <a:pt x="2873179" y="2169052"/>
                  </a:lnTo>
                  <a:lnTo>
                    <a:pt x="2873872" y="2167233"/>
                  </a:lnTo>
                  <a:lnTo>
                    <a:pt x="2873083" y="2166105"/>
                  </a:lnTo>
                  <a:lnTo>
                    <a:pt x="2872916" y="2164425"/>
                  </a:lnTo>
                  <a:lnTo>
                    <a:pt x="2873944" y="2163137"/>
                  </a:lnTo>
                  <a:lnTo>
                    <a:pt x="2874136" y="2161481"/>
                  </a:lnTo>
                  <a:lnTo>
                    <a:pt x="2872820" y="2159113"/>
                  </a:lnTo>
                  <a:lnTo>
                    <a:pt x="2870619" y="2158492"/>
                  </a:lnTo>
                  <a:lnTo>
                    <a:pt x="2869184" y="2159274"/>
                  </a:lnTo>
                  <a:lnTo>
                    <a:pt x="2867653" y="2158355"/>
                  </a:lnTo>
                  <a:lnTo>
                    <a:pt x="2871696" y="2154151"/>
                  </a:lnTo>
                  <a:lnTo>
                    <a:pt x="2874255" y="2153532"/>
                  </a:lnTo>
                  <a:lnTo>
                    <a:pt x="2875834" y="2150870"/>
                  </a:lnTo>
                  <a:lnTo>
                    <a:pt x="2878106" y="2149241"/>
                  </a:lnTo>
                  <a:lnTo>
                    <a:pt x="2879685" y="2148439"/>
                  </a:lnTo>
                  <a:lnTo>
                    <a:pt x="2879565" y="2147384"/>
                  </a:lnTo>
                  <a:lnTo>
                    <a:pt x="2874399" y="2147820"/>
                  </a:lnTo>
                  <a:lnTo>
                    <a:pt x="2874279" y="2146559"/>
                  </a:lnTo>
                  <a:lnTo>
                    <a:pt x="2873011" y="2145001"/>
                  </a:lnTo>
                  <a:lnTo>
                    <a:pt x="2871002" y="2146536"/>
                  </a:lnTo>
                  <a:lnTo>
                    <a:pt x="2867725" y="2144887"/>
                  </a:lnTo>
                  <a:lnTo>
                    <a:pt x="2865740" y="2143329"/>
                  </a:lnTo>
                  <a:lnTo>
                    <a:pt x="2863300" y="2143352"/>
                  </a:lnTo>
                  <a:lnTo>
                    <a:pt x="2862463" y="2142688"/>
                  </a:lnTo>
                  <a:lnTo>
                    <a:pt x="2860645" y="2139895"/>
                  </a:lnTo>
                  <a:lnTo>
                    <a:pt x="2859975" y="2139941"/>
                  </a:lnTo>
                  <a:lnTo>
                    <a:pt x="2857105" y="2134887"/>
                  </a:lnTo>
                  <a:lnTo>
                    <a:pt x="2854617" y="2131597"/>
                  </a:lnTo>
                  <a:lnTo>
                    <a:pt x="2850646" y="2128081"/>
                  </a:lnTo>
                  <a:lnTo>
                    <a:pt x="2849737" y="2126644"/>
                  </a:lnTo>
                  <a:lnTo>
                    <a:pt x="2848039" y="2125480"/>
                  </a:lnTo>
                  <a:lnTo>
                    <a:pt x="2844045" y="2125161"/>
                  </a:lnTo>
                  <a:lnTo>
                    <a:pt x="2842418" y="2123838"/>
                  </a:lnTo>
                  <a:lnTo>
                    <a:pt x="2838902" y="2120238"/>
                  </a:lnTo>
                  <a:lnTo>
                    <a:pt x="2837562" y="2118120"/>
                  </a:lnTo>
                  <a:lnTo>
                    <a:pt x="2841079" y="2116527"/>
                  </a:lnTo>
                  <a:lnTo>
                    <a:pt x="2842633" y="2115070"/>
                  </a:lnTo>
                  <a:lnTo>
                    <a:pt x="2844595" y="2114365"/>
                  </a:lnTo>
                  <a:lnTo>
                    <a:pt x="2845958" y="2113114"/>
                  </a:lnTo>
                  <a:lnTo>
                    <a:pt x="2849355" y="2113000"/>
                  </a:lnTo>
                  <a:lnTo>
                    <a:pt x="2851842" y="2110772"/>
                  </a:lnTo>
                  <a:lnTo>
                    <a:pt x="2855382" y="2108773"/>
                  </a:lnTo>
                  <a:lnTo>
                    <a:pt x="2858636" y="2107455"/>
                  </a:lnTo>
                  <a:lnTo>
                    <a:pt x="2861745" y="2106865"/>
                  </a:lnTo>
                  <a:lnTo>
                    <a:pt x="2870428" y="2107069"/>
                  </a:lnTo>
                  <a:lnTo>
                    <a:pt x="2871935" y="2108704"/>
                  </a:lnTo>
                  <a:lnTo>
                    <a:pt x="2872892" y="2112614"/>
                  </a:lnTo>
                  <a:lnTo>
                    <a:pt x="2874016" y="2113933"/>
                  </a:lnTo>
                  <a:lnTo>
                    <a:pt x="2877508" y="2116435"/>
                  </a:lnTo>
                  <a:lnTo>
                    <a:pt x="2879302" y="2116731"/>
                  </a:lnTo>
                  <a:lnTo>
                    <a:pt x="2877054" y="2114410"/>
                  </a:lnTo>
                  <a:lnTo>
                    <a:pt x="2874566" y="2113455"/>
                  </a:lnTo>
                  <a:lnTo>
                    <a:pt x="2873848" y="2112318"/>
                  </a:lnTo>
                  <a:lnTo>
                    <a:pt x="2873657" y="2109750"/>
                  </a:lnTo>
                  <a:lnTo>
                    <a:pt x="2872963" y="2108159"/>
                  </a:lnTo>
                  <a:lnTo>
                    <a:pt x="2872365" y="2106547"/>
                  </a:lnTo>
                  <a:lnTo>
                    <a:pt x="2873896" y="2104912"/>
                  </a:lnTo>
                  <a:lnTo>
                    <a:pt x="2873777" y="2100239"/>
                  </a:lnTo>
                  <a:lnTo>
                    <a:pt x="2873250" y="2098131"/>
                  </a:lnTo>
                  <a:lnTo>
                    <a:pt x="2872054" y="2095934"/>
                  </a:lnTo>
                  <a:lnTo>
                    <a:pt x="2866744" y="2090162"/>
                  </a:lnTo>
                  <a:lnTo>
                    <a:pt x="2863348" y="2085438"/>
                  </a:lnTo>
                  <a:lnTo>
                    <a:pt x="2858564" y="2082299"/>
                  </a:lnTo>
                  <a:lnTo>
                    <a:pt x="2855526" y="2081418"/>
                  </a:lnTo>
                  <a:lnTo>
                    <a:pt x="2851005" y="2077673"/>
                  </a:lnTo>
                  <a:lnTo>
                    <a:pt x="2848637" y="2076230"/>
                  </a:lnTo>
                  <a:lnTo>
                    <a:pt x="2849737" y="2074405"/>
                  </a:lnTo>
                  <a:lnTo>
                    <a:pt x="2850646" y="2072985"/>
                  </a:lnTo>
                  <a:lnTo>
                    <a:pt x="2852153" y="2072760"/>
                  </a:lnTo>
                  <a:lnTo>
                    <a:pt x="2856555" y="2075374"/>
                  </a:lnTo>
                  <a:lnTo>
                    <a:pt x="2859592" y="2076681"/>
                  </a:lnTo>
                  <a:lnTo>
                    <a:pt x="2861817" y="2077155"/>
                  </a:lnTo>
                  <a:lnTo>
                    <a:pt x="2867103" y="2079500"/>
                  </a:lnTo>
                  <a:lnTo>
                    <a:pt x="2869878" y="2079906"/>
                  </a:lnTo>
                  <a:lnTo>
                    <a:pt x="2873418" y="2078350"/>
                  </a:lnTo>
                  <a:lnTo>
                    <a:pt x="2873968" y="2077064"/>
                  </a:lnTo>
                  <a:lnTo>
                    <a:pt x="2873155" y="2071589"/>
                  </a:lnTo>
                  <a:lnTo>
                    <a:pt x="2872963" y="2067088"/>
                  </a:lnTo>
                  <a:lnTo>
                    <a:pt x="2869830" y="2060571"/>
                  </a:lnTo>
                  <a:lnTo>
                    <a:pt x="2868538" y="2056643"/>
                  </a:lnTo>
                  <a:lnTo>
                    <a:pt x="2865285" y="2053212"/>
                  </a:lnTo>
                  <a:lnTo>
                    <a:pt x="2864783" y="2052046"/>
                  </a:lnTo>
                  <a:lnTo>
                    <a:pt x="2855693" y="2048642"/>
                  </a:lnTo>
                  <a:lnTo>
                    <a:pt x="2856363" y="2047947"/>
                  </a:lnTo>
                  <a:lnTo>
                    <a:pt x="2853110" y="2046828"/>
                  </a:lnTo>
                  <a:lnTo>
                    <a:pt x="2854689" y="2045329"/>
                  </a:lnTo>
                  <a:lnTo>
                    <a:pt x="2854474" y="2043025"/>
                  </a:lnTo>
                  <a:lnTo>
                    <a:pt x="2852775" y="2042198"/>
                  </a:lnTo>
                  <a:lnTo>
                    <a:pt x="2851818" y="2035631"/>
                  </a:lnTo>
                  <a:lnTo>
                    <a:pt x="2850455" y="2034315"/>
                  </a:lnTo>
                  <a:lnTo>
                    <a:pt x="2848972" y="2033713"/>
                  </a:lnTo>
                  <a:lnTo>
                    <a:pt x="2845767" y="2033311"/>
                  </a:lnTo>
                  <a:lnTo>
                    <a:pt x="2841246" y="2031282"/>
                  </a:lnTo>
                  <a:lnTo>
                    <a:pt x="2838280" y="2029209"/>
                  </a:lnTo>
                  <a:lnTo>
                    <a:pt x="2836079" y="2027917"/>
                  </a:lnTo>
                  <a:lnTo>
                    <a:pt x="2833807" y="2027628"/>
                  </a:lnTo>
                  <a:lnTo>
                    <a:pt x="2834501" y="2026559"/>
                  </a:lnTo>
                  <a:lnTo>
                    <a:pt x="2833879" y="2024511"/>
                  </a:lnTo>
                  <a:lnTo>
                    <a:pt x="2832037" y="2023687"/>
                  </a:lnTo>
                  <a:lnTo>
                    <a:pt x="2833472" y="2023109"/>
                  </a:lnTo>
                  <a:lnTo>
                    <a:pt x="2834214" y="2021040"/>
                  </a:lnTo>
                  <a:lnTo>
                    <a:pt x="2834572" y="2016684"/>
                  </a:lnTo>
                  <a:lnTo>
                    <a:pt x="2833640" y="2015197"/>
                  </a:lnTo>
                  <a:lnTo>
                    <a:pt x="2832683" y="2010226"/>
                  </a:lnTo>
                  <a:lnTo>
                    <a:pt x="2832109" y="2009340"/>
                  </a:lnTo>
                  <a:lnTo>
                    <a:pt x="2830315" y="2008409"/>
                  </a:lnTo>
                  <a:lnTo>
                    <a:pt x="2830410" y="2006348"/>
                  </a:lnTo>
                  <a:lnTo>
                    <a:pt x="2829214" y="2001212"/>
                  </a:lnTo>
                  <a:lnTo>
                    <a:pt x="2828282" y="1999973"/>
                  </a:lnTo>
                  <a:lnTo>
                    <a:pt x="2828832" y="1998337"/>
                  </a:lnTo>
                  <a:lnTo>
                    <a:pt x="2828066" y="1997077"/>
                  </a:lnTo>
                  <a:lnTo>
                    <a:pt x="2826344" y="1996923"/>
                  </a:lnTo>
                  <a:lnTo>
                    <a:pt x="2825244" y="1995575"/>
                  </a:lnTo>
                  <a:lnTo>
                    <a:pt x="2824311" y="1991181"/>
                  </a:lnTo>
                  <a:lnTo>
                    <a:pt x="2822876" y="1987498"/>
                  </a:lnTo>
                  <a:lnTo>
                    <a:pt x="2820651" y="1983312"/>
                  </a:lnTo>
                  <a:lnTo>
                    <a:pt x="2820197" y="1982784"/>
                  </a:lnTo>
                  <a:lnTo>
                    <a:pt x="2819120" y="1980957"/>
                  </a:lnTo>
                  <a:lnTo>
                    <a:pt x="2817207" y="1975921"/>
                  </a:lnTo>
                  <a:lnTo>
                    <a:pt x="2815891" y="1974339"/>
                  </a:lnTo>
                  <a:lnTo>
                    <a:pt x="2815317" y="1972516"/>
                  </a:lnTo>
                  <a:lnTo>
                    <a:pt x="2810724" y="1962254"/>
                  </a:lnTo>
                  <a:lnTo>
                    <a:pt x="2809959" y="1958380"/>
                  </a:lnTo>
                  <a:lnTo>
                    <a:pt x="2808667" y="1955013"/>
                  </a:lnTo>
                  <a:lnTo>
                    <a:pt x="2808572" y="1952741"/>
                  </a:lnTo>
                  <a:lnTo>
                    <a:pt x="2800487" y="1949008"/>
                  </a:lnTo>
                  <a:lnTo>
                    <a:pt x="2795009" y="1946019"/>
                  </a:lnTo>
                  <a:lnTo>
                    <a:pt x="2789149" y="1944842"/>
                  </a:lnTo>
                  <a:lnTo>
                    <a:pt x="2787977" y="1943513"/>
                  </a:lnTo>
                  <a:lnTo>
                    <a:pt x="2782523" y="1941161"/>
                  </a:lnTo>
                  <a:lnTo>
                    <a:pt x="2781351" y="1940116"/>
                  </a:lnTo>
                  <a:lnTo>
                    <a:pt x="2779725" y="1939115"/>
                  </a:lnTo>
                  <a:lnTo>
                    <a:pt x="2775706" y="1936570"/>
                  </a:lnTo>
                  <a:lnTo>
                    <a:pt x="2778050" y="1933896"/>
                  </a:lnTo>
                  <a:lnTo>
                    <a:pt x="2775371" y="1933244"/>
                  </a:lnTo>
                  <a:lnTo>
                    <a:pt x="2772453" y="1933070"/>
                  </a:lnTo>
                  <a:lnTo>
                    <a:pt x="2776926" y="1932983"/>
                  </a:lnTo>
                  <a:lnTo>
                    <a:pt x="2774701" y="1931615"/>
                  </a:lnTo>
                  <a:lnTo>
                    <a:pt x="2774749" y="1932310"/>
                  </a:lnTo>
                  <a:lnTo>
                    <a:pt x="2772333" y="1932527"/>
                  </a:lnTo>
                  <a:lnTo>
                    <a:pt x="2769774" y="1932071"/>
                  </a:lnTo>
                  <a:lnTo>
                    <a:pt x="2768195" y="1931050"/>
                  </a:lnTo>
                  <a:lnTo>
                    <a:pt x="2766880" y="1930985"/>
                  </a:lnTo>
                  <a:lnTo>
                    <a:pt x="2766066" y="1929726"/>
                  </a:lnTo>
                  <a:lnTo>
                    <a:pt x="2765492" y="1926971"/>
                  </a:lnTo>
                  <a:lnTo>
                    <a:pt x="2765971" y="1925409"/>
                  </a:lnTo>
                  <a:lnTo>
                    <a:pt x="2765827" y="1922939"/>
                  </a:lnTo>
                  <a:lnTo>
                    <a:pt x="2766880" y="1919972"/>
                  </a:lnTo>
                  <a:lnTo>
                    <a:pt x="2768698" y="1919106"/>
                  </a:lnTo>
                  <a:lnTo>
                    <a:pt x="2768961" y="1920860"/>
                  </a:lnTo>
                  <a:lnTo>
                    <a:pt x="2769559" y="1920665"/>
                  </a:lnTo>
                  <a:lnTo>
                    <a:pt x="2768985" y="1919085"/>
                  </a:lnTo>
                  <a:lnTo>
                    <a:pt x="2769511" y="1918738"/>
                  </a:lnTo>
                  <a:lnTo>
                    <a:pt x="2771377" y="1918587"/>
                  </a:lnTo>
                  <a:lnTo>
                    <a:pt x="2772142" y="1918652"/>
                  </a:lnTo>
                  <a:lnTo>
                    <a:pt x="2774247" y="1916770"/>
                  </a:lnTo>
                  <a:lnTo>
                    <a:pt x="2773075" y="1916034"/>
                  </a:lnTo>
                  <a:lnTo>
                    <a:pt x="2773601" y="1911885"/>
                  </a:lnTo>
                  <a:lnTo>
                    <a:pt x="2775132" y="1909510"/>
                  </a:lnTo>
                  <a:lnTo>
                    <a:pt x="2776782" y="1908043"/>
                  </a:lnTo>
                  <a:lnTo>
                    <a:pt x="2778529" y="1909014"/>
                  </a:lnTo>
                  <a:lnTo>
                    <a:pt x="2778744" y="1906748"/>
                  </a:lnTo>
                  <a:lnTo>
                    <a:pt x="2780538" y="1905649"/>
                  </a:lnTo>
                  <a:lnTo>
                    <a:pt x="2780131" y="1904161"/>
                  </a:lnTo>
                  <a:lnTo>
                    <a:pt x="2781662" y="1901813"/>
                  </a:lnTo>
                  <a:lnTo>
                    <a:pt x="2783384" y="1897250"/>
                  </a:lnTo>
                  <a:lnTo>
                    <a:pt x="2783336" y="1896089"/>
                  </a:lnTo>
                  <a:lnTo>
                    <a:pt x="2785513" y="1894928"/>
                  </a:lnTo>
                  <a:lnTo>
                    <a:pt x="2786805" y="1894820"/>
                  </a:lnTo>
                  <a:lnTo>
                    <a:pt x="2787618" y="1896540"/>
                  </a:lnTo>
                  <a:lnTo>
                    <a:pt x="2787929" y="1896282"/>
                  </a:lnTo>
                  <a:lnTo>
                    <a:pt x="2788407" y="1894928"/>
                  </a:lnTo>
                  <a:lnTo>
                    <a:pt x="2789627" y="1893574"/>
                  </a:lnTo>
                  <a:lnTo>
                    <a:pt x="2789867" y="1894713"/>
                  </a:lnTo>
                  <a:lnTo>
                    <a:pt x="2791350" y="1895229"/>
                  </a:lnTo>
                  <a:lnTo>
                    <a:pt x="2793550" y="1893961"/>
                  </a:lnTo>
                  <a:lnTo>
                    <a:pt x="2793048" y="1892929"/>
                  </a:lnTo>
                  <a:lnTo>
                    <a:pt x="2794531" y="1889880"/>
                  </a:lnTo>
                  <a:lnTo>
                    <a:pt x="2793359" y="1889429"/>
                  </a:lnTo>
                  <a:lnTo>
                    <a:pt x="2793598" y="1888549"/>
                  </a:lnTo>
                  <a:lnTo>
                    <a:pt x="2794842" y="1888528"/>
                  </a:lnTo>
                  <a:lnTo>
                    <a:pt x="2796995" y="1890567"/>
                  </a:lnTo>
                  <a:lnTo>
                    <a:pt x="2798382" y="1887369"/>
                  </a:lnTo>
                  <a:lnTo>
                    <a:pt x="2797712" y="1886233"/>
                  </a:lnTo>
                  <a:lnTo>
                    <a:pt x="2798956" y="1883532"/>
                  </a:lnTo>
                  <a:lnTo>
                    <a:pt x="2800822" y="1883018"/>
                  </a:lnTo>
                  <a:lnTo>
                    <a:pt x="2801324" y="1882054"/>
                  </a:lnTo>
                  <a:lnTo>
                    <a:pt x="2802400" y="1882033"/>
                  </a:lnTo>
                  <a:lnTo>
                    <a:pt x="2804529" y="1880256"/>
                  </a:lnTo>
                  <a:lnTo>
                    <a:pt x="2803046" y="1882868"/>
                  </a:lnTo>
                  <a:lnTo>
                    <a:pt x="2804314" y="1882718"/>
                  </a:lnTo>
                  <a:lnTo>
                    <a:pt x="2804577" y="1881583"/>
                  </a:lnTo>
                  <a:lnTo>
                    <a:pt x="2806778" y="1879421"/>
                  </a:lnTo>
                  <a:lnTo>
                    <a:pt x="2808309" y="1879185"/>
                  </a:lnTo>
                  <a:lnTo>
                    <a:pt x="2808739" y="1877837"/>
                  </a:lnTo>
                  <a:lnTo>
                    <a:pt x="2807711" y="1877174"/>
                  </a:lnTo>
                  <a:lnTo>
                    <a:pt x="2807543" y="1877388"/>
                  </a:lnTo>
                  <a:lnTo>
                    <a:pt x="2806132" y="1878287"/>
                  </a:lnTo>
                  <a:lnTo>
                    <a:pt x="2806443" y="1876832"/>
                  </a:lnTo>
                  <a:lnTo>
                    <a:pt x="2804170" y="1878137"/>
                  </a:lnTo>
                  <a:lnTo>
                    <a:pt x="2805582" y="1876576"/>
                  </a:lnTo>
                  <a:lnTo>
                    <a:pt x="2805749" y="1875186"/>
                  </a:lnTo>
                  <a:lnTo>
                    <a:pt x="2803501" y="1874994"/>
                  </a:lnTo>
                  <a:lnTo>
                    <a:pt x="2802377" y="1873733"/>
                  </a:lnTo>
                  <a:lnTo>
                    <a:pt x="2800989" y="1873391"/>
                  </a:lnTo>
                  <a:lnTo>
                    <a:pt x="2800678" y="1872302"/>
                  </a:lnTo>
                  <a:lnTo>
                    <a:pt x="2801994" y="1871597"/>
                  </a:lnTo>
                  <a:lnTo>
                    <a:pt x="2801922" y="1870273"/>
                  </a:lnTo>
                  <a:lnTo>
                    <a:pt x="2803501" y="1868929"/>
                  </a:lnTo>
                  <a:lnTo>
                    <a:pt x="2805008" y="1868694"/>
                  </a:lnTo>
                  <a:lnTo>
                    <a:pt x="2805175" y="1869484"/>
                  </a:lnTo>
                  <a:lnTo>
                    <a:pt x="2806586" y="1869164"/>
                  </a:lnTo>
                  <a:lnTo>
                    <a:pt x="2806682" y="1869889"/>
                  </a:lnTo>
                  <a:lnTo>
                    <a:pt x="2808500" y="1869761"/>
                  </a:lnTo>
                  <a:lnTo>
                    <a:pt x="2807998" y="1867969"/>
                  </a:lnTo>
                  <a:lnTo>
                    <a:pt x="2808883" y="1867670"/>
                  </a:lnTo>
                  <a:lnTo>
                    <a:pt x="2810533" y="1869270"/>
                  </a:lnTo>
                  <a:lnTo>
                    <a:pt x="2810366" y="1870209"/>
                  </a:lnTo>
                  <a:lnTo>
                    <a:pt x="2807567" y="1875849"/>
                  </a:lnTo>
                  <a:lnTo>
                    <a:pt x="2809576" y="1875507"/>
                  </a:lnTo>
                  <a:lnTo>
                    <a:pt x="2813140" y="1875421"/>
                  </a:lnTo>
                  <a:lnTo>
                    <a:pt x="2814671" y="1874053"/>
                  </a:lnTo>
                  <a:lnTo>
                    <a:pt x="2817685" y="1873882"/>
                  </a:lnTo>
                  <a:lnTo>
                    <a:pt x="2817685" y="1873177"/>
                  </a:lnTo>
                  <a:lnTo>
                    <a:pt x="2819527" y="1873498"/>
                  </a:lnTo>
                  <a:lnTo>
                    <a:pt x="2820364" y="1872622"/>
                  </a:lnTo>
                  <a:lnTo>
                    <a:pt x="2821440" y="1872878"/>
                  </a:lnTo>
                  <a:lnTo>
                    <a:pt x="2822589" y="1872195"/>
                  </a:lnTo>
                  <a:lnTo>
                    <a:pt x="2824119" y="1872344"/>
                  </a:lnTo>
                  <a:lnTo>
                    <a:pt x="2823521" y="1871063"/>
                  </a:lnTo>
                  <a:lnTo>
                    <a:pt x="2823521" y="1868929"/>
                  </a:lnTo>
                  <a:lnTo>
                    <a:pt x="2822900" y="1867393"/>
                  </a:lnTo>
                  <a:lnTo>
                    <a:pt x="2823115" y="1865602"/>
                  </a:lnTo>
                  <a:lnTo>
                    <a:pt x="2821991" y="1865730"/>
                  </a:lnTo>
                  <a:lnTo>
                    <a:pt x="2822206" y="1863279"/>
                  </a:lnTo>
                  <a:lnTo>
                    <a:pt x="2825363" y="1863450"/>
                  </a:lnTo>
                  <a:lnTo>
                    <a:pt x="2823426" y="1860703"/>
                  </a:lnTo>
                  <a:lnTo>
                    <a:pt x="2825961" y="1857490"/>
                  </a:lnTo>
                  <a:lnTo>
                    <a:pt x="2828640" y="1857320"/>
                  </a:lnTo>
                  <a:lnTo>
                    <a:pt x="2828975" y="1857618"/>
                  </a:lnTo>
                  <a:lnTo>
                    <a:pt x="2829812" y="1859171"/>
                  </a:lnTo>
                  <a:lnTo>
                    <a:pt x="2829430" y="1860128"/>
                  </a:lnTo>
                  <a:lnTo>
                    <a:pt x="2830315" y="1861725"/>
                  </a:lnTo>
                  <a:lnTo>
                    <a:pt x="2831846" y="1859724"/>
                  </a:lnTo>
                  <a:lnTo>
                    <a:pt x="2832109" y="1859490"/>
                  </a:lnTo>
                  <a:lnTo>
                    <a:pt x="2831750" y="1858043"/>
                  </a:lnTo>
                  <a:lnTo>
                    <a:pt x="2832898" y="1858150"/>
                  </a:lnTo>
                  <a:lnTo>
                    <a:pt x="2833950" y="1857341"/>
                  </a:lnTo>
                  <a:lnTo>
                    <a:pt x="2833520" y="1855513"/>
                  </a:lnTo>
                  <a:lnTo>
                    <a:pt x="2834644" y="1853813"/>
                  </a:lnTo>
                  <a:lnTo>
                    <a:pt x="2833831" y="1853070"/>
                  </a:lnTo>
                  <a:lnTo>
                    <a:pt x="2831798" y="1852815"/>
                  </a:lnTo>
                  <a:lnTo>
                    <a:pt x="2830817" y="1851371"/>
                  </a:lnTo>
                  <a:lnTo>
                    <a:pt x="2829358" y="1850607"/>
                  </a:lnTo>
                  <a:lnTo>
                    <a:pt x="2830721" y="1850225"/>
                  </a:lnTo>
                  <a:lnTo>
                    <a:pt x="2832444" y="1850904"/>
                  </a:lnTo>
                  <a:lnTo>
                    <a:pt x="2833568" y="1852497"/>
                  </a:lnTo>
                  <a:lnTo>
                    <a:pt x="2836414" y="1852624"/>
                  </a:lnTo>
                  <a:lnTo>
                    <a:pt x="2838328" y="1851095"/>
                  </a:lnTo>
                  <a:lnTo>
                    <a:pt x="2841557" y="1849164"/>
                  </a:lnTo>
                  <a:lnTo>
                    <a:pt x="2845073" y="1848274"/>
                  </a:lnTo>
                  <a:lnTo>
                    <a:pt x="2846891" y="1846917"/>
                  </a:lnTo>
                  <a:lnTo>
                    <a:pt x="2847417" y="1846917"/>
                  </a:lnTo>
                  <a:lnTo>
                    <a:pt x="2849187" y="1846429"/>
                  </a:lnTo>
                  <a:lnTo>
                    <a:pt x="2850862" y="1846959"/>
                  </a:lnTo>
                  <a:lnTo>
                    <a:pt x="2850599" y="1845327"/>
                  </a:lnTo>
                  <a:lnTo>
                    <a:pt x="2852943" y="1844691"/>
                  </a:lnTo>
                  <a:lnTo>
                    <a:pt x="2854593" y="1842806"/>
                  </a:lnTo>
                  <a:lnTo>
                    <a:pt x="2854976" y="1842425"/>
                  </a:lnTo>
                  <a:lnTo>
                    <a:pt x="2857248" y="1841240"/>
                  </a:lnTo>
                  <a:lnTo>
                    <a:pt x="2856602" y="1842256"/>
                  </a:lnTo>
                  <a:lnTo>
                    <a:pt x="2854139" y="1843209"/>
                  </a:lnTo>
                  <a:lnTo>
                    <a:pt x="2855957" y="1845412"/>
                  </a:lnTo>
                  <a:lnTo>
                    <a:pt x="2857631" y="1845242"/>
                  </a:lnTo>
                  <a:lnTo>
                    <a:pt x="2856889" y="1844162"/>
                  </a:lnTo>
                  <a:lnTo>
                    <a:pt x="2860597" y="1845963"/>
                  </a:lnTo>
                  <a:lnTo>
                    <a:pt x="2859832" y="1842552"/>
                  </a:lnTo>
                  <a:lnTo>
                    <a:pt x="2861554" y="1841748"/>
                  </a:lnTo>
                  <a:lnTo>
                    <a:pt x="2863491" y="1841430"/>
                  </a:lnTo>
                  <a:lnTo>
                    <a:pt x="2864903" y="1840541"/>
                  </a:lnTo>
                  <a:lnTo>
                    <a:pt x="2865118" y="1839293"/>
                  </a:lnTo>
                  <a:lnTo>
                    <a:pt x="2871313" y="1836735"/>
                  </a:lnTo>
                  <a:lnTo>
                    <a:pt x="2872772" y="1836481"/>
                  </a:lnTo>
                  <a:lnTo>
                    <a:pt x="2874470" y="1835425"/>
                  </a:lnTo>
                  <a:lnTo>
                    <a:pt x="2875786" y="1839420"/>
                  </a:lnTo>
                  <a:lnTo>
                    <a:pt x="2876145" y="1837961"/>
                  </a:lnTo>
                  <a:lnTo>
                    <a:pt x="2877747" y="1837559"/>
                  </a:lnTo>
                  <a:lnTo>
                    <a:pt x="2878632" y="1836397"/>
                  </a:lnTo>
                  <a:lnTo>
                    <a:pt x="2878967" y="1836228"/>
                  </a:lnTo>
                  <a:lnTo>
                    <a:pt x="2879613" y="1836481"/>
                  </a:lnTo>
                  <a:lnTo>
                    <a:pt x="2878776" y="1838532"/>
                  </a:lnTo>
                  <a:lnTo>
                    <a:pt x="2880953" y="1838426"/>
                  </a:lnTo>
                  <a:lnTo>
                    <a:pt x="2881455" y="1839674"/>
                  </a:lnTo>
                  <a:lnTo>
                    <a:pt x="2880905" y="1840711"/>
                  </a:lnTo>
                  <a:lnTo>
                    <a:pt x="2882699" y="1840436"/>
                  </a:lnTo>
                  <a:lnTo>
                    <a:pt x="2884828" y="1840944"/>
                  </a:lnTo>
                  <a:lnTo>
                    <a:pt x="2885019" y="1841007"/>
                  </a:lnTo>
                  <a:lnTo>
                    <a:pt x="2887507" y="1841346"/>
                  </a:lnTo>
                  <a:lnTo>
                    <a:pt x="2888822" y="1840626"/>
                  </a:lnTo>
                  <a:lnTo>
                    <a:pt x="2889037" y="1839695"/>
                  </a:lnTo>
                  <a:lnTo>
                    <a:pt x="2890281" y="1839970"/>
                  </a:lnTo>
                  <a:lnTo>
                    <a:pt x="2891788" y="1839103"/>
                  </a:lnTo>
                  <a:lnTo>
                    <a:pt x="2891693" y="1838786"/>
                  </a:lnTo>
                  <a:lnTo>
                    <a:pt x="2890999" y="1837538"/>
                  </a:lnTo>
                  <a:lnTo>
                    <a:pt x="2892889" y="1837559"/>
                  </a:lnTo>
                  <a:lnTo>
                    <a:pt x="2893128" y="1838765"/>
                  </a:lnTo>
                  <a:lnTo>
                    <a:pt x="2894802" y="1838109"/>
                  </a:lnTo>
                  <a:lnTo>
                    <a:pt x="2895783" y="1835150"/>
                  </a:lnTo>
                  <a:lnTo>
                    <a:pt x="2895280" y="1833545"/>
                  </a:lnTo>
                  <a:lnTo>
                    <a:pt x="2896787" y="1832109"/>
                  </a:lnTo>
                  <a:lnTo>
                    <a:pt x="2896476" y="1831350"/>
                  </a:lnTo>
                  <a:lnTo>
                    <a:pt x="2893319" y="1832257"/>
                  </a:lnTo>
                  <a:lnTo>
                    <a:pt x="2892267" y="1832109"/>
                  </a:lnTo>
                  <a:lnTo>
                    <a:pt x="2892721" y="1831160"/>
                  </a:lnTo>
                  <a:lnTo>
                    <a:pt x="2892936" y="1828059"/>
                  </a:lnTo>
                  <a:lnTo>
                    <a:pt x="2894850" y="1826984"/>
                  </a:lnTo>
                  <a:lnTo>
                    <a:pt x="2896692" y="1827237"/>
                  </a:lnTo>
                  <a:lnTo>
                    <a:pt x="2896405" y="1825973"/>
                  </a:lnTo>
                  <a:lnTo>
                    <a:pt x="2898366" y="1825320"/>
                  </a:lnTo>
                  <a:lnTo>
                    <a:pt x="2897146" y="1822204"/>
                  </a:lnTo>
                  <a:lnTo>
                    <a:pt x="2896166" y="1822288"/>
                  </a:lnTo>
                  <a:lnTo>
                    <a:pt x="2896405" y="1820668"/>
                  </a:lnTo>
                  <a:lnTo>
                    <a:pt x="2897864" y="1818754"/>
                  </a:lnTo>
                  <a:lnTo>
                    <a:pt x="2897720" y="1817661"/>
                  </a:lnTo>
                  <a:lnTo>
                    <a:pt x="2899395" y="1816590"/>
                  </a:lnTo>
                  <a:lnTo>
                    <a:pt x="2901021" y="1817241"/>
                  </a:lnTo>
                  <a:lnTo>
                    <a:pt x="2901858" y="1816422"/>
                  </a:lnTo>
                  <a:lnTo>
                    <a:pt x="2901380" y="1815266"/>
                  </a:lnTo>
                  <a:lnTo>
                    <a:pt x="2900375" y="1815497"/>
                  </a:lnTo>
                  <a:lnTo>
                    <a:pt x="2899036" y="1814825"/>
                  </a:lnTo>
                  <a:lnTo>
                    <a:pt x="2895639" y="1815770"/>
                  </a:lnTo>
                  <a:lnTo>
                    <a:pt x="2893367" y="1815476"/>
                  </a:lnTo>
                  <a:lnTo>
                    <a:pt x="2893056" y="1814553"/>
                  </a:lnTo>
                  <a:lnTo>
                    <a:pt x="2890305" y="1815434"/>
                  </a:lnTo>
                  <a:lnTo>
                    <a:pt x="2887220" y="1815455"/>
                  </a:lnTo>
                  <a:lnTo>
                    <a:pt x="2885043" y="1814720"/>
                  </a:lnTo>
                  <a:lnTo>
                    <a:pt x="2885282" y="1814091"/>
                  </a:lnTo>
                  <a:lnTo>
                    <a:pt x="2883943" y="1813083"/>
                  </a:lnTo>
                  <a:lnTo>
                    <a:pt x="2881670" y="1813608"/>
                  </a:lnTo>
                  <a:lnTo>
                    <a:pt x="2880594" y="1814364"/>
                  </a:lnTo>
                  <a:lnTo>
                    <a:pt x="2879254" y="1811698"/>
                  </a:lnTo>
                  <a:lnTo>
                    <a:pt x="2880474" y="1810817"/>
                  </a:lnTo>
                  <a:lnTo>
                    <a:pt x="2879972" y="1809140"/>
                  </a:lnTo>
                  <a:lnTo>
                    <a:pt x="2877580" y="1809266"/>
                  </a:lnTo>
                  <a:lnTo>
                    <a:pt x="2877054" y="1809874"/>
                  </a:lnTo>
                  <a:lnTo>
                    <a:pt x="2874805" y="1810293"/>
                  </a:lnTo>
                  <a:lnTo>
                    <a:pt x="2874040" y="1811908"/>
                  </a:lnTo>
                  <a:lnTo>
                    <a:pt x="2871169" y="1812852"/>
                  </a:lnTo>
                  <a:lnTo>
                    <a:pt x="2865309" y="1813146"/>
                  </a:lnTo>
                  <a:lnTo>
                    <a:pt x="2861147" y="1812831"/>
                  </a:lnTo>
                  <a:lnTo>
                    <a:pt x="2859975" y="1811929"/>
                  </a:lnTo>
                  <a:lnTo>
                    <a:pt x="2857655" y="1813419"/>
                  </a:lnTo>
                  <a:lnTo>
                    <a:pt x="2857487" y="1814259"/>
                  </a:lnTo>
                  <a:lnTo>
                    <a:pt x="2853828" y="1812726"/>
                  </a:lnTo>
                  <a:lnTo>
                    <a:pt x="2853158" y="1810671"/>
                  </a:lnTo>
                  <a:lnTo>
                    <a:pt x="2850862" y="1809119"/>
                  </a:lnTo>
                  <a:lnTo>
                    <a:pt x="2850670" y="1807694"/>
                  </a:lnTo>
                  <a:lnTo>
                    <a:pt x="2852201" y="1807568"/>
                  </a:lnTo>
                  <a:lnTo>
                    <a:pt x="2850479" y="1806123"/>
                  </a:lnTo>
                  <a:lnTo>
                    <a:pt x="2848852" y="1805683"/>
                  </a:lnTo>
                  <a:lnTo>
                    <a:pt x="2849211" y="1807359"/>
                  </a:lnTo>
                  <a:lnTo>
                    <a:pt x="2847130" y="1808008"/>
                  </a:lnTo>
                  <a:lnTo>
                    <a:pt x="2843734" y="1808008"/>
                  </a:lnTo>
                  <a:lnTo>
                    <a:pt x="2842059" y="1807359"/>
                  </a:lnTo>
                  <a:lnTo>
                    <a:pt x="2841079" y="1806081"/>
                  </a:lnTo>
                  <a:lnTo>
                    <a:pt x="2841581" y="1805202"/>
                  </a:lnTo>
                  <a:lnTo>
                    <a:pt x="2840839" y="1804532"/>
                  </a:lnTo>
                  <a:lnTo>
                    <a:pt x="2841509" y="1802879"/>
                  </a:lnTo>
                  <a:lnTo>
                    <a:pt x="2840576" y="1801791"/>
                  </a:lnTo>
                  <a:lnTo>
                    <a:pt x="2836749" y="1802000"/>
                  </a:lnTo>
                  <a:lnTo>
                    <a:pt x="2835075" y="1800202"/>
                  </a:lnTo>
                  <a:lnTo>
                    <a:pt x="2833089" y="1799052"/>
                  </a:lnTo>
                  <a:lnTo>
                    <a:pt x="2832994" y="1797548"/>
                  </a:lnTo>
                  <a:lnTo>
                    <a:pt x="2830434" y="1796942"/>
                  </a:lnTo>
                  <a:lnTo>
                    <a:pt x="2829286" y="1797235"/>
                  </a:lnTo>
                  <a:lnTo>
                    <a:pt x="2829047" y="1797339"/>
                  </a:lnTo>
                  <a:lnTo>
                    <a:pt x="2824933" y="1796921"/>
                  </a:lnTo>
                  <a:lnTo>
                    <a:pt x="2821967" y="1798718"/>
                  </a:lnTo>
                  <a:lnTo>
                    <a:pt x="2821082" y="1798572"/>
                  </a:lnTo>
                  <a:lnTo>
                    <a:pt x="2819407" y="1799993"/>
                  </a:lnTo>
                  <a:lnTo>
                    <a:pt x="2816561" y="1800620"/>
                  </a:lnTo>
                  <a:lnTo>
                    <a:pt x="2814121" y="1800285"/>
                  </a:lnTo>
                  <a:lnTo>
                    <a:pt x="2810748" y="1802920"/>
                  </a:lnTo>
                  <a:lnTo>
                    <a:pt x="2805295" y="1803109"/>
                  </a:lnTo>
                  <a:lnTo>
                    <a:pt x="2805008" y="1804071"/>
                  </a:lnTo>
                  <a:lnTo>
                    <a:pt x="2806921" y="1804657"/>
                  </a:lnTo>
                  <a:lnTo>
                    <a:pt x="2807041" y="1805620"/>
                  </a:lnTo>
                  <a:lnTo>
                    <a:pt x="2804816" y="1806311"/>
                  </a:lnTo>
                  <a:lnTo>
                    <a:pt x="2804553" y="1807757"/>
                  </a:lnTo>
                  <a:lnTo>
                    <a:pt x="2806036" y="1809161"/>
                  </a:lnTo>
                  <a:lnTo>
                    <a:pt x="2805103" y="1810209"/>
                  </a:lnTo>
                  <a:lnTo>
                    <a:pt x="2802066" y="1812475"/>
                  </a:lnTo>
                  <a:lnTo>
                    <a:pt x="2799817" y="1813209"/>
                  </a:lnTo>
                  <a:lnTo>
                    <a:pt x="2798980" y="1813923"/>
                  </a:lnTo>
                  <a:lnTo>
                    <a:pt x="2796851" y="1814217"/>
                  </a:lnTo>
                  <a:lnTo>
                    <a:pt x="2794507" y="1815203"/>
                  </a:lnTo>
                  <a:lnTo>
                    <a:pt x="2793622" y="1816674"/>
                  </a:lnTo>
                  <a:lnTo>
                    <a:pt x="2790393" y="1817115"/>
                  </a:lnTo>
                  <a:lnTo>
                    <a:pt x="2790130" y="1818439"/>
                  </a:lnTo>
                  <a:lnTo>
                    <a:pt x="2791924" y="1820016"/>
                  </a:lnTo>
                  <a:lnTo>
                    <a:pt x="2792282" y="1822099"/>
                  </a:lnTo>
                  <a:lnTo>
                    <a:pt x="2791230" y="1823425"/>
                  </a:lnTo>
                  <a:lnTo>
                    <a:pt x="2789867" y="1823782"/>
                  </a:lnTo>
                  <a:lnTo>
                    <a:pt x="2789005" y="1825088"/>
                  </a:lnTo>
                  <a:lnTo>
                    <a:pt x="2786374" y="1827848"/>
                  </a:lnTo>
                  <a:lnTo>
                    <a:pt x="2784748" y="1828144"/>
                  </a:lnTo>
                  <a:lnTo>
                    <a:pt x="2784317" y="1827406"/>
                  </a:lnTo>
                  <a:lnTo>
                    <a:pt x="2783982" y="1826774"/>
                  </a:lnTo>
                  <a:lnTo>
                    <a:pt x="2780012" y="1828123"/>
                  </a:lnTo>
                  <a:lnTo>
                    <a:pt x="2776639" y="1827806"/>
                  </a:lnTo>
                  <a:lnTo>
                    <a:pt x="2774247" y="1828207"/>
                  </a:lnTo>
                  <a:lnTo>
                    <a:pt x="2771664" y="1828207"/>
                  </a:lnTo>
                  <a:lnTo>
                    <a:pt x="2770348" y="1828650"/>
                  </a:lnTo>
                  <a:lnTo>
                    <a:pt x="2769320" y="1827596"/>
                  </a:lnTo>
                  <a:lnTo>
                    <a:pt x="2769224" y="1825046"/>
                  </a:lnTo>
                  <a:lnTo>
                    <a:pt x="2765660" y="1823888"/>
                  </a:lnTo>
                  <a:lnTo>
                    <a:pt x="2765038" y="1822288"/>
                  </a:lnTo>
                  <a:lnTo>
                    <a:pt x="2765564" y="1821383"/>
                  </a:lnTo>
                  <a:lnTo>
                    <a:pt x="2762933" y="1823551"/>
                  </a:lnTo>
                  <a:lnTo>
                    <a:pt x="2762598" y="1822498"/>
                  </a:lnTo>
                  <a:lnTo>
                    <a:pt x="2761163" y="1822372"/>
                  </a:lnTo>
                  <a:lnTo>
                    <a:pt x="2760900" y="1823172"/>
                  </a:lnTo>
                  <a:lnTo>
                    <a:pt x="2759728" y="1822498"/>
                  </a:lnTo>
                  <a:lnTo>
                    <a:pt x="2759178" y="1820310"/>
                  </a:lnTo>
                  <a:lnTo>
                    <a:pt x="2757671" y="1819679"/>
                  </a:lnTo>
                  <a:lnTo>
                    <a:pt x="2755398" y="1811782"/>
                  </a:lnTo>
                  <a:lnTo>
                    <a:pt x="2755279" y="1810461"/>
                  </a:lnTo>
                  <a:lnTo>
                    <a:pt x="2757192" y="1806332"/>
                  </a:lnTo>
                  <a:lnTo>
                    <a:pt x="2758412" y="1804720"/>
                  </a:lnTo>
                  <a:lnTo>
                    <a:pt x="2760732" y="1802983"/>
                  </a:lnTo>
                  <a:lnTo>
                    <a:pt x="2762813" y="1802586"/>
                  </a:lnTo>
                  <a:lnTo>
                    <a:pt x="2767215" y="1802899"/>
                  </a:lnTo>
                  <a:lnTo>
                    <a:pt x="2768339" y="1802063"/>
                  </a:lnTo>
                  <a:lnTo>
                    <a:pt x="2768315" y="1801080"/>
                  </a:lnTo>
                  <a:lnTo>
                    <a:pt x="2766377" y="1800494"/>
                  </a:lnTo>
                  <a:lnTo>
                    <a:pt x="2766066" y="1797966"/>
                  </a:lnTo>
                  <a:lnTo>
                    <a:pt x="2763627" y="1798133"/>
                  </a:lnTo>
                  <a:lnTo>
                    <a:pt x="2762598" y="1797778"/>
                  </a:lnTo>
                  <a:lnTo>
                    <a:pt x="2762598" y="1796295"/>
                  </a:lnTo>
                  <a:lnTo>
                    <a:pt x="2761928" y="1793039"/>
                  </a:lnTo>
                  <a:lnTo>
                    <a:pt x="2757695" y="1789745"/>
                  </a:lnTo>
                  <a:lnTo>
                    <a:pt x="2756618" y="1785414"/>
                  </a:lnTo>
                  <a:lnTo>
                    <a:pt x="2754059" y="1783417"/>
                  </a:lnTo>
                  <a:lnTo>
                    <a:pt x="2750303" y="1782606"/>
                  </a:lnTo>
                  <a:lnTo>
                    <a:pt x="2746117" y="1782897"/>
                  </a:lnTo>
                  <a:lnTo>
                    <a:pt x="2743104" y="1783459"/>
                  </a:lnTo>
                  <a:lnTo>
                    <a:pt x="2742386" y="1783875"/>
                  </a:lnTo>
                  <a:lnTo>
                    <a:pt x="2742003" y="1786080"/>
                  </a:lnTo>
                  <a:lnTo>
                    <a:pt x="2740233" y="1787121"/>
                  </a:lnTo>
                  <a:lnTo>
                    <a:pt x="2739540" y="1786767"/>
                  </a:lnTo>
                  <a:lnTo>
                    <a:pt x="2738870" y="1785664"/>
                  </a:lnTo>
                  <a:lnTo>
                    <a:pt x="2738391" y="1784540"/>
                  </a:lnTo>
                  <a:lnTo>
                    <a:pt x="2736263" y="1784083"/>
                  </a:lnTo>
                  <a:lnTo>
                    <a:pt x="2735545" y="1784873"/>
                  </a:lnTo>
                  <a:lnTo>
                    <a:pt x="2734493" y="1784228"/>
                  </a:lnTo>
                  <a:lnTo>
                    <a:pt x="2731646" y="1784041"/>
                  </a:lnTo>
                  <a:lnTo>
                    <a:pt x="2727221" y="1783084"/>
                  </a:lnTo>
                  <a:lnTo>
                    <a:pt x="2725690" y="1781338"/>
                  </a:lnTo>
                  <a:lnTo>
                    <a:pt x="2723155" y="1780278"/>
                  </a:lnTo>
                  <a:lnTo>
                    <a:pt x="2720547" y="1780112"/>
                  </a:lnTo>
                  <a:lnTo>
                    <a:pt x="2719519" y="1780631"/>
                  </a:lnTo>
                  <a:lnTo>
                    <a:pt x="2714783" y="1777226"/>
                  </a:lnTo>
                  <a:lnTo>
                    <a:pt x="2714735" y="1776250"/>
                  </a:lnTo>
                  <a:lnTo>
                    <a:pt x="2716792" y="1774259"/>
                  </a:lnTo>
                  <a:lnTo>
                    <a:pt x="2717151" y="1772953"/>
                  </a:lnTo>
                  <a:lnTo>
                    <a:pt x="2716361" y="1772434"/>
                  </a:lnTo>
                  <a:lnTo>
                    <a:pt x="2712821" y="1773305"/>
                  </a:lnTo>
                  <a:lnTo>
                    <a:pt x="2710286" y="1773056"/>
                  </a:lnTo>
                  <a:lnTo>
                    <a:pt x="2708324" y="1770798"/>
                  </a:lnTo>
                  <a:lnTo>
                    <a:pt x="2708109" y="1769369"/>
                  </a:lnTo>
                  <a:lnTo>
                    <a:pt x="2706315" y="1768499"/>
                  </a:lnTo>
                  <a:lnTo>
                    <a:pt x="2705000" y="1766264"/>
                  </a:lnTo>
                  <a:lnTo>
                    <a:pt x="2706578" y="1765747"/>
                  </a:lnTo>
                  <a:lnTo>
                    <a:pt x="2704736" y="1765499"/>
                  </a:lnTo>
                  <a:lnTo>
                    <a:pt x="2704784" y="1761882"/>
                  </a:lnTo>
                  <a:lnTo>
                    <a:pt x="2705454" y="1760395"/>
                  </a:lnTo>
                  <a:lnTo>
                    <a:pt x="2708277" y="1759528"/>
                  </a:lnTo>
                  <a:lnTo>
                    <a:pt x="2708731" y="1758640"/>
                  </a:lnTo>
                  <a:lnTo>
                    <a:pt x="2708731" y="1756268"/>
                  </a:lnTo>
                  <a:lnTo>
                    <a:pt x="2706028" y="1755464"/>
                  </a:lnTo>
                  <a:lnTo>
                    <a:pt x="2705071" y="1754722"/>
                  </a:lnTo>
                  <a:lnTo>
                    <a:pt x="2705047" y="1752950"/>
                  </a:lnTo>
                  <a:lnTo>
                    <a:pt x="2709162" y="1752126"/>
                  </a:lnTo>
                  <a:lnTo>
                    <a:pt x="2710190" y="1751179"/>
                  </a:lnTo>
                  <a:lnTo>
                    <a:pt x="2712869" y="1751776"/>
                  </a:lnTo>
                  <a:lnTo>
                    <a:pt x="2713969" y="1748915"/>
                  </a:lnTo>
                  <a:lnTo>
                    <a:pt x="2714831" y="1747661"/>
                  </a:lnTo>
                  <a:lnTo>
                    <a:pt x="2713180" y="1747270"/>
                  </a:lnTo>
                  <a:lnTo>
                    <a:pt x="2712486" y="1742873"/>
                  </a:lnTo>
                  <a:lnTo>
                    <a:pt x="2713802" y="1739979"/>
                  </a:lnTo>
                  <a:lnTo>
                    <a:pt x="2717414" y="1737765"/>
                  </a:lnTo>
                  <a:lnTo>
                    <a:pt x="2717916" y="1736289"/>
                  </a:lnTo>
                  <a:lnTo>
                    <a:pt x="2720069" y="1735675"/>
                  </a:lnTo>
                  <a:lnTo>
                    <a:pt x="2721528" y="1735941"/>
                  </a:lnTo>
                  <a:lnTo>
                    <a:pt x="2721815" y="1736474"/>
                  </a:lnTo>
                  <a:lnTo>
                    <a:pt x="2723657" y="1737314"/>
                  </a:lnTo>
                  <a:lnTo>
                    <a:pt x="2725116" y="1739364"/>
                  </a:lnTo>
                  <a:lnTo>
                    <a:pt x="2726192" y="1741826"/>
                  </a:lnTo>
                  <a:lnTo>
                    <a:pt x="2727532" y="1743859"/>
                  </a:lnTo>
                  <a:lnTo>
                    <a:pt x="2731192" y="1744968"/>
                  </a:lnTo>
                  <a:lnTo>
                    <a:pt x="2733010" y="1744680"/>
                  </a:lnTo>
                  <a:lnTo>
                    <a:pt x="2733464" y="1746633"/>
                  </a:lnTo>
                  <a:lnTo>
                    <a:pt x="2737865" y="1749409"/>
                  </a:lnTo>
                  <a:lnTo>
                    <a:pt x="2739755" y="1749368"/>
                  </a:lnTo>
                  <a:lnTo>
                    <a:pt x="2742266" y="1746653"/>
                  </a:lnTo>
                  <a:lnTo>
                    <a:pt x="2740951" y="1745420"/>
                  </a:lnTo>
                  <a:lnTo>
                    <a:pt x="2739492" y="1741375"/>
                  </a:lnTo>
                  <a:lnTo>
                    <a:pt x="2741644" y="1740636"/>
                  </a:lnTo>
                  <a:lnTo>
                    <a:pt x="2741262" y="1739610"/>
                  </a:lnTo>
                  <a:lnTo>
                    <a:pt x="2743534" y="1738441"/>
                  </a:lnTo>
                  <a:lnTo>
                    <a:pt x="2748342" y="1739487"/>
                  </a:lnTo>
                  <a:lnTo>
                    <a:pt x="2750423" y="1739261"/>
                  </a:lnTo>
                  <a:lnTo>
                    <a:pt x="2752097" y="1738195"/>
                  </a:lnTo>
                  <a:lnTo>
                    <a:pt x="2753628" y="1738708"/>
                  </a:lnTo>
                  <a:lnTo>
                    <a:pt x="2754537" y="1737806"/>
                  </a:lnTo>
                  <a:lnTo>
                    <a:pt x="2755733" y="1737498"/>
                  </a:lnTo>
                  <a:lnTo>
                    <a:pt x="2753604" y="1739220"/>
                  </a:lnTo>
                  <a:lnTo>
                    <a:pt x="2753365" y="1740143"/>
                  </a:lnTo>
                  <a:lnTo>
                    <a:pt x="2754752" y="1739938"/>
                  </a:lnTo>
                  <a:lnTo>
                    <a:pt x="2756762" y="1738175"/>
                  </a:lnTo>
                  <a:lnTo>
                    <a:pt x="2758556" y="1737129"/>
                  </a:lnTo>
                  <a:lnTo>
                    <a:pt x="2759106" y="1736043"/>
                  </a:lnTo>
                  <a:lnTo>
                    <a:pt x="2761354" y="1734691"/>
                  </a:lnTo>
                  <a:lnTo>
                    <a:pt x="2762335" y="1732951"/>
                  </a:lnTo>
                  <a:lnTo>
                    <a:pt x="2764823" y="1730271"/>
                  </a:lnTo>
                  <a:lnTo>
                    <a:pt x="2768219" y="1729331"/>
                  </a:lnTo>
                  <a:lnTo>
                    <a:pt x="2769941" y="1727246"/>
                  </a:lnTo>
                  <a:lnTo>
                    <a:pt x="2769918" y="1726082"/>
                  </a:lnTo>
                  <a:lnTo>
                    <a:pt x="2768100" y="1723367"/>
                  </a:lnTo>
                  <a:lnTo>
                    <a:pt x="2771855" y="1712918"/>
                  </a:lnTo>
                  <a:lnTo>
                    <a:pt x="2776041" y="1709463"/>
                  </a:lnTo>
                  <a:lnTo>
                    <a:pt x="2778457" y="1709646"/>
                  </a:lnTo>
                  <a:lnTo>
                    <a:pt x="2777835" y="1708265"/>
                  </a:lnTo>
                  <a:lnTo>
                    <a:pt x="2778624" y="1706154"/>
                  </a:lnTo>
                  <a:lnTo>
                    <a:pt x="2780466" y="1705161"/>
                  </a:lnTo>
                  <a:lnTo>
                    <a:pt x="2781710" y="1705424"/>
                  </a:lnTo>
                  <a:lnTo>
                    <a:pt x="2782571" y="1704512"/>
                  </a:lnTo>
                  <a:lnTo>
                    <a:pt x="2784102" y="1704633"/>
                  </a:lnTo>
                  <a:lnTo>
                    <a:pt x="2785824" y="1703822"/>
                  </a:lnTo>
                  <a:lnTo>
                    <a:pt x="2788192" y="1703396"/>
                  </a:lnTo>
                  <a:lnTo>
                    <a:pt x="2789484" y="1702120"/>
                  </a:lnTo>
                  <a:lnTo>
                    <a:pt x="2790345" y="1703153"/>
                  </a:lnTo>
                  <a:lnTo>
                    <a:pt x="2791493" y="1702951"/>
                  </a:lnTo>
                  <a:lnTo>
                    <a:pt x="2790799" y="1701715"/>
                  </a:lnTo>
                  <a:lnTo>
                    <a:pt x="2793287" y="1701654"/>
                  </a:lnTo>
                  <a:lnTo>
                    <a:pt x="2794196" y="1700783"/>
                  </a:lnTo>
                  <a:lnTo>
                    <a:pt x="2794411" y="1699426"/>
                  </a:lnTo>
                  <a:lnTo>
                    <a:pt x="2800032" y="1697787"/>
                  </a:lnTo>
                  <a:lnTo>
                    <a:pt x="2801683" y="1697908"/>
                  </a:lnTo>
                  <a:lnTo>
                    <a:pt x="2802735" y="1696957"/>
                  </a:lnTo>
                  <a:lnTo>
                    <a:pt x="2807065" y="1695582"/>
                  </a:lnTo>
                  <a:lnTo>
                    <a:pt x="2810892" y="1693501"/>
                  </a:lnTo>
                  <a:lnTo>
                    <a:pt x="2813978" y="1693359"/>
                  </a:lnTo>
                  <a:lnTo>
                    <a:pt x="2815556" y="1692370"/>
                  </a:lnTo>
                  <a:lnTo>
                    <a:pt x="2816800" y="1689866"/>
                  </a:lnTo>
                  <a:lnTo>
                    <a:pt x="2816728" y="1687748"/>
                  </a:lnTo>
                  <a:lnTo>
                    <a:pt x="2817326" y="1686841"/>
                  </a:lnTo>
                  <a:lnTo>
                    <a:pt x="2819862" y="1685269"/>
                  </a:lnTo>
                  <a:lnTo>
                    <a:pt x="2819623" y="1683577"/>
                  </a:lnTo>
                  <a:lnTo>
                    <a:pt x="2820436" y="1682671"/>
                  </a:lnTo>
                  <a:lnTo>
                    <a:pt x="2820388" y="1681564"/>
                  </a:lnTo>
                  <a:lnTo>
                    <a:pt x="2820508" y="1680880"/>
                  </a:lnTo>
                  <a:lnTo>
                    <a:pt x="2822349" y="1680558"/>
                  </a:lnTo>
                  <a:lnTo>
                    <a:pt x="2823402" y="1678869"/>
                  </a:lnTo>
                  <a:lnTo>
                    <a:pt x="2824502" y="1678427"/>
                  </a:lnTo>
                  <a:lnTo>
                    <a:pt x="2824741" y="1677381"/>
                  </a:lnTo>
                  <a:lnTo>
                    <a:pt x="2828401" y="1674951"/>
                  </a:lnTo>
                  <a:lnTo>
                    <a:pt x="2828975" y="1672743"/>
                  </a:lnTo>
                  <a:lnTo>
                    <a:pt x="2828688" y="1671560"/>
                  </a:lnTo>
                  <a:lnTo>
                    <a:pt x="2829908" y="1670958"/>
                  </a:lnTo>
                  <a:lnTo>
                    <a:pt x="2832946" y="1670878"/>
                  </a:lnTo>
                  <a:lnTo>
                    <a:pt x="2834644" y="1669715"/>
                  </a:lnTo>
                  <a:lnTo>
                    <a:pt x="2836558" y="1669876"/>
                  </a:lnTo>
                  <a:lnTo>
                    <a:pt x="2836414" y="1668233"/>
                  </a:lnTo>
                  <a:lnTo>
                    <a:pt x="2834955" y="1668333"/>
                  </a:lnTo>
                  <a:lnTo>
                    <a:pt x="2834525" y="1667351"/>
                  </a:lnTo>
                  <a:lnTo>
                    <a:pt x="2835075" y="1666270"/>
                  </a:lnTo>
                  <a:lnTo>
                    <a:pt x="2834190" y="1665609"/>
                  </a:lnTo>
                  <a:lnTo>
                    <a:pt x="2835577" y="1665529"/>
                  </a:lnTo>
                  <a:lnTo>
                    <a:pt x="2835721" y="1666550"/>
                  </a:lnTo>
                  <a:lnTo>
                    <a:pt x="2838663" y="1665950"/>
                  </a:lnTo>
                  <a:lnTo>
                    <a:pt x="2838280" y="1665169"/>
                  </a:lnTo>
                  <a:lnTo>
                    <a:pt x="2839045" y="1664109"/>
                  </a:lnTo>
                  <a:lnTo>
                    <a:pt x="2840194" y="1662809"/>
                  </a:lnTo>
                  <a:lnTo>
                    <a:pt x="2842203" y="1662609"/>
                  </a:lnTo>
                  <a:lnTo>
                    <a:pt x="2844475" y="1663609"/>
                  </a:lnTo>
                  <a:lnTo>
                    <a:pt x="2845049" y="1662309"/>
                  </a:lnTo>
                  <a:lnTo>
                    <a:pt x="2849092" y="1661789"/>
                  </a:lnTo>
                  <a:lnTo>
                    <a:pt x="2852393" y="1662249"/>
                  </a:lnTo>
                  <a:lnTo>
                    <a:pt x="2854689" y="1662329"/>
                  </a:lnTo>
                  <a:lnTo>
                    <a:pt x="2855741" y="1663569"/>
                  </a:lnTo>
                  <a:lnTo>
                    <a:pt x="2856842" y="1663669"/>
                  </a:lnTo>
                  <a:lnTo>
                    <a:pt x="2856770" y="1665089"/>
                  </a:lnTo>
                  <a:lnTo>
                    <a:pt x="2857679" y="1664189"/>
                  </a:lnTo>
                  <a:lnTo>
                    <a:pt x="2859616" y="1663909"/>
                  </a:lnTo>
                  <a:lnTo>
                    <a:pt x="2861817" y="1664549"/>
                  </a:lnTo>
                  <a:lnTo>
                    <a:pt x="2863730" y="1663789"/>
                  </a:lnTo>
                  <a:lnTo>
                    <a:pt x="2863850" y="1663109"/>
                  </a:lnTo>
                  <a:lnTo>
                    <a:pt x="2865524" y="1662029"/>
                  </a:lnTo>
                  <a:lnTo>
                    <a:pt x="2866984" y="1661669"/>
                  </a:lnTo>
                  <a:lnTo>
                    <a:pt x="2868036" y="1664469"/>
                  </a:lnTo>
                  <a:lnTo>
                    <a:pt x="2869615" y="1665770"/>
                  </a:lnTo>
                  <a:lnTo>
                    <a:pt x="2871576" y="1665950"/>
                  </a:lnTo>
                  <a:lnTo>
                    <a:pt x="2871648" y="1669775"/>
                  </a:lnTo>
                  <a:lnTo>
                    <a:pt x="2872246" y="1671139"/>
                  </a:lnTo>
                  <a:lnTo>
                    <a:pt x="2875116" y="1671419"/>
                  </a:lnTo>
                  <a:lnTo>
                    <a:pt x="2876695" y="1672543"/>
                  </a:lnTo>
                  <a:lnTo>
                    <a:pt x="2878872" y="1672161"/>
                  </a:lnTo>
                  <a:lnTo>
                    <a:pt x="2879900" y="1671520"/>
                  </a:lnTo>
                  <a:lnTo>
                    <a:pt x="2879326" y="1674068"/>
                  </a:lnTo>
                  <a:lnTo>
                    <a:pt x="2879972" y="1675212"/>
                  </a:lnTo>
                  <a:lnTo>
                    <a:pt x="2883679" y="1678246"/>
                  </a:lnTo>
                  <a:lnTo>
                    <a:pt x="2883105" y="1678889"/>
                  </a:lnTo>
                  <a:lnTo>
                    <a:pt x="2884421" y="1679995"/>
                  </a:lnTo>
                  <a:lnTo>
                    <a:pt x="2883464" y="1680840"/>
                  </a:lnTo>
                  <a:lnTo>
                    <a:pt x="2883871" y="1681524"/>
                  </a:lnTo>
                  <a:lnTo>
                    <a:pt x="2883034" y="1682470"/>
                  </a:lnTo>
                  <a:lnTo>
                    <a:pt x="2881383" y="1682530"/>
                  </a:lnTo>
                  <a:lnTo>
                    <a:pt x="2881838" y="1684322"/>
                  </a:lnTo>
                  <a:lnTo>
                    <a:pt x="2880044" y="1685410"/>
                  </a:lnTo>
                  <a:lnTo>
                    <a:pt x="2879398" y="1684644"/>
                  </a:lnTo>
                  <a:lnTo>
                    <a:pt x="2878441" y="1685793"/>
                  </a:lnTo>
                  <a:lnTo>
                    <a:pt x="2879494" y="1686236"/>
                  </a:lnTo>
                  <a:lnTo>
                    <a:pt x="2878417" y="1687264"/>
                  </a:lnTo>
                  <a:lnTo>
                    <a:pt x="2877221" y="1686498"/>
                  </a:lnTo>
                  <a:lnTo>
                    <a:pt x="2875690" y="1686982"/>
                  </a:lnTo>
                  <a:lnTo>
                    <a:pt x="2875666" y="1689705"/>
                  </a:lnTo>
                  <a:lnTo>
                    <a:pt x="2875164" y="1690391"/>
                  </a:lnTo>
                  <a:lnTo>
                    <a:pt x="2871815" y="1690512"/>
                  </a:lnTo>
                  <a:lnTo>
                    <a:pt x="2872198" y="1692188"/>
                  </a:lnTo>
                  <a:lnTo>
                    <a:pt x="2873394" y="1693561"/>
                  </a:lnTo>
                  <a:lnTo>
                    <a:pt x="2874255" y="1693602"/>
                  </a:lnTo>
                  <a:lnTo>
                    <a:pt x="2873944" y="1695542"/>
                  </a:lnTo>
                  <a:lnTo>
                    <a:pt x="2872437" y="1695320"/>
                  </a:lnTo>
                  <a:lnTo>
                    <a:pt x="2870643" y="1697989"/>
                  </a:lnTo>
                  <a:lnTo>
                    <a:pt x="2867318" y="1700074"/>
                  </a:lnTo>
                  <a:lnTo>
                    <a:pt x="2866218" y="1701249"/>
                  </a:lnTo>
                  <a:lnTo>
                    <a:pt x="2865548" y="1703741"/>
                  </a:lnTo>
                  <a:lnTo>
                    <a:pt x="2864974" y="1704147"/>
                  </a:lnTo>
                  <a:lnTo>
                    <a:pt x="2862463" y="1703984"/>
                  </a:lnTo>
                  <a:lnTo>
                    <a:pt x="2859640" y="1706398"/>
                  </a:lnTo>
                  <a:lnTo>
                    <a:pt x="2857511" y="1707169"/>
                  </a:lnTo>
                  <a:lnTo>
                    <a:pt x="2856339" y="1706763"/>
                  </a:lnTo>
                  <a:lnTo>
                    <a:pt x="2855885" y="1707778"/>
                  </a:lnTo>
                  <a:lnTo>
                    <a:pt x="2853636" y="1709951"/>
                  </a:lnTo>
                  <a:lnTo>
                    <a:pt x="2854210" y="1711800"/>
                  </a:lnTo>
                  <a:lnTo>
                    <a:pt x="2853134" y="1712349"/>
                  </a:lnTo>
                  <a:lnTo>
                    <a:pt x="2854808" y="1714321"/>
                  </a:lnTo>
                  <a:lnTo>
                    <a:pt x="2854043" y="1716255"/>
                  </a:lnTo>
                  <a:lnTo>
                    <a:pt x="2852847" y="1716316"/>
                  </a:lnTo>
                  <a:lnTo>
                    <a:pt x="2852775" y="1717782"/>
                  </a:lnTo>
                  <a:lnTo>
                    <a:pt x="2847943" y="1718821"/>
                  </a:lnTo>
                  <a:lnTo>
                    <a:pt x="2846915" y="1718617"/>
                  </a:lnTo>
                  <a:lnTo>
                    <a:pt x="2845528" y="1719330"/>
                  </a:lnTo>
                  <a:lnTo>
                    <a:pt x="2844092" y="1720879"/>
                  </a:lnTo>
                  <a:lnTo>
                    <a:pt x="2844021" y="1722449"/>
                  </a:lnTo>
                  <a:lnTo>
                    <a:pt x="2845719" y="1724061"/>
                  </a:lnTo>
                  <a:lnTo>
                    <a:pt x="2846437" y="1722979"/>
                  </a:lnTo>
                  <a:lnTo>
                    <a:pt x="2847011" y="1724347"/>
                  </a:lnTo>
                  <a:lnTo>
                    <a:pt x="2845791" y="1726205"/>
                  </a:lnTo>
                  <a:lnTo>
                    <a:pt x="2844882" y="1726776"/>
                  </a:lnTo>
                  <a:lnTo>
                    <a:pt x="2844834" y="1728186"/>
                  </a:lnTo>
                  <a:lnTo>
                    <a:pt x="2845791" y="1728861"/>
                  </a:lnTo>
                  <a:lnTo>
                    <a:pt x="2847250" y="1728104"/>
                  </a:lnTo>
                  <a:lnTo>
                    <a:pt x="2847896" y="1728983"/>
                  </a:lnTo>
                  <a:lnTo>
                    <a:pt x="2849068" y="1728697"/>
                  </a:lnTo>
                  <a:lnTo>
                    <a:pt x="2852105" y="1729596"/>
                  </a:lnTo>
                  <a:lnTo>
                    <a:pt x="2852225" y="1730823"/>
                  </a:lnTo>
                  <a:lnTo>
                    <a:pt x="2853421" y="1731253"/>
                  </a:lnTo>
                  <a:lnTo>
                    <a:pt x="2853732" y="1732296"/>
                  </a:lnTo>
                  <a:lnTo>
                    <a:pt x="2855048" y="1732481"/>
                  </a:lnTo>
                  <a:lnTo>
                    <a:pt x="2855311" y="1732726"/>
                  </a:lnTo>
                  <a:lnTo>
                    <a:pt x="2857129" y="1731130"/>
                  </a:lnTo>
                  <a:lnTo>
                    <a:pt x="2859425" y="1730987"/>
                  </a:lnTo>
                  <a:lnTo>
                    <a:pt x="2863443" y="1729290"/>
                  </a:lnTo>
                  <a:lnTo>
                    <a:pt x="2862941" y="1730373"/>
                  </a:lnTo>
                  <a:lnTo>
                    <a:pt x="2863204" y="1731233"/>
                  </a:lnTo>
                  <a:lnTo>
                    <a:pt x="2861219" y="1731662"/>
                  </a:lnTo>
                  <a:lnTo>
                    <a:pt x="2861410" y="1733217"/>
                  </a:lnTo>
                  <a:lnTo>
                    <a:pt x="2859521" y="1732767"/>
                  </a:lnTo>
                  <a:lnTo>
                    <a:pt x="2858181" y="1733770"/>
                  </a:lnTo>
                  <a:lnTo>
                    <a:pt x="2859808" y="1735388"/>
                  </a:lnTo>
                  <a:lnTo>
                    <a:pt x="2858253" y="1735285"/>
                  </a:lnTo>
                  <a:lnTo>
                    <a:pt x="2858085" y="1736842"/>
                  </a:lnTo>
                  <a:lnTo>
                    <a:pt x="2858755" y="1738052"/>
                  </a:lnTo>
                  <a:lnTo>
                    <a:pt x="2860119" y="1738052"/>
                  </a:lnTo>
                  <a:lnTo>
                    <a:pt x="2861793" y="1740184"/>
                  </a:lnTo>
                  <a:lnTo>
                    <a:pt x="2859832" y="1741949"/>
                  </a:lnTo>
                  <a:lnTo>
                    <a:pt x="2858827" y="1741826"/>
                  </a:lnTo>
                  <a:lnTo>
                    <a:pt x="2860238" y="1740102"/>
                  </a:lnTo>
                  <a:lnTo>
                    <a:pt x="2858229" y="1738544"/>
                  </a:lnTo>
                  <a:lnTo>
                    <a:pt x="2857129" y="1739774"/>
                  </a:lnTo>
                  <a:lnTo>
                    <a:pt x="2858564" y="1741026"/>
                  </a:lnTo>
                  <a:lnTo>
                    <a:pt x="2857894" y="1742052"/>
                  </a:lnTo>
                  <a:lnTo>
                    <a:pt x="2855024" y="1743879"/>
                  </a:lnTo>
                  <a:lnTo>
                    <a:pt x="2852034" y="1744187"/>
                  </a:lnTo>
                  <a:lnTo>
                    <a:pt x="2849690" y="1742729"/>
                  </a:lnTo>
                  <a:lnTo>
                    <a:pt x="2847609" y="1744845"/>
                  </a:lnTo>
                  <a:lnTo>
                    <a:pt x="2848541" y="1746242"/>
                  </a:lnTo>
                  <a:lnTo>
                    <a:pt x="2845982" y="1746633"/>
                  </a:lnTo>
                  <a:lnTo>
                    <a:pt x="2843231" y="1747990"/>
                  </a:lnTo>
                  <a:lnTo>
                    <a:pt x="2842298" y="1747167"/>
                  </a:lnTo>
                  <a:lnTo>
                    <a:pt x="2840265" y="1747208"/>
                  </a:lnTo>
                  <a:lnTo>
                    <a:pt x="2838758" y="1748833"/>
                  </a:lnTo>
                  <a:lnTo>
                    <a:pt x="2838950" y="1750068"/>
                  </a:lnTo>
                  <a:lnTo>
                    <a:pt x="2840337" y="1750726"/>
                  </a:lnTo>
                  <a:lnTo>
                    <a:pt x="2839596" y="1751488"/>
                  </a:lnTo>
                  <a:lnTo>
                    <a:pt x="2840289" y="1754269"/>
                  </a:lnTo>
                  <a:lnTo>
                    <a:pt x="2839643" y="1755279"/>
                  </a:lnTo>
                  <a:lnTo>
                    <a:pt x="2840648" y="1757629"/>
                  </a:lnTo>
                  <a:lnTo>
                    <a:pt x="2843016" y="1757691"/>
                  </a:lnTo>
                  <a:lnTo>
                    <a:pt x="2845384" y="1754825"/>
                  </a:lnTo>
                  <a:lnTo>
                    <a:pt x="2846197" y="1754805"/>
                  </a:lnTo>
                  <a:lnTo>
                    <a:pt x="2846508" y="1754681"/>
                  </a:lnTo>
                  <a:lnTo>
                    <a:pt x="2847561" y="1754495"/>
                  </a:lnTo>
                  <a:lnTo>
                    <a:pt x="2849259" y="1753239"/>
                  </a:lnTo>
                  <a:lnTo>
                    <a:pt x="2850790" y="1753671"/>
                  </a:lnTo>
                  <a:lnTo>
                    <a:pt x="2855095" y="1753445"/>
                  </a:lnTo>
                  <a:lnTo>
                    <a:pt x="2857224" y="1750932"/>
                  </a:lnTo>
                  <a:lnTo>
                    <a:pt x="2859305" y="1751467"/>
                  </a:lnTo>
                  <a:lnTo>
                    <a:pt x="2861530" y="1751509"/>
                  </a:lnTo>
                  <a:lnTo>
                    <a:pt x="2862821" y="1751014"/>
                  </a:lnTo>
                  <a:lnTo>
                    <a:pt x="2863228" y="1748915"/>
                  </a:lnTo>
                  <a:lnTo>
                    <a:pt x="2860764" y="1747743"/>
                  </a:lnTo>
                  <a:lnTo>
                    <a:pt x="2859329" y="1747599"/>
                  </a:lnTo>
                  <a:lnTo>
                    <a:pt x="2861028" y="1746879"/>
                  </a:lnTo>
                  <a:lnTo>
                    <a:pt x="2861362" y="1744948"/>
                  </a:lnTo>
                  <a:lnTo>
                    <a:pt x="2863970" y="1745441"/>
                  </a:lnTo>
                  <a:lnTo>
                    <a:pt x="2864687" y="1744249"/>
                  </a:lnTo>
                  <a:lnTo>
                    <a:pt x="2865979" y="1744393"/>
                  </a:lnTo>
                  <a:lnTo>
                    <a:pt x="2866553" y="1746674"/>
                  </a:lnTo>
                  <a:lnTo>
                    <a:pt x="2868825" y="1747928"/>
                  </a:lnTo>
                  <a:lnTo>
                    <a:pt x="2871050" y="1746736"/>
                  </a:lnTo>
                  <a:lnTo>
                    <a:pt x="2870476" y="1745502"/>
                  </a:lnTo>
                  <a:lnTo>
                    <a:pt x="2868419" y="1743818"/>
                  </a:lnTo>
                  <a:lnTo>
                    <a:pt x="2869806" y="1744187"/>
                  </a:lnTo>
                  <a:lnTo>
                    <a:pt x="2871385" y="1744290"/>
                  </a:lnTo>
                  <a:lnTo>
                    <a:pt x="2870524" y="1742935"/>
                  </a:lnTo>
                  <a:lnTo>
                    <a:pt x="2871146" y="1743017"/>
                  </a:lnTo>
                  <a:lnTo>
                    <a:pt x="2872700" y="1744064"/>
                  </a:lnTo>
                  <a:lnTo>
                    <a:pt x="2874662" y="1742154"/>
                  </a:lnTo>
                  <a:lnTo>
                    <a:pt x="2876527" y="1742729"/>
                  </a:lnTo>
                  <a:lnTo>
                    <a:pt x="2876910" y="1742113"/>
                  </a:lnTo>
                  <a:lnTo>
                    <a:pt x="2876001" y="1740923"/>
                  </a:lnTo>
                  <a:lnTo>
                    <a:pt x="2877556" y="1740431"/>
                  </a:lnTo>
                  <a:lnTo>
                    <a:pt x="2879087" y="1738995"/>
                  </a:lnTo>
                  <a:lnTo>
                    <a:pt x="2880618" y="1738380"/>
                  </a:lnTo>
                  <a:lnTo>
                    <a:pt x="2878943" y="1737765"/>
                  </a:lnTo>
                  <a:lnTo>
                    <a:pt x="2878680" y="1735941"/>
                  </a:lnTo>
                  <a:lnTo>
                    <a:pt x="2880355" y="1734876"/>
                  </a:lnTo>
                  <a:lnTo>
                    <a:pt x="2883560" y="1733565"/>
                  </a:lnTo>
                  <a:lnTo>
                    <a:pt x="2884804" y="1731151"/>
                  </a:lnTo>
                  <a:lnTo>
                    <a:pt x="2886119" y="1730087"/>
                  </a:lnTo>
                  <a:lnTo>
                    <a:pt x="2888344" y="1729024"/>
                  </a:lnTo>
                  <a:lnTo>
                    <a:pt x="2888368" y="1728125"/>
                  </a:lnTo>
                  <a:lnTo>
                    <a:pt x="2890162" y="1727205"/>
                  </a:lnTo>
                  <a:lnTo>
                    <a:pt x="2891812" y="1727348"/>
                  </a:lnTo>
                  <a:lnTo>
                    <a:pt x="2892291" y="1727573"/>
                  </a:lnTo>
                  <a:lnTo>
                    <a:pt x="2894013" y="1727124"/>
                  </a:lnTo>
                  <a:lnTo>
                    <a:pt x="2894826" y="1726838"/>
                  </a:lnTo>
                  <a:lnTo>
                    <a:pt x="2896716" y="1724877"/>
                  </a:lnTo>
                  <a:lnTo>
                    <a:pt x="2898868" y="1723796"/>
                  </a:lnTo>
                  <a:lnTo>
                    <a:pt x="2899347" y="1722572"/>
                  </a:lnTo>
                  <a:lnTo>
                    <a:pt x="2900638" y="1722653"/>
                  </a:lnTo>
                  <a:lnTo>
                    <a:pt x="2905542" y="1720655"/>
                  </a:lnTo>
                  <a:lnTo>
                    <a:pt x="2907025" y="1719697"/>
                  </a:lnTo>
                  <a:lnTo>
                    <a:pt x="2907551" y="1718678"/>
                  </a:lnTo>
                  <a:lnTo>
                    <a:pt x="2910709" y="1718678"/>
                  </a:lnTo>
                  <a:lnTo>
                    <a:pt x="2911905" y="1719106"/>
                  </a:lnTo>
                  <a:lnTo>
                    <a:pt x="2912144" y="1718169"/>
                  </a:lnTo>
                  <a:lnTo>
                    <a:pt x="2913794" y="1716967"/>
                  </a:lnTo>
                  <a:lnTo>
                    <a:pt x="2913388" y="1716438"/>
                  </a:lnTo>
                  <a:lnTo>
                    <a:pt x="2916976" y="1715481"/>
                  </a:lnTo>
                  <a:lnTo>
                    <a:pt x="2918650" y="1716804"/>
                  </a:lnTo>
                  <a:lnTo>
                    <a:pt x="2919439" y="1715603"/>
                  </a:lnTo>
                  <a:lnTo>
                    <a:pt x="2921233" y="1715970"/>
                  </a:lnTo>
                  <a:lnTo>
                    <a:pt x="2921329" y="1714606"/>
                  </a:lnTo>
                  <a:lnTo>
                    <a:pt x="2922788" y="1714911"/>
                  </a:lnTo>
                  <a:lnTo>
                    <a:pt x="2924104" y="1714281"/>
                  </a:lnTo>
                  <a:lnTo>
                    <a:pt x="2923458" y="1713813"/>
                  </a:lnTo>
                  <a:lnTo>
                    <a:pt x="2923625" y="1712085"/>
                  </a:lnTo>
                  <a:lnTo>
                    <a:pt x="2926591" y="1712227"/>
                  </a:lnTo>
                  <a:lnTo>
                    <a:pt x="2928098" y="1711637"/>
                  </a:lnTo>
                  <a:lnTo>
                    <a:pt x="2928050" y="1712369"/>
                  </a:lnTo>
                  <a:lnTo>
                    <a:pt x="2928218" y="1713406"/>
                  </a:lnTo>
                  <a:lnTo>
                    <a:pt x="2931519" y="1712389"/>
                  </a:lnTo>
                  <a:lnTo>
                    <a:pt x="2933217" y="1711251"/>
                  </a:lnTo>
                  <a:lnTo>
                    <a:pt x="2933719" y="1710560"/>
                  </a:lnTo>
                  <a:lnTo>
                    <a:pt x="2934198" y="1711983"/>
                  </a:lnTo>
                  <a:lnTo>
                    <a:pt x="2935466" y="1710885"/>
                  </a:lnTo>
                  <a:lnTo>
                    <a:pt x="2936757" y="1711150"/>
                  </a:lnTo>
                  <a:lnTo>
                    <a:pt x="2937905" y="1710215"/>
                  </a:lnTo>
                  <a:lnTo>
                    <a:pt x="2938025" y="1708996"/>
                  </a:lnTo>
                  <a:lnTo>
                    <a:pt x="2939173" y="1708854"/>
                  </a:lnTo>
                  <a:lnTo>
                    <a:pt x="2939675" y="1709687"/>
                  </a:lnTo>
                  <a:lnTo>
                    <a:pt x="2943837" y="1709037"/>
                  </a:lnTo>
                  <a:lnTo>
                    <a:pt x="2944507" y="1708671"/>
                  </a:lnTo>
                  <a:lnTo>
                    <a:pt x="2949913" y="1709260"/>
                  </a:lnTo>
                  <a:lnTo>
                    <a:pt x="2951898" y="1710032"/>
                  </a:lnTo>
                  <a:lnTo>
                    <a:pt x="2955797" y="1709016"/>
                  </a:lnTo>
                  <a:lnTo>
                    <a:pt x="2955654" y="1711048"/>
                  </a:lnTo>
                  <a:lnTo>
                    <a:pt x="2957663" y="1712450"/>
                  </a:lnTo>
                  <a:lnTo>
                    <a:pt x="2958524" y="1708225"/>
                  </a:lnTo>
                  <a:lnTo>
                    <a:pt x="2960127" y="1707169"/>
                  </a:lnTo>
                  <a:lnTo>
                    <a:pt x="2960151" y="1706357"/>
                  </a:lnTo>
                  <a:lnTo>
                    <a:pt x="2960270" y="1705810"/>
                  </a:lnTo>
                  <a:lnTo>
                    <a:pt x="2960318" y="1705668"/>
                  </a:lnTo>
                  <a:lnTo>
                    <a:pt x="2961179" y="1704370"/>
                  </a:lnTo>
                  <a:lnTo>
                    <a:pt x="2962925" y="1704228"/>
                  </a:lnTo>
                  <a:lnTo>
                    <a:pt x="2962997" y="1702849"/>
                  </a:lnTo>
                  <a:lnTo>
                    <a:pt x="2965365" y="1701694"/>
                  </a:lnTo>
                  <a:lnTo>
                    <a:pt x="2966250" y="1700256"/>
                  </a:lnTo>
                  <a:lnTo>
                    <a:pt x="2964863" y="1699001"/>
                  </a:lnTo>
                  <a:lnTo>
                    <a:pt x="2965269" y="1697686"/>
                  </a:lnTo>
                  <a:lnTo>
                    <a:pt x="2968427" y="1694834"/>
                  </a:lnTo>
                  <a:lnTo>
                    <a:pt x="2969575" y="1693359"/>
                  </a:lnTo>
                  <a:lnTo>
                    <a:pt x="2970843" y="169307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902466" y="1483380"/>
              <a:ext cx="2986343" cy="1705298"/>
            </a:xfrm>
            <a:custGeom>
              <a:avLst/>
              <a:pathLst>
                <a:path w="2986343" h="1705298">
                  <a:moveTo>
                    <a:pt x="2971800" y="1691481"/>
                  </a:moveTo>
                  <a:lnTo>
                    <a:pt x="2970604" y="1692043"/>
                  </a:lnTo>
                  <a:lnTo>
                    <a:pt x="2969695" y="1693558"/>
                  </a:lnTo>
                  <a:lnTo>
                    <a:pt x="2967398" y="1695268"/>
                  </a:lnTo>
                  <a:lnTo>
                    <a:pt x="2967470" y="1697493"/>
                  </a:lnTo>
                  <a:lnTo>
                    <a:pt x="2968690" y="1698056"/>
                  </a:lnTo>
                  <a:lnTo>
                    <a:pt x="2968881" y="1697860"/>
                  </a:lnTo>
                  <a:lnTo>
                    <a:pt x="2969790" y="1697567"/>
                  </a:lnTo>
                  <a:lnTo>
                    <a:pt x="2971584" y="1698374"/>
                  </a:lnTo>
                  <a:lnTo>
                    <a:pt x="2968833" y="1700551"/>
                  </a:lnTo>
                  <a:lnTo>
                    <a:pt x="2969384" y="1699548"/>
                  </a:lnTo>
                  <a:lnTo>
                    <a:pt x="2966609" y="1700110"/>
                  </a:lnTo>
                  <a:lnTo>
                    <a:pt x="2966274" y="1701749"/>
                  </a:lnTo>
                  <a:lnTo>
                    <a:pt x="2964480" y="1703609"/>
                  </a:lnTo>
                  <a:lnTo>
                    <a:pt x="2964719" y="1705298"/>
                  </a:lnTo>
                  <a:lnTo>
                    <a:pt x="2966657" y="1704221"/>
                  </a:lnTo>
                  <a:lnTo>
                    <a:pt x="2968068" y="1704686"/>
                  </a:lnTo>
                  <a:lnTo>
                    <a:pt x="2969838" y="1703585"/>
                  </a:lnTo>
                  <a:lnTo>
                    <a:pt x="2970436" y="1704637"/>
                  </a:lnTo>
                  <a:lnTo>
                    <a:pt x="2971584" y="1703609"/>
                  </a:lnTo>
                  <a:lnTo>
                    <a:pt x="2970747" y="1703169"/>
                  </a:lnTo>
                  <a:lnTo>
                    <a:pt x="2971728" y="1702116"/>
                  </a:lnTo>
                  <a:lnTo>
                    <a:pt x="2971919" y="1700453"/>
                  </a:lnTo>
                  <a:lnTo>
                    <a:pt x="2973283" y="1699303"/>
                  </a:lnTo>
                  <a:lnTo>
                    <a:pt x="2975268" y="1699572"/>
                  </a:lnTo>
                  <a:lnTo>
                    <a:pt x="2976225" y="1700453"/>
                  </a:lnTo>
                  <a:lnTo>
                    <a:pt x="2975244" y="1701725"/>
                  </a:lnTo>
                  <a:lnTo>
                    <a:pt x="2976966" y="1703732"/>
                  </a:lnTo>
                  <a:lnTo>
                    <a:pt x="2978353" y="1703487"/>
                  </a:lnTo>
                  <a:lnTo>
                    <a:pt x="2978449" y="1704613"/>
                  </a:lnTo>
                  <a:lnTo>
                    <a:pt x="2980889" y="1704882"/>
                  </a:lnTo>
                  <a:lnTo>
                    <a:pt x="2980219" y="1701603"/>
                  </a:lnTo>
                  <a:lnTo>
                    <a:pt x="2980745" y="1700722"/>
                  </a:lnTo>
                  <a:lnTo>
                    <a:pt x="2981630" y="1702092"/>
                  </a:lnTo>
                  <a:lnTo>
                    <a:pt x="2982731" y="1702067"/>
                  </a:lnTo>
                  <a:lnTo>
                    <a:pt x="2982826" y="1700502"/>
                  </a:lnTo>
                  <a:lnTo>
                    <a:pt x="2981367" y="1699230"/>
                  </a:lnTo>
                  <a:lnTo>
                    <a:pt x="2981559" y="1696662"/>
                  </a:lnTo>
                  <a:lnTo>
                    <a:pt x="2983137" y="1696760"/>
                  </a:lnTo>
                  <a:lnTo>
                    <a:pt x="2984429" y="1698716"/>
                  </a:lnTo>
                  <a:lnTo>
                    <a:pt x="2985888" y="1697762"/>
                  </a:lnTo>
                  <a:lnTo>
                    <a:pt x="2985529" y="1695562"/>
                  </a:lnTo>
                  <a:lnTo>
                    <a:pt x="2986343" y="1694584"/>
                  </a:lnTo>
                  <a:lnTo>
                    <a:pt x="2985171" y="1694462"/>
                  </a:lnTo>
                  <a:lnTo>
                    <a:pt x="2983209" y="1692580"/>
                  </a:lnTo>
                  <a:lnTo>
                    <a:pt x="2981391" y="1694486"/>
                  </a:lnTo>
                  <a:lnTo>
                    <a:pt x="2979119" y="1694853"/>
                  </a:lnTo>
                  <a:lnTo>
                    <a:pt x="2978545" y="1693875"/>
                  </a:lnTo>
                  <a:lnTo>
                    <a:pt x="2979621" y="1693118"/>
                  </a:lnTo>
                  <a:lnTo>
                    <a:pt x="2980387" y="1694071"/>
                  </a:lnTo>
                  <a:lnTo>
                    <a:pt x="2983807" y="1691505"/>
                  </a:lnTo>
                  <a:lnTo>
                    <a:pt x="2982587" y="1691774"/>
                  </a:lnTo>
                  <a:lnTo>
                    <a:pt x="2981798" y="1690651"/>
                  </a:lnTo>
                  <a:lnTo>
                    <a:pt x="2980793" y="1689820"/>
                  </a:lnTo>
                  <a:lnTo>
                    <a:pt x="2980674" y="1689551"/>
                  </a:lnTo>
                  <a:lnTo>
                    <a:pt x="2979597" y="1690382"/>
                  </a:lnTo>
                  <a:lnTo>
                    <a:pt x="2979597" y="1689893"/>
                  </a:lnTo>
                  <a:lnTo>
                    <a:pt x="2979215" y="1689307"/>
                  </a:lnTo>
                  <a:lnTo>
                    <a:pt x="2977014" y="1689039"/>
                  </a:lnTo>
                  <a:lnTo>
                    <a:pt x="2976655" y="1689722"/>
                  </a:lnTo>
                  <a:lnTo>
                    <a:pt x="2974263" y="1690138"/>
                  </a:lnTo>
                  <a:lnTo>
                    <a:pt x="2973761" y="169111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236743" y="741898"/>
              <a:ext cx="2973330" cy="1692259"/>
            </a:xfrm>
            <a:custGeom>
              <a:avLst/>
              <a:pathLst>
                <a:path w="2973330" h="1692259">
                  <a:moveTo>
                    <a:pt x="2971800" y="1691481"/>
                  </a:moveTo>
                  <a:lnTo>
                    <a:pt x="2970006" y="1691829"/>
                  </a:lnTo>
                  <a:lnTo>
                    <a:pt x="2967901" y="1690499"/>
                  </a:lnTo>
                  <a:lnTo>
                    <a:pt x="2966728" y="1691297"/>
                  </a:lnTo>
                  <a:lnTo>
                    <a:pt x="2969384" y="1692197"/>
                  </a:lnTo>
                  <a:lnTo>
                    <a:pt x="2973330" y="1692259"/>
                  </a:lnTo>
                  <a:lnTo>
                    <a:pt x="2973115" y="1692218"/>
                  </a:lnTo>
                  <a:lnTo>
                    <a:pt x="2972708" y="1692034"/>
                  </a:lnTo>
                  <a:lnTo>
                    <a:pt x="2972421" y="169187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2224281" y="746998"/>
              <a:ext cx="2974909" cy="1692629"/>
            </a:xfrm>
            <a:custGeom>
              <a:avLst/>
              <a:pathLst>
                <a:path w="2974909" h="1692629">
                  <a:moveTo>
                    <a:pt x="2971800" y="1691481"/>
                  </a:moveTo>
                  <a:lnTo>
                    <a:pt x="2972828" y="1692629"/>
                  </a:lnTo>
                  <a:lnTo>
                    <a:pt x="2973641" y="1691296"/>
                  </a:lnTo>
                  <a:lnTo>
                    <a:pt x="2974909" y="1691870"/>
                  </a:lnTo>
                  <a:lnTo>
                    <a:pt x="2974311" y="1690600"/>
                  </a:lnTo>
                  <a:lnTo>
                    <a:pt x="2974694" y="1689596"/>
                  </a:lnTo>
                  <a:lnTo>
                    <a:pt x="2972756" y="1690046"/>
                  </a:lnTo>
                  <a:lnTo>
                    <a:pt x="2971967" y="169131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238777" y="744252"/>
              <a:ext cx="2974120" cy="1692649"/>
            </a:xfrm>
            <a:custGeom>
              <a:avLst/>
              <a:pathLst>
                <a:path w="2974120" h="1692649">
                  <a:moveTo>
                    <a:pt x="2971800" y="1691481"/>
                  </a:moveTo>
                  <a:lnTo>
                    <a:pt x="2971991" y="1692649"/>
                  </a:lnTo>
                  <a:lnTo>
                    <a:pt x="2974120" y="1691624"/>
                  </a:lnTo>
                  <a:lnTo>
                    <a:pt x="2973689" y="1690785"/>
                  </a:lnTo>
                  <a:lnTo>
                    <a:pt x="2969623" y="1691092"/>
                  </a:lnTo>
                  <a:lnTo>
                    <a:pt x="2969336" y="169152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240595" y="753010"/>
              <a:ext cx="2972541" cy="1692590"/>
            </a:xfrm>
            <a:custGeom>
              <a:avLst/>
              <a:pathLst>
                <a:path w="2972541" h="1692590">
                  <a:moveTo>
                    <a:pt x="2971799" y="1691481"/>
                  </a:moveTo>
                  <a:lnTo>
                    <a:pt x="2970484" y="1691050"/>
                  </a:lnTo>
                  <a:lnTo>
                    <a:pt x="2971584" y="1692385"/>
                  </a:lnTo>
                  <a:lnTo>
                    <a:pt x="2972541" y="169259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50026" y="1592825"/>
              <a:ext cx="3009282" cy="1774687"/>
            </a:xfrm>
            <a:custGeom>
              <a:avLst/>
              <a:pathLst>
                <a:path w="3009282" h="1774687">
                  <a:moveTo>
                    <a:pt x="2971800" y="1691481"/>
                  </a:moveTo>
                  <a:lnTo>
                    <a:pt x="2969312" y="1693046"/>
                  </a:lnTo>
                  <a:lnTo>
                    <a:pt x="2967566" y="1693543"/>
                  </a:lnTo>
                  <a:lnTo>
                    <a:pt x="2966322" y="1692947"/>
                  </a:lnTo>
                  <a:lnTo>
                    <a:pt x="2963739" y="1692922"/>
                  </a:lnTo>
                  <a:lnTo>
                    <a:pt x="2962040" y="1693369"/>
                  </a:lnTo>
                  <a:lnTo>
                    <a:pt x="2960462" y="1692972"/>
                  </a:lnTo>
                  <a:lnTo>
                    <a:pt x="2958404" y="1693494"/>
                  </a:lnTo>
                  <a:lnTo>
                    <a:pt x="2956491" y="1691903"/>
                  </a:lnTo>
                  <a:lnTo>
                    <a:pt x="2954386" y="1692152"/>
                  </a:lnTo>
                  <a:lnTo>
                    <a:pt x="2951563" y="1693195"/>
                  </a:lnTo>
                  <a:lnTo>
                    <a:pt x="2949291" y="1695159"/>
                  </a:lnTo>
                  <a:lnTo>
                    <a:pt x="2948191" y="1698266"/>
                  </a:lnTo>
                  <a:lnTo>
                    <a:pt x="2944794" y="1697297"/>
                  </a:lnTo>
                  <a:lnTo>
                    <a:pt x="2942402" y="1697147"/>
                  </a:lnTo>
                  <a:lnTo>
                    <a:pt x="2940513" y="1696302"/>
                  </a:lnTo>
                  <a:lnTo>
                    <a:pt x="2938910" y="1697147"/>
                  </a:lnTo>
                  <a:lnTo>
                    <a:pt x="2938766" y="1698540"/>
                  </a:lnTo>
                  <a:lnTo>
                    <a:pt x="2937810" y="1698714"/>
                  </a:lnTo>
                  <a:lnTo>
                    <a:pt x="2935011" y="1701923"/>
                  </a:lnTo>
                  <a:lnTo>
                    <a:pt x="2935418" y="1704312"/>
                  </a:lnTo>
                  <a:lnTo>
                    <a:pt x="2934557" y="1705705"/>
                  </a:lnTo>
                  <a:lnTo>
                    <a:pt x="2932476" y="1706378"/>
                  </a:lnTo>
                  <a:lnTo>
                    <a:pt x="2930729" y="1709465"/>
                  </a:lnTo>
                  <a:lnTo>
                    <a:pt x="2928577" y="1710910"/>
                  </a:lnTo>
                  <a:lnTo>
                    <a:pt x="2926065" y="1713676"/>
                  </a:lnTo>
                  <a:lnTo>
                    <a:pt x="2923219" y="1716118"/>
                  </a:lnTo>
                  <a:lnTo>
                    <a:pt x="2921305" y="1716941"/>
                  </a:lnTo>
                  <a:lnTo>
                    <a:pt x="2919726" y="1719136"/>
                  </a:lnTo>
                  <a:lnTo>
                    <a:pt x="2916952" y="1719734"/>
                  </a:lnTo>
                  <a:lnTo>
                    <a:pt x="2915038" y="1721405"/>
                  </a:lnTo>
                  <a:lnTo>
                    <a:pt x="2913651" y="1724624"/>
                  </a:lnTo>
                  <a:lnTo>
                    <a:pt x="2912957" y="1730592"/>
                  </a:lnTo>
                  <a:lnTo>
                    <a:pt x="2913244" y="1734390"/>
                  </a:lnTo>
                  <a:lnTo>
                    <a:pt x="2914488" y="1736715"/>
                  </a:lnTo>
                  <a:lnTo>
                    <a:pt x="2914775" y="1740191"/>
                  </a:lnTo>
                  <a:lnTo>
                    <a:pt x="2913125" y="1742492"/>
                  </a:lnTo>
                  <a:lnTo>
                    <a:pt x="2913029" y="1745270"/>
                  </a:lnTo>
                  <a:lnTo>
                    <a:pt x="2915349" y="1748324"/>
                  </a:lnTo>
                  <a:lnTo>
                    <a:pt x="2915780" y="1751279"/>
                  </a:lnTo>
                  <a:lnTo>
                    <a:pt x="2914895" y="1756040"/>
                  </a:lnTo>
                  <a:lnTo>
                    <a:pt x="2915038" y="1759525"/>
                  </a:lnTo>
                  <a:lnTo>
                    <a:pt x="2916760" y="1761256"/>
                  </a:lnTo>
                  <a:lnTo>
                    <a:pt x="2920157" y="1761507"/>
                  </a:lnTo>
                  <a:lnTo>
                    <a:pt x="2924223" y="1762635"/>
                  </a:lnTo>
                  <a:lnTo>
                    <a:pt x="2925156" y="1763840"/>
                  </a:lnTo>
                  <a:lnTo>
                    <a:pt x="2926687" y="1767152"/>
                  </a:lnTo>
                  <a:lnTo>
                    <a:pt x="2929079" y="1766751"/>
                  </a:lnTo>
                  <a:lnTo>
                    <a:pt x="2933050" y="1766726"/>
                  </a:lnTo>
                  <a:lnTo>
                    <a:pt x="2934222" y="1769186"/>
                  </a:lnTo>
                  <a:lnTo>
                    <a:pt x="2935609" y="1769538"/>
                  </a:lnTo>
                  <a:lnTo>
                    <a:pt x="2940010" y="1769337"/>
                  </a:lnTo>
                  <a:lnTo>
                    <a:pt x="2942641" y="1771522"/>
                  </a:lnTo>
                  <a:lnTo>
                    <a:pt x="2945966" y="1772225"/>
                  </a:lnTo>
                  <a:lnTo>
                    <a:pt x="2946971" y="1773355"/>
                  </a:lnTo>
                  <a:lnTo>
                    <a:pt x="2949315" y="1773556"/>
                  </a:lnTo>
                  <a:lnTo>
                    <a:pt x="2951540" y="1774687"/>
                  </a:lnTo>
                  <a:lnTo>
                    <a:pt x="2954530" y="1773280"/>
                  </a:lnTo>
                  <a:lnTo>
                    <a:pt x="2957041" y="1773179"/>
                  </a:lnTo>
                  <a:lnTo>
                    <a:pt x="2957950" y="1772476"/>
                  </a:lnTo>
                  <a:lnTo>
                    <a:pt x="2959337" y="1766023"/>
                  </a:lnTo>
                  <a:lnTo>
                    <a:pt x="2964552" y="1764442"/>
                  </a:lnTo>
                  <a:lnTo>
                    <a:pt x="2968546" y="1765119"/>
                  </a:lnTo>
                  <a:lnTo>
                    <a:pt x="2970412" y="1764417"/>
                  </a:lnTo>
                  <a:lnTo>
                    <a:pt x="2971178" y="1763388"/>
                  </a:lnTo>
                  <a:lnTo>
                    <a:pt x="2972206" y="1758648"/>
                  </a:lnTo>
                  <a:lnTo>
                    <a:pt x="2975985" y="1755464"/>
                  </a:lnTo>
                  <a:lnTo>
                    <a:pt x="2977229" y="1754085"/>
                  </a:lnTo>
                  <a:lnTo>
                    <a:pt x="2980458" y="1752657"/>
                  </a:lnTo>
                  <a:lnTo>
                    <a:pt x="2981941" y="1753108"/>
                  </a:lnTo>
                  <a:lnTo>
                    <a:pt x="2987060" y="1752231"/>
                  </a:lnTo>
                  <a:lnTo>
                    <a:pt x="2987060" y="1747823"/>
                  </a:lnTo>
                  <a:lnTo>
                    <a:pt x="2990122" y="1746371"/>
                  </a:lnTo>
                  <a:lnTo>
                    <a:pt x="2990600" y="1743968"/>
                  </a:lnTo>
                  <a:lnTo>
                    <a:pt x="2990409" y="1742117"/>
                  </a:lnTo>
                  <a:lnTo>
                    <a:pt x="2991725" y="1730118"/>
                  </a:lnTo>
                  <a:lnTo>
                    <a:pt x="2993949" y="1724200"/>
                  </a:lnTo>
                  <a:lnTo>
                    <a:pt x="2995097" y="1722703"/>
                  </a:lnTo>
                  <a:lnTo>
                    <a:pt x="2996006" y="1720108"/>
                  </a:lnTo>
                  <a:lnTo>
                    <a:pt x="2998231" y="1719185"/>
                  </a:lnTo>
                  <a:lnTo>
                    <a:pt x="3000455" y="1716966"/>
                  </a:lnTo>
                  <a:lnTo>
                    <a:pt x="3002154" y="1713925"/>
                  </a:lnTo>
                  <a:lnTo>
                    <a:pt x="3003421" y="1712430"/>
                  </a:lnTo>
                  <a:lnTo>
                    <a:pt x="3006842" y="1710163"/>
                  </a:lnTo>
                  <a:lnTo>
                    <a:pt x="3008899" y="1709789"/>
                  </a:lnTo>
                  <a:lnTo>
                    <a:pt x="3009282" y="1709067"/>
                  </a:lnTo>
                  <a:lnTo>
                    <a:pt x="3008205" y="1703117"/>
                  </a:lnTo>
                  <a:lnTo>
                    <a:pt x="3007033" y="1699286"/>
                  </a:lnTo>
                  <a:lnTo>
                    <a:pt x="3005191" y="1691854"/>
                  </a:lnTo>
                  <a:lnTo>
                    <a:pt x="3004211" y="1691406"/>
                  </a:lnTo>
                  <a:lnTo>
                    <a:pt x="3001508" y="1692152"/>
                  </a:lnTo>
                  <a:lnTo>
                    <a:pt x="2999068" y="1691084"/>
                  </a:lnTo>
                  <a:lnTo>
                    <a:pt x="2997896" y="1689643"/>
                  </a:lnTo>
                  <a:lnTo>
                    <a:pt x="2996580" y="1689395"/>
                  </a:lnTo>
                  <a:lnTo>
                    <a:pt x="2995528" y="1686092"/>
                  </a:lnTo>
                  <a:lnTo>
                    <a:pt x="2994380" y="1685422"/>
                  </a:lnTo>
                  <a:lnTo>
                    <a:pt x="2993136" y="1686738"/>
                  </a:lnTo>
                  <a:lnTo>
                    <a:pt x="2989500" y="1687805"/>
                  </a:lnTo>
                  <a:lnTo>
                    <a:pt x="2988113" y="1689345"/>
                  </a:lnTo>
                  <a:lnTo>
                    <a:pt x="2986893" y="1689246"/>
                  </a:lnTo>
                  <a:lnTo>
                    <a:pt x="2982707" y="1687656"/>
                  </a:lnTo>
                  <a:lnTo>
                    <a:pt x="2980028" y="1687855"/>
                  </a:lnTo>
                  <a:lnTo>
                    <a:pt x="2978904" y="1690189"/>
                  </a:lnTo>
                  <a:lnTo>
                    <a:pt x="2977110" y="1689246"/>
                  </a:lnTo>
                  <a:lnTo>
                    <a:pt x="2973283" y="168937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2151470" y="1486141"/>
              <a:ext cx="3032723" cy="1716140"/>
            </a:xfrm>
            <a:custGeom>
              <a:avLst/>
              <a:pathLst>
                <a:path w="3032723" h="1716140">
                  <a:moveTo>
                    <a:pt x="2971800" y="1691481"/>
                  </a:moveTo>
                  <a:lnTo>
                    <a:pt x="2974670" y="1692923"/>
                  </a:lnTo>
                  <a:lnTo>
                    <a:pt x="2976703" y="1695001"/>
                  </a:lnTo>
                  <a:lnTo>
                    <a:pt x="2979454" y="1700310"/>
                  </a:lnTo>
                  <a:lnTo>
                    <a:pt x="2980171" y="1704178"/>
                  </a:lnTo>
                  <a:lnTo>
                    <a:pt x="2980267" y="1708024"/>
                  </a:lnTo>
                  <a:lnTo>
                    <a:pt x="2979860" y="1709519"/>
                  </a:lnTo>
                  <a:lnTo>
                    <a:pt x="2980506" y="1711725"/>
                  </a:lnTo>
                  <a:lnTo>
                    <a:pt x="2981822" y="1714202"/>
                  </a:lnTo>
                  <a:lnTo>
                    <a:pt x="2983424" y="1714717"/>
                  </a:lnTo>
                  <a:lnTo>
                    <a:pt x="2984931" y="1714349"/>
                  </a:lnTo>
                  <a:lnTo>
                    <a:pt x="2987754" y="1716140"/>
                  </a:lnTo>
                  <a:lnTo>
                    <a:pt x="2988472" y="1715527"/>
                  </a:lnTo>
                  <a:lnTo>
                    <a:pt x="2988208" y="1711676"/>
                  </a:lnTo>
                  <a:lnTo>
                    <a:pt x="2989811" y="1709519"/>
                  </a:lnTo>
                  <a:lnTo>
                    <a:pt x="2990002" y="1707166"/>
                  </a:lnTo>
                  <a:lnTo>
                    <a:pt x="2989644" y="1705403"/>
                  </a:lnTo>
                  <a:lnTo>
                    <a:pt x="2990098" y="1697618"/>
                  </a:lnTo>
                  <a:lnTo>
                    <a:pt x="2992681" y="1687645"/>
                  </a:lnTo>
                  <a:lnTo>
                    <a:pt x="2993973" y="1685179"/>
                  </a:lnTo>
                  <a:lnTo>
                    <a:pt x="2994691" y="1682226"/>
                  </a:lnTo>
                  <a:lnTo>
                    <a:pt x="2996461" y="1681396"/>
                  </a:lnTo>
                  <a:lnTo>
                    <a:pt x="3000025" y="1679030"/>
                  </a:lnTo>
                  <a:lnTo>
                    <a:pt x="3001579" y="1676933"/>
                  </a:lnTo>
                  <a:lnTo>
                    <a:pt x="3002632" y="1674032"/>
                  </a:lnTo>
                  <a:lnTo>
                    <a:pt x="3004139" y="1672229"/>
                  </a:lnTo>
                  <a:lnTo>
                    <a:pt x="3006005" y="1669209"/>
                  </a:lnTo>
                  <a:lnTo>
                    <a:pt x="3007177" y="1666361"/>
                  </a:lnTo>
                  <a:lnTo>
                    <a:pt x="3007799" y="1663076"/>
                  </a:lnTo>
                  <a:lnTo>
                    <a:pt x="3009306" y="1662273"/>
                  </a:lnTo>
                  <a:lnTo>
                    <a:pt x="3010119" y="1660741"/>
                  </a:lnTo>
                  <a:lnTo>
                    <a:pt x="3009521" y="1658140"/>
                  </a:lnTo>
                  <a:lnTo>
                    <a:pt x="3010502" y="1654787"/>
                  </a:lnTo>
                  <a:lnTo>
                    <a:pt x="3012032" y="1652553"/>
                  </a:lnTo>
                  <a:lnTo>
                    <a:pt x="3012726" y="1648257"/>
                  </a:lnTo>
                  <a:lnTo>
                    <a:pt x="3013659" y="1645443"/>
                  </a:lnTo>
                  <a:lnTo>
                    <a:pt x="3013707" y="1642994"/>
                  </a:lnTo>
                  <a:lnTo>
                    <a:pt x="3016218" y="1633185"/>
                  </a:lnTo>
                  <a:lnTo>
                    <a:pt x="3017534" y="1626123"/>
                  </a:lnTo>
                  <a:lnTo>
                    <a:pt x="3019017" y="1622305"/>
                  </a:lnTo>
                  <a:lnTo>
                    <a:pt x="3018251" y="1619769"/>
                  </a:lnTo>
                  <a:lnTo>
                    <a:pt x="3018395" y="1618297"/>
                  </a:lnTo>
                  <a:lnTo>
                    <a:pt x="3019734" y="1616704"/>
                  </a:lnTo>
                  <a:lnTo>
                    <a:pt x="3020165" y="1614919"/>
                  </a:lnTo>
                  <a:lnTo>
                    <a:pt x="3024829" y="1607638"/>
                  </a:lnTo>
                  <a:lnTo>
                    <a:pt x="3025499" y="1603905"/>
                  </a:lnTo>
                  <a:lnTo>
                    <a:pt x="3027102" y="1601450"/>
                  </a:lnTo>
                  <a:lnTo>
                    <a:pt x="3027795" y="1599213"/>
                  </a:lnTo>
                  <a:lnTo>
                    <a:pt x="3028059" y="1595317"/>
                  </a:lnTo>
                  <a:lnTo>
                    <a:pt x="3026910" y="1592962"/>
                  </a:lnTo>
                  <a:lnTo>
                    <a:pt x="3026073" y="1590175"/>
                  </a:lnTo>
                  <a:lnTo>
                    <a:pt x="3026217" y="1585662"/>
                  </a:lnTo>
                  <a:lnTo>
                    <a:pt x="3029637" y="1581153"/>
                  </a:lnTo>
                  <a:lnTo>
                    <a:pt x="3032723" y="1578372"/>
                  </a:lnTo>
                  <a:lnTo>
                    <a:pt x="3031503" y="1577078"/>
                  </a:lnTo>
                  <a:lnTo>
                    <a:pt x="3030187" y="1577030"/>
                  </a:lnTo>
                  <a:lnTo>
                    <a:pt x="3029015" y="1572337"/>
                  </a:lnTo>
                  <a:lnTo>
                    <a:pt x="3026097" y="1572456"/>
                  </a:lnTo>
                  <a:lnTo>
                    <a:pt x="3023777" y="1571355"/>
                  </a:lnTo>
                  <a:lnTo>
                    <a:pt x="3022342" y="1571284"/>
                  </a:lnTo>
                  <a:lnTo>
                    <a:pt x="3020883" y="1569967"/>
                  </a:lnTo>
                  <a:lnTo>
                    <a:pt x="3020596" y="1568412"/>
                  </a:lnTo>
                  <a:lnTo>
                    <a:pt x="3018849" y="1567743"/>
                  </a:lnTo>
                  <a:lnTo>
                    <a:pt x="3017606" y="1565423"/>
                  </a:lnTo>
                  <a:lnTo>
                    <a:pt x="3016123" y="1564778"/>
                  </a:lnTo>
                  <a:lnTo>
                    <a:pt x="3014185" y="1564850"/>
                  </a:lnTo>
                  <a:lnTo>
                    <a:pt x="3010669" y="1566475"/>
                  </a:lnTo>
                  <a:lnTo>
                    <a:pt x="3009449" y="1567886"/>
                  </a:lnTo>
                  <a:lnTo>
                    <a:pt x="3007846" y="1571379"/>
                  </a:lnTo>
                  <a:lnTo>
                    <a:pt x="3005813" y="1572217"/>
                  </a:lnTo>
                  <a:lnTo>
                    <a:pt x="3001532" y="1572815"/>
                  </a:lnTo>
                  <a:lnTo>
                    <a:pt x="2998566" y="1574970"/>
                  </a:lnTo>
                  <a:lnTo>
                    <a:pt x="2997370" y="1575114"/>
                  </a:lnTo>
                  <a:lnTo>
                    <a:pt x="2994356" y="1576647"/>
                  </a:lnTo>
                  <a:lnTo>
                    <a:pt x="2993782" y="1578708"/>
                  </a:lnTo>
                  <a:lnTo>
                    <a:pt x="2991892" y="1581081"/>
                  </a:lnTo>
                  <a:lnTo>
                    <a:pt x="2990098" y="1584414"/>
                  </a:lnTo>
                  <a:lnTo>
                    <a:pt x="2989213" y="1588710"/>
                  </a:lnTo>
                  <a:lnTo>
                    <a:pt x="2986558" y="1592217"/>
                  </a:lnTo>
                  <a:lnTo>
                    <a:pt x="2984166" y="1593538"/>
                  </a:lnTo>
                  <a:lnTo>
                    <a:pt x="2981320" y="1596086"/>
                  </a:lnTo>
                  <a:lnTo>
                    <a:pt x="2979526" y="1600969"/>
                  </a:lnTo>
                  <a:lnTo>
                    <a:pt x="2977445" y="1603520"/>
                  </a:lnTo>
                  <a:lnTo>
                    <a:pt x="2975794" y="1606265"/>
                  </a:lnTo>
                  <a:lnTo>
                    <a:pt x="2974789" y="1608843"/>
                  </a:lnTo>
                  <a:lnTo>
                    <a:pt x="2972852" y="1611904"/>
                  </a:lnTo>
                  <a:lnTo>
                    <a:pt x="2972110" y="1614557"/>
                  </a:lnTo>
                  <a:lnTo>
                    <a:pt x="2969790" y="1617404"/>
                  </a:lnTo>
                  <a:lnTo>
                    <a:pt x="2966848" y="1623295"/>
                  </a:lnTo>
                  <a:lnTo>
                    <a:pt x="2965365" y="1625808"/>
                  </a:lnTo>
                  <a:lnTo>
                    <a:pt x="2964121" y="1629677"/>
                  </a:lnTo>
                  <a:lnTo>
                    <a:pt x="2961371" y="1631128"/>
                  </a:lnTo>
                  <a:lnTo>
                    <a:pt x="2958548" y="1635823"/>
                  </a:lnTo>
                  <a:lnTo>
                    <a:pt x="2958261" y="1640837"/>
                  </a:lnTo>
                  <a:lnTo>
                    <a:pt x="2959290" y="1644497"/>
                  </a:lnTo>
                  <a:lnTo>
                    <a:pt x="2958763" y="1651727"/>
                  </a:lnTo>
                  <a:lnTo>
                    <a:pt x="2957735" y="1653913"/>
                  </a:lnTo>
                  <a:lnTo>
                    <a:pt x="2955295" y="1663563"/>
                  </a:lnTo>
                  <a:lnTo>
                    <a:pt x="2955725" y="1664657"/>
                  </a:lnTo>
                  <a:lnTo>
                    <a:pt x="2959744" y="1666774"/>
                  </a:lnTo>
                  <a:lnTo>
                    <a:pt x="2960366" y="1671376"/>
                  </a:lnTo>
                  <a:lnTo>
                    <a:pt x="2962351" y="1679127"/>
                  </a:lnTo>
                  <a:lnTo>
                    <a:pt x="2965222" y="1686229"/>
                  </a:lnTo>
                  <a:lnTo>
                    <a:pt x="2966107" y="168749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2018692" y="1442116"/>
              <a:ext cx="2976392" cy="1693616"/>
            </a:xfrm>
            <a:custGeom>
              <a:avLst/>
              <a:pathLst>
                <a:path w="2976392" h="1693616">
                  <a:moveTo>
                    <a:pt x="2971800" y="1691481"/>
                  </a:moveTo>
                  <a:lnTo>
                    <a:pt x="2970173" y="1690462"/>
                  </a:lnTo>
                  <a:lnTo>
                    <a:pt x="2968690" y="1691384"/>
                  </a:lnTo>
                  <a:lnTo>
                    <a:pt x="2968977" y="1692282"/>
                  </a:lnTo>
                  <a:lnTo>
                    <a:pt x="2971895" y="1692476"/>
                  </a:lnTo>
                  <a:lnTo>
                    <a:pt x="2972804" y="1693131"/>
                  </a:lnTo>
                  <a:lnTo>
                    <a:pt x="2974024" y="1692743"/>
                  </a:lnTo>
                  <a:lnTo>
                    <a:pt x="2975674" y="1693616"/>
                  </a:lnTo>
                  <a:lnTo>
                    <a:pt x="2976392" y="1693131"/>
                  </a:lnTo>
                  <a:lnTo>
                    <a:pt x="2976392" y="1690511"/>
                  </a:lnTo>
                  <a:lnTo>
                    <a:pt x="2975866" y="1689468"/>
                  </a:lnTo>
                  <a:lnTo>
                    <a:pt x="2974478" y="1690535"/>
                  </a:lnTo>
                  <a:lnTo>
                    <a:pt x="2973115" y="1689904"/>
                  </a:lnTo>
                  <a:lnTo>
                    <a:pt x="2971991" y="169123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2218254" y="1152709"/>
              <a:ext cx="2978808" cy="1693726"/>
            </a:xfrm>
            <a:custGeom>
              <a:avLst/>
              <a:pathLst>
                <a:path w="2978808" h="1693726">
                  <a:moveTo>
                    <a:pt x="2971800" y="1691481"/>
                  </a:moveTo>
                  <a:lnTo>
                    <a:pt x="2974766" y="1692603"/>
                  </a:lnTo>
                  <a:lnTo>
                    <a:pt x="2976296" y="1693726"/>
                  </a:lnTo>
                  <a:lnTo>
                    <a:pt x="2977971" y="1693588"/>
                  </a:lnTo>
                  <a:lnTo>
                    <a:pt x="2978712" y="1691985"/>
                  </a:lnTo>
                  <a:lnTo>
                    <a:pt x="2978808" y="1690061"/>
                  </a:lnTo>
                  <a:lnTo>
                    <a:pt x="2977492" y="1689191"/>
                  </a:lnTo>
                  <a:lnTo>
                    <a:pt x="2976751" y="1687658"/>
                  </a:lnTo>
                  <a:lnTo>
                    <a:pt x="2977158" y="1687132"/>
                  </a:lnTo>
                  <a:lnTo>
                    <a:pt x="2976871" y="1686514"/>
                  </a:lnTo>
                  <a:lnTo>
                    <a:pt x="2971393" y="1685942"/>
                  </a:lnTo>
                  <a:lnTo>
                    <a:pt x="2969168" y="1683976"/>
                  </a:lnTo>
                  <a:lnTo>
                    <a:pt x="2967350" y="1684456"/>
                  </a:lnTo>
                  <a:lnTo>
                    <a:pt x="2963715" y="1682833"/>
                  </a:lnTo>
                  <a:lnTo>
                    <a:pt x="2962925" y="1683816"/>
                  </a:lnTo>
                  <a:lnTo>
                    <a:pt x="2964815" y="1686514"/>
                  </a:lnTo>
                  <a:lnTo>
                    <a:pt x="2965054" y="1687544"/>
                  </a:lnTo>
                  <a:lnTo>
                    <a:pt x="2964600" y="1688345"/>
                  </a:lnTo>
                  <a:lnTo>
                    <a:pt x="2966537" y="1691344"/>
                  </a:lnTo>
                  <a:lnTo>
                    <a:pt x="2969599" y="1690702"/>
                  </a:lnTo>
                  <a:lnTo>
                    <a:pt x="2970053" y="16915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072583" y="1394546"/>
              <a:ext cx="2974311" cy="1697330"/>
            </a:xfrm>
            <a:custGeom>
              <a:avLst/>
              <a:pathLst>
                <a:path w="2974311" h="1697330">
                  <a:moveTo>
                    <a:pt x="2971799" y="1691481"/>
                  </a:moveTo>
                  <a:lnTo>
                    <a:pt x="2970340" y="1693935"/>
                  </a:lnTo>
                  <a:lnTo>
                    <a:pt x="2968164" y="1692708"/>
                  </a:lnTo>
                  <a:lnTo>
                    <a:pt x="2967374" y="1693117"/>
                  </a:lnTo>
                  <a:lnTo>
                    <a:pt x="2967901" y="1695452"/>
                  </a:lnTo>
                  <a:lnTo>
                    <a:pt x="2966752" y="1695958"/>
                  </a:lnTo>
                  <a:lnTo>
                    <a:pt x="2968594" y="1697330"/>
                  </a:lnTo>
                  <a:lnTo>
                    <a:pt x="2969503" y="1695861"/>
                  </a:lnTo>
                  <a:lnTo>
                    <a:pt x="2971536" y="1695308"/>
                  </a:lnTo>
                  <a:lnTo>
                    <a:pt x="2973570" y="1696006"/>
                  </a:lnTo>
                  <a:lnTo>
                    <a:pt x="2974311" y="1694874"/>
                  </a:lnTo>
                  <a:lnTo>
                    <a:pt x="2973330" y="169181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2220215" y="1143947"/>
              <a:ext cx="2971800" cy="1693607"/>
            </a:xfrm>
            <a:custGeom>
              <a:avLst/>
              <a:pathLst>
                <a:path w="2971800" h="1693607">
                  <a:moveTo>
                    <a:pt x="2971800" y="1691481"/>
                  </a:moveTo>
                  <a:lnTo>
                    <a:pt x="2970436" y="1690910"/>
                  </a:lnTo>
                  <a:lnTo>
                    <a:pt x="2969431" y="1691275"/>
                  </a:lnTo>
                  <a:lnTo>
                    <a:pt x="2969073" y="1692510"/>
                  </a:lnTo>
                  <a:lnTo>
                    <a:pt x="2970029" y="16936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2220813" y="1164910"/>
              <a:ext cx="2973378" cy="1692652"/>
            </a:xfrm>
            <a:custGeom>
              <a:avLst/>
              <a:pathLst>
                <a:path w="2973378" h="1692652">
                  <a:moveTo>
                    <a:pt x="2971800" y="1691481"/>
                  </a:moveTo>
                  <a:lnTo>
                    <a:pt x="2971082" y="1691986"/>
                  </a:lnTo>
                  <a:lnTo>
                    <a:pt x="2973378" y="16926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2228515" y="1119560"/>
              <a:ext cx="2975890" cy="1693322"/>
            </a:xfrm>
            <a:custGeom>
              <a:avLst/>
              <a:pathLst>
                <a:path w="2975890" h="1693322">
                  <a:moveTo>
                    <a:pt x="2971800" y="1691481"/>
                  </a:moveTo>
                  <a:lnTo>
                    <a:pt x="2971776" y="1693277"/>
                  </a:lnTo>
                  <a:lnTo>
                    <a:pt x="2975890" y="1693322"/>
                  </a:lnTo>
                  <a:lnTo>
                    <a:pt x="2975698" y="1692072"/>
                  </a:lnTo>
                  <a:lnTo>
                    <a:pt x="2973641" y="1692549"/>
                  </a:lnTo>
                  <a:lnTo>
                    <a:pt x="2972493" y="16911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2310655" y="1333161"/>
              <a:ext cx="2973426" cy="1691481"/>
            </a:xfrm>
            <a:custGeom>
              <a:avLst/>
              <a:pathLst>
                <a:path w="2973426" h="1691481">
                  <a:moveTo>
                    <a:pt x="2971799" y="1691481"/>
                  </a:moveTo>
                  <a:lnTo>
                    <a:pt x="2973426" y="1691267"/>
                  </a:lnTo>
                  <a:lnTo>
                    <a:pt x="2972732" y="16898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2218230" y="1137620"/>
              <a:ext cx="2975076" cy="1695682"/>
            </a:xfrm>
            <a:custGeom>
              <a:avLst/>
              <a:pathLst>
                <a:path w="2975076" h="1695682">
                  <a:moveTo>
                    <a:pt x="2971800" y="1691481"/>
                  </a:moveTo>
                  <a:lnTo>
                    <a:pt x="2967733" y="1693147"/>
                  </a:lnTo>
                  <a:lnTo>
                    <a:pt x="2971465" y="1695226"/>
                  </a:lnTo>
                  <a:lnTo>
                    <a:pt x="2974478" y="1695682"/>
                  </a:lnTo>
                  <a:lnTo>
                    <a:pt x="2975076" y="1692736"/>
                  </a:lnTo>
                  <a:lnTo>
                    <a:pt x="2974335" y="1691481"/>
                  </a:lnTo>
                  <a:lnTo>
                    <a:pt x="2972900" y="1691481"/>
                  </a:lnTo>
                  <a:lnTo>
                    <a:pt x="2972326" y="16905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1856708" y="1517109"/>
              <a:ext cx="2972684" cy="1699272"/>
            </a:xfrm>
            <a:custGeom>
              <a:avLst/>
              <a:pathLst>
                <a:path w="2972684" h="1699272">
                  <a:moveTo>
                    <a:pt x="2971799" y="1691481"/>
                  </a:moveTo>
                  <a:lnTo>
                    <a:pt x="2972684" y="1690057"/>
                  </a:lnTo>
                  <a:lnTo>
                    <a:pt x="2971297" y="1689885"/>
                  </a:lnTo>
                  <a:lnTo>
                    <a:pt x="2969049" y="1691506"/>
                  </a:lnTo>
                  <a:lnTo>
                    <a:pt x="2966776" y="1692390"/>
                  </a:lnTo>
                  <a:lnTo>
                    <a:pt x="2966059" y="1694183"/>
                  </a:lnTo>
                  <a:lnTo>
                    <a:pt x="2967183" y="1694748"/>
                  </a:lnTo>
                  <a:lnTo>
                    <a:pt x="2968953" y="1694527"/>
                  </a:lnTo>
                  <a:lnTo>
                    <a:pt x="2967039" y="1697083"/>
                  </a:lnTo>
                  <a:lnTo>
                    <a:pt x="2968762" y="1699272"/>
                  </a:lnTo>
                  <a:lnTo>
                    <a:pt x="2970388" y="1698116"/>
                  </a:lnTo>
                  <a:lnTo>
                    <a:pt x="2969671" y="1697206"/>
                  </a:lnTo>
                  <a:lnTo>
                    <a:pt x="2970556" y="1695215"/>
                  </a:lnTo>
                  <a:lnTo>
                    <a:pt x="2969910" y="1693864"/>
                  </a:lnTo>
                  <a:lnTo>
                    <a:pt x="2971010" y="169165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2224233" y="1141159"/>
              <a:ext cx="2975674" cy="1692075"/>
            </a:xfrm>
            <a:custGeom>
              <a:avLst/>
              <a:pathLst>
                <a:path w="2975674" h="1692075">
                  <a:moveTo>
                    <a:pt x="2971799" y="1691481"/>
                  </a:moveTo>
                  <a:lnTo>
                    <a:pt x="2970269" y="1691778"/>
                  </a:lnTo>
                  <a:lnTo>
                    <a:pt x="2973402" y="1692075"/>
                  </a:lnTo>
                  <a:lnTo>
                    <a:pt x="2973665" y="1691230"/>
                  </a:lnTo>
                  <a:lnTo>
                    <a:pt x="2975674" y="1691961"/>
                  </a:lnTo>
                  <a:lnTo>
                    <a:pt x="2975292" y="1690453"/>
                  </a:lnTo>
                  <a:lnTo>
                    <a:pt x="2972421" y="169045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1844174" y="1524039"/>
              <a:ext cx="2977062" cy="1691481"/>
            </a:xfrm>
            <a:custGeom>
              <a:avLst/>
              <a:pathLst>
                <a:path w="2977062" h="1691481">
                  <a:moveTo>
                    <a:pt x="2971800" y="1691481"/>
                  </a:moveTo>
                  <a:lnTo>
                    <a:pt x="2973067" y="1691137"/>
                  </a:lnTo>
                  <a:lnTo>
                    <a:pt x="2973378" y="1689883"/>
                  </a:lnTo>
                  <a:lnTo>
                    <a:pt x="2975316" y="1690473"/>
                  </a:lnTo>
                  <a:lnTo>
                    <a:pt x="2977038" y="1688875"/>
                  </a:lnTo>
                  <a:lnTo>
                    <a:pt x="2976009" y="1687548"/>
                  </a:lnTo>
                  <a:lnTo>
                    <a:pt x="2977062" y="1687057"/>
                  </a:lnTo>
                  <a:lnTo>
                    <a:pt x="2976966" y="1685706"/>
                  </a:lnTo>
                  <a:lnTo>
                    <a:pt x="2974191" y="1686639"/>
                  </a:lnTo>
                  <a:lnTo>
                    <a:pt x="2972948" y="1687818"/>
                  </a:lnTo>
                  <a:lnTo>
                    <a:pt x="2973354" y="1688728"/>
                  </a:lnTo>
                  <a:lnTo>
                    <a:pt x="2971967" y="168949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2212919" y="1188488"/>
              <a:ext cx="2973737" cy="1692659"/>
            </a:xfrm>
            <a:custGeom>
              <a:avLst/>
              <a:pathLst>
                <a:path w="2973737" h="1692659">
                  <a:moveTo>
                    <a:pt x="2971799" y="1691481"/>
                  </a:moveTo>
                  <a:lnTo>
                    <a:pt x="2971297" y="1692659"/>
                  </a:lnTo>
                  <a:lnTo>
                    <a:pt x="2972995" y="1692358"/>
                  </a:lnTo>
                  <a:lnTo>
                    <a:pt x="2973737" y="1691573"/>
                  </a:lnTo>
                  <a:lnTo>
                    <a:pt x="2972206" y="16901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1831664" y="2306401"/>
              <a:ext cx="2974574" cy="1692826"/>
            </a:xfrm>
            <a:custGeom>
              <a:avLst/>
              <a:pathLst>
                <a:path w="2974574" h="1692826">
                  <a:moveTo>
                    <a:pt x="2971800" y="1691481"/>
                  </a:moveTo>
                  <a:lnTo>
                    <a:pt x="2973091" y="1692826"/>
                  </a:lnTo>
                  <a:lnTo>
                    <a:pt x="2974574" y="1691850"/>
                  </a:lnTo>
                  <a:lnTo>
                    <a:pt x="2973809" y="1689634"/>
                  </a:lnTo>
                  <a:lnTo>
                    <a:pt x="2972206" y="169003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2268030" y="1341016"/>
              <a:ext cx="2974407" cy="1692077"/>
            </a:xfrm>
            <a:custGeom>
              <a:avLst/>
              <a:pathLst>
                <a:path w="2974407" h="1692077">
                  <a:moveTo>
                    <a:pt x="2971799" y="1691481"/>
                  </a:moveTo>
                  <a:lnTo>
                    <a:pt x="2972756" y="1692077"/>
                  </a:lnTo>
                  <a:lnTo>
                    <a:pt x="2974263" y="1691624"/>
                  </a:lnTo>
                  <a:lnTo>
                    <a:pt x="2974407" y="1690195"/>
                  </a:lnTo>
                  <a:lnTo>
                    <a:pt x="2973115" y="1689599"/>
                  </a:lnTo>
                  <a:lnTo>
                    <a:pt x="2971823" y="169043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2226362" y="1156902"/>
              <a:ext cx="2974191" cy="1694324"/>
            </a:xfrm>
            <a:custGeom>
              <a:avLst/>
              <a:pathLst>
                <a:path w="2974191" h="1694324">
                  <a:moveTo>
                    <a:pt x="2971799" y="1691481"/>
                  </a:moveTo>
                  <a:lnTo>
                    <a:pt x="2972350" y="1694095"/>
                  </a:lnTo>
                  <a:lnTo>
                    <a:pt x="2973498" y="1694324"/>
                  </a:lnTo>
                  <a:lnTo>
                    <a:pt x="2972948" y="1692513"/>
                  </a:lnTo>
                  <a:lnTo>
                    <a:pt x="2974191" y="1691917"/>
                  </a:lnTo>
                  <a:lnTo>
                    <a:pt x="2974168" y="1690335"/>
                  </a:lnTo>
                  <a:lnTo>
                    <a:pt x="2973330" y="1688891"/>
                  </a:lnTo>
                  <a:lnTo>
                    <a:pt x="2972804" y="1689441"/>
                  </a:lnTo>
                  <a:lnTo>
                    <a:pt x="2971010" y="1688571"/>
                  </a:lnTo>
                  <a:lnTo>
                    <a:pt x="2970197" y="1689510"/>
                  </a:lnTo>
                  <a:lnTo>
                    <a:pt x="2970508" y="1690656"/>
                  </a:lnTo>
                  <a:lnTo>
                    <a:pt x="2971082" y="1691206"/>
                  </a:lnTo>
                  <a:lnTo>
                    <a:pt x="2971441" y="169143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2120494" y="1437121"/>
              <a:ext cx="2973546" cy="1693614"/>
            </a:xfrm>
            <a:custGeom>
              <a:avLst/>
              <a:pathLst>
                <a:path w="2973546" h="1693614">
                  <a:moveTo>
                    <a:pt x="2971800" y="1691481"/>
                  </a:moveTo>
                  <a:lnTo>
                    <a:pt x="2973546" y="1691651"/>
                  </a:lnTo>
                  <a:lnTo>
                    <a:pt x="2973043" y="1689300"/>
                  </a:lnTo>
                  <a:lnTo>
                    <a:pt x="2970412" y="1689130"/>
                  </a:lnTo>
                  <a:lnTo>
                    <a:pt x="2970077" y="1690390"/>
                  </a:lnTo>
                  <a:lnTo>
                    <a:pt x="2968714" y="1689978"/>
                  </a:lnTo>
                  <a:lnTo>
                    <a:pt x="2968546" y="1692378"/>
                  </a:lnTo>
                  <a:lnTo>
                    <a:pt x="2969192" y="1693614"/>
                  </a:lnTo>
                  <a:lnTo>
                    <a:pt x="2970364" y="16935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2276641" y="1332709"/>
              <a:ext cx="2973354" cy="1691481"/>
            </a:xfrm>
            <a:custGeom>
              <a:avLst/>
              <a:pathLst>
                <a:path w="2973354" h="1691481">
                  <a:moveTo>
                    <a:pt x="2971800" y="1691481"/>
                  </a:moveTo>
                  <a:lnTo>
                    <a:pt x="2973354" y="1691433"/>
                  </a:lnTo>
                  <a:lnTo>
                    <a:pt x="2972685" y="16903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2113701" y="1364388"/>
              <a:ext cx="2975507" cy="1693228"/>
            </a:xfrm>
            <a:custGeom>
              <a:avLst/>
              <a:pathLst>
                <a:path w="2975507" h="1693228">
                  <a:moveTo>
                    <a:pt x="2971800" y="1691481"/>
                  </a:moveTo>
                  <a:lnTo>
                    <a:pt x="2973211" y="1692103"/>
                  </a:lnTo>
                  <a:lnTo>
                    <a:pt x="2973904" y="1693228"/>
                  </a:lnTo>
                  <a:lnTo>
                    <a:pt x="2974837" y="1693036"/>
                  </a:lnTo>
                  <a:lnTo>
                    <a:pt x="2975507" y="1690907"/>
                  </a:lnTo>
                  <a:lnTo>
                    <a:pt x="2974502" y="1691266"/>
                  </a:lnTo>
                  <a:lnTo>
                    <a:pt x="2972972" y="1690596"/>
                  </a:lnTo>
                  <a:lnTo>
                    <a:pt x="2971895" y="1688706"/>
                  </a:lnTo>
                  <a:lnTo>
                    <a:pt x="2970723" y="1689639"/>
                  </a:lnTo>
                  <a:lnTo>
                    <a:pt x="2970747" y="16912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2228611" y="1134130"/>
              <a:ext cx="2971895" cy="1691549"/>
            </a:xfrm>
            <a:custGeom>
              <a:avLst/>
              <a:pathLst>
                <a:path w="2971895" h="1691549">
                  <a:moveTo>
                    <a:pt x="2971799" y="1691481"/>
                  </a:moveTo>
                  <a:lnTo>
                    <a:pt x="2971895" y="1689862"/>
                  </a:lnTo>
                  <a:lnTo>
                    <a:pt x="2969623" y="1689133"/>
                  </a:lnTo>
                  <a:lnTo>
                    <a:pt x="2965891" y="1688700"/>
                  </a:lnTo>
                  <a:lnTo>
                    <a:pt x="2966035" y="1691048"/>
                  </a:lnTo>
                  <a:lnTo>
                    <a:pt x="2967470" y="1691549"/>
                  </a:lnTo>
                  <a:lnTo>
                    <a:pt x="2968786" y="16908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1906772" y="1496194"/>
              <a:ext cx="2972732" cy="1693072"/>
            </a:xfrm>
            <a:custGeom>
              <a:avLst/>
              <a:pathLst>
                <a:path w="2972732" h="1693072">
                  <a:moveTo>
                    <a:pt x="2971799" y="1691481"/>
                  </a:moveTo>
                  <a:lnTo>
                    <a:pt x="2971058" y="1690380"/>
                  </a:lnTo>
                  <a:lnTo>
                    <a:pt x="2970938" y="1693072"/>
                  </a:lnTo>
                  <a:lnTo>
                    <a:pt x="2972278" y="1693072"/>
                  </a:lnTo>
                  <a:lnTo>
                    <a:pt x="2972732" y="169187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2251622" y="730397"/>
              <a:ext cx="2972326" cy="1693745"/>
            </a:xfrm>
            <a:custGeom>
              <a:avLst/>
              <a:pathLst>
                <a:path w="2972326" h="1693745">
                  <a:moveTo>
                    <a:pt x="2971800" y="1691481"/>
                  </a:moveTo>
                  <a:lnTo>
                    <a:pt x="2969408" y="1691277"/>
                  </a:lnTo>
                  <a:lnTo>
                    <a:pt x="2968786" y="1692643"/>
                  </a:lnTo>
                  <a:lnTo>
                    <a:pt x="2970747" y="1693745"/>
                  </a:lnTo>
                  <a:lnTo>
                    <a:pt x="2972326" y="16920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2205600" y="1206508"/>
              <a:ext cx="2972780" cy="1691481"/>
            </a:xfrm>
            <a:custGeom>
              <a:avLst/>
              <a:pathLst>
                <a:path w="2972780" h="1691481">
                  <a:moveTo>
                    <a:pt x="2971800" y="1691481"/>
                  </a:moveTo>
                  <a:lnTo>
                    <a:pt x="2972780" y="1690971"/>
                  </a:lnTo>
                  <a:lnTo>
                    <a:pt x="2972732" y="168955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1913110" y="1489197"/>
              <a:ext cx="2972852" cy="1692875"/>
            </a:xfrm>
            <a:custGeom>
              <a:avLst/>
              <a:pathLst>
                <a:path w="2972852" h="1692875">
                  <a:moveTo>
                    <a:pt x="2971799" y="1691481"/>
                  </a:moveTo>
                  <a:lnTo>
                    <a:pt x="2972110" y="1692875"/>
                  </a:lnTo>
                  <a:lnTo>
                    <a:pt x="2972852" y="169231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2117934" y="1345377"/>
              <a:ext cx="2973019" cy="1691481"/>
            </a:xfrm>
            <a:custGeom>
              <a:avLst/>
              <a:pathLst>
                <a:path w="2973019" h="1691481">
                  <a:moveTo>
                    <a:pt x="2971799" y="1691481"/>
                  </a:moveTo>
                  <a:lnTo>
                    <a:pt x="2973019" y="1689622"/>
                  </a:lnTo>
                  <a:lnTo>
                    <a:pt x="2971823" y="16904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2162569" y="801064"/>
              <a:ext cx="2973163" cy="1693775"/>
            </a:xfrm>
            <a:custGeom>
              <a:avLst/>
              <a:pathLst>
                <a:path w="2973163" h="1693775">
                  <a:moveTo>
                    <a:pt x="2971800" y="1691481"/>
                  </a:moveTo>
                  <a:lnTo>
                    <a:pt x="2971489" y="1692795"/>
                  </a:lnTo>
                  <a:lnTo>
                    <a:pt x="2973163" y="1693775"/>
                  </a:lnTo>
                  <a:lnTo>
                    <a:pt x="2973163" y="16925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2222200" y="1159012"/>
              <a:ext cx="2974144" cy="1694968"/>
            </a:xfrm>
            <a:custGeom>
              <a:avLst/>
              <a:pathLst>
                <a:path w="2974144" h="1694968">
                  <a:moveTo>
                    <a:pt x="2971799" y="1691481"/>
                  </a:moveTo>
                  <a:lnTo>
                    <a:pt x="2970101" y="1692054"/>
                  </a:lnTo>
                  <a:lnTo>
                    <a:pt x="2971154" y="1693293"/>
                  </a:lnTo>
                  <a:lnTo>
                    <a:pt x="2973546" y="1694968"/>
                  </a:lnTo>
                  <a:lnTo>
                    <a:pt x="2974144" y="1694303"/>
                  </a:lnTo>
                  <a:lnTo>
                    <a:pt x="2973139" y="1692628"/>
                  </a:lnTo>
                  <a:lnTo>
                    <a:pt x="2973904" y="169219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2115064" y="1433825"/>
              <a:ext cx="2972541" cy="1694510"/>
            </a:xfrm>
            <a:custGeom>
              <a:avLst/>
              <a:pathLst>
                <a:path w="2972541" h="1694510">
                  <a:moveTo>
                    <a:pt x="2971800" y="1691481"/>
                  </a:moveTo>
                  <a:lnTo>
                    <a:pt x="2971800" y="1693613"/>
                  </a:lnTo>
                  <a:lnTo>
                    <a:pt x="2970484" y="1694510"/>
                  </a:lnTo>
                  <a:lnTo>
                    <a:pt x="2972302" y="1694389"/>
                  </a:lnTo>
                  <a:lnTo>
                    <a:pt x="2972541" y="16915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2133339" y="1320476"/>
              <a:ext cx="2973330" cy="1691481"/>
            </a:xfrm>
            <a:custGeom>
              <a:avLst/>
              <a:pathLst>
                <a:path w="2973330" h="1691481">
                  <a:moveTo>
                    <a:pt x="2971800" y="1691481"/>
                  </a:moveTo>
                  <a:lnTo>
                    <a:pt x="2973330" y="1690319"/>
                  </a:lnTo>
                  <a:lnTo>
                    <a:pt x="2972661" y="1689512"/>
                  </a:lnTo>
                  <a:lnTo>
                    <a:pt x="2971560" y="169029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1910216" y="1504914"/>
              <a:ext cx="2974909" cy="1691481"/>
            </a:xfrm>
            <a:custGeom>
              <a:avLst/>
              <a:pathLst>
                <a:path w="2974909" h="1691481">
                  <a:moveTo>
                    <a:pt x="2971800" y="1691481"/>
                  </a:moveTo>
                  <a:lnTo>
                    <a:pt x="2974909" y="1690378"/>
                  </a:lnTo>
                  <a:lnTo>
                    <a:pt x="2974574" y="1689986"/>
                  </a:lnTo>
                  <a:lnTo>
                    <a:pt x="2972134" y="169064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2180891" y="1257192"/>
              <a:ext cx="2971799" cy="1691762"/>
            </a:xfrm>
            <a:custGeom>
              <a:avLst/>
              <a:pathLst>
                <a:path w="2971799" h="1691762">
                  <a:moveTo>
                    <a:pt x="2971799" y="1691481"/>
                  </a:moveTo>
                  <a:lnTo>
                    <a:pt x="2971704" y="169176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2203782" y="1192738"/>
              <a:ext cx="2973833" cy="1692891"/>
            </a:xfrm>
            <a:custGeom>
              <a:avLst/>
              <a:pathLst>
                <a:path w="2973833" h="1692891">
                  <a:moveTo>
                    <a:pt x="2971800" y="1691481"/>
                  </a:moveTo>
                  <a:lnTo>
                    <a:pt x="2973426" y="1692891"/>
                  </a:lnTo>
                  <a:lnTo>
                    <a:pt x="2973833" y="1691481"/>
                  </a:lnTo>
                  <a:lnTo>
                    <a:pt x="2972948" y="169071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1762727" y="1542259"/>
              <a:ext cx="2979526" cy="1695353"/>
            </a:xfrm>
            <a:custGeom>
              <a:avLst/>
              <a:pathLst>
                <a:path w="2979526" h="1695353">
                  <a:moveTo>
                    <a:pt x="2971799" y="1691481"/>
                  </a:moveTo>
                  <a:lnTo>
                    <a:pt x="2973976" y="1692911"/>
                  </a:lnTo>
                  <a:lnTo>
                    <a:pt x="2974718" y="1692837"/>
                  </a:lnTo>
                  <a:lnTo>
                    <a:pt x="2976129" y="1695353"/>
                  </a:lnTo>
                  <a:lnTo>
                    <a:pt x="2977588" y="1694860"/>
                  </a:lnTo>
                  <a:lnTo>
                    <a:pt x="2979526" y="1689731"/>
                  </a:lnTo>
                  <a:lnTo>
                    <a:pt x="2977851" y="1690445"/>
                  </a:lnTo>
                  <a:lnTo>
                    <a:pt x="2975364" y="1690643"/>
                  </a:lnTo>
                  <a:lnTo>
                    <a:pt x="2974359" y="1689632"/>
                  </a:lnTo>
                  <a:lnTo>
                    <a:pt x="2972254" y="1690889"/>
                  </a:lnTo>
                  <a:lnTo>
                    <a:pt x="2971728" y="169106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1840466" y="1520499"/>
              <a:ext cx="2972708" cy="1692145"/>
            </a:xfrm>
            <a:custGeom>
              <a:avLst/>
              <a:pathLst>
                <a:path w="2972708" h="1692145">
                  <a:moveTo>
                    <a:pt x="2971800" y="1691481"/>
                  </a:moveTo>
                  <a:lnTo>
                    <a:pt x="2972613" y="1692145"/>
                  </a:lnTo>
                  <a:lnTo>
                    <a:pt x="2972708" y="169032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2161133" y="799438"/>
              <a:ext cx="2973354" cy="1692461"/>
            </a:xfrm>
            <a:custGeom>
              <a:avLst/>
              <a:pathLst>
                <a:path w="2973354" h="1692461">
                  <a:moveTo>
                    <a:pt x="2971799" y="1691481"/>
                  </a:moveTo>
                  <a:lnTo>
                    <a:pt x="2973354" y="1692461"/>
                  </a:lnTo>
                  <a:lnTo>
                    <a:pt x="2973043" y="169131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1766004" y="1546329"/>
              <a:ext cx="2973450" cy="1698665"/>
            </a:xfrm>
            <a:custGeom>
              <a:avLst/>
              <a:pathLst>
                <a:path w="2973450" h="1698665">
                  <a:moveTo>
                    <a:pt x="2971800" y="1691481"/>
                  </a:moveTo>
                  <a:lnTo>
                    <a:pt x="2969551" y="1692197"/>
                  </a:lnTo>
                  <a:lnTo>
                    <a:pt x="2967159" y="1690716"/>
                  </a:lnTo>
                  <a:lnTo>
                    <a:pt x="2965389" y="1691456"/>
                  </a:lnTo>
                  <a:lnTo>
                    <a:pt x="2963571" y="1691086"/>
                  </a:lnTo>
                  <a:lnTo>
                    <a:pt x="2962399" y="1693504"/>
                  </a:lnTo>
                  <a:lnTo>
                    <a:pt x="2959887" y="1695553"/>
                  </a:lnTo>
                  <a:lnTo>
                    <a:pt x="2959505" y="1697701"/>
                  </a:lnTo>
                  <a:lnTo>
                    <a:pt x="2963715" y="1696590"/>
                  </a:lnTo>
                  <a:lnTo>
                    <a:pt x="2965198" y="1695652"/>
                  </a:lnTo>
                  <a:lnTo>
                    <a:pt x="2967518" y="1695405"/>
                  </a:lnTo>
                  <a:lnTo>
                    <a:pt x="2970053" y="1695726"/>
                  </a:lnTo>
                  <a:lnTo>
                    <a:pt x="2971560" y="1698665"/>
                  </a:lnTo>
                  <a:lnTo>
                    <a:pt x="2972493" y="1698393"/>
                  </a:lnTo>
                  <a:lnTo>
                    <a:pt x="2972637" y="1695529"/>
                  </a:lnTo>
                  <a:lnTo>
                    <a:pt x="2973450" y="169227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2231457" y="743883"/>
              <a:ext cx="2973522" cy="1692239"/>
            </a:xfrm>
            <a:custGeom>
              <a:avLst/>
              <a:pathLst>
                <a:path w="2973522" h="1692239">
                  <a:moveTo>
                    <a:pt x="2971800" y="1691481"/>
                  </a:moveTo>
                  <a:lnTo>
                    <a:pt x="2971752" y="1692239"/>
                  </a:lnTo>
                  <a:lnTo>
                    <a:pt x="2973522" y="16920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2065527" y="1399552"/>
              <a:ext cx="2973474" cy="1691481"/>
            </a:xfrm>
            <a:custGeom>
              <a:avLst/>
              <a:pathLst>
                <a:path w="2973474" h="1691481">
                  <a:moveTo>
                    <a:pt x="2971799" y="1691481"/>
                  </a:moveTo>
                  <a:lnTo>
                    <a:pt x="2973474" y="1689723"/>
                  </a:lnTo>
                  <a:lnTo>
                    <a:pt x="2971919" y="16895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2207609" y="1219715"/>
              <a:ext cx="2972948" cy="1691481"/>
            </a:xfrm>
            <a:custGeom>
              <a:avLst/>
              <a:pathLst>
                <a:path w="2972948" h="1691481">
                  <a:moveTo>
                    <a:pt x="2971799" y="1691481"/>
                  </a:moveTo>
                  <a:lnTo>
                    <a:pt x="2972948" y="1690342"/>
                  </a:lnTo>
                  <a:lnTo>
                    <a:pt x="2971512" y="169011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2218995" y="1167620"/>
              <a:ext cx="2972924" cy="1691481"/>
            </a:xfrm>
            <a:custGeom>
              <a:avLst/>
              <a:pathLst>
                <a:path w="2972924" h="1691481">
                  <a:moveTo>
                    <a:pt x="2971800" y="1691481"/>
                  </a:moveTo>
                  <a:lnTo>
                    <a:pt x="2972924" y="1689643"/>
                  </a:lnTo>
                  <a:lnTo>
                    <a:pt x="2972493" y="1688747"/>
                  </a:lnTo>
                  <a:lnTo>
                    <a:pt x="2970412" y="1687117"/>
                  </a:lnTo>
                  <a:lnTo>
                    <a:pt x="2969814" y="1685373"/>
                  </a:lnTo>
                  <a:lnTo>
                    <a:pt x="2967972" y="1685625"/>
                  </a:lnTo>
                  <a:lnTo>
                    <a:pt x="2966561" y="1688426"/>
                  </a:lnTo>
                  <a:lnTo>
                    <a:pt x="2967590" y="1689230"/>
                  </a:lnTo>
                  <a:lnTo>
                    <a:pt x="2968427" y="1688564"/>
                  </a:lnTo>
                  <a:lnTo>
                    <a:pt x="2970077" y="169097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1883928" y="1500895"/>
              <a:ext cx="2973713" cy="1691481"/>
            </a:xfrm>
            <a:custGeom>
              <a:avLst/>
              <a:pathLst>
                <a:path w="2973713" h="1691481">
                  <a:moveTo>
                    <a:pt x="2971800" y="1691481"/>
                  </a:moveTo>
                  <a:lnTo>
                    <a:pt x="2973713" y="1690379"/>
                  </a:lnTo>
                  <a:lnTo>
                    <a:pt x="2972637" y="1687636"/>
                  </a:lnTo>
                  <a:lnTo>
                    <a:pt x="2971967" y="1686853"/>
                  </a:lnTo>
                  <a:lnTo>
                    <a:pt x="2971178" y="1686975"/>
                  </a:lnTo>
                  <a:lnTo>
                    <a:pt x="2971034" y="1688542"/>
                  </a:lnTo>
                  <a:lnTo>
                    <a:pt x="2971800" y="168993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2130612" y="1298434"/>
              <a:ext cx="2973522" cy="1692591"/>
            </a:xfrm>
            <a:custGeom>
              <a:avLst/>
              <a:pathLst>
                <a:path w="2973522" h="1692591">
                  <a:moveTo>
                    <a:pt x="2971800" y="1691481"/>
                  </a:moveTo>
                  <a:lnTo>
                    <a:pt x="2972589" y="1692591"/>
                  </a:lnTo>
                  <a:lnTo>
                    <a:pt x="2973522" y="169136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9"/>
            <p:cNvSpPr/>
            <p:nvPr/>
          </p:nvSpPr>
          <p:spPr>
            <a:xfrm>
              <a:off x="2203974" y="1093414"/>
              <a:ext cx="2971800" cy="1692317"/>
            </a:xfrm>
            <a:custGeom>
              <a:avLst/>
              <a:pathLst>
                <a:path w="2971800" h="1692317">
                  <a:moveTo>
                    <a:pt x="2971800" y="1691481"/>
                  </a:moveTo>
                  <a:lnTo>
                    <a:pt x="2971680" y="1690013"/>
                  </a:lnTo>
                  <a:lnTo>
                    <a:pt x="2969718" y="1688072"/>
                  </a:lnTo>
                  <a:lnTo>
                    <a:pt x="2963643" y="1685974"/>
                  </a:lnTo>
                  <a:lnTo>
                    <a:pt x="2962925" y="1684711"/>
                  </a:lnTo>
                  <a:lnTo>
                    <a:pt x="2961131" y="1684237"/>
                  </a:lnTo>
                  <a:lnTo>
                    <a:pt x="2960701" y="1684756"/>
                  </a:lnTo>
                  <a:lnTo>
                    <a:pt x="2963117" y="1686808"/>
                  </a:lnTo>
                  <a:lnTo>
                    <a:pt x="2969168" y="1690397"/>
                  </a:lnTo>
                  <a:lnTo>
                    <a:pt x="2970580" y="1692136"/>
                  </a:lnTo>
                  <a:lnTo>
                    <a:pt x="2971393" y="169231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90"/>
            <p:cNvSpPr/>
            <p:nvPr/>
          </p:nvSpPr>
          <p:spPr>
            <a:xfrm>
              <a:off x="2229783" y="1154519"/>
              <a:ext cx="2972063" cy="1692352"/>
            </a:xfrm>
            <a:custGeom>
              <a:avLst/>
              <a:pathLst>
                <a:path w="2972063" h="1692352">
                  <a:moveTo>
                    <a:pt x="2971800" y="1691481"/>
                  </a:moveTo>
                  <a:lnTo>
                    <a:pt x="2971369" y="1691825"/>
                  </a:lnTo>
                  <a:lnTo>
                    <a:pt x="2971489" y="1692008"/>
                  </a:lnTo>
                  <a:lnTo>
                    <a:pt x="2971704" y="1692352"/>
                  </a:lnTo>
                  <a:lnTo>
                    <a:pt x="2971895" y="1692329"/>
                  </a:lnTo>
                  <a:lnTo>
                    <a:pt x="2972063" y="1692306"/>
                  </a:lnTo>
                  <a:lnTo>
                    <a:pt x="2971752" y="169184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1"/>
            <p:cNvSpPr/>
            <p:nvPr/>
          </p:nvSpPr>
          <p:spPr>
            <a:xfrm>
              <a:off x="2064498" y="1394979"/>
              <a:ext cx="2971800" cy="1695187"/>
            </a:xfrm>
            <a:custGeom>
              <a:avLst/>
              <a:pathLst>
                <a:path w="2971800" h="1695187">
                  <a:moveTo>
                    <a:pt x="2971800" y="1691481"/>
                  </a:moveTo>
                  <a:lnTo>
                    <a:pt x="2971321" y="1690062"/>
                  </a:lnTo>
                  <a:lnTo>
                    <a:pt x="2969503" y="1689003"/>
                  </a:lnTo>
                  <a:lnTo>
                    <a:pt x="2967494" y="1689893"/>
                  </a:lnTo>
                  <a:lnTo>
                    <a:pt x="2966537" y="1693310"/>
                  </a:lnTo>
                  <a:lnTo>
                    <a:pt x="2967135" y="1694537"/>
                  </a:lnTo>
                  <a:lnTo>
                    <a:pt x="2969431" y="1695187"/>
                  </a:lnTo>
                  <a:lnTo>
                    <a:pt x="2971393" y="169331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2"/>
            <p:cNvSpPr/>
            <p:nvPr/>
          </p:nvSpPr>
          <p:spPr>
            <a:xfrm>
              <a:off x="2234064" y="1123721"/>
              <a:ext cx="2971800" cy="1691481"/>
            </a:xfrm>
            <a:custGeom>
              <a:avLst/>
              <a:pathLst>
                <a:path w="2971800" h="1691481">
                  <a:moveTo>
                    <a:pt x="2971800" y="1691481"/>
                  </a:moveTo>
                  <a:lnTo>
                    <a:pt x="2971369" y="1689912"/>
                  </a:lnTo>
                  <a:lnTo>
                    <a:pt x="2970867" y="16911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3"/>
            <p:cNvSpPr/>
            <p:nvPr/>
          </p:nvSpPr>
          <p:spPr>
            <a:xfrm>
              <a:off x="2164793" y="689428"/>
              <a:ext cx="2973593" cy="1691481"/>
            </a:xfrm>
            <a:custGeom>
              <a:avLst/>
              <a:pathLst>
                <a:path w="2973593" h="1691481">
                  <a:moveTo>
                    <a:pt x="2971799" y="1691481"/>
                  </a:moveTo>
                  <a:lnTo>
                    <a:pt x="2973593" y="1690677"/>
                  </a:lnTo>
                  <a:lnTo>
                    <a:pt x="2973474" y="1689611"/>
                  </a:lnTo>
                  <a:lnTo>
                    <a:pt x="2972517" y="1689189"/>
                  </a:lnTo>
                  <a:lnTo>
                    <a:pt x="2971321" y="169119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4"/>
            <p:cNvSpPr/>
            <p:nvPr/>
          </p:nvSpPr>
          <p:spPr>
            <a:xfrm>
              <a:off x="2120374" y="1323205"/>
              <a:ext cx="2972661" cy="1691481"/>
            </a:xfrm>
            <a:custGeom>
              <a:avLst/>
              <a:pathLst>
                <a:path w="2972661" h="1691481">
                  <a:moveTo>
                    <a:pt x="2971800" y="1691481"/>
                  </a:moveTo>
                  <a:lnTo>
                    <a:pt x="2972661" y="1690318"/>
                  </a:lnTo>
                  <a:lnTo>
                    <a:pt x="2971178" y="1689535"/>
                  </a:lnTo>
                  <a:lnTo>
                    <a:pt x="2970364" y="169043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5"/>
            <p:cNvSpPr/>
            <p:nvPr/>
          </p:nvSpPr>
          <p:spPr>
            <a:xfrm>
              <a:off x="2131497" y="1322991"/>
              <a:ext cx="2972995" cy="1691481"/>
            </a:xfrm>
            <a:custGeom>
              <a:avLst/>
              <a:pathLst>
                <a:path w="2972995" h="1691481">
                  <a:moveTo>
                    <a:pt x="2971799" y="1691481"/>
                  </a:moveTo>
                  <a:lnTo>
                    <a:pt x="2972995" y="1690911"/>
                  </a:lnTo>
                  <a:lnTo>
                    <a:pt x="2971417" y="168979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6"/>
            <p:cNvSpPr/>
            <p:nvPr/>
          </p:nvSpPr>
          <p:spPr>
            <a:xfrm>
              <a:off x="2206844" y="1221830"/>
              <a:ext cx="2973402" cy="1691481"/>
            </a:xfrm>
            <a:custGeom>
              <a:avLst/>
              <a:pathLst>
                <a:path w="2973402" h="1691481">
                  <a:moveTo>
                    <a:pt x="2971800" y="1691481"/>
                  </a:moveTo>
                  <a:lnTo>
                    <a:pt x="2973402" y="1690760"/>
                  </a:lnTo>
                  <a:lnTo>
                    <a:pt x="2972589" y="16902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7"/>
            <p:cNvSpPr/>
            <p:nvPr/>
          </p:nvSpPr>
          <p:spPr>
            <a:xfrm>
              <a:off x="2114729" y="1444373"/>
              <a:ext cx="2972541" cy="1693107"/>
            </a:xfrm>
            <a:custGeom>
              <a:avLst/>
              <a:pathLst>
                <a:path w="2972541" h="1693107">
                  <a:moveTo>
                    <a:pt x="2971800" y="1691481"/>
                  </a:moveTo>
                  <a:lnTo>
                    <a:pt x="2971704" y="1693107"/>
                  </a:lnTo>
                  <a:lnTo>
                    <a:pt x="2972541" y="16931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8"/>
            <p:cNvSpPr/>
            <p:nvPr/>
          </p:nvSpPr>
          <p:spPr>
            <a:xfrm>
              <a:off x="2254109" y="735682"/>
              <a:ext cx="2971943" cy="1691481"/>
            </a:xfrm>
            <a:custGeom>
              <a:avLst/>
              <a:pathLst>
                <a:path w="2971943" h="1691481">
                  <a:moveTo>
                    <a:pt x="2971799" y="1691481"/>
                  </a:moveTo>
                  <a:lnTo>
                    <a:pt x="2971943" y="1690419"/>
                  </a:lnTo>
                  <a:lnTo>
                    <a:pt x="2970532" y="16901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9"/>
            <p:cNvSpPr/>
            <p:nvPr/>
          </p:nvSpPr>
          <p:spPr>
            <a:xfrm>
              <a:off x="1892109" y="1507317"/>
              <a:ext cx="2972158" cy="1691481"/>
            </a:xfrm>
            <a:custGeom>
              <a:avLst/>
              <a:pathLst>
                <a:path w="2972158" h="1691481">
                  <a:moveTo>
                    <a:pt x="2971800" y="1691481"/>
                  </a:moveTo>
                  <a:lnTo>
                    <a:pt x="2972158" y="1689887"/>
                  </a:lnTo>
                  <a:lnTo>
                    <a:pt x="2970891" y="16901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100"/>
            <p:cNvSpPr/>
            <p:nvPr/>
          </p:nvSpPr>
          <p:spPr>
            <a:xfrm>
              <a:off x="2206102" y="1153190"/>
              <a:ext cx="2975005" cy="1692031"/>
            </a:xfrm>
            <a:custGeom>
              <a:avLst/>
              <a:pathLst>
                <a:path w="2975005" h="1692031">
                  <a:moveTo>
                    <a:pt x="2971799" y="1691481"/>
                  </a:moveTo>
                  <a:lnTo>
                    <a:pt x="2972732" y="1692031"/>
                  </a:lnTo>
                  <a:lnTo>
                    <a:pt x="2975005" y="1690702"/>
                  </a:lnTo>
                  <a:lnTo>
                    <a:pt x="2974670" y="1688161"/>
                  </a:lnTo>
                  <a:lnTo>
                    <a:pt x="2973163" y="1686285"/>
                  </a:lnTo>
                  <a:lnTo>
                    <a:pt x="2971728" y="1686010"/>
                  </a:lnTo>
                  <a:lnTo>
                    <a:pt x="2971393" y="1688390"/>
                  </a:lnTo>
                  <a:lnTo>
                    <a:pt x="2971584" y="169122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1"/>
            <p:cNvSpPr/>
            <p:nvPr/>
          </p:nvSpPr>
          <p:spPr>
            <a:xfrm>
              <a:off x="1872734" y="2118635"/>
              <a:ext cx="2976464" cy="1691769"/>
            </a:xfrm>
            <a:custGeom>
              <a:avLst/>
              <a:pathLst>
                <a:path w="2976464" h="1691769">
                  <a:moveTo>
                    <a:pt x="2971799" y="1691481"/>
                  </a:moveTo>
                  <a:lnTo>
                    <a:pt x="2973546" y="1689204"/>
                  </a:lnTo>
                  <a:lnTo>
                    <a:pt x="2974789" y="1688497"/>
                  </a:lnTo>
                  <a:lnTo>
                    <a:pt x="2972685" y="1691769"/>
                  </a:lnTo>
                  <a:lnTo>
                    <a:pt x="2975053" y="1689439"/>
                  </a:lnTo>
                  <a:lnTo>
                    <a:pt x="2976464" y="1686508"/>
                  </a:lnTo>
                  <a:lnTo>
                    <a:pt x="2976464" y="1684258"/>
                  </a:lnTo>
                  <a:lnTo>
                    <a:pt x="2975220" y="1683604"/>
                  </a:lnTo>
                  <a:lnTo>
                    <a:pt x="2975196" y="1686534"/>
                  </a:lnTo>
                  <a:lnTo>
                    <a:pt x="2972876" y="168925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2"/>
            <p:cNvSpPr/>
            <p:nvPr/>
          </p:nvSpPr>
          <p:spPr>
            <a:xfrm>
              <a:off x="2214450" y="1144244"/>
              <a:ext cx="2971800" cy="1692281"/>
            </a:xfrm>
            <a:custGeom>
              <a:avLst/>
              <a:pathLst>
                <a:path w="2971800" h="1692281">
                  <a:moveTo>
                    <a:pt x="2971800" y="1691481"/>
                  </a:moveTo>
                  <a:lnTo>
                    <a:pt x="2971417" y="1690567"/>
                  </a:lnTo>
                  <a:lnTo>
                    <a:pt x="2969934" y="1691184"/>
                  </a:lnTo>
                  <a:lnTo>
                    <a:pt x="2970245" y="16922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3"/>
            <p:cNvSpPr/>
            <p:nvPr/>
          </p:nvSpPr>
          <p:spPr>
            <a:xfrm>
              <a:off x="2227104" y="1153488"/>
              <a:ext cx="2972589" cy="1691481"/>
            </a:xfrm>
            <a:custGeom>
              <a:avLst/>
              <a:pathLst>
                <a:path w="2972589" h="1691481">
                  <a:moveTo>
                    <a:pt x="2971800" y="1691481"/>
                  </a:moveTo>
                  <a:lnTo>
                    <a:pt x="2972589" y="1689031"/>
                  </a:lnTo>
                  <a:lnTo>
                    <a:pt x="2971297" y="1689122"/>
                  </a:lnTo>
                  <a:lnTo>
                    <a:pt x="2970891" y="16910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4"/>
            <p:cNvSpPr/>
            <p:nvPr/>
          </p:nvSpPr>
          <p:spPr>
            <a:xfrm>
              <a:off x="2117049" y="1432008"/>
              <a:ext cx="2974048" cy="1693540"/>
            </a:xfrm>
            <a:custGeom>
              <a:avLst/>
              <a:pathLst>
                <a:path w="2974048" h="1693540">
                  <a:moveTo>
                    <a:pt x="2971800" y="1691481"/>
                  </a:moveTo>
                  <a:lnTo>
                    <a:pt x="2973785" y="1693540"/>
                  </a:lnTo>
                  <a:lnTo>
                    <a:pt x="2974048" y="1691723"/>
                  </a:lnTo>
                  <a:lnTo>
                    <a:pt x="2972924" y="169106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5"/>
            <p:cNvSpPr/>
            <p:nvPr/>
          </p:nvSpPr>
          <p:spPr>
            <a:xfrm>
              <a:off x="1890482" y="1509083"/>
              <a:ext cx="2972565" cy="1691481"/>
            </a:xfrm>
            <a:custGeom>
              <a:avLst/>
              <a:pathLst>
                <a:path w="2972565" h="1691481">
                  <a:moveTo>
                    <a:pt x="2971800" y="1691481"/>
                  </a:moveTo>
                  <a:lnTo>
                    <a:pt x="2972565" y="1690230"/>
                  </a:lnTo>
                  <a:lnTo>
                    <a:pt x="2971632" y="16901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6"/>
            <p:cNvSpPr/>
            <p:nvPr/>
          </p:nvSpPr>
          <p:spPr>
            <a:xfrm>
              <a:off x="2175653" y="1263592"/>
              <a:ext cx="2973378" cy="1693006"/>
            </a:xfrm>
            <a:custGeom>
              <a:avLst/>
              <a:pathLst>
                <a:path w="2973378" h="1693006">
                  <a:moveTo>
                    <a:pt x="2971799" y="1691481"/>
                  </a:moveTo>
                  <a:lnTo>
                    <a:pt x="2971799" y="1692232"/>
                  </a:lnTo>
                  <a:lnTo>
                    <a:pt x="2973378" y="169300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7"/>
            <p:cNvSpPr/>
            <p:nvPr/>
          </p:nvSpPr>
          <p:spPr>
            <a:xfrm>
              <a:off x="2210049" y="1188073"/>
              <a:ext cx="2972852" cy="1692705"/>
            </a:xfrm>
            <a:custGeom>
              <a:avLst/>
              <a:pathLst>
                <a:path w="2972852" h="1692705">
                  <a:moveTo>
                    <a:pt x="2971800" y="1691481"/>
                  </a:moveTo>
                  <a:lnTo>
                    <a:pt x="2972852" y="1692705"/>
                  </a:lnTo>
                  <a:lnTo>
                    <a:pt x="2972756" y="169129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8"/>
            <p:cNvSpPr/>
            <p:nvPr/>
          </p:nvSpPr>
          <p:spPr>
            <a:xfrm>
              <a:off x="1867950" y="1513082"/>
              <a:ext cx="2974168" cy="1691481"/>
            </a:xfrm>
            <a:custGeom>
              <a:avLst/>
              <a:pathLst>
                <a:path w="2974168" h="1691481">
                  <a:moveTo>
                    <a:pt x="2971800" y="1691481"/>
                  </a:moveTo>
                  <a:lnTo>
                    <a:pt x="2972541" y="1690499"/>
                  </a:lnTo>
                  <a:lnTo>
                    <a:pt x="2974168" y="1690180"/>
                  </a:lnTo>
                  <a:lnTo>
                    <a:pt x="2972756" y="1689493"/>
                  </a:lnTo>
                  <a:lnTo>
                    <a:pt x="2971560" y="168983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9"/>
            <p:cNvSpPr/>
            <p:nvPr/>
          </p:nvSpPr>
          <p:spPr>
            <a:xfrm>
              <a:off x="2135563" y="1307324"/>
              <a:ext cx="2973259" cy="1691481"/>
            </a:xfrm>
            <a:custGeom>
              <a:avLst/>
              <a:pathLst>
                <a:path w="2973259" h="1691481">
                  <a:moveTo>
                    <a:pt x="2971800" y="1691481"/>
                  </a:moveTo>
                  <a:lnTo>
                    <a:pt x="2973067" y="1691055"/>
                  </a:lnTo>
                  <a:lnTo>
                    <a:pt x="2973259" y="1690038"/>
                  </a:lnTo>
                  <a:lnTo>
                    <a:pt x="2971871" y="169027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10"/>
            <p:cNvSpPr/>
            <p:nvPr/>
          </p:nvSpPr>
          <p:spPr>
            <a:xfrm>
              <a:off x="2213398" y="1162820"/>
              <a:ext cx="2971800" cy="1693364"/>
            </a:xfrm>
            <a:custGeom>
              <a:avLst/>
              <a:pathLst>
                <a:path w="2971800" h="1693364">
                  <a:moveTo>
                    <a:pt x="2971800" y="1691481"/>
                  </a:moveTo>
                  <a:lnTo>
                    <a:pt x="2970747" y="1692055"/>
                  </a:lnTo>
                  <a:lnTo>
                    <a:pt x="2971465" y="16933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1"/>
            <p:cNvSpPr/>
            <p:nvPr/>
          </p:nvSpPr>
          <p:spPr>
            <a:xfrm>
              <a:off x="2121116" y="1344519"/>
              <a:ext cx="2974000" cy="1692101"/>
            </a:xfrm>
            <a:custGeom>
              <a:avLst/>
              <a:pathLst>
                <a:path w="2974000" h="1692101">
                  <a:moveTo>
                    <a:pt x="2971799" y="1691481"/>
                  </a:moveTo>
                  <a:lnTo>
                    <a:pt x="2972254" y="1692101"/>
                  </a:lnTo>
                  <a:lnTo>
                    <a:pt x="2974000" y="1692005"/>
                  </a:lnTo>
                  <a:lnTo>
                    <a:pt x="2973928" y="169069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2"/>
            <p:cNvSpPr/>
            <p:nvPr/>
          </p:nvSpPr>
          <p:spPr>
            <a:xfrm>
              <a:off x="2210264" y="1139469"/>
              <a:ext cx="2973474" cy="1691481"/>
            </a:xfrm>
            <a:custGeom>
              <a:avLst/>
              <a:pathLst>
                <a:path w="2973474" h="1691481">
                  <a:moveTo>
                    <a:pt x="2971800" y="1691481"/>
                  </a:moveTo>
                  <a:lnTo>
                    <a:pt x="2973474" y="1690568"/>
                  </a:lnTo>
                  <a:lnTo>
                    <a:pt x="2973019" y="1689176"/>
                  </a:lnTo>
                  <a:lnTo>
                    <a:pt x="2971178" y="1689472"/>
                  </a:lnTo>
                  <a:lnTo>
                    <a:pt x="2970388" y="16906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3"/>
            <p:cNvSpPr/>
            <p:nvPr/>
          </p:nvSpPr>
          <p:spPr>
            <a:xfrm>
              <a:off x="2209595" y="1147125"/>
              <a:ext cx="2972661" cy="1693700"/>
            </a:xfrm>
            <a:custGeom>
              <a:avLst/>
              <a:pathLst>
                <a:path w="2972661" h="1693700">
                  <a:moveTo>
                    <a:pt x="2971800" y="1691481"/>
                  </a:moveTo>
                  <a:lnTo>
                    <a:pt x="2970627" y="1692602"/>
                  </a:lnTo>
                  <a:lnTo>
                    <a:pt x="2972015" y="1693700"/>
                  </a:lnTo>
                  <a:lnTo>
                    <a:pt x="2972661" y="169184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4"/>
            <p:cNvSpPr/>
            <p:nvPr/>
          </p:nvSpPr>
          <p:spPr>
            <a:xfrm>
              <a:off x="1823460" y="2307641"/>
              <a:ext cx="2974766" cy="1692563"/>
            </a:xfrm>
            <a:custGeom>
              <a:avLst/>
              <a:pathLst>
                <a:path w="2974766" h="1692563">
                  <a:moveTo>
                    <a:pt x="2971800" y="1691481"/>
                  </a:moveTo>
                  <a:lnTo>
                    <a:pt x="2972493" y="1692563"/>
                  </a:lnTo>
                  <a:lnTo>
                    <a:pt x="2974407" y="1692272"/>
                  </a:lnTo>
                  <a:lnTo>
                    <a:pt x="2974766" y="1690690"/>
                  </a:lnTo>
                  <a:lnTo>
                    <a:pt x="2973211" y="168952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5"/>
            <p:cNvSpPr/>
            <p:nvPr/>
          </p:nvSpPr>
          <p:spPr>
            <a:xfrm>
              <a:off x="2204213" y="1092240"/>
              <a:ext cx="2984262" cy="1695954"/>
            </a:xfrm>
            <a:custGeom>
              <a:avLst/>
              <a:pathLst>
                <a:path w="2984262" h="1695954">
                  <a:moveTo>
                    <a:pt x="2971800" y="1691481"/>
                  </a:moveTo>
                  <a:lnTo>
                    <a:pt x="2971871" y="1692723"/>
                  </a:lnTo>
                  <a:lnTo>
                    <a:pt x="2973306" y="1694191"/>
                  </a:lnTo>
                  <a:lnTo>
                    <a:pt x="2976870" y="1694734"/>
                  </a:lnTo>
                  <a:lnTo>
                    <a:pt x="2980124" y="1694779"/>
                  </a:lnTo>
                  <a:lnTo>
                    <a:pt x="2983281" y="1695954"/>
                  </a:lnTo>
                  <a:lnTo>
                    <a:pt x="2984262" y="1693672"/>
                  </a:lnTo>
                  <a:lnTo>
                    <a:pt x="2984022" y="1693062"/>
                  </a:lnTo>
                  <a:lnTo>
                    <a:pt x="2981080" y="1692926"/>
                  </a:lnTo>
                  <a:lnTo>
                    <a:pt x="2977612" y="1692339"/>
                  </a:lnTo>
                  <a:lnTo>
                    <a:pt x="2973498" y="1690691"/>
                  </a:lnTo>
                  <a:lnTo>
                    <a:pt x="2971441" y="16905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6"/>
            <p:cNvSpPr/>
            <p:nvPr/>
          </p:nvSpPr>
          <p:spPr>
            <a:xfrm>
              <a:off x="1802721" y="1723133"/>
              <a:ext cx="2975531" cy="1692340"/>
            </a:xfrm>
            <a:custGeom>
              <a:avLst/>
              <a:pathLst>
                <a:path w="2975531" h="1692340">
                  <a:moveTo>
                    <a:pt x="2971800" y="1691481"/>
                  </a:moveTo>
                  <a:lnTo>
                    <a:pt x="2974646" y="1690268"/>
                  </a:lnTo>
                  <a:lnTo>
                    <a:pt x="2972684" y="1692340"/>
                  </a:lnTo>
                  <a:lnTo>
                    <a:pt x="2975531" y="1691026"/>
                  </a:lnTo>
                  <a:lnTo>
                    <a:pt x="2974861" y="1689611"/>
                  </a:lnTo>
                  <a:lnTo>
                    <a:pt x="2971369" y="169079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7"/>
            <p:cNvSpPr/>
            <p:nvPr/>
          </p:nvSpPr>
          <p:spPr>
            <a:xfrm>
              <a:off x="1894238" y="1488145"/>
              <a:ext cx="2971800" cy="1691481"/>
            </a:xfrm>
            <a:custGeom>
              <a:avLst/>
              <a:pathLst>
                <a:path w="2971800" h="1691481">
                  <a:moveTo>
                    <a:pt x="2971800" y="1691481"/>
                  </a:moveTo>
                  <a:lnTo>
                    <a:pt x="2971560" y="1690430"/>
                  </a:lnTo>
                  <a:lnTo>
                    <a:pt x="2970508" y="169069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8"/>
            <p:cNvSpPr/>
            <p:nvPr/>
          </p:nvSpPr>
          <p:spPr>
            <a:xfrm>
              <a:off x="2219402" y="1153717"/>
              <a:ext cx="2971800" cy="1691916"/>
            </a:xfrm>
            <a:custGeom>
              <a:avLst/>
              <a:pathLst>
                <a:path w="2971800" h="1691916">
                  <a:moveTo>
                    <a:pt x="2971800" y="1691481"/>
                  </a:moveTo>
                  <a:lnTo>
                    <a:pt x="2970651" y="1690473"/>
                  </a:lnTo>
                  <a:lnTo>
                    <a:pt x="2970340" y="1691252"/>
                  </a:lnTo>
                  <a:lnTo>
                    <a:pt x="2971465" y="16919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9"/>
            <p:cNvSpPr/>
            <p:nvPr/>
          </p:nvSpPr>
          <p:spPr>
            <a:xfrm>
              <a:off x="1908614" y="1506238"/>
              <a:ext cx="2973330" cy="1691481"/>
            </a:xfrm>
            <a:custGeom>
              <a:avLst/>
              <a:pathLst>
                <a:path w="2973330" h="1691481">
                  <a:moveTo>
                    <a:pt x="2971800" y="1691481"/>
                  </a:moveTo>
                  <a:lnTo>
                    <a:pt x="2973330" y="1691089"/>
                  </a:lnTo>
                  <a:lnTo>
                    <a:pt x="2971441" y="169045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20"/>
            <p:cNvSpPr/>
            <p:nvPr/>
          </p:nvSpPr>
          <p:spPr>
            <a:xfrm>
              <a:off x="2045243" y="1806849"/>
              <a:ext cx="2976871" cy="1694901"/>
            </a:xfrm>
            <a:custGeom>
              <a:avLst/>
              <a:pathLst>
                <a:path w="2976871" h="1694901">
                  <a:moveTo>
                    <a:pt x="2971800" y="1691481"/>
                  </a:moveTo>
                  <a:lnTo>
                    <a:pt x="2971967" y="1694314"/>
                  </a:lnTo>
                  <a:lnTo>
                    <a:pt x="2972517" y="1694901"/>
                  </a:lnTo>
                  <a:lnTo>
                    <a:pt x="2976440" y="1694620"/>
                  </a:lnTo>
                  <a:lnTo>
                    <a:pt x="2972445" y="1693752"/>
                  </a:lnTo>
                  <a:lnTo>
                    <a:pt x="2972278" y="1690920"/>
                  </a:lnTo>
                  <a:lnTo>
                    <a:pt x="2973211" y="1689924"/>
                  </a:lnTo>
                  <a:lnTo>
                    <a:pt x="2974766" y="1692093"/>
                  </a:lnTo>
                  <a:lnTo>
                    <a:pt x="2976871" y="1692527"/>
                  </a:lnTo>
                  <a:lnTo>
                    <a:pt x="2974694" y="1691277"/>
                  </a:lnTo>
                  <a:lnTo>
                    <a:pt x="2973354" y="1689389"/>
                  </a:lnTo>
                  <a:lnTo>
                    <a:pt x="2972063" y="16897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1"/>
            <p:cNvSpPr/>
            <p:nvPr/>
          </p:nvSpPr>
          <p:spPr>
            <a:xfrm>
              <a:off x="2214498" y="1345496"/>
              <a:ext cx="2972804" cy="1692101"/>
            </a:xfrm>
            <a:custGeom>
              <a:avLst/>
              <a:pathLst>
                <a:path w="2972804" h="1692101">
                  <a:moveTo>
                    <a:pt x="2971800" y="1691481"/>
                  </a:moveTo>
                  <a:lnTo>
                    <a:pt x="2972589" y="1692101"/>
                  </a:lnTo>
                  <a:lnTo>
                    <a:pt x="2972804" y="169083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2"/>
            <p:cNvSpPr/>
            <p:nvPr/>
          </p:nvSpPr>
          <p:spPr>
            <a:xfrm>
              <a:off x="2140084" y="1293617"/>
              <a:ext cx="2972302" cy="1691646"/>
            </a:xfrm>
            <a:custGeom>
              <a:avLst/>
              <a:pathLst>
                <a:path w="2972302" h="1691646">
                  <a:moveTo>
                    <a:pt x="2971800" y="1691481"/>
                  </a:moveTo>
                  <a:lnTo>
                    <a:pt x="2971393" y="1691646"/>
                  </a:lnTo>
                  <a:lnTo>
                    <a:pt x="2972302" y="1691505"/>
                  </a:lnTo>
                  <a:lnTo>
                    <a:pt x="2972230" y="169129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3"/>
            <p:cNvSpPr/>
            <p:nvPr/>
          </p:nvSpPr>
          <p:spPr>
            <a:xfrm>
              <a:off x="2172687" y="868832"/>
              <a:ext cx="2971799" cy="1691481"/>
            </a:xfrm>
            <a:custGeom>
              <a:avLst/>
              <a:pathLst>
                <a:path w="2971799" h="1691481">
                  <a:moveTo>
                    <a:pt x="2971799" y="1691481"/>
                  </a:moveTo>
                  <a:lnTo>
                    <a:pt x="2971345" y="1690800"/>
                  </a:lnTo>
                  <a:lnTo>
                    <a:pt x="2970269" y="169141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4"/>
            <p:cNvSpPr/>
            <p:nvPr/>
          </p:nvSpPr>
          <p:spPr>
            <a:xfrm>
              <a:off x="1907202" y="1506753"/>
              <a:ext cx="2972493" cy="1691481"/>
            </a:xfrm>
            <a:custGeom>
              <a:avLst/>
              <a:pathLst>
                <a:path w="2972493" h="1691481">
                  <a:moveTo>
                    <a:pt x="2971799" y="1691481"/>
                  </a:moveTo>
                  <a:lnTo>
                    <a:pt x="2972493" y="1690353"/>
                  </a:lnTo>
                  <a:lnTo>
                    <a:pt x="2970651" y="169101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5"/>
            <p:cNvSpPr/>
            <p:nvPr/>
          </p:nvSpPr>
          <p:spPr>
            <a:xfrm>
              <a:off x="2124943" y="1301813"/>
              <a:ext cx="2974048" cy="1692072"/>
            </a:xfrm>
            <a:custGeom>
              <a:avLst/>
              <a:pathLst>
                <a:path w="2974048" h="1692072">
                  <a:moveTo>
                    <a:pt x="2971799" y="1691481"/>
                  </a:moveTo>
                  <a:lnTo>
                    <a:pt x="2972421" y="1692072"/>
                  </a:lnTo>
                  <a:lnTo>
                    <a:pt x="2974048" y="1691339"/>
                  </a:lnTo>
                  <a:lnTo>
                    <a:pt x="2973187" y="16907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6"/>
            <p:cNvSpPr/>
            <p:nvPr/>
          </p:nvSpPr>
          <p:spPr>
            <a:xfrm>
              <a:off x="2241432" y="1145913"/>
              <a:ext cx="2972613" cy="1691893"/>
            </a:xfrm>
            <a:custGeom>
              <a:avLst/>
              <a:pathLst>
                <a:path w="2972613" h="1691893">
                  <a:moveTo>
                    <a:pt x="2971800" y="1691481"/>
                  </a:moveTo>
                  <a:lnTo>
                    <a:pt x="2972613" y="1691893"/>
                  </a:lnTo>
                  <a:lnTo>
                    <a:pt x="2972493" y="1691710"/>
                  </a:lnTo>
                  <a:lnTo>
                    <a:pt x="2972206" y="169161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7"/>
            <p:cNvSpPr/>
            <p:nvPr/>
          </p:nvSpPr>
          <p:spPr>
            <a:xfrm>
              <a:off x="2191248" y="1475739"/>
              <a:ext cx="2973617" cy="1693482"/>
            </a:xfrm>
            <a:custGeom>
              <a:avLst/>
              <a:pathLst>
                <a:path w="2973617" h="1693482">
                  <a:moveTo>
                    <a:pt x="2971800" y="1691481"/>
                  </a:moveTo>
                  <a:lnTo>
                    <a:pt x="2972063" y="1692945"/>
                  </a:lnTo>
                  <a:lnTo>
                    <a:pt x="2973570" y="1693482"/>
                  </a:lnTo>
                  <a:lnTo>
                    <a:pt x="2973617" y="16915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8"/>
            <p:cNvSpPr/>
            <p:nvPr/>
          </p:nvSpPr>
          <p:spPr>
            <a:xfrm>
              <a:off x="2223085" y="1164382"/>
              <a:ext cx="2972326" cy="1691481"/>
            </a:xfrm>
            <a:custGeom>
              <a:avLst/>
              <a:pathLst>
                <a:path w="2972326" h="1691481">
                  <a:moveTo>
                    <a:pt x="2971800" y="1691481"/>
                  </a:moveTo>
                  <a:lnTo>
                    <a:pt x="2972326" y="1690402"/>
                  </a:lnTo>
                  <a:lnTo>
                    <a:pt x="2970651" y="1690172"/>
                  </a:lnTo>
                  <a:lnTo>
                    <a:pt x="2970006" y="1688795"/>
                  </a:lnTo>
                  <a:lnTo>
                    <a:pt x="2968905" y="1689369"/>
                  </a:lnTo>
                  <a:lnTo>
                    <a:pt x="2970388" y="16911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9"/>
            <p:cNvSpPr/>
            <p:nvPr/>
          </p:nvSpPr>
          <p:spPr>
            <a:xfrm>
              <a:off x="2192899" y="1501802"/>
              <a:ext cx="2975459" cy="1695525"/>
            </a:xfrm>
            <a:custGeom>
              <a:avLst/>
              <a:pathLst>
                <a:path w="2975459" h="1695525">
                  <a:moveTo>
                    <a:pt x="2971800" y="1691481"/>
                  </a:moveTo>
                  <a:lnTo>
                    <a:pt x="2971680" y="1693172"/>
                  </a:lnTo>
                  <a:lnTo>
                    <a:pt x="2972708" y="1694348"/>
                  </a:lnTo>
                  <a:lnTo>
                    <a:pt x="2975053" y="1695525"/>
                  </a:lnTo>
                  <a:lnTo>
                    <a:pt x="2975459" y="1694324"/>
                  </a:lnTo>
                  <a:lnTo>
                    <a:pt x="2974311" y="1693686"/>
                  </a:lnTo>
                  <a:lnTo>
                    <a:pt x="2974335" y="16916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30"/>
            <p:cNvSpPr/>
            <p:nvPr/>
          </p:nvSpPr>
          <p:spPr>
            <a:xfrm>
              <a:off x="2256979" y="753421"/>
              <a:ext cx="2973546" cy="1691481"/>
            </a:xfrm>
            <a:custGeom>
              <a:avLst/>
              <a:pathLst>
                <a:path w="2973546" h="1691481">
                  <a:moveTo>
                    <a:pt x="2971799" y="1691481"/>
                  </a:moveTo>
                  <a:lnTo>
                    <a:pt x="2973546" y="1690085"/>
                  </a:lnTo>
                  <a:lnTo>
                    <a:pt x="2973354" y="1689161"/>
                  </a:lnTo>
                  <a:lnTo>
                    <a:pt x="2971225" y="1688545"/>
                  </a:lnTo>
                  <a:lnTo>
                    <a:pt x="2971154" y="16908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1"/>
            <p:cNvSpPr/>
            <p:nvPr/>
          </p:nvSpPr>
          <p:spPr>
            <a:xfrm>
              <a:off x="1832956" y="2303473"/>
              <a:ext cx="2973761" cy="1691481"/>
            </a:xfrm>
            <a:custGeom>
              <a:avLst/>
              <a:pathLst>
                <a:path w="2973761" h="1691481">
                  <a:moveTo>
                    <a:pt x="2971799" y="1691481"/>
                  </a:moveTo>
                  <a:lnTo>
                    <a:pt x="2973761" y="1691296"/>
                  </a:lnTo>
                  <a:lnTo>
                    <a:pt x="2973593" y="1690109"/>
                  </a:lnTo>
                  <a:lnTo>
                    <a:pt x="2972278" y="16898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2"/>
            <p:cNvSpPr/>
            <p:nvPr/>
          </p:nvSpPr>
          <p:spPr>
            <a:xfrm>
              <a:off x="2008789" y="1559913"/>
              <a:ext cx="2978186" cy="1699843"/>
            </a:xfrm>
            <a:custGeom>
              <a:avLst/>
              <a:pathLst>
                <a:path w="2978186" h="1699843">
                  <a:moveTo>
                    <a:pt x="2971800" y="1691481"/>
                  </a:moveTo>
                  <a:lnTo>
                    <a:pt x="2971465" y="1692421"/>
                  </a:lnTo>
                  <a:lnTo>
                    <a:pt x="2975794" y="1692965"/>
                  </a:lnTo>
                  <a:lnTo>
                    <a:pt x="2976464" y="1695388"/>
                  </a:lnTo>
                  <a:lnTo>
                    <a:pt x="2974885" y="1697813"/>
                  </a:lnTo>
                  <a:lnTo>
                    <a:pt x="2971010" y="1699026"/>
                  </a:lnTo>
                  <a:lnTo>
                    <a:pt x="2972828" y="1699843"/>
                  </a:lnTo>
                  <a:lnTo>
                    <a:pt x="2975411" y="1699570"/>
                  </a:lnTo>
                  <a:lnTo>
                    <a:pt x="2977062" y="1698209"/>
                  </a:lnTo>
                  <a:lnTo>
                    <a:pt x="2978186" y="1695685"/>
                  </a:lnTo>
                  <a:lnTo>
                    <a:pt x="2977851" y="1693459"/>
                  </a:lnTo>
                  <a:lnTo>
                    <a:pt x="2976320" y="1691308"/>
                  </a:lnTo>
                  <a:lnTo>
                    <a:pt x="2973761" y="16910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3"/>
            <p:cNvSpPr/>
            <p:nvPr/>
          </p:nvSpPr>
          <p:spPr>
            <a:xfrm>
              <a:off x="1813246" y="1762021"/>
              <a:ext cx="2975005" cy="1691481"/>
            </a:xfrm>
            <a:custGeom>
              <a:avLst/>
              <a:pathLst>
                <a:path w="2975005" h="1691481">
                  <a:moveTo>
                    <a:pt x="2971800" y="1691481"/>
                  </a:moveTo>
                  <a:lnTo>
                    <a:pt x="2973570" y="1691481"/>
                  </a:lnTo>
                  <a:lnTo>
                    <a:pt x="2975005" y="1690288"/>
                  </a:lnTo>
                  <a:lnTo>
                    <a:pt x="2974861" y="1688638"/>
                  </a:lnTo>
                  <a:lnTo>
                    <a:pt x="2973665" y="1688105"/>
                  </a:lnTo>
                  <a:lnTo>
                    <a:pt x="2971106" y="1689196"/>
                  </a:lnTo>
                  <a:lnTo>
                    <a:pt x="2973952" y="1689145"/>
                  </a:lnTo>
                  <a:lnTo>
                    <a:pt x="2973976" y="169046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h134"/>
            <p:cNvSpPr/>
            <p:nvPr/>
          </p:nvSpPr>
          <p:spPr>
            <a:xfrm>
              <a:off x="1863381" y="1512371"/>
              <a:ext cx="2972589" cy="1691481"/>
            </a:xfrm>
            <a:custGeom>
              <a:avLst/>
              <a:pathLst>
                <a:path w="2972589" h="1691481">
                  <a:moveTo>
                    <a:pt x="2971799" y="1691481"/>
                  </a:moveTo>
                  <a:lnTo>
                    <a:pt x="2972589" y="1689935"/>
                  </a:lnTo>
                  <a:lnTo>
                    <a:pt x="2971106" y="16905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h135"/>
            <p:cNvSpPr/>
            <p:nvPr/>
          </p:nvSpPr>
          <p:spPr>
            <a:xfrm>
              <a:off x="2215694" y="1351006"/>
              <a:ext cx="2972756" cy="1692985"/>
            </a:xfrm>
            <a:custGeom>
              <a:avLst/>
              <a:pathLst>
                <a:path w="2972756" h="1692985">
                  <a:moveTo>
                    <a:pt x="2971800" y="1691481"/>
                  </a:moveTo>
                  <a:lnTo>
                    <a:pt x="2972302" y="1692985"/>
                  </a:lnTo>
                  <a:lnTo>
                    <a:pt x="2972756" y="16916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h136"/>
            <p:cNvSpPr/>
            <p:nvPr/>
          </p:nvSpPr>
          <p:spPr>
            <a:xfrm>
              <a:off x="2229544" y="1154106"/>
              <a:ext cx="2971967" cy="1691870"/>
            </a:xfrm>
            <a:custGeom>
              <a:avLst/>
              <a:pathLst>
                <a:path w="2971967" h="1691870">
                  <a:moveTo>
                    <a:pt x="2971800" y="1691481"/>
                  </a:moveTo>
                  <a:lnTo>
                    <a:pt x="2971560" y="1691504"/>
                  </a:lnTo>
                  <a:lnTo>
                    <a:pt x="2971512" y="1691710"/>
                  </a:lnTo>
                  <a:lnTo>
                    <a:pt x="2971560" y="1691870"/>
                  </a:lnTo>
                  <a:lnTo>
                    <a:pt x="2971967" y="169168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h137"/>
            <p:cNvSpPr/>
            <p:nvPr/>
          </p:nvSpPr>
          <p:spPr>
            <a:xfrm>
              <a:off x="1809945" y="1759431"/>
              <a:ext cx="2973402" cy="1695874"/>
            </a:xfrm>
            <a:custGeom>
              <a:avLst/>
              <a:pathLst>
                <a:path w="2973402" h="1695874">
                  <a:moveTo>
                    <a:pt x="2971800" y="1691481"/>
                  </a:moveTo>
                  <a:lnTo>
                    <a:pt x="2969025" y="1693588"/>
                  </a:lnTo>
                  <a:lnTo>
                    <a:pt x="2968642" y="1695594"/>
                  </a:lnTo>
                  <a:lnTo>
                    <a:pt x="2970316" y="1695874"/>
                  </a:lnTo>
                  <a:lnTo>
                    <a:pt x="2973402" y="1693461"/>
                  </a:lnTo>
                  <a:lnTo>
                    <a:pt x="2970149" y="1694934"/>
                  </a:lnTo>
                  <a:lnTo>
                    <a:pt x="2969838" y="1694020"/>
                  </a:lnTo>
                  <a:lnTo>
                    <a:pt x="2973043" y="169120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h138"/>
            <p:cNvSpPr/>
            <p:nvPr/>
          </p:nvSpPr>
          <p:spPr>
            <a:xfrm>
              <a:off x="1897228" y="2141553"/>
              <a:ext cx="2997370" cy="1694626"/>
            </a:xfrm>
            <a:custGeom>
              <a:avLst/>
              <a:pathLst>
                <a:path w="2997370" h="1694626">
                  <a:moveTo>
                    <a:pt x="2971800" y="1691481"/>
                  </a:moveTo>
                  <a:lnTo>
                    <a:pt x="2972685" y="1693263"/>
                  </a:lnTo>
                  <a:lnTo>
                    <a:pt x="2975316" y="1694626"/>
                  </a:lnTo>
                  <a:lnTo>
                    <a:pt x="2978090" y="1694548"/>
                  </a:lnTo>
                  <a:lnTo>
                    <a:pt x="2981918" y="1693499"/>
                  </a:lnTo>
                  <a:lnTo>
                    <a:pt x="2987060" y="1691035"/>
                  </a:lnTo>
                  <a:lnTo>
                    <a:pt x="2990122" y="1690092"/>
                  </a:lnTo>
                  <a:lnTo>
                    <a:pt x="2991629" y="1688127"/>
                  </a:lnTo>
                  <a:lnTo>
                    <a:pt x="2992107" y="1684485"/>
                  </a:lnTo>
                  <a:lnTo>
                    <a:pt x="2993830" y="1682310"/>
                  </a:lnTo>
                  <a:lnTo>
                    <a:pt x="2996796" y="1680215"/>
                  </a:lnTo>
                  <a:lnTo>
                    <a:pt x="2997370" y="1678931"/>
                  </a:lnTo>
                  <a:lnTo>
                    <a:pt x="2996796" y="1676522"/>
                  </a:lnTo>
                  <a:lnTo>
                    <a:pt x="2995671" y="1675605"/>
                  </a:lnTo>
                  <a:lnTo>
                    <a:pt x="2994164" y="1675500"/>
                  </a:lnTo>
                  <a:lnTo>
                    <a:pt x="2991916" y="1676208"/>
                  </a:lnTo>
                  <a:lnTo>
                    <a:pt x="2986223" y="1679848"/>
                  </a:lnTo>
                  <a:lnTo>
                    <a:pt x="2984022" y="1683541"/>
                  </a:lnTo>
                  <a:lnTo>
                    <a:pt x="2979502" y="1686450"/>
                  </a:lnTo>
                  <a:lnTo>
                    <a:pt x="2976942" y="1688703"/>
                  </a:lnTo>
                  <a:lnTo>
                    <a:pt x="2972756" y="16900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h139"/>
            <p:cNvSpPr/>
            <p:nvPr/>
          </p:nvSpPr>
          <p:spPr>
            <a:xfrm>
              <a:off x="2222894" y="1158347"/>
              <a:ext cx="2974144" cy="1691963"/>
            </a:xfrm>
            <a:custGeom>
              <a:avLst/>
              <a:pathLst>
                <a:path w="2974144" h="1691963">
                  <a:moveTo>
                    <a:pt x="2971800" y="1691481"/>
                  </a:moveTo>
                  <a:lnTo>
                    <a:pt x="2972804" y="1691963"/>
                  </a:lnTo>
                  <a:lnTo>
                    <a:pt x="2974144" y="1691481"/>
                  </a:lnTo>
                  <a:lnTo>
                    <a:pt x="2974144" y="1690495"/>
                  </a:lnTo>
                  <a:lnTo>
                    <a:pt x="2972517" y="16904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h140"/>
            <p:cNvSpPr/>
            <p:nvPr/>
          </p:nvSpPr>
          <p:spPr>
            <a:xfrm>
              <a:off x="2222176" y="1140268"/>
              <a:ext cx="2973785" cy="1692920"/>
            </a:xfrm>
            <a:custGeom>
              <a:avLst/>
              <a:pathLst>
                <a:path w="2973785" h="1692920">
                  <a:moveTo>
                    <a:pt x="2971799" y="1691481"/>
                  </a:moveTo>
                  <a:lnTo>
                    <a:pt x="2971393" y="1692920"/>
                  </a:lnTo>
                  <a:lnTo>
                    <a:pt x="2973785" y="1692349"/>
                  </a:lnTo>
                  <a:lnTo>
                    <a:pt x="2973187" y="16914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h141"/>
            <p:cNvSpPr/>
            <p:nvPr/>
          </p:nvSpPr>
          <p:spPr>
            <a:xfrm>
              <a:off x="1900337" y="2085632"/>
              <a:ext cx="2975029" cy="1695426"/>
            </a:xfrm>
            <a:custGeom>
              <a:avLst/>
              <a:pathLst>
                <a:path w="2975029" h="1695426">
                  <a:moveTo>
                    <a:pt x="2971800" y="1691481"/>
                  </a:moveTo>
                  <a:lnTo>
                    <a:pt x="2973211" y="1693075"/>
                  </a:lnTo>
                  <a:lnTo>
                    <a:pt x="2974072" y="1695426"/>
                  </a:lnTo>
                  <a:lnTo>
                    <a:pt x="2975029" y="1693989"/>
                  </a:lnTo>
                  <a:lnTo>
                    <a:pt x="2974287" y="1692761"/>
                  </a:lnTo>
                  <a:lnTo>
                    <a:pt x="2972302" y="16912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h142"/>
            <p:cNvSpPr/>
            <p:nvPr/>
          </p:nvSpPr>
          <p:spPr>
            <a:xfrm>
              <a:off x="2139510" y="1304580"/>
              <a:ext cx="2973019" cy="1691481"/>
            </a:xfrm>
            <a:custGeom>
              <a:avLst/>
              <a:pathLst>
                <a:path w="2973019" h="1691481">
                  <a:moveTo>
                    <a:pt x="2971799" y="1691481"/>
                  </a:moveTo>
                  <a:lnTo>
                    <a:pt x="2973019" y="1690559"/>
                  </a:lnTo>
                  <a:lnTo>
                    <a:pt x="2972493" y="1689093"/>
                  </a:lnTo>
                  <a:lnTo>
                    <a:pt x="2971106" y="169067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h143"/>
            <p:cNvSpPr/>
            <p:nvPr/>
          </p:nvSpPr>
          <p:spPr>
            <a:xfrm>
              <a:off x="2242245" y="1121515"/>
              <a:ext cx="2972517" cy="1691481"/>
            </a:xfrm>
            <a:custGeom>
              <a:avLst/>
              <a:pathLst>
                <a:path w="2972517" h="1691481">
                  <a:moveTo>
                    <a:pt x="2971799" y="1691481"/>
                  </a:moveTo>
                  <a:lnTo>
                    <a:pt x="2972517" y="1690503"/>
                  </a:lnTo>
                  <a:lnTo>
                    <a:pt x="2971704" y="1689912"/>
                  </a:lnTo>
                  <a:lnTo>
                    <a:pt x="2970867" y="169061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h144"/>
            <p:cNvSpPr/>
            <p:nvPr/>
          </p:nvSpPr>
          <p:spPr>
            <a:xfrm>
              <a:off x="1899524" y="2087069"/>
              <a:ext cx="2973976" cy="1693571"/>
            </a:xfrm>
            <a:custGeom>
              <a:avLst/>
              <a:pathLst>
                <a:path w="2973976" h="1693571">
                  <a:moveTo>
                    <a:pt x="2971800" y="1691481"/>
                  </a:moveTo>
                  <a:lnTo>
                    <a:pt x="2972541" y="1693571"/>
                  </a:lnTo>
                  <a:lnTo>
                    <a:pt x="2973976" y="1693336"/>
                  </a:lnTo>
                  <a:lnTo>
                    <a:pt x="2972637" y="169142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h145"/>
            <p:cNvSpPr/>
            <p:nvPr/>
          </p:nvSpPr>
          <p:spPr>
            <a:xfrm>
              <a:off x="2176896" y="1243320"/>
              <a:ext cx="2973904" cy="1691481"/>
            </a:xfrm>
            <a:custGeom>
              <a:avLst/>
              <a:pathLst>
                <a:path w="2973904" h="1691481">
                  <a:moveTo>
                    <a:pt x="2971800" y="1691481"/>
                  </a:moveTo>
                  <a:lnTo>
                    <a:pt x="2973904" y="1690407"/>
                  </a:lnTo>
                  <a:lnTo>
                    <a:pt x="2972661" y="1689309"/>
                  </a:lnTo>
                  <a:lnTo>
                    <a:pt x="2970675" y="1689402"/>
                  </a:lnTo>
                  <a:lnTo>
                    <a:pt x="2969455" y="169096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h146"/>
            <p:cNvSpPr/>
            <p:nvPr/>
          </p:nvSpPr>
          <p:spPr>
            <a:xfrm>
              <a:off x="1710487" y="1549167"/>
              <a:ext cx="2973976" cy="1691481"/>
            </a:xfrm>
            <a:custGeom>
              <a:avLst/>
              <a:pathLst>
                <a:path w="2973976" h="1691481">
                  <a:moveTo>
                    <a:pt x="2971799" y="1691481"/>
                  </a:moveTo>
                  <a:lnTo>
                    <a:pt x="2972732" y="1691037"/>
                  </a:lnTo>
                  <a:lnTo>
                    <a:pt x="2972948" y="1691358"/>
                  </a:lnTo>
                  <a:lnTo>
                    <a:pt x="2973976" y="1690321"/>
                  </a:lnTo>
                  <a:lnTo>
                    <a:pt x="2973761" y="1689161"/>
                  </a:lnTo>
                  <a:lnTo>
                    <a:pt x="2971967" y="1689605"/>
                  </a:lnTo>
                  <a:lnTo>
                    <a:pt x="2971823" y="169076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h147"/>
            <p:cNvSpPr/>
            <p:nvPr/>
          </p:nvSpPr>
          <p:spPr>
            <a:xfrm>
              <a:off x="1761627" y="1564043"/>
              <a:ext cx="2973067" cy="1691506"/>
            </a:xfrm>
            <a:custGeom>
              <a:avLst/>
              <a:pathLst>
                <a:path w="2973067" h="1691506">
                  <a:moveTo>
                    <a:pt x="2971800" y="1691481"/>
                  </a:moveTo>
                  <a:lnTo>
                    <a:pt x="2973067" y="1691506"/>
                  </a:lnTo>
                  <a:lnTo>
                    <a:pt x="2972158" y="169007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h148"/>
            <p:cNvSpPr/>
            <p:nvPr/>
          </p:nvSpPr>
          <p:spPr>
            <a:xfrm>
              <a:off x="1822574" y="1756437"/>
              <a:ext cx="2975746" cy="1692242"/>
            </a:xfrm>
            <a:custGeom>
              <a:avLst/>
              <a:pathLst>
                <a:path w="2975746" h="1692242">
                  <a:moveTo>
                    <a:pt x="2971799" y="1691481"/>
                  </a:moveTo>
                  <a:lnTo>
                    <a:pt x="2972876" y="1692242"/>
                  </a:lnTo>
                  <a:lnTo>
                    <a:pt x="2975746" y="1691481"/>
                  </a:lnTo>
                  <a:lnTo>
                    <a:pt x="2975698" y="1690339"/>
                  </a:lnTo>
                  <a:lnTo>
                    <a:pt x="2974622" y="1689857"/>
                  </a:lnTo>
                  <a:lnTo>
                    <a:pt x="2972900" y="16902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h149"/>
            <p:cNvSpPr/>
            <p:nvPr/>
          </p:nvSpPr>
          <p:spPr>
            <a:xfrm>
              <a:off x="1813437" y="1750729"/>
              <a:ext cx="2973641" cy="1691481"/>
            </a:xfrm>
            <a:custGeom>
              <a:avLst/>
              <a:pathLst>
                <a:path w="2973641" h="1691481">
                  <a:moveTo>
                    <a:pt x="2971800" y="1691481"/>
                  </a:moveTo>
                  <a:lnTo>
                    <a:pt x="2972876" y="1690720"/>
                  </a:lnTo>
                  <a:lnTo>
                    <a:pt x="2973641" y="1688515"/>
                  </a:lnTo>
                  <a:lnTo>
                    <a:pt x="2972589" y="1687374"/>
                  </a:lnTo>
                  <a:lnTo>
                    <a:pt x="2972828" y="16896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h150"/>
            <p:cNvSpPr/>
            <p:nvPr/>
          </p:nvSpPr>
          <p:spPr>
            <a:xfrm>
              <a:off x="2163382" y="792090"/>
              <a:ext cx="2973235" cy="1691481"/>
            </a:xfrm>
            <a:custGeom>
              <a:avLst/>
              <a:pathLst>
                <a:path w="2973235" h="1691481">
                  <a:moveTo>
                    <a:pt x="2971799" y="1691481"/>
                  </a:moveTo>
                  <a:lnTo>
                    <a:pt x="2973235" y="1691107"/>
                  </a:lnTo>
                  <a:lnTo>
                    <a:pt x="2971489" y="168931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h151"/>
            <p:cNvSpPr/>
            <p:nvPr/>
          </p:nvSpPr>
          <p:spPr>
            <a:xfrm>
              <a:off x="1831975" y="2085920"/>
              <a:ext cx="2971799" cy="1691664"/>
            </a:xfrm>
            <a:custGeom>
              <a:avLst/>
              <a:pathLst>
                <a:path w="2971799" h="1691664">
                  <a:moveTo>
                    <a:pt x="2971799" y="1691481"/>
                  </a:moveTo>
                  <a:lnTo>
                    <a:pt x="2971393" y="1690540"/>
                  </a:lnTo>
                  <a:lnTo>
                    <a:pt x="2970388" y="16916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h152"/>
            <p:cNvSpPr/>
            <p:nvPr/>
          </p:nvSpPr>
          <p:spPr>
            <a:xfrm>
              <a:off x="1893161" y="2151882"/>
              <a:ext cx="2973235" cy="1691979"/>
            </a:xfrm>
            <a:custGeom>
              <a:avLst/>
              <a:pathLst>
                <a:path w="2973235" h="1691979">
                  <a:moveTo>
                    <a:pt x="2971800" y="1691481"/>
                  </a:moveTo>
                  <a:lnTo>
                    <a:pt x="2973211" y="1691979"/>
                  </a:lnTo>
                  <a:lnTo>
                    <a:pt x="2973235" y="169103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h153"/>
            <p:cNvSpPr/>
            <p:nvPr/>
          </p:nvSpPr>
          <p:spPr>
            <a:xfrm>
              <a:off x="2140419" y="897464"/>
              <a:ext cx="2973115" cy="1692575"/>
            </a:xfrm>
            <a:custGeom>
              <a:avLst/>
              <a:pathLst>
                <a:path w="2973115" h="1692575">
                  <a:moveTo>
                    <a:pt x="2971800" y="1691481"/>
                  </a:moveTo>
                  <a:lnTo>
                    <a:pt x="2972206" y="1692575"/>
                  </a:lnTo>
                  <a:lnTo>
                    <a:pt x="2973115" y="1691846"/>
                  </a:lnTo>
                  <a:lnTo>
                    <a:pt x="2972302" y="16905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h154"/>
            <p:cNvSpPr/>
            <p:nvPr/>
          </p:nvSpPr>
          <p:spPr>
            <a:xfrm>
              <a:off x="2169912" y="783472"/>
              <a:ext cx="2971800" cy="1691481"/>
            </a:xfrm>
            <a:custGeom>
              <a:avLst/>
              <a:pathLst>
                <a:path w="2971800" h="1691481">
                  <a:moveTo>
                    <a:pt x="2971800" y="1691481"/>
                  </a:moveTo>
                  <a:lnTo>
                    <a:pt x="2971656" y="1690237"/>
                  </a:lnTo>
                  <a:lnTo>
                    <a:pt x="2970891" y="169069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h155"/>
            <p:cNvSpPr/>
            <p:nvPr/>
          </p:nvSpPr>
          <p:spPr>
            <a:xfrm>
              <a:off x="1908781" y="2090414"/>
              <a:ext cx="2973904" cy="1693258"/>
            </a:xfrm>
            <a:custGeom>
              <a:avLst/>
              <a:pathLst>
                <a:path w="2973904" h="1693258">
                  <a:moveTo>
                    <a:pt x="2971799" y="1691481"/>
                  </a:moveTo>
                  <a:lnTo>
                    <a:pt x="2972063" y="1693101"/>
                  </a:lnTo>
                  <a:lnTo>
                    <a:pt x="2973904" y="1693258"/>
                  </a:lnTo>
                  <a:lnTo>
                    <a:pt x="2972876" y="169059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h156"/>
            <p:cNvSpPr/>
            <p:nvPr/>
          </p:nvSpPr>
          <p:spPr>
            <a:xfrm>
              <a:off x="1832597" y="1726723"/>
              <a:ext cx="2974144" cy="1693049"/>
            </a:xfrm>
            <a:custGeom>
              <a:avLst/>
              <a:pathLst>
                <a:path w="2974144" h="1693049">
                  <a:moveTo>
                    <a:pt x="2971799" y="1691481"/>
                  </a:moveTo>
                  <a:lnTo>
                    <a:pt x="2970843" y="1691886"/>
                  </a:lnTo>
                  <a:lnTo>
                    <a:pt x="2971417" y="1693049"/>
                  </a:lnTo>
                  <a:lnTo>
                    <a:pt x="2974144" y="1692745"/>
                  </a:lnTo>
                  <a:lnTo>
                    <a:pt x="2973115" y="169158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h157"/>
            <p:cNvSpPr/>
            <p:nvPr/>
          </p:nvSpPr>
          <p:spPr>
            <a:xfrm>
              <a:off x="2180293" y="1242175"/>
              <a:ext cx="2973809" cy="1691481"/>
            </a:xfrm>
            <a:custGeom>
              <a:avLst/>
              <a:pathLst>
                <a:path w="2973809" h="1691481">
                  <a:moveTo>
                    <a:pt x="2971800" y="1691481"/>
                  </a:moveTo>
                  <a:lnTo>
                    <a:pt x="2973809" y="1690383"/>
                  </a:lnTo>
                  <a:lnTo>
                    <a:pt x="2972254" y="1689823"/>
                  </a:lnTo>
                  <a:lnTo>
                    <a:pt x="2971225" y="169080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h158"/>
            <p:cNvSpPr/>
            <p:nvPr/>
          </p:nvSpPr>
          <p:spPr>
            <a:xfrm>
              <a:off x="2278579" y="721622"/>
              <a:ext cx="2973354" cy="1691481"/>
            </a:xfrm>
            <a:custGeom>
              <a:avLst/>
              <a:pathLst>
                <a:path w="2973354" h="1691481">
                  <a:moveTo>
                    <a:pt x="2971800" y="1691481"/>
                  </a:moveTo>
                  <a:lnTo>
                    <a:pt x="2973354" y="1691074"/>
                  </a:lnTo>
                  <a:lnTo>
                    <a:pt x="2971919" y="16906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h159"/>
            <p:cNvSpPr/>
            <p:nvPr/>
          </p:nvSpPr>
          <p:spPr>
            <a:xfrm>
              <a:off x="2111763" y="1451877"/>
              <a:ext cx="2973043" cy="1692842"/>
            </a:xfrm>
            <a:custGeom>
              <a:avLst/>
              <a:pathLst>
                <a:path w="2973043" h="1692842">
                  <a:moveTo>
                    <a:pt x="2971800" y="1691481"/>
                  </a:moveTo>
                  <a:lnTo>
                    <a:pt x="2972374" y="1692842"/>
                  </a:lnTo>
                  <a:lnTo>
                    <a:pt x="2973043" y="16915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h160"/>
            <p:cNvSpPr/>
            <p:nvPr/>
          </p:nvSpPr>
          <p:spPr>
            <a:xfrm>
              <a:off x="1928012" y="2020562"/>
              <a:ext cx="2974048" cy="1692938"/>
            </a:xfrm>
            <a:custGeom>
              <a:avLst/>
              <a:pathLst>
                <a:path w="2974048" h="1692938">
                  <a:moveTo>
                    <a:pt x="2971799" y="1691481"/>
                  </a:moveTo>
                  <a:lnTo>
                    <a:pt x="2972302" y="1692938"/>
                  </a:lnTo>
                  <a:lnTo>
                    <a:pt x="2973211" y="1692652"/>
                  </a:lnTo>
                  <a:lnTo>
                    <a:pt x="2974048" y="1690311"/>
                  </a:lnTo>
                  <a:lnTo>
                    <a:pt x="2972876" y="16899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h161"/>
            <p:cNvSpPr/>
            <p:nvPr/>
          </p:nvSpPr>
          <p:spPr>
            <a:xfrm>
              <a:off x="1972599" y="2048657"/>
              <a:ext cx="2975220" cy="1694114"/>
            </a:xfrm>
            <a:custGeom>
              <a:avLst/>
              <a:pathLst>
                <a:path w="2975220" h="1694114">
                  <a:moveTo>
                    <a:pt x="2971799" y="1691481"/>
                  </a:moveTo>
                  <a:lnTo>
                    <a:pt x="2972708" y="1692159"/>
                  </a:lnTo>
                  <a:lnTo>
                    <a:pt x="2972948" y="1694114"/>
                  </a:lnTo>
                  <a:lnTo>
                    <a:pt x="2974263" y="1693201"/>
                  </a:lnTo>
                  <a:lnTo>
                    <a:pt x="2975220" y="1688302"/>
                  </a:lnTo>
                  <a:lnTo>
                    <a:pt x="2974263" y="1687676"/>
                  </a:lnTo>
                  <a:lnTo>
                    <a:pt x="2973091" y="168843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h162"/>
            <p:cNvSpPr/>
            <p:nvPr/>
          </p:nvSpPr>
          <p:spPr>
            <a:xfrm>
              <a:off x="1925214" y="2037350"/>
              <a:ext cx="2974455" cy="1693617"/>
            </a:xfrm>
            <a:custGeom>
              <a:avLst/>
              <a:pathLst>
                <a:path w="2974455" h="1693617">
                  <a:moveTo>
                    <a:pt x="2971800" y="1691481"/>
                  </a:moveTo>
                  <a:lnTo>
                    <a:pt x="2972756" y="1693617"/>
                  </a:lnTo>
                  <a:lnTo>
                    <a:pt x="2973928" y="1693148"/>
                  </a:lnTo>
                  <a:lnTo>
                    <a:pt x="2974455" y="169088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h163"/>
            <p:cNvSpPr/>
            <p:nvPr/>
          </p:nvSpPr>
          <p:spPr>
            <a:xfrm>
              <a:off x="1892276" y="2140243"/>
              <a:ext cx="2974215" cy="1693027"/>
            </a:xfrm>
            <a:custGeom>
              <a:avLst/>
              <a:pathLst>
                <a:path w="2974215" h="1693027">
                  <a:moveTo>
                    <a:pt x="2971800" y="1691481"/>
                  </a:moveTo>
                  <a:lnTo>
                    <a:pt x="2971967" y="1693027"/>
                  </a:lnTo>
                  <a:lnTo>
                    <a:pt x="2973570" y="1692975"/>
                  </a:lnTo>
                  <a:lnTo>
                    <a:pt x="2974215" y="16911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h164"/>
            <p:cNvSpPr/>
            <p:nvPr/>
          </p:nvSpPr>
          <p:spPr>
            <a:xfrm>
              <a:off x="1725078" y="2153167"/>
              <a:ext cx="2990624" cy="1692766"/>
            </a:xfrm>
            <a:custGeom>
              <a:avLst/>
              <a:pathLst>
                <a:path w="2990624" h="1692766">
                  <a:moveTo>
                    <a:pt x="2971800" y="1691481"/>
                  </a:moveTo>
                  <a:lnTo>
                    <a:pt x="2971800" y="1692766"/>
                  </a:lnTo>
                  <a:lnTo>
                    <a:pt x="2973713" y="1692556"/>
                  </a:lnTo>
                  <a:lnTo>
                    <a:pt x="2975985" y="1690196"/>
                  </a:lnTo>
                  <a:lnTo>
                    <a:pt x="2979191" y="1685503"/>
                  </a:lnTo>
                  <a:lnTo>
                    <a:pt x="2981319" y="1684113"/>
                  </a:lnTo>
                  <a:lnTo>
                    <a:pt x="2984525" y="1683510"/>
                  </a:lnTo>
                  <a:lnTo>
                    <a:pt x="2990242" y="1684402"/>
                  </a:lnTo>
                  <a:lnTo>
                    <a:pt x="2990624" y="1683589"/>
                  </a:lnTo>
                  <a:lnTo>
                    <a:pt x="2988926" y="1682331"/>
                  </a:lnTo>
                  <a:lnTo>
                    <a:pt x="2985482" y="1681387"/>
                  </a:lnTo>
                  <a:lnTo>
                    <a:pt x="2981822" y="1681256"/>
                  </a:lnTo>
                  <a:lnTo>
                    <a:pt x="2979143" y="1681964"/>
                  </a:lnTo>
                  <a:lnTo>
                    <a:pt x="2974598" y="16868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h165"/>
            <p:cNvSpPr/>
            <p:nvPr/>
          </p:nvSpPr>
          <p:spPr>
            <a:xfrm>
              <a:off x="2158574" y="801127"/>
              <a:ext cx="2971991" cy="1691481"/>
            </a:xfrm>
            <a:custGeom>
              <a:avLst/>
              <a:pathLst>
                <a:path w="2971991" h="1691481">
                  <a:moveTo>
                    <a:pt x="2971799" y="1691481"/>
                  </a:moveTo>
                  <a:lnTo>
                    <a:pt x="2971991" y="1689918"/>
                  </a:lnTo>
                  <a:lnTo>
                    <a:pt x="2970843" y="169002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h166"/>
            <p:cNvSpPr/>
            <p:nvPr/>
          </p:nvSpPr>
          <p:spPr>
            <a:xfrm>
              <a:off x="2148241" y="1288403"/>
              <a:ext cx="2973115" cy="1691481"/>
            </a:xfrm>
            <a:custGeom>
              <a:avLst/>
              <a:pathLst>
                <a:path w="2973115" h="1691481">
                  <a:moveTo>
                    <a:pt x="2971800" y="1691481"/>
                  </a:moveTo>
                  <a:lnTo>
                    <a:pt x="2973115" y="1690727"/>
                  </a:lnTo>
                  <a:lnTo>
                    <a:pt x="2971895" y="1689242"/>
                  </a:lnTo>
                  <a:lnTo>
                    <a:pt x="2970532" y="1689407"/>
                  </a:lnTo>
                  <a:lnTo>
                    <a:pt x="2970197" y="16902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h167"/>
            <p:cNvSpPr/>
            <p:nvPr/>
          </p:nvSpPr>
          <p:spPr>
            <a:xfrm>
              <a:off x="2244374" y="1121310"/>
              <a:ext cx="2971800" cy="1691481"/>
            </a:xfrm>
            <a:custGeom>
              <a:avLst/>
              <a:pathLst>
                <a:path w="2971800" h="1691481">
                  <a:moveTo>
                    <a:pt x="2971800" y="1691481"/>
                  </a:moveTo>
                  <a:lnTo>
                    <a:pt x="2971608" y="1690163"/>
                  </a:lnTo>
                  <a:lnTo>
                    <a:pt x="2970699" y="169079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h168"/>
            <p:cNvSpPr/>
            <p:nvPr/>
          </p:nvSpPr>
          <p:spPr>
            <a:xfrm>
              <a:off x="1989510" y="2085345"/>
              <a:ext cx="2974096" cy="1692422"/>
            </a:xfrm>
            <a:custGeom>
              <a:avLst/>
              <a:pathLst>
                <a:path w="2974096" h="1692422">
                  <a:moveTo>
                    <a:pt x="2971800" y="1691481"/>
                  </a:moveTo>
                  <a:lnTo>
                    <a:pt x="2972613" y="1692422"/>
                  </a:lnTo>
                  <a:lnTo>
                    <a:pt x="2974096" y="1690514"/>
                  </a:lnTo>
                  <a:lnTo>
                    <a:pt x="2973067" y="16898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h169"/>
            <p:cNvSpPr/>
            <p:nvPr/>
          </p:nvSpPr>
          <p:spPr>
            <a:xfrm>
              <a:off x="1842069" y="1770684"/>
              <a:ext cx="2977062" cy="1691481"/>
            </a:xfrm>
            <a:custGeom>
              <a:avLst/>
              <a:pathLst>
                <a:path w="2977062" h="1691481">
                  <a:moveTo>
                    <a:pt x="2971800" y="1691481"/>
                  </a:moveTo>
                  <a:lnTo>
                    <a:pt x="2975435" y="1691049"/>
                  </a:lnTo>
                  <a:lnTo>
                    <a:pt x="2977062" y="1689804"/>
                  </a:lnTo>
                  <a:lnTo>
                    <a:pt x="2976129" y="1688406"/>
                  </a:lnTo>
                  <a:lnTo>
                    <a:pt x="2971249" y="1689600"/>
                  </a:lnTo>
                  <a:lnTo>
                    <a:pt x="2970723" y="16913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1770932" y="1552673"/>
              <a:ext cx="2971871" cy="1694816"/>
            </a:xfrm>
            <a:custGeom>
              <a:avLst/>
              <a:pathLst>
                <a:path w="2971871" h="1694816">
                  <a:moveTo>
                    <a:pt x="2971800" y="1691481"/>
                  </a:moveTo>
                  <a:lnTo>
                    <a:pt x="2969455" y="1690888"/>
                  </a:lnTo>
                  <a:lnTo>
                    <a:pt x="2968068" y="1692667"/>
                  </a:lnTo>
                  <a:lnTo>
                    <a:pt x="2968618" y="1694766"/>
                  </a:lnTo>
                  <a:lnTo>
                    <a:pt x="2970508" y="1694816"/>
                  </a:lnTo>
                  <a:lnTo>
                    <a:pt x="2971871" y="169229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1844437" y="2086808"/>
              <a:ext cx="2975770" cy="1692840"/>
            </a:xfrm>
            <a:custGeom>
              <a:avLst/>
              <a:pathLst>
                <a:path w="2975770" h="1692840">
                  <a:moveTo>
                    <a:pt x="2971800" y="1691481"/>
                  </a:moveTo>
                  <a:lnTo>
                    <a:pt x="2973091" y="1692840"/>
                  </a:lnTo>
                  <a:lnTo>
                    <a:pt x="2975770" y="1692709"/>
                  </a:lnTo>
                  <a:lnTo>
                    <a:pt x="2974168" y="169090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h172"/>
            <p:cNvSpPr/>
            <p:nvPr/>
          </p:nvSpPr>
          <p:spPr>
            <a:xfrm>
              <a:off x="2165391" y="786169"/>
              <a:ext cx="2973593" cy="1691481"/>
            </a:xfrm>
            <a:custGeom>
              <a:avLst/>
              <a:pathLst>
                <a:path w="2973593" h="1691481">
                  <a:moveTo>
                    <a:pt x="2971799" y="1691481"/>
                  </a:moveTo>
                  <a:lnTo>
                    <a:pt x="2973593" y="1690526"/>
                  </a:lnTo>
                  <a:lnTo>
                    <a:pt x="2972350" y="168998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h173"/>
            <p:cNvSpPr/>
            <p:nvPr/>
          </p:nvSpPr>
          <p:spPr>
            <a:xfrm>
              <a:off x="1919449" y="1998886"/>
              <a:ext cx="2976631" cy="1692442"/>
            </a:xfrm>
            <a:custGeom>
              <a:avLst/>
              <a:pathLst>
                <a:path w="2976631" h="1692442">
                  <a:moveTo>
                    <a:pt x="2971800" y="1691481"/>
                  </a:moveTo>
                  <a:lnTo>
                    <a:pt x="2972039" y="1692442"/>
                  </a:lnTo>
                  <a:lnTo>
                    <a:pt x="2973522" y="1690936"/>
                  </a:lnTo>
                  <a:lnTo>
                    <a:pt x="2975531" y="1691481"/>
                  </a:lnTo>
                  <a:lnTo>
                    <a:pt x="2976631" y="1690598"/>
                  </a:lnTo>
                  <a:lnTo>
                    <a:pt x="2976392" y="1688261"/>
                  </a:lnTo>
                  <a:lnTo>
                    <a:pt x="2975124" y="16886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h174"/>
            <p:cNvSpPr/>
            <p:nvPr/>
          </p:nvSpPr>
          <p:spPr>
            <a:xfrm>
              <a:off x="2121355" y="1301151"/>
              <a:ext cx="2975316" cy="1691481"/>
            </a:xfrm>
            <a:custGeom>
              <a:avLst/>
              <a:pathLst>
                <a:path w="2975316" h="1691481">
                  <a:moveTo>
                    <a:pt x="2971800" y="1691481"/>
                  </a:moveTo>
                  <a:lnTo>
                    <a:pt x="2973833" y="1691150"/>
                  </a:lnTo>
                  <a:lnTo>
                    <a:pt x="2975316" y="1690110"/>
                  </a:lnTo>
                  <a:lnTo>
                    <a:pt x="2974933" y="1689141"/>
                  </a:lnTo>
                  <a:lnTo>
                    <a:pt x="2973522" y="1689709"/>
                  </a:lnTo>
                  <a:lnTo>
                    <a:pt x="2972015" y="1689165"/>
                  </a:lnTo>
                  <a:lnTo>
                    <a:pt x="2971154" y="16902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h175"/>
            <p:cNvSpPr/>
            <p:nvPr/>
          </p:nvSpPr>
          <p:spPr>
            <a:xfrm>
              <a:off x="2219689" y="1153534"/>
              <a:ext cx="2974646" cy="1693131"/>
            </a:xfrm>
            <a:custGeom>
              <a:avLst/>
              <a:pathLst>
                <a:path w="2974646" h="1693131">
                  <a:moveTo>
                    <a:pt x="2971800" y="1691481"/>
                  </a:moveTo>
                  <a:lnTo>
                    <a:pt x="2973091" y="1692489"/>
                  </a:lnTo>
                  <a:lnTo>
                    <a:pt x="2974646" y="1693131"/>
                  </a:lnTo>
                  <a:lnTo>
                    <a:pt x="2973330" y="169189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h176"/>
            <p:cNvSpPr/>
            <p:nvPr/>
          </p:nvSpPr>
          <p:spPr>
            <a:xfrm>
              <a:off x="1839462" y="1757705"/>
              <a:ext cx="2976751" cy="1692877"/>
            </a:xfrm>
            <a:custGeom>
              <a:avLst/>
              <a:pathLst>
                <a:path w="2976751" h="1692877">
                  <a:moveTo>
                    <a:pt x="2971799" y="1691481"/>
                  </a:moveTo>
                  <a:lnTo>
                    <a:pt x="2970795" y="1692775"/>
                  </a:lnTo>
                  <a:lnTo>
                    <a:pt x="2971871" y="1692877"/>
                  </a:lnTo>
                  <a:lnTo>
                    <a:pt x="2974383" y="1691760"/>
                  </a:lnTo>
                  <a:lnTo>
                    <a:pt x="2976536" y="1691887"/>
                  </a:lnTo>
                  <a:lnTo>
                    <a:pt x="2976751" y="1690720"/>
                  </a:lnTo>
                  <a:lnTo>
                    <a:pt x="2975675" y="16904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h177"/>
            <p:cNvSpPr/>
            <p:nvPr/>
          </p:nvSpPr>
          <p:spPr>
            <a:xfrm>
              <a:off x="2197420" y="1088335"/>
              <a:ext cx="2971991" cy="1691481"/>
            </a:xfrm>
            <a:custGeom>
              <a:avLst/>
              <a:pathLst>
                <a:path w="2971991" h="1691481">
                  <a:moveTo>
                    <a:pt x="2971800" y="1691481"/>
                  </a:moveTo>
                  <a:lnTo>
                    <a:pt x="2971991" y="1690962"/>
                  </a:lnTo>
                  <a:lnTo>
                    <a:pt x="2969958" y="168994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h178"/>
            <p:cNvSpPr/>
            <p:nvPr/>
          </p:nvSpPr>
          <p:spPr>
            <a:xfrm>
              <a:off x="1913661" y="1488805"/>
              <a:ext cx="2971895" cy="1691481"/>
            </a:xfrm>
            <a:custGeom>
              <a:avLst/>
              <a:pathLst>
                <a:path w="2971895" h="1691481">
                  <a:moveTo>
                    <a:pt x="2971800" y="1691481"/>
                  </a:moveTo>
                  <a:lnTo>
                    <a:pt x="2971895" y="16912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h179"/>
            <p:cNvSpPr/>
            <p:nvPr/>
          </p:nvSpPr>
          <p:spPr>
            <a:xfrm>
              <a:off x="1767511" y="1579547"/>
              <a:ext cx="2973235" cy="1691481"/>
            </a:xfrm>
            <a:custGeom>
              <a:avLst/>
              <a:pathLst>
                <a:path w="2973235" h="1691481">
                  <a:moveTo>
                    <a:pt x="2971800" y="1691481"/>
                  </a:moveTo>
                  <a:lnTo>
                    <a:pt x="2973235" y="1690018"/>
                  </a:lnTo>
                  <a:lnTo>
                    <a:pt x="2972948" y="168910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h180"/>
            <p:cNvSpPr/>
            <p:nvPr/>
          </p:nvSpPr>
          <p:spPr>
            <a:xfrm>
              <a:off x="1997882" y="2018351"/>
              <a:ext cx="2977851" cy="1695799"/>
            </a:xfrm>
            <a:custGeom>
              <a:avLst/>
              <a:pathLst>
                <a:path w="2977851" h="1695799">
                  <a:moveTo>
                    <a:pt x="2971799" y="1691481"/>
                  </a:moveTo>
                  <a:lnTo>
                    <a:pt x="2970747" y="1693536"/>
                  </a:lnTo>
                  <a:lnTo>
                    <a:pt x="2970962" y="1695305"/>
                  </a:lnTo>
                  <a:lnTo>
                    <a:pt x="2972684" y="1695799"/>
                  </a:lnTo>
                  <a:lnTo>
                    <a:pt x="2974813" y="1695513"/>
                  </a:lnTo>
                  <a:lnTo>
                    <a:pt x="2977851" y="1694160"/>
                  </a:lnTo>
                  <a:lnTo>
                    <a:pt x="2977588" y="1692833"/>
                  </a:lnTo>
                  <a:lnTo>
                    <a:pt x="2972804" y="1693536"/>
                  </a:lnTo>
                  <a:lnTo>
                    <a:pt x="2973880" y="1690415"/>
                  </a:lnTo>
                  <a:lnTo>
                    <a:pt x="2973259" y="16901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h181"/>
            <p:cNvSpPr/>
            <p:nvPr/>
          </p:nvSpPr>
          <p:spPr>
            <a:xfrm>
              <a:off x="1804156" y="1750780"/>
              <a:ext cx="2973570" cy="1692242"/>
            </a:xfrm>
            <a:custGeom>
              <a:avLst/>
              <a:pathLst>
                <a:path w="2973570" h="1692242">
                  <a:moveTo>
                    <a:pt x="2971800" y="1691481"/>
                  </a:moveTo>
                  <a:lnTo>
                    <a:pt x="2971608" y="1692115"/>
                  </a:lnTo>
                  <a:lnTo>
                    <a:pt x="2973570" y="1692242"/>
                  </a:lnTo>
                  <a:lnTo>
                    <a:pt x="2973283" y="16910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h182"/>
            <p:cNvSpPr/>
            <p:nvPr/>
          </p:nvSpPr>
          <p:spPr>
            <a:xfrm>
              <a:off x="2209714" y="1098476"/>
              <a:ext cx="2974335" cy="1693969"/>
            </a:xfrm>
            <a:custGeom>
              <a:avLst/>
              <a:pathLst>
                <a:path w="2974335" h="1693969">
                  <a:moveTo>
                    <a:pt x="2971800" y="1691481"/>
                  </a:moveTo>
                  <a:lnTo>
                    <a:pt x="2972421" y="1693969"/>
                  </a:lnTo>
                  <a:lnTo>
                    <a:pt x="2973833" y="1693901"/>
                  </a:lnTo>
                  <a:lnTo>
                    <a:pt x="2974335" y="1691232"/>
                  </a:lnTo>
                  <a:lnTo>
                    <a:pt x="2972087" y="169089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h183"/>
            <p:cNvSpPr/>
            <p:nvPr/>
          </p:nvSpPr>
          <p:spPr>
            <a:xfrm>
              <a:off x="1837118" y="1730441"/>
              <a:ext cx="2972254" cy="1691481"/>
            </a:xfrm>
            <a:custGeom>
              <a:avLst/>
              <a:pathLst>
                <a:path w="2972254" h="1691481">
                  <a:moveTo>
                    <a:pt x="2971800" y="1691481"/>
                  </a:moveTo>
                  <a:lnTo>
                    <a:pt x="2972254" y="1690899"/>
                  </a:lnTo>
                  <a:lnTo>
                    <a:pt x="2971225" y="1689255"/>
                  </a:lnTo>
                  <a:lnTo>
                    <a:pt x="2969982" y="168923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h184"/>
            <p:cNvSpPr/>
            <p:nvPr/>
          </p:nvSpPr>
          <p:spPr>
            <a:xfrm>
              <a:off x="2213039" y="1154175"/>
              <a:ext cx="2972948" cy="1692558"/>
            </a:xfrm>
            <a:custGeom>
              <a:avLst/>
              <a:pathLst>
                <a:path w="2972948" h="1692558">
                  <a:moveTo>
                    <a:pt x="2971799" y="1691481"/>
                  </a:moveTo>
                  <a:lnTo>
                    <a:pt x="2972374" y="1692558"/>
                  </a:lnTo>
                  <a:lnTo>
                    <a:pt x="2972948" y="169143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h185"/>
            <p:cNvSpPr/>
            <p:nvPr/>
          </p:nvSpPr>
          <p:spPr>
            <a:xfrm>
              <a:off x="1959491" y="2040345"/>
              <a:ext cx="2975100" cy="1692757"/>
            </a:xfrm>
            <a:custGeom>
              <a:avLst/>
              <a:pathLst>
                <a:path w="2975100" h="1692757">
                  <a:moveTo>
                    <a:pt x="2971800" y="1691481"/>
                  </a:moveTo>
                  <a:lnTo>
                    <a:pt x="2973665" y="1692757"/>
                  </a:lnTo>
                  <a:lnTo>
                    <a:pt x="2975100" y="1691559"/>
                  </a:lnTo>
                  <a:lnTo>
                    <a:pt x="2974957" y="1690621"/>
                  </a:lnTo>
                  <a:lnTo>
                    <a:pt x="2972493" y="168989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h186"/>
            <p:cNvSpPr/>
            <p:nvPr/>
          </p:nvSpPr>
          <p:spPr>
            <a:xfrm>
              <a:off x="2174792" y="1241474"/>
              <a:ext cx="2973570" cy="1691481"/>
            </a:xfrm>
            <a:custGeom>
              <a:avLst/>
              <a:pathLst>
                <a:path w="2973570" h="1691481">
                  <a:moveTo>
                    <a:pt x="2971800" y="1691481"/>
                  </a:moveTo>
                  <a:lnTo>
                    <a:pt x="2973570" y="1690617"/>
                  </a:lnTo>
                  <a:lnTo>
                    <a:pt x="2972948" y="16902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h187"/>
            <p:cNvSpPr/>
            <p:nvPr/>
          </p:nvSpPr>
          <p:spPr>
            <a:xfrm>
              <a:off x="2090331" y="748228"/>
              <a:ext cx="2971800" cy="1693430"/>
            </a:xfrm>
            <a:custGeom>
              <a:avLst/>
              <a:pathLst>
                <a:path w="2971800" h="1693430">
                  <a:moveTo>
                    <a:pt x="2971800" y="1691481"/>
                  </a:moveTo>
                  <a:lnTo>
                    <a:pt x="2969886" y="1692999"/>
                  </a:lnTo>
                  <a:lnTo>
                    <a:pt x="2971345" y="169343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h188"/>
            <p:cNvSpPr/>
            <p:nvPr/>
          </p:nvSpPr>
          <p:spPr>
            <a:xfrm>
              <a:off x="1927247" y="2114918"/>
              <a:ext cx="2974574" cy="1692580"/>
            </a:xfrm>
            <a:custGeom>
              <a:avLst/>
              <a:pathLst>
                <a:path w="2974574" h="1692580">
                  <a:moveTo>
                    <a:pt x="2971799" y="1691481"/>
                  </a:moveTo>
                  <a:lnTo>
                    <a:pt x="2972637" y="1692580"/>
                  </a:lnTo>
                  <a:lnTo>
                    <a:pt x="2974574" y="1692397"/>
                  </a:lnTo>
                  <a:lnTo>
                    <a:pt x="2974000" y="16914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h189"/>
            <p:cNvSpPr/>
            <p:nvPr/>
          </p:nvSpPr>
          <p:spPr>
            <a:xfrm>
              <a:off x="1920956" y="2118896"/>
              <a:ext cx="2976320" cy="1692214"/>
            </a:xfrm>
            <a:custGeom>
              <a:avLst/>
              <a:pathLst>
                <a:path w="2976320" h="1692214">
                  <a:moveTo>
                    <a:pt x="2971800" y="1691481"/>
                  </a:moveTo>
                  <a:lnTo>
                    <a:pt x="2972661" y="1692214"/>
                  </a:lnTo>
                  <a:lnTo>
                    <a:pt x="2975220" y="1691455"/>
                  </a:lnTo>
                  <a:lnTo>
                    <a:pt x="2976320" y="1690172"/>
                  </a:lnTo>
                  <a:lnTo>
                    <a:pt x="2975220" y="168980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h190"/>
            <p:cNvSpPr/>
            <p:nvPr/>
          </p:nvSpPr>
          <p:spPr>
            <a:xfrm>
              <a:off x="1897156" y="2123975"/>
              <a:ext cx="2974742" cy="1694152"/>
            </a:xfrm>
            <a:custGeom>
              <a:avLst/>
              <a:pathLst>
                <a:path w="2974742" h="1694152">
                  <a:moveTo>
                    <a:pt x="2971800" y="1691481"/>
                  </a:moveTo>
                  <a:lnTo>
                    <a:pt x="2972182" y="1693314"/>
                  </a:lnTo>
                  <a:lnTo>
                    <a:pt x="2974742" y="1694152"/>
                  </a:lnTo>
                  <a:lnTo>
                    <a:pt x="2974694" y="1692816"/>
                  </a:lnTo>
                  <a:lnTo>
                    <a:pt x="2973546" y="16909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h191"/>
            <p:cNvSpPr/>
            <p:nvPr/>
          </p:nvSpPr>
          <p:spPr>
            <a:xfrm>
              <a:off x="1946574" y="2107121"/>
              <a:ext cx="2977540" cy="1694647"/>
            </a:xfrm>
            <a:custGeom>
              <a:avLst/>
              <a:pathLst>
                <a:path w="2977540" h="1694647">
                  <a:moveTo>
                    <a:pt x="2971800" y="1691481"/>
                  </a:moveTo>
                  <a:lnTo>
                    <a:pt x="2972326" y="1693286"/>
                  </a:lnTo>
                  <a:lnTo>
                    <a:pt x="2974455" y="1694333"/>
                  </a:lnTo>
                  <a:lnTo>
                    <a:pt x="2976368" y="1694647"/>
                  </a:lnTo>
                  <a:lnTo>
                    <a:pt x="2977540" y="1692815"/>
                  </a:lnTo>
                  <a:lnTo>
                    <a:pt x="2976918" y="1692187"/>
                  </a:lnTo>
                  <a:lnTo>
                    <a:pt x="2973163" y="169108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h192"/>
            <p:cNvSpPr/>
            <p:nvPr/>
          </p:nvSpPr>
          <p:spPr>
            <a:xfrm>
              <a:off x="1957003" y="2062633"/>
              <a:ext cx="2973115" cy="1693620"/>
            </a:xfrm>
            <a:custGeom>
              <a:avLst/>
              <a:pathLst>
                <a:path w="2973115" h="1693620">
                  <a:moveTo>
                    <a:pt x="2971800" y="1691481"/>
                  </a:moveTo>
                  <a:lnTo>
                    <a:pt x="2972350" y="1693620"/>
                  </a:lnTo>
                  <a:lnTo>
                    <a:pt x="2973115" y="1692994"/>
                  </a:lnTo>
                  <a:lnTo>
                    <a:pt x="2972589" y="169043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h193"/>
            <p:cNvSpPr/>
            <p:nvPr/>
          </p:nvSpPr>
          <p:spPr>
            <a:xfrm>
              <a:off x="2148025" y="1491177"/>
              <a:ext cx="2973378" cy="1691481"/>
            </a:xfrm>
            <a:custGeom>
              <a:avLst/>
              <a:pathLst>
                <a:path w="2973378" h="1691481">
                  <a:moveTo>
                    <a:pt x="2971799" y="1691481"/>
                  </a:moveTo>
                  <a:lnTo>
                    <a:pt x="2973378" y="1690821"/>
                  </a:lnTo>
                  <a:lnTo>
                    <a:pt x="2972900" y="169023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h194"/>
            <p:cNvSpPr/>
            <p:nvPr/>
          </p:nvSpPr>
          <p:spPr>
            <a:xfrm>
              <a:off x="1996662" y="2072314"/>
              <a:ext cx="2973474" cy="1693126"/>
            </a:xfrm>
            <a:custGeom>
              <a:avLst/>
              <a:pathLst>
                <a:path w="2973474" h="1693126">
                  <a:moveTo>
                    <a:pt x="2971800" y="1691481"/>
                  </a:moveTo>
                  <a:lnTo>
                    <a:pt x="2972565" y="1693126"/>
                  </a:lnTo>
                  <a:lnTo>
                    <a:pt x="2973474" y="16919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h195"/>
            <p:cNvSpPr/>
            <p:nvPr/>
          </p:nvSpPr>
          <p:spPr>
            <a:xfrm>
              <a:off x="1887181" y="2081035"/>
              <a:ext cx="2975387" cy="1692134"/>
            </a:xfrm>
            <a:custGeom>
              <a:avLst/>
              <a:pathLst>
                <a:path w="2975387" h="1692134">
                  <a:moveTo>
                    <a:pt x="2971799" y="1691481"/>
                  </a:moveTo>
                  <a:lnTo>
                    <a:pt x="2972445" y="1692134"/>
                  </a:lnTo>
                  <a:lnTo>
                    <a:pt x="2975387" y="1690280"/>
                  </a:lnTo>
                  <a:lnTo>
                    <a:pt x="2974957" y="1689575"/>
                  </a:lnTo>
                  <a:lnTo>
                    <a:pt x="2972063" y="169093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h196"/>
            <p:cNvSpPr/>
            <p:nvPr/>
          </p:nvSpPr>
          <p:spPr>
            <a:xfrm>
              <a:off x="1928299" y="1991460"/>
              <a:ext cx="2975794" cy="1691585"/>
            </a:xfrm>
            <a:custGeom>
              <a:avLst/>
              <a:pathLst>
                <a:path w="2975794" h="1691585">
                  <a:moveTo>
                    <a:pt x="2971800" y="1691481"/>
                  </a:moveTo>
                  <a:lnTo>
                    <a:pt x="2972326" y="1691585"/>
                  </a:lnTo>
                  <a:lnTo>
                    <a:pt x="2975531" y="1688289"/>
                  </a:lnTo>
                  <a:lnTo>
                    <a:pt x="2975794" y="1687043"/>
                  </a:lnTo>
                  <a:lnTo>
                    <a:pt x="2974502" y="1686810"/>
                  </a:lnTo>
                  <a:lnTo>
                    <a:pt x="2972326" y="16899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h197"/>
            <p:cNvSpPr/>
            <p:nvPr/>
          </p:nvSpPr>
          <p:spPr>
            <a:xfrm>
              <a:off x="1925309" y="1972553"/>
              <a:ext cx="2973426" cy="1691481"/>
            </a:xfrm>
            <a:custGeom>
              <a:avLst/>
              <a:pathLst>
                <a:path w="2973426" h="1691481">
                  <a:moveTo>
                    <a:pt x="2971799" y="1691481"/>
                  </a:moveTo>
                  <a:lnTo>
                    <a:pt x="2973067" y="1691274"/>
                  </a:lnTo>
                  <a:lnTo>
                    <a:pt x="2973426" y="1687490"/>
                  </a:lnTo>
                  <a:lnTo>
                    <a:pt x="2971847" y="16876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h198"/>
            <p:cNvSpPr/>
            <p:nvPr/>
          </p:nvSpPr>
          <p:spPr>
            <a:xfrm>
              <a:off x="1936600" y="1997691"/>
              <a:ext cx="2973713" cy="1692442"/>
            </a:xfrm>
            <a:custGeom>
              <a:avLst/>
              <a:pathLst>
                <a:path w="2973713" h="1692442">
                  <a:moveTo>
                    <a:pt x="2971800" y="1691481"/>
                  </a:moveTo>
                  <a:lnTo>
                    <a:pt x="2972589" y="1692442"/>
                  </a:lnTo>
                  <a:lnTo>
                    <a:pt x="2973713" y="1689767"/>
                  </a:lnTo>
                  <a:lnTo>
                    <a:pt x="2972708" y="168974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h199"/>
            <p:cNvSpPr/>
            <p:nvPr/>
          </p:nvSpPr>
          <p:spPr>
            <a:xfrm>
              <a:off x="1806979" y="1749968"/>
              <a:ext cx="2973402" cy="1692800"/>
            </a:xfrm>
            <a:custGeom>
              <a:avLst/>
              <a:pathLst>
                <a:path w="2973402" h="1692800">
                  <a:moveTo>
                    <a:pt x="2971800" y="1691481"/>
                  </a:moveTo>
                  <a:lnTo>
                    <a:pt x="2972015" y="1692495"/>
                  </a:lnTo>
                  <a:lnTo>
                    <a:pt x="2973402" y="1692800"/>
                  </a:lnTo>
                  <a:lnTo>
                    <a:pt x="2972565" y="169056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h200"/>
            <p:cNvSpPr/>
            <p:nvPr/>
          </p:nvSpPr>
          <p:spPr>
            <a:xfrm>
              <a:off x="1898878" y="2085528"/>
              <a:ext cx="2971800" cy="1693127"/>
            </a:xfrm>
            <a:custGeom>
              <a:avLst/>
              <a:pathLst>
                <a:path w="2971800" h="1693127">
                  <a:moveTo>
                    <a:pt x="2971800" y="1691481"/>
                  </a:moveTo>
                  <a:lnTo>
                    <a:pt x="2970747" y="1690880"/>
                  </a:lnTo>
                  <a:lnTo>
                    <a:pt x="2970029" y="1692030"/>
                  </a:lnTo>
                  <a:lnTo>
                    <a:pt x="2970914" y="169312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h201"/>
            <p:cNvSpPr/>
            <p:nvPr/>
          </p:nvSpPr>
          <p:spPr>
            <a:xfrm>
              <a:off x="1743424" y="2130889"/>
              <a:ext cx="2977492" cy="1693079"/>
            </a:xfrm>
            <a:custGeom>
              <a:avLst/>
              <a:pathLst>
                <a:path w="2977492" h="1693079">
                  <a:moveTo>
                    <a:pt x="2971800" y="1691481"/>
                  </a:moveTo>
                  <a:lnTo>
                    <a:pt x="2971800" y="1692581"/>
                  </a:lnTo>
                  <a:lnTo>
                    <a:pt x="2973809" y="1693079"/>
                  </a:lnTo>
                  <a:lnTo>
                    <a:pt x="2976225" y="1691586"/>
                  </a:lnTo>
                  <a:lnTo>
                    <a:pt x="2977492" y="1689359"/>
                  </a:lnTo>
                  <a:lnTo>
                    <a:pt x="2977301" y="1687029"/>
                  </a:lnTo>
                  <a:lnTo>
                    <a:pt x="2975555" y="1687238"/>
                  </a:lnTo>
                  <a:lnTo>
                    <a:pt x="2972445" y="16897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h202"/>
            <p:cNvSpPr/>
            <p:nvPr/>
          </p:nvSpPr>
          <p:spPr>
            <a:xfrm>
              <a:off x="2007139" y="1969495"/>
              <a:ext cx="2973546" cy="1694617"/>
            </a:xfrm>
            <a:custGeom>
              <a:avLst/>
              <a:pathLst>
                <a:path w="2973546" h="1694617">
                  <a:moveTo>
                    <a:pt x="2971799" y="1691481"/>
                  </a:moveTo>
                  <a:lnTo>
                    <a:pt x="2973283" y="1694617"/>
                  </a:lnTo>
                  <a:lnTo>
                    <a:pt x="2973546" y="1693943"/>
                  </a:lnTo>
                  <a:lnTo>
                    <a:pt x="2972230" y="16908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h203"/>
            <p:cNvSpPr/>
            <p:nvPr/>
          </p:nvSpPr>
          <p:spPr>
            <a:xfrm>
              <a:off x="1811548" y="1744772"/>
              <a:ext cx="2973115" cy="1692697"/>
            </a:xfrm>
            <a:custGeom>
              <a:avLst/>
              <a:pathLst>
                <a:path w="2973115" h="1692697">
                  <a:moveTo>
                    <a:pt x="2971800" y="1691481"/>
                  </a:moveTo>
                  <a:lnTo>
                    <a:pt x="2973115" y="1692697"/>
                  </a:lnTo>
                  <a:lnTo>
                    <a:pt x="2972828" y="169120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h204"/>
            <p:cNvSpPr/>
            <p:nvPr/>
          </p:nvSpPr>
          <p:spPr>
            <a:xfrm>
              <a:off x="2207346" y="1097369"/>
              <a:ext cx="2973402" cy="1693494"/>
            </a:xfrm>
            <a:custGeom>
              <a:avLst/>
              <a:pathLst>
                <a:path w="2973402" h="1693494">
                  <a:moveTo>
                    <a:pt x="2971800" y="1691481"/>
                  </a:moveTo>
                  <a:lnTo>
                    <a:pt x="2972828" y="1693494"/>
                  </a:lnTo>
                  <a:lnTo>
                    <a:pt x="2973402" y="169177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h205"/>
            <p:cNvSpPr/>
            <p:nvPr/>
          </p:nvSpPr>
          <p:spPr>
            <a:xfrm>
              <a:off x="1843265" y="1750146"/>
              <a:ext cx="2974885" cy="1691481"/>
            </a:xfrm>
            <a:custGeom>
              <a:avLst/>
              <a:pathLst>
                <a:path w="2974885" h="1691481">
                  <a:moveTo>
                    <a:pt x="2971800" y="1691481"/>
                  </a:moveTo>
                  <a:lnTo>
                    <a:pt x="2974885" y="1688844"/>
                  </a:lnTo>
                  <a:lnTo>
                    <a:pt x="2974431" y="1688337"/>
                  </a:lnTo>
                  <a:lnTo>
                    <a:pt x="2971489" y="16902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h206"/>
            <p:cNvSpPr/>
            <p:nvPr/>
          </p:nvSpPr>
          <p:spPr>
            <a:xfrm>
              <a:off x="1814298" y="1768016"/>
              <a:ext cx="2974455" cy="1692929"/>
            </a:xfrm>
            <a:custGeom>
              <a:avLst/>
              <a:pathLst>
                <a:path w="2974455" h="1692929">
                  <a:moveTo>
                    <a:pt x="2971800" y="1691481"/>
                  </a:moveTo>
                  <a:lnTo>
                    <a:pt x="2972972" y="1692929"/>
                  </a:lnTo>
                  <a:lnTo>
                    <a:pt x="2974407" y="1692015"/>
                  </a:lnTo>
                  <a:lnTo>
                    <a:pt x="2974455" y="169107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h207"/>
            <p:cNvSpPr/>
            <p:nvPr/>
          </p:nvSpPr>
          <p:spPr>
            <a:xfrm>
              <a:off x="1895242" y="2035006"/>
              <a:ext cx="2972828" cy="1692158"/>
            </a:xfrm>
            <a:custGeom>
              <a:avLst/>
              <a:pathLst>
                <a:path w="2972828" h="1692158">
                  <a:moveTo>
                    <a:pt x="2971800" y="1691481"/>
                  </a:moveTo>
                  <a:lnTo>
                    <a:pt x="2972565" y="1692158"/>
                  </a:lnTo>
                  <a:lnTo>
                    <a:pt x="2972828" y="1686873"/>
                  </a:lnTo>
                  <a:lnTo>
                    <a:pt x="2972230" y="16869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h208"/>
            <p:cNvSpPr/>
            <p:nvPr/>
          </p:nvSpPr>
          <p:spPr>
            <a:xfrm>
              <a:off x="1931983" y="2117090"/>
              <a:ext cx="2972828" cy="1693706"/>
            </a:xfrm>
            <a:custGeom>
              <a:avLst/>
              <a:pathLst>
                <a:path w="2972828" h="1693706">
                  <a:moveTo>
                    <a:pt x="2971800" y="1691481"/>
                  </a:moveTo>
                  <a:lnTo>
                    <a:pt x="2971225" y="1693549"/>
                  </a:lnTo>
                  <a:lnTo>
                    <a:pt x="2972589" y="1693706"/>
                  </a:lnTo>
                  <a:lnTo>
                    <a:pt x="2972828" y="169234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h209"/>
            <p:cNvSpPr/>
            <p:nvPr/>
          </p:nvSpPr>
          <p:spPr>
            <a:xfrm>
              <a:off x="2000537" y="2047093"/>
              <a:ext cx="2973211" cy="1692654"/>
            </a:xfrm>
            <a:custGeom>
              <a:avLst/>
              <a:pathLst>
                <a:path w="2973211" h="1692654">
                  <a:moveTo>
                    <a:pt x="2971800" y="1691481"/>
                  </a:moveTo>
                  <a:lnTo>
                    <a:pt x="2972158" y="1692654"/>
                  </a:lnTo>
                  <a:lnTo>
                    <a:pt x="2973211" y="169241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h210"/>
            <p:cNvSpPr/>
            <p:nvPr/>
          </p:nvSpPr>
          <p:spPr>
            <a:xfrm>
              <a:off x="1951047" y="2027353"/>
              <a:ext cx="2973761" cy="1692340"/>
            </a:xfrm>
            <a:custGeom>
              <a:avLst/>
              <a:pathLst>
                <a:path w="2973761" h="1692340">
                  <a:moveTo>
                    <a:pt x="2971800" y="1691481"/>
                  </a:moveTo>
                  <a:lnTo>
                    <a:pt x="2972015" y="1692340"/>
                  </a:lnTo>
                  <a:lnTo>
                    <a:pt x="2973761" y="1691117"/>
                  </a:lnTo>
                  <a:lnTo>
                    <a:pt x="2972039" y="169062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h211"/>
            <p:cNvSpPr/>
            <p:nvPr/>
          </p:nvSpPr>
          <p:spPr>
            <a:xfrm>
              <a:off x="2011229" y="2014763"/>
              <a:ext cx="2973211" cy="1691845"/>
            </a:xfrm>
            <a:custGeom>
              <a:avLst/>
              <a:pathLst>
                <a:path w="2973211" h="1691845">
                  <a:moveTo>
                    <a:pt x="2971800" y="1691481"/>
                  </a:moveTo>
                  <a:lnTo>
                    <a:pt x="2972684" y="1691845"/>
                  </a:lnTo>
                  <a:lnTo>
                    <a:pt x="2973211" y="16906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h212"/>
            <p:cNvSpPr/>
            <p:nvPr/>
          </p:nvSpPr>
          <p:spPr>
            <a:xfrm>
              <a:off x="1928539" y="1763214"/>
              <a:ext cx="2976201" cy="1691481"/>
            </a:xfrm>
            <a:custGeom>
              <a:avLst/>
              <a:pathLst>
                <a:path w="2976201" h="1691481">
                  <a:moveTo>
                    <a:pt x="2971799" y="1691481"/>
                  </a:moveTo>
                  <a:lnTo>
                    <a:pt x="2976201" y="1690237"/>
                  </a:lnTo>
                  <a:lnTo>
                    <a:pt x="2975675" y="1689500"/>
                  </a:lnTo>
                  <a:lnTo>
                    <a:pt x="2971847" y="169021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h213"/>
            <p:cNvSpPr/>
            <p:nvPr/>
          </p:nvSpPr>
          <p:spPr>
            <a:xfrm>
              <a:off x="1978028" y="2065789"/>
              <a:ext cx="2972637" cy="1693856"/>
            </a:xfrm>
            <a:custGeom>
              <a:avLst/>
              <a:pathLst>
                <a:path w="2972637" h="1693856">
                  <a:moveTo>
                    <a:pt x="2971800" y="1691481"/>
                  </a:moveTo>
                  <a:lnTo>
                    <a:pt x="2969814" y="1691951"/>
                  </a:lnTo>
                  <a:lnTo>
                    <a:pt x="2970460" y="1693803"/>
                  </a:lnTo>
                  <a:lnTo>
                    <a:pt x="2971752" y="1693856"/>
                  </a:lnTo>
                  <a:lnTo>
                    <a:pt x="2972637" y="169273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h214"/>
            <p:cNvSpPr/>
            <p:nvPr/>
          </p:nvSpPr>
          <p:spPr>
            <a:xfrm>
              <a:off x="1888043" y="2069808"/>
              <a:ext cx="2973235" cy="1692734"/>
            </a:xfrm>
            <a:custGeom>
              <a:avLst/>
              <a:pathLst>
                <a:path w="2973235" h="1692734">
                  <a:moveTo>
                    <a:pt x="2971799" y="1691481"/>
                  </a:moveTo>
                  <a:lnTo>
                    <a:pt x="2972445" y="1692734"/>
                  </a:lnTo>
                  <a:lnTo>
                    <a:pt x="2973235" y="16917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h215"/>
            <p:cNvSpPr/>
            <p:nvPr/>
          </p:nvSpPr>
          <p:spPr>
            <a:xfrm>
              <a:off x="1927079" y="2142313"/>
              <a:ext cx="2973976" cy="1692634"/>
            </a:xfrm>
            <a:custGeom>
              <a:avLst/>
              <a:pathLst>
                <a:path w="2973976" h="1692634">
                  <a:moveTo>
                    <a:pt x="2971800" y="1691481"/>
                  </a:moveTo>
                  <a:lnTo>
                    <a:pt x="2972039" y="1692634"/>
                  </a:lnTo>
                  <a:lnTo>
                    <a:pt x="2973976" y="1691402"/>
                  </a:lnTo>
                  <a:lnTo>
                    <a:pt x="2973283" y="16903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h216"/>
            <p:cNvSpPr/>
            <p:nvPr/>
          </p:nvSpPr>
          <p:spPr>
            <a:xfrm>
              <a:off x="2047659" y="2001665"/>
              <a:ext cx="2974335" cy="1692364"/>
            </a:xfrm>
            <a:custGeom>
              <a:avLst/>
              <a:pathLst>
                <a:path w="2974335" h="1692364">
                  <a:moveTo>
                    <a:pt x="2971800" y="1691481"/>
                  </a:moveTo>
                  <a:lnTo>
                    <a:pt x="2972900" y="1692364"/>
                  </a:lnTo>
                  <a:lnTo>
                    <a:pt x="2974335" y="1690130"/>
                  </a:lnTo>
                  <a:lnTo>
                    <a:pt x="2974168" y="1688598"/>
                  </a:lnTo>
                  <a:lnTo>
                    <a:pt x="2973019" y="1688546"/>
                  </a:lnTo>
                  <a:lnTo>
                    <a:pt x="2971991" y="16898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h217"/>
            <p:cNvSpPr/>
            <p:nvPr/>
          </p:nvSpPr>
          <p:spPr>
            <a:xfrm>
              <a:off x="1920382" y="2004133"/>
              <a:ext cx="2974502" cy="1691481"/>
            </a:xfrm>
            <a:custGeom>
              <a:avLst/>
              <a:pathLst>
                <a:path w="2974502" h="1691481">
                  <a:moveTo>
                    <a:pt x="2971800" y="1691481"/>
                  </a:moveTo>
                  <a:lnTo>
                    <a:pt x="2972589" y="1691273"/>
                  </a:lnTo>
                  <a:lnTo>
                    <a:pt x="2974502" y="1688805"/>
                  </a:lnTo>
                  <a:lnTo>
                    <a:pt x="2973593" y="168813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h218"/>
            <p:cNvSpPr/>
            <p:nvPr/>
          </p:nvSpPr>
          <p:spPr>
            <a:xfrm>
              <a:off x="1927988" y="1970920"/>
              <a:ext cx="2973689" cy="1693243"/>
            </a:xfrm>
            <a:custGeom>
              <a:avLst/>
              <a:pathLst>
                <a:path w="2973689" h="1693243">
                  <a:moveTo>
                    <a:pt x="2971799" y="1691481"/>
                  </a:moveTo>
                  <a:lnTo>
                    <a:pt x="2973091" y="1693243"/>
                  </a:lnTo>
                  <a:lnTo>
                    <a:pt x="2973689" y="1691714"/>
                  </a:lnTo>
                  <a:lnTo>
                    <a:pt x="2973019" y="169047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h219"/>
            <p:cNvSpPr/>
            <p:nvPr/>
          </p:nvSpPr>
          <p:spPr>
            <a:xfrm>
              <a:off x="1910647" y="2025141"/>
              <a:ext cx="2975053" cy="1691585"/>
            </a:xfrm>
            <a:custGeom>
              <a:avLst/>
              <a:pathLst>
                <a:path w="2975053" h="1691585">
                  <a:moveTo>
                    <a:pt x="2971800" y="1691481"/>
                  </a:moveTo>
                  <a:lnTo>
                    <a:pt x="2972613" y="1691585"/>
                  </a:lnTo>
                  <a:lnTo>
                    <a:pt x="2975053" y="1689608"/>
                  </a:lnTo>
                  <a:lnTo>
                    <a:pt x="2974526" y="1688879"/>
                  </a:lnTo>
                  <a:lnTo>
                    <a:pt x="2972685" y="168999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h220"/>
            <p:cNvSpPr/>
            <p:nvPr/>
          </p:nvSpPr>
          <p:spPr>
            <a:xfrm>
              <a:off x="2003694" y="2013567"/>
              <a:ext cx="2974526" cy="1692053"/>
            </a:xfrm>
            <a:custGeom>
              <a:avLst/>
              <a:pathLst>
                <a:path w="2974526" h="1692053">
                  <a:moveTo>
                    <a:pt x="2971799" y="1691481"/>
                  </a:moveTo>
                  <a:lnTo>
                    <a:pt x="2972374" y="1692053"/>
                  </a:lnTo>
                  <a:lnTo>
                    <a:pt x="2974526" y="1691975"/>
                  </a:lnTo>
                  <a:lnTo>
                    <a:pt x="2974168" y="169088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h221"/>
            <p:cNvSpPr/>
            <p:nvPr/>
          </p:nvSpPr>
          <p:spPr>
            <a:xfrm>
              <a:off x="1763756" y="2119054"/>
              <a:ext cx="2977229" cy="1693444"/>
            </a:xfrm>
            <a:custGeom>
              <a:avLst/>
              <a:pathLst>
                <a:path w="2977229" h="1693444">
                  <a:moveTo>
                    <a:pt x="2971800" y="1691481"/>
                  </a:moveTo>
                  <a:lnTo>
                    <a:pt x="2972230" y="1693444"/>
                  </a:lnTo>
                  <a:lnTo>
                    <a:pt x="2975459" y="1692476"/>
                  </a:lnTo>
                  <a:lnTo>
                    <a:pt x="2977229" y="1689701"/>
                  </a:lnTo>
                  <a:lnTo>
                    <a:pt x="2976009" y="1688994"/>
                  </a:lnTo>
                  <a:lnTo>
                    <a:pt x="2971871" y="169095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h222"/>
            <p:cNvSpPr/>
            <p:nvPr/>
          </p:nvSpPr>
          <p:spPr>
            <a:xfrm>
              <a:off x="1802721" y="2101001"/>
              <a:ext cx="2973593" cy="1691533"/>
            </a:xfrm>
            <a:custGeom>
              <a:avLst/>
              <a:pathLst>
                <a:path w="2973593" h="1691533">
                  <a:moveTo>
                    <a:pt x="2971800" y="1691481"/>
                  </a:moveTo>
                  <a:lnTo>
                    <a:pt x="2973115" y="1691533"/>
                  </a:lnTo>
                  <a:lnTo>
                    <a:pt x="2973593" y="169035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h223"/>
            <p:cNvSpPr/>
            <p:nvPr/>
          </p:nvSpPr>
          <p:spPr>
            <a:xfrm>
              <a:off x="1950090" y="2101681"/>
              <a:ext cx="2973283" cy="1692919"/>
            </a:xfrm>
            <a:custGeom>
              <a:avLst/>
              <a:pathLst>
                <a:path w="2973283" h="1692919">
                  <a:moveTo>
                    <a:pt x="2971799" y="1691481"/>
                  </a:moveTo>
                  <a:lnTo>
                    <a:pt x="2972302" y="1692919"/>
                  </a:lnTo>
                  <a:lnTo>
                    <a:pt x="2973283" y="169142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h224"/>
            <p:cNvSpPr/>
            <p:nvPr/>
          </p:nvSpPr>
          <p:spPr>
            <a:xfrm>
              <a:off x="1871012" y="2120938"/>
              <a:ext cx="2974191" cy="1691717"/>
            </a:xfrm>
            <a:custGeom>
              <a:avLst/>
              <a:pathLst>
                <a:path w="2974191" h="1691717">
                  <a:moveTo>
                    <a:pt x="2971800" y="1691481"/>
                  </a:moveTo>
                  <a:lnTo>
                    <a:pt x="2972350" y="1691717"/>
                  </a:lnTo>
                  <a:lnTo>
                    <a:pt x="2974191" y="1689832"/>
                  </a:lnTo>
                  <a:lnTo>
                    <a:pt x="2973665" y="168943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h225"/>
            <p:cNvSpPr/>
            <p:nvPr/>
          </p:nvSpPr>
          <p:spPr>
            <a:xfrm>
              <a:off x="1913087" y="1489172"/>
              <a:ext cx="2971799" cy="1691481"/>
            </a:xfrm>
            <a:custGeom>
              <a:avLst/>
              <a:pathLst>
                <a:path w="2971799" h="1691481">
                  <a:moveTo>
                    <a:pt x="2971799" y="1691481"/>
                  </a:move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h226"/>
            <p:cNvSpPr/>
            <p:nvPr/>
          </p:nvSpPr>
          <p:spPr>
            <a:xfrm>
              <a:off x="1904141" y="1994783"/>
              <a:ext cx="2973163" cy="1692571"/>
            </a:xfrm>
            <a:custGeom>
              <a:avLst/>
              <a:pathLst>
                <a:path w="2973163" h="1692571">
                  <a:moveTo>
                    <a:pt x="2971800" y="1691481"/>
                  </a:moveTo>
                  <a:lnTo>
                    <a:pt x="2971393" y="1692571"/>
                  </a:lnTo>
                  <a:lnTo>
                    <a:pt x="2973163" y="1691948"/>
                  </a:lnTo>
                  <a:lnTo>
                    <a:pt x="2972637" y="16906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h227"/>
            <p:cNvSpPr/>
            <p:nvPr/>
          </p:nvSpPr>
          <p:spPr>
            <a:xfrm>
              <a:off x="2027757" y="2021681"/>
              <a:ext cx="2973426" cy="1691767"/>
            </a:xfrm>
            <a:custGeom>
              <a:avLst/>
              <a:pathLst>
                <a:path w="2973426" h="1691767">
                  <a:moveTo>
                    <a:pt x="2971799" y="1691481"/>
                  </a:moveTo>
                  <a:lnTo>
                    <a:pt x="2973402" y="1691767"/>
                  </a:lnTo>
                  <a:lnTo>
                    <a:pt x="2973426" y="1690466"/>
                  </a:lnTo>
                  <a:lnTo>
                    <a:pt x="2972445" y="16898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h228"/>
            <p:cNvSpPr/>
            <p:nvPr/>
          </p:nvSpPr>
          <p:spPr>
            <a:xfrm>
              <a:off x="1976689" y="1545515"/>
              <a:ext cx="2976631" cy="1694886"/>
            </a:xfrm>
            <a:custGeom>
              <a:avLst/>
              <a:pathLst>
                <a:path w="2976631" h="1694886">
                  <a:moveTo>
                    <a:pt x="2971800" y="1691481"/>
                  </a:moveTo>
                  <a:lnTo>
                    <a:pt x="2972206" y="1692961"/>
                  </a:lnTo>
                  <a:lnTo>
                    <a:pt x="2973593" y="1694220"/>
                  </a:lnTo>
                  <a:lnTo>
                    <a:pt x="2975579" y="1694886"/>
                  </a:lnTo>
                  <a:lnTo>
                    <a:pt x="2976631" y="1693998"/>
                  </a:lnTo>
                  <a:lnTo>
                    <a:pt x="2975722" y="1690914"/>
                  </a:lnTo>
                  <a:lnTo>
                    <a:pt x="2974957" y="1690297"/>
                  </a:lnTo>
                  <a:lnTo>
                    <a:pt x="2972661" y="169032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h229"/>
            <p:cNvSpPr/>
            <p:nvPr/>
          </p:nvSpPr>
          <p:spPr>
            <a:xfrm>
              <a:off x="1909499" y="1768930"/>
              <a:ext cx="2975651" cy="1691760"/>
            </a:xfrm>
            <a:custGeom>
              <a:avLst/>
              <a:pathLst>
                <a:path w="2975651" h="1691760">
                  <a:moveTo>
                    <a:pt x="2971800" y="1691481"/>
                  </a:moveTo>
                  <a:lnTo>
                    <a:pt x="2975651" y="1691760"/>
                  </a:lnTo>
                  <a:lnTo>
                    <a:pt x="2975435" y="1690744"/>
                  </a:lnTo>
                  <a:lnTo>
                    <a:pt x="2973976" y="169066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h230"/>
            <p:cNvSpPr/>
            <p:nvPr/>
          </p:nvSpPr>
          <p:spPr>
            <a:xfrm>
              <a:off x="1769545" y="2123714"/>
              <a:ext cx="2973115" cy="1692450"/>
            </a:xfrm>
            <a:custGeom>
              <a:avLst/>
              <a:pathLst>
                <a:path w="2973115" h="1692450">
                  <a:moveTo>
                    <a:pt x="2971800" y="1691481"/>
                  </a:moveTo>
                  <a:lnTo>
                    <a:pt x="2973115" y="1692450"/>
                  </a:lnTo>
                  <a:lnTo>
                    <a:pt x="2973067" y="1690591"/>
                  </a:lnTo>
                  <a:lnTo>
                    <a:pt x="2972326" y="16901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h231"/>
            <p:cNvSpPr/>
            <p:nvPr/>
          </p:nvSpPr>
          <p:spPr>
            <a:xfrm>
              <a:off x="1959849" y="2102518"/>
              <a:ext cx="2974120" cy="1692815"/>
            </a:xfrm>
            <a:custGeom>
              <a:avLst/>
              <a:pathLst>
                <a:path w="2974120" h="1692815">
                  <a:moveTo>
                    <a:pt x="2971800" y="1691481"/>
                  </a:moveTo>
                  <a:lnTo>
                    <a:pt x="2972278" y="1692815"/>
                  </a:lnTo>
                  <a:lnTo>
                    <a:pt x="2973546" y="1692789"/>
                  </a:lnTo>
                  <a:lnTo>
                    <a:pt x="2974120" y="1691507"/>
                  </a:lnTo>
                  <a:lnTo>
                    <a:pt x="2973713" y="1690043"/>
                  </a:lnTo>
                  <a:lnTo>
                    <a:pt x="2971991" y="169022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h232"/>
            <p:cNvSpPr/>
            <p:nvPr/>
          </p:nvSpPr>
          <p:spPr>
            <a:xfrm>
              <a:off x="1805663" y="2144332"/>
              <a:ext cx="2974646" cy="1692346"/>
            </a:xfrm>
            <a:custGeom>
              <a:avLst/>
              <a:pathLst>
                <a:path w="2974646" h="1692346">
                  <a:moveTo>
                    <a:pt x="2971800" y="1691481"/>
                  </a:moveTo>
                  <a:lnTo>
                    <a:pt x="2971943" y="1692346"/>
                  </a:lnTo>
                  <a:lnTo>
                    <a:pt x="2973522" y="1691533"/>
                  </a:lnTo>
                  <a:lnTo>
                    <a:pt x="2974646" y="1689358"/>
                  </a:lnTo>
                  <a:lnTo>
                    <a:pt x="2972876" y="16887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h233"/>
            <p:cNvSpPr/>
            <p:nvPr/>
          </p:nvSpPr>
          <p:spPr>
            <a:xfrm>
              <a:off x="1810280" y="2094465"/>
              <a:ext cx="2974120" cy="1693703"/>
            </a:xfrm>
            <a:custGeom>
              <a:avLst/>
              <a:pathLst>
                <a:path w="2974120" h="1693703">
                  <a:moveTo>
                    <a:pt x="2971800" y="1691481"/>
                  </a:moveTo>
                  <a:lnTo>
                    <a:pt x="2972110" y="1693703"/>
                  </a:lnTo>
                  <a:lnTo>
                    <a:pt x="2974120" y="1692500"/>
                  </a:lnTo>
                  <a:lnTo>
                    <a:pt x="2973330" y="16912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h234"/>
            <p:cNvSpPr/>
            <p:nvPr/>
          </p:nvSpPr>
          <p:spPr>
            <a:xfrm>
              <a:off x="1763780" y="2133037"/>
              <a:ext cx="2973785" cy="1692215"/>
            </a:xfrm>
            <a:custGeom>
              <a:avLst/>
              <a:pathLst>
                <a:path w="2973785" h="1692215">
                  <a:moveTo>
                    <a:pt x="2971799" y="1691481"/>
                  </a:moveTo>
                  <a:lnTo>
                    <a:pt x="2972852" y="1692215"/>
                  </a:lnTo>
                  <a:lnTo>
                    <a:pt x="2973785" y="1691219"/>
                  </a:lnTo>
                  <a:lnTo>
                    <a:pt x="2972756" y="16902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h235"/>
            <p:cNvSpPr/>
            <p:nvPr/>
          </p:nvSpPr>
          <p:spPr>
            <a:xfrm>
              <a:off x="1836998" y="2083281"/>
              <a:ext cx="2973617" cy="1691768"/>
            </a:xfrm>
            <a:custGeom>
              <a:avLst/>
              <a:pathLst>
                <a:path w="2973617" h="1691768">
                  <a:moveTo>
                    <a:pt x="2971800" y="1691481"/>
                  </a:moveTo>
                  <a:lnTo>
                    <a:pt x="2973617" y="1691768"/>
                  </a:lnTo>
                  <a:lnTo>
                    <a:pt x="2973306" y="169056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h236"/>
            <p:cNvSpPr/>
            <p:nvPr/>
          </p:nvSpPr>
          <p:spPr>
            <a:xfrm>
              <a:off x="1820661" y="2121069"/>
              <a:ext cx="2975435" cy="1692528"/>
            </a:xfrm>
            <a:custGeom>
              <a:avLst/>
              <a:pathLst>
                <a:path w="2975435" h="1692528">
                  <a:moveTo>
                    <a:pt x="2971800" y="1691481"/>
                  </a:moveTo>
                  <a:lnTo>
                    <a:pt x="2972732" y="1692371"/>
                  </a:lnTo>
                  <a:lnTo>
                    <a:pt x="2974502" y="1692528"/>
                  </a:lnTo>
                  <a:lnTo>
                    <a:pt x="2975435" y="1691717"/>
                  </a:lnTo>
                  <a:lnTo>
                    <a:pt x="2975220" y="1690486"/>
                  </a:lnTo>
                  <a:lnTo>
                    <a:pt x="2972948" y="168991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h237"/>
            <p:cNvSpPr/>
            <p:nvPr/>
          </p:nvSpPr>
          <p:spPr>
            <a:xfrm>
              <a:off x="1997140" y="2044227"/>
              <a:ext cx="2973306" cy="1692575"/>
            </a:xfrm>
            <a:custGeom>
              <a:avLst/>
              <a:pathLst>
                <a:path w="2973306" h="1692575">
                  <a:moveTo>
                    <a:pt x="2971800" y="1691481"/>
                  </a:moveTo>
                  <a:lnTo>
                    <a:pt x="2972182" y="1692575"/>
                  </a:lnTo>
                  <a:lnTo>
                    <a:pt x="2973306" y="1692315"/>
                  </a:lnTo>
                  <a:lnTo>
                    <a:pt x="2972613" y="16909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h238"/>
            <p:cNvSpPr/>
            <p:nvPr/>
          </p:nvSpPr>
          <p:spPr>
            <a:xfrm>
              <a:off x="1976043" y="1550648"/>
              <a:ext cx="2974694" cy="1694222"/>
            </a:xfrm>
            <a:custGeom>
              <a:avLst/>
              <a:pathLst>
                <a:path w="2974694" h="1694222">
                  <a:moveTo>
                    <a:pt x="2971800" y="1691481"/>
                  </a:moveTo>
                  <a:lnTo>
                    <a:pt x="2972302" y="1693061"/>
                  </a:lnTo>
                  <a:lnTo>
                    <a:pt x="2973498" y="1694222"/>
                  </a:lnTo>
                  <a:lnTo>
                    <a:pt x="2974622" y="1694074"/>
                  </a:lnTo>
                  <a:lnTo>
                    <a:pt x="2974694" y="1692938"/>
                  </a:lnTo>
                  <a:lnTo>
                    <a:pt x="2972876" y="16906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h239"/>
            <p:cNvSpPr/>
            <p:nvPr/>
          </p:nvSpPr>
          <p:spPr>
            <a:xfrm>
              <a:off x="1939494" y="1988190"/>
              <a:ext cx="2973211" cy="1692156"/>
            </a:xfrm>
            <a:custGeom>
              <a:avLst/>
              <a:pathLst>
                <a:path w="2973211" h="1692156">
                  <a:moveTo>
                    <a:pt x="2971800" y="1691481"/>
                  </a:moveTo>
                  <a:lnTo>
                    <a:pt x="2972900" y="1692156"/>
                  </a:lnTo>
                  <a:lnTo>
                    <a:pt x="2973211" y="169114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h240"/>
            <p:cNvSpPr/>
            <p:nvPr/>
          </p:nvSpPr>
          <p:spPr>
            <a:xfrm>
              <a:off x="1918995" y="1788443"/>
              <a:ext cx="2973139" cy="1692474"/>
            </a:xfrm>
            <a:custGeom>
              <a:avLst/>
              <a:pathLst>
                <a:path w="2973139" h="1692474">
                  <a:moveTo>
                    <a:pt x="2971799" y="1691481"/>
                  </a:moveTo>
                  <a:lnTo>
                    <a:pt x="2972158" y="1692474"/>
                  </a:lnTo>
                  <a:lnTo>
                    <a:pt x="2973139" y="169173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h241"/>
            <p:cNvSpPr/>
            <p:nvPr/>
          </p:nvSpPr>
          <p:spPr>
            <a:xfrm>
              <a:off x="1980660" y="2031621"/>
              <a:ext cx="2973761" cy="1692783"/>
            </a:xfrm>
            <a:custGeom>
              <a:avLst/>
              <a:pathLst>
                <a:path w="2973761" h="1692783">
                  <a:moveTo>
                    <a:pt x="2971800" y="1691481"/>
                  </a:moveTo>
                  <a:lnTo>
                    <a:pt x="2972661" y="1692783"/>
                  </a:lnTo>
                  <a:lnTo>
                    <a:pt x="2973761" y="1691559"/>
                  </a:lnTo>
                  <a:lnTo>
                    <a:pt x="2972780" y="16899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h242"/>
            <p:cNvSpPr/>
            <p:nvPr/>
          </p:nvSpPr>
          <p:spPr>
            <a:xfrm>
              <a:off x="1905337" y="1770557"/>
              <a:ext cx="2972828" cy="1692625"/>
            </a:xfrm>
            <a:custGeom>
              <a:avLst/>
              <a:pathLst>
                <a:path w="2972828" h="1692625">
                  <a:moveTo>
                    <a:pt x="2971800" y="1691481"/>
                  </a:moveTo>
                  <a:lnTo>
                    <a:pt x="2971991" y="1692625"/>
                  </a:lnTo>
                  <a:lnTo>
                    <a:pt x="2972828" y="169132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h243"/>
            <p:cNvSpPr/>
            <p:nvPr/>
          </p:nvSpPr>
          <p:spPr>
            <a:xfrm>
              <a:off x="2028092" y="2005276"/>
              <a:ext cx="2977684" cy="1692390"/>
            </a:xfrm>
            <a:custGeom>
              <a:avLst/>
              <a:pathLst>
                <a:path w="2977684" h="1692390">
                  <a:moveTo>
                    <a:pt x="2971799" y="1691481"/>
                  </a:moveTo>
                  <a:lnTo>
                    <a:pt x="2974981" y="1692312"/>
                  </a:lnTo>
                  <a:lnTo>
                    <a:pt x="2977157" y="1692390"/>
                  </a:lnTo>
                  <a:lnTo>
                    <a:pt x="2977684" y="1690987"/>
                  </a:lnTo>
                  <a:lnTo>
                    <a:pt x="2975794" y="1689247"/>
                  </a:lnTo>
                  <a:lnTo>
                    <a:pt x="2972828" y="168955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h244"/>
            <p:cNvSpPr/>
            <p:nvPr/>
          </p:nvSpPr>
          <p:spPr>
            <a:xfrm>
              <a:off x="1934399" y="2157573"/>
              <a:ext cx="2972397" cy="1693763"/>
            </a:xfrm>
            <a:custGeom>
              <a:avLst/>
              <a:pathLst>
                <a:path w="2972397" h="1693763">
                  <a:moveTo>
                    <a:pt x="2971800" y="1691481"/>
                  </a:moveTo>
                  <a:lnTo>
                    <a:pt x="2970460" y="1693763"/>
                  </a:lnTo>
                  <a:lnTo>
                    <a:pt x="2972397" y="169350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h245"/>
            <p:cNvSpPr/>
            <p:nvPr/>
          </p:nvSpPr>
          <p:spPr>
            <a:xfrm>
              <a:off x="1831640" y="2087278"/>
              <a:ext cx="2973091" cy="1691847"/>
            </a:xfrm>
            <a:custGeom>
              <a:avLst/>
              <a:pathLst>
                <a:path w="2973091" h="1691847">
                  <a:moveTo>
                    <a:pt x="2971799" y="1691481"/>
                  </a:moveTo>
                  <a:lnTo>
                    <a:pt x="2972876" y="1691847"/>
                  </a:lnTo>
                  <a:lnTo>
                    <a:pt x="2973091" y="169072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h246"/>
            <p:cNvSpPr/>
            <p:nvPr/>
          </p:nvSpPr>
          <p:spPr>
            <a:xfrm>
              <a:off x="1810758" y="2139614"/>
              <a:ext cx="2974885" cy="1691586"/>
            </a:xfrm>
            <a:custGeom>
              <a:avLst/>
              <a:pathLst>
                <a:path w="2974885" h="1691586">
                  <a:moveTo>
                    <a:pt x="2971800" y="1691481"/>
                  </a:moveTo>
                  <a:lnTo>
                    <a:pt x="2973235" y="1691586"/>
                  </a:lnTo>
                  <a:lnTo>
                    <a:pt x="2974885" y="1689149"/>
                  </a:lnTo>
                  <a:lnTo>
                    <a:pt x="2973976" y="1687996"/>
                  </a:lnTo>
                  <a:lnTo>
                    <a:pt x="2972613" y="16888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h247"/>
            <p:cNvSpPr/>
            <p:nvPr/>
          </p:nvSpPr>
          <p:spPr>
            <a:xfrm>
              <a:off x="1855536" y="2083960"/>
              <a:ext cx="2973737" cy="1692421"/>
            </a:xfrm>
            <a:custGeom>
              <a:avLst/>
              <a:pathLst>
                <a:path w="2973737" h="1692421">
                  <a:moveTo>
                    <a:pt x="2971800" y="1691481"/>
                  </a:moveTo>
                  <a:lnTo>
                    <a:pt x="2973211" y="1692421"/>
                  </a:lnTo>
                  <a:lnTo>
                    <a:pt x="2973737" y="16915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h248"/>
            <p:cNvSpPr/>
            <p:nvPr/>
          </p:nvSpPr>
          <p:spPr>
            <a:xfrm>
              <a:off x="1844054" y="2221646"/>
              <a:ext cx="2973163" cy="1693033"/>
            </a:xfrm>
            <a:custGeom>
              <a:avLst/>
              <a:pathLst>
                <a:path w="2973163" h="1693033">
                  <a:moveTo>
                    <a:pt x="2971800" y="1691481"/>
                  </a:moveTo>
                  <a:lnTo>
                    <a:pt x="2971967" y="1692717"/>
                  </a:lnTo>
                  <a:lnTo>
                    <a:pt x="2973163" y="1693033"/>
                  </a:lnTo>
                  <a:lnTo>
                    <a:pt x="2973139" y="16903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h249"/>
            <p:cNvSpPr/>
            <p:nvPr/>
          </p:nvSpPr>
          <p:spPr>
            <a:xfrm>
              <a:off x="1924496" y="2086808"/>
              <a:ext cx="2975029" cy="1691559"/>
            </a:xfrm>
            <a:custGeom>
              <a:avLst/>
              <a:pathLst>
                <a:path w="2975029" h="1691559">
                  <a:moveTo>
                    <a:pt x="2971800" y="1691481"/>
                  </a:moveTo>
                  <a:lnTo>
                    <a:pt x="2973617" y="1691559"/>
                  </a:lnTo>
                  <a:lnTo>
                    <a:pt x="2975029" y="1689940"/>
                  </a:lnTo>
                  <a:lnTo>
                    <a:pt x="2974383" y="1689104"/>
                  </a:lnTo>
                  <a:lnTo>
                    <a:pt x="2972493" y="16899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h250"/>
            <p:cNvSpPr/>
            <p:nvPr/>
          </p:nvSpPr>
          <p:spPr>
            <a:xfrm>
              <a:off x="1934949" y="2124918"/>
              <a:ext cx="2973593" cy="1692921"/>
            </a:xfrm>
            <a:custGeom>
              <a:avLst/>
              <a:pathLst>
                <a:path w="2973593" h="1692921">
                  <a:moveTo>
                    <a:pt x="2971800" y="1691481"/>
                  </a:moveTo>
                  <a:lnTo>
                    <a:pt x="2973330" y="1692921"/>
                  </a:lnTo>
                  <a:lnTo>
                    <a:pt x="2973593" y="1690434"/>
                  </a:lnTo>
                  <a:lnTo>
                    <a:pt x="2972374" y="16902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h251"/>
            <p:cNvSpPr/>
            <p:nvPr/>
          </p:nvSpPr>
          <p:spPr>
            <a:xfrm>
              <a:off x="1860272" y="2106075"/>
              <a:ext cx="2973354" cy="1691481"/>
            </a:xfrm>
            <a:custGeom>
              <a:avLst/>
              <a:pathLst>
                <a:path w="2973354" h="1691481">
                  <a:moveTo>
                    <a:pt x="2971800" y="1691481"/>
                  </a:moveTo>
                  <a:lnTo>
                    <a:pt x="2973354" y="1690644"/>
                  </a:lnTo>
                  <a:lnTo>
                    <a:pt x="2971967" y="169048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h252"/>
            <p:cNvSpPr/>
            <p:nvPr/>
          </p:nvSpPr>
          <p:spPr>
            <a:xfrm>
              <a:off x="1885698" y="2170063"/>
              <a:ext cx="2972708" cy="1693318"/>
            </a:xfrm>
            <a:custGeom>
              <a:avLst/>
              <a:pathLst>
                <a:path w="2972708" h="1693318">
                  <a:moveTo>
                    <a:pt x="2971800" y="1691481"/>
                  </a:moveTo>
                  <a:lnTo>
                    <a:pt x="2971034" y="1693318"/>
                  </a:lnTo>
                  <a:lnTo>
                    <a:pt x="2972708" y="169234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h253"/>
            <p:cNvSpPr/>
            <p:nvPr/>
          </p:nvSpPr>
          <p:spPr>
            <a:xfrm>
              <a:off x="2031250" y="2031830"/>
              <a:ext cx="2973259" cy="1692705"/>
            </a:xfrm>
            <a:custGeom>
              <a:avLst/>
              <a:pathLst>
                <a:path w="2973259" h="1692705">
                  <a:moveTo>
                    <a:pt x="2971800" y="1691481"/>
                  </a:moveTo>
                  <a:lnTo>
                    <a:pt x="2972039" y="1692705"/>
                  </a:lnTo>
                  <a:lnTo>
                    <a:pt x="2973259" y="1692679"/>
                  </a:lnTo>
                  <a:lnTo>
                    <a:pt x="2972804" y="169077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h254"/>
            <p:cNvSpPr/>
            <p:nvPr/>
          </p:nvSpPr>
          <p:spPr>
            <a:xfrm>
              <a:off x="2005895" y="1755472"/>
              <a:ext cx="2973833" cy="1693511"/>
            </a:xfrm>
            <a:custGeom>
              <a:avLst/>
              <a:pathLst>
                <a:path w="2973833" h="1693511">
                  <a:moveTo>
                    <a:pt x="2971800" y="1691481"/>
                  </a:moveTo>
                  <a:lnTo>
                    <a:pt x="2972302" y="1693511"/>
                  </a:lnTo>
                  <a:lnTo>
                    <a:pt x="2973498" y="1693333"/>
                  </a:lnTo>
                  <a:lnTo>
                    <a:pt x="2973833" y="1690821"/>
                  </a:lnTo>
                  <a:lnTo>
                    <a:pt x="2972685" y="169023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h255"/>
            <p:cNvSpPr/>
            <p:nvPr/>
          </p:nvSpPr>
          <p:spPr>
            <a:xfrm>
              <a:off x="1862138" y="1617337"/>
              <a:ext cx="2973928" cy="1691481"/>
            </a:xfrm>
            <a:custGeom>
              <a:avLst/>
              <a:pathLst>
                <a:path w="2973928" h="1691481">
                  <a:moveTo>
                    <a:pt x="2971800" y="1691481"/>
                  </a:moveTo>
                  <a:lnTo>
                    <a:pt x="2973570" y="1691107"/>
                  </a:lnTo>
                  <a:lnTo>
                    <a:pt x="2973928" y="1689961"/>
                  </a:lnTo>
                  <a:lnTo>
                    <a:pt x="2973187" y="1688964"/>
                  </a:lnTo>
                  <a:lnTo>
                    <a:pt x="2971800" y="1689088"/>
                  </a:lnTo>
                  <a:lnTo>
                    <a:pt x="2971297" y="16904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h256"/>
            <p:cNvSpPr/>
            <p:nvPr/>
          </p:nvSpPr>
          <p:spPr>
            <a:xfrm>
              <a:off x="1918636" y="1769235"/>
              <a:ext cx="2974646" cy="1691481"/>
            </a:xfrm>
            <a:custGeom>
              <a:avLst/>
              <a:pathLst>
                <a:path w="2974646" h="1691481">
                  <a:moveTo>
                    <a:pt x="2971799" y="1691481"/>
                  </a:moveTo>
                  <a:lnTo>
                    <a:pt x="2973235" y="1691456"/>
                  </a:lnTo>
                  <a:lnTo>
                    <a:pt x="2974646" y="1690490"/>
                  </a:lnTo>
                  <a:lnTo>
                    <a:pt x="2972469" y="16900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h257"/>
            <p:cNvSpPr/>
            <p:nvPr/>
          </p:nvSpPr>
          <p:spPr>
            <a:xfrm>
              <a:off x="1894716" y="1631187"/>
              <a:ext cx="2975220" cy="1691806"/>
            </a:xfrm>
            <a:custGeom>
              <a:avLst/>
              <a:pathLst>
                <a:path w="2975220" h="1691806">
                  <a:moveTo>
                    <a:pt x="2971800" y="1691481"/>
                  </a:moveTo>
                  <a:lnTo>
                    <a:pt x="2973426" y="1691806"/>
                  </a:lnTo>
                  <a:lnTo>
                    <a:pt x="2975005" y="1690882"/>
                  </a:lnTo>
                  <a:lnTo>
                    <a:pt x="2975220" y="1688609"/>
                  </a:lnTo>
                  <a:lnTo>
                    <a:pt x="2973498" y="1688010"/>
                  </a:lnTo>
                  <a:lnTo>
                    <a:pt x="2970819" y="1688634"/>
                  </a:lnTo>
                  <a:lnTo>
                    <a:pt x="2970532" y="168968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h258"/>
            <p:cNvSpPr/>
            <p:nvPr/>
          </p:nvSpPr>
          <p:spPr>
            <a:xfrm>
              <a:off x="1848838" y="2252021"/>
              <a:ext cx="2974455" cy="1694062"/>
            </a:xfrm>
            <a:custGeom>
              <a:avLst/>
              <a:pathLst>
                <a:path w="2974455" h="1694062">
                  <a:moveTo>
                    <a:pt x="2971800" y="1691481"/>
                  </a:moveTo>
                  <a:lnTo>
                    <a:pt x="2971991" y="1693746"/>
                  </a:lnTo>
                  <a:lnTo>
                    <a:pt x="2973043" y="1694062"/>
                  </a:lnTo>
                  <a:lnTo>
                    <a:pt x="2974455" y="1692851"/>
                  </a:lnTo>
                  <a:lnTo>
                    <a:pt x="2972876" y="16908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h259"/>
            <p:cNvSpPr/>
            <p:nvPr/>
          </p:nvSpPr>
          <p:spPr>
            <a:xfrm>
              <a:off x="1809538" y="2128296"/>
              <a:ext cx="2974694" cy="1692371"/>
            </a:xfrm>
            <a:custGeom>
              <a:avLst/>
              <a:pathLst>
                <a:path w="2974694" h="1692371">
                  <a:moveTo>
                    <a:pt x="2971800" y="1691481"/>
                  </a:moveTo>
                  <a:lnTo>
                    <a:pt x="2972828" y="1692371"/>
                  </a:lnTo>
                  <a:lnTo>
                    <a:pt x="2974670" y="1692371"/>
                  </a:lnTo>
                  <a:lnTo>
                    <a:pt x="2974694" y="1690591"/>
                  </a:lnTo>
                  <a:lnTo>
                    <a:pt x="2972302" y="16903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h260"/>
            <p:cNvSpPr/>
            <p:nvPr/>
          </p:nvSpPr>
          <p:spPr>
            <a:xfrm>
              <a:off x="1833051" y="2085554"/>
              <a:ext cx="2973522" cy="1692343"/>
            </a:xfrm>
            <a:custGeom>
              <a:avLst/>
              <a:pathLst>
                <a:path w="2973522" h="1692343">
                  <a:moveTo>
                    <a:pt x="2971800" y="1691481"/>
                  </a:moveTo>
                  <a:lnTo>
                    <a:pt x="2973235" y="1692343"/>
                  </a:lnTo>
                  <a:lnTo>
                    <a:pt x="2973522" y="16909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h261"/>
            <p:cNvSpPr/>
            <p:nvPr/>
          </p:nvSpPr>
          <p:spPr>
            <a:xfrm>
              <a:off x="1858215" y="2131073"/>
              <a:ext cx="2973330" cy="1692214"/>
            </a:xfrm>
            <a:custGeom>
              <a:avLst/>
              <a:pathLst>
                <a:path w="2973330" h="1692214">
                  <a:moveTo>
                    <a:pt x="2971799" y="1691481"/>
                  </a:moveTo>
                  <a:lnTo>
                    <a:pt x="2973259" y="1692214"/>
                  </a:lnTo>
                  <a:lnTo>
                    <a:pt x="2973330" y="169045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h262"/>
            <p:cNvSpPr/>
            <p:nvPr/>
          </p:nvSpPr>
          <p:spPr>
            <a:xfrm>
              <a:off x="1846207" y="2231933"/>
              <a:ext cx="2974120" cy="1695718"/>
            </a:xfrm>
            <a:custGeom>
              <a:avLst/>
              <a:pathLst>
                <a:path w="2974120" h="1695718">
                  <a:moveTo>
                    <a:pt x="2971800" y="1691481"/>
                  </a:moveTo>
                  <a:lnTo>
                    <a:pt x="2972708" y="1693429"/>
                  </a:lnTo>
                  <a:lnTo>
                    <a:pt x="2973019" y="1695718"/>
                  </a:lnTo>
                  <a:lnTo>
                    <a:pt x="2974120" y="1694666"/>
                  </a:lnTo>
                  <a:lnTo>
                    <a:pt x="2973091" y="169116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h263"/>
            <p:cNvSpPr/>
            <p:nvPr/>
          </p:nvSpPr>
          <p:spPr>
            <a:xfrm>
              <a:off x="1843887" y="2227749"/>
              <a:ext cx="2973450" cy="1693244"/>
            </a:xfrm>
            <a:custGeom>
              <a:avLst/>
              <a:pathLst>
                <a:path w="2973450" h="1693244">
                  <a:moveTo>
                    <a:pt x="2971800" y="1691481"/>
                  </a:moveTo>
                  <a:lnTo>
                    <a:pt x="2972637" y="1693244"/>
                  </a:lnTo>
                  <a:lnTo>
                    <a:pt x="2973450" y="1692612"/>
                  </a:lnTo>
                  <a:lnTo>
                    <a:pt x="2973283" y="1690560"/>
                  </a:lnTo>
                  <a:lnTo>
                    <a:pt x="2972015" y="16901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h264"/>
            <p:cNvSpPr/>
            <p:nvPr/>
          </p:nvSpPr>
          <p:spPr>
            <a:xfrm>
              <a:off x="1885579" y="2025193"/>
              <a:ext cx="2973402" cy="1692314"/>
            </a:xfrm>
            <a:custGeom>
              <a:avLst/>
              <a:pathLst>
                <a:path w="2973402" h="1692314">
                  <a:moveTo>
                    <a:pt x="2971800" y="1691481"/>
                  </a:moveTo>
                  <a:lnTo>
                    <a:pt x="2972613" y="1692314"/>
                  </a:lnTo>
                  <a:lnTo>
                    <a:pt x="2973402" y="169137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h265"/>
            <p:cNvSpPr/>
            <p:nvPr/>
          </p:nvSpPr>
          <p:spPr>
            <a:xfrm>
              <a:off x="1954109" y="1861358"/>
              <a:ext cx="2974789" cy="1692533"/>
            </a:xfrm>
            <a:custGeom>
              <a:avLst/>
              <a:pathLst>
                <a:path w="2974789" h="1692533">
                  <a:moveTo>
                    <a:pt x="2971800" y="1691481"/>
                  </a:moveTo>
                  <a:lnTo>
                    <a:pt x="2973187" y="1692533"/>
                  </a:lnTo>
                  <a:lnTo>
                    <a:pt x="2974789" y="1691712"/>
                  </a:lnTo>
                  <a:lnTo>
                    <a:pt x="2974191" y="1690224"/>
                  </a:lnTo>
                  <a:lnTo>
                    <a:pt x="2972421" y="16906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h266"/>
            <p:cNvSpPr/>
            <p:nvPr/>
          </p:nvSpPr>
          <p:spPr>
            <a:xfrm>
              <a:off x="1895816" y="1793843"/>
              <a:ext cx="2973091" cy="1692067"/>
            </a:xfrm>
            <a:custGeom>
              <a:avLst/>
              <a:pathLst>
                <a:path w="2973091" h="1692067">
                  <a:moveTo>
                    <a:pt x="2971799" y="1691481"/>
                  </a:moveTo>
                  <a:lnTo>
                    <a:pt x="2973091" y="1692067"/>
                  </a:lnTo>
                  <a:lnTo>
                    <a:pt x="2972948" y="169086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h267"/>
            <p:cNvSpPr/>
            <p:nvPr/>
          </p:nvSpPr>
          <p:spPr>
            <a:xfrm>
              <a:off x="1858789" y="2257052"/>
              <a:ext cx="2973570" cy="1691534"/>
            </a:xfrm>
            <a:custGeom>
              <a:avLst/>
              <a:pathLst>
                <a:path w="2973570" h="1691534">
                  <a:moveTo>
                    <a:pt x="2971800" y="1691481"/>
                  </a:moveTo>
                  <a:lnTo>
                    <a:pt x="2973211" y="1691534"/>
                  </a:lnTo>
                  <a:lnTo>
                    <a:pt x="2973570" y="1689058"/>
                  </a:lnTo>
                  <a:lnTo>
                    <a:pt x="2971943" y="16894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h268"/>
            <p:cNvSpPr/>
            <p:nvPr/>
          </p:nvSpPr>
          <p:spPr>
            <a:xfrm>
              <a:off x="1845202" y="2251916"/>
              <a:ext cx="2973881" cy="1693140"/>
            </a:xfrm>
            <a:custGeom>
              <a:avLst/>
              <a:pathLst>
                <a:path w="2973881" h="1693140">
                  <a:moveTo>
                    <a:pt x="2971800" y="1691481"/>
                  </a:moveTo>
                  <a:lnTo>
                    <a:pt x="2972254" y="1693140"/>
                  </a:lnTo>
                  <a:lnTo>
                    <a:pt x="2973881" y="1692271"/>
                  </a:lnTo>
                  <a:lnTo>
                    <a:pt x="2973522" y="16910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h269"/>
            <p:cNvSpPr/>
            <p:nvPr/>
          </p:nvSpPr>
          <p:spPr>
            <a:xfrm>
              <a:off x="1837165" y="2229276"/>
              <a:ext cx="2973187" cy="1691744"/>
            </a:xfrm>
            <a:custGeom>
              <a:avLst/>
              <a:pathLst>
                <a:path w="2973187" h="1691744">
                  <a:moveTo>
                    <a:pt x="2971800" y="1691481"/>
                  </a:moveTo>
                  <a:lnTo>
                    <a:pt x="2973187" y="1691744"/>
                  </a:lnTo>
                  <a:lnTo>
                    <a:pt x="2973163" y="169053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h270"/>
            <p:cNvSpPr/>
            <p:nvPr/>
          </p:nvSpPr>
          <p:spPr>
            <a:xfrm>
              <a:off x="1832358" y="1737198"/>
              <a:ext cx="2973187" cy="1691810"/>
            </a:xfrm>
            <a:custGeom>
              <a:avLst/>
              <a:pathLst>
                <a:path w="2973187" h="1691810">
                  <a:moveTo>
                    <a:pt x="2971799" y="1691481"/>
                  </a:moveTo>
                  <a:lnTo>
                    <a:pt x="2972876" y="1691810"/>
                  </a:lnTo>
                  <a:lnTo>
                    <a:pt x="2973187" y="1690646"/>
                  </a:lnTo>
                  <a:lnTo>
                    <a:pt x="2971202" y="168986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h271"/>
            <p:cNvSpPr/>
            <p:nvPr/>
          </p:nvSpPr>
          <p:spPr>
            <a:xfrm>
              <a:off x="1832645" y="1784165"/>
              <a:ext cx="2972804" cy="1691481"/>
            </a:xfrm>
            <a:custGeom>
              <a:avLst/>
              <a:pathLst>
                <a:path w="2972804" h="1691481">
                  <a:moveTo>
                    <a:pt x="2971800" y="1691481"/>
                  </a:moveTo>
                  <a:lnTo>
                    <a:pt x="2972804" y="1689776"/>
                  </a:lnTo>
                  <a:lnTo>
                    <a:pt x="2972063" y="1689496"/>
                  </a:lnTo>
                  <a:lnTo>
                    <a:pt x="2970627" y="169069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h272"/>
            <p:cNvSpPr/>
            <p:nvPr/>
          </p:nvSpPr>
          <p:spPr>
            <a:xfrm>
              <a:off x="1841902" y="2224066"/>
              <a:ext cx="2972804" cy="1691613"/>
            </a:xfrm>
            <a:custGeom>
              <a:avLst/>
              <a:pathLst>
                <a:path w="2972804" h="1691613">
                  <a:moveTo>
                    <a:pt x="2971800" y="1691481"/>
                  </a:moveTo>
                  <a:lnTo>
                    <a:pt x="2972756" y="1691613"/>
                  </a:lnTo>
                  <a:lnTo>
                    <a:pt x="2972804" y="168990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h273"/>
            <p:cNvSpPr/>
            <p:nvPr/>
          </p:nvSpPr>
          <p:spPr>
            <a:xfrm>
              <a:off x="1847331" y="2240488"/>
              <a:ext cx="2974861" cy="1692376"/>
            </a:xfrm>
            <a:custGeom>
              <a:avLst/>
              <a:pathLst>
                <a:path w="2974861" h="1692376">
                  <a:moveTo>
                    <a:pt x="2971800" y="1691481"/>
                  </a:moveTo>
                  <a:lnTo>
                    <a:pt x="2972900" y="1692376"/>
                  </a:lnTo>
                  <a:lnTo>
                    <a:pt x="2974646" y="1691323"/>
                  </a:lnTo>
                  <a:lnTo>
                    <a:pt x="2974861" y="1689770"/>
                  </a:lnTo>
                  <a:lnTo>
                    <a:pt x="2972254" y="16899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h274"/>
            <p:cNvSpPr/>
            <p:nvPr/>
          </p:nvSpPr>
          <p:spPr>
            <a:xfrm>
              <a:off x="1870844" y="2199033"/>
              <a:ext cx="2972828" cy="1692401"/>
            </a:xfrm>
            <a:custGeom>
              <a:avLst/>
              <a:pathLst>
                <a:path w="2972828" h="1692401">
                  <a:moveTo>
                    <a:pt x="2971799" y="1691481"/>
                  </a:moveTo>
                  <a:lnTo>
                    <a:pt x="2972302" y="1692401"/>
                  </a:lnTo>
                  <a:lnTo>
                    <a:pt x="2972828" y="169061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h275"/>
            <p:cNvSpPr/>
            <p:nvPr/>
          </p:nvSpPr>
          <p:spPr>
            <a:xfrm>
              <a:off x="1984822" y="2054418"/>
              <a:ext cx="2973235" cy="1692107"/>
            </a:xfrm>
            <a:custGeom>
              <a:avLst/>
              <a:pathLst>
                <a:path w="2973235" h="1692107">
                  <a:moveTo>
                    <a:pt x="2971799" y="1691481"/>
                  </a:moveTo>
                  <a:lnTo>
                    <a:pt x="2973235" y="1692107"/>
                  </a:lnTo>
                  <a:lnTo>
                    <a:pt x="2973163" y="169077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h276"/>
            <p:cNvSpPr/>
            <p:nvPr/>
          </p:nvSpPr>
          <p:spPr>
            <a:xfrm>
              <a:off x="1938083" y="2145904"/>
              <a:ext cx="2974311" cy="1692530"/>
            </a:xfrm>
            <a:custGeom>
              <a:avLst/>
              <a:pathLst>
                <a:path w="2974311" h="1692530">
                  <a:moveTo>
                    <a:pt x="2971800" y="1691481"/>
                  </a:moveTo>
                  <a:lnTo>
                    <a:pt x="2972254" y="1692530"/>
                  </a:lnTo>
                  <a:lnTo>
                    <a:pt x="2974263" y="1692530"/>
                  </a:lnTo>
                  <a:lnTo>
                    <a:pt x="2974311" y="169072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h277"/>
            <p:cNvSpPr/>
            <p:nvPr/>
          </p:nvSpPr>
          <p:spPr>
            <a:xfrm>
              <a:off x="1806237" y="2132697"/>
              <a:ext cx="2974359" cy="1693079"/>
            </a:xfrm>
            <a:custGeom>
              <a:avLst/>
              <a:pathLst>
                <a:path w="2974359" h="1693079">
                  <a:moveTo>
                    <a:pt x="2971800" y="1691481"/>
                  </a:moveTo>
                  <a:lnTo>
                    <a:pt x="2973019" y="1693079"/>
                  </a:lnTo>
                  <a:lnTo>
                    <a:pt x="2974359" y="1690040"/>
                  </a:lnTo>
                  <a:lnTo>
                    <a:pt x="2973737" y="16890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h278"/>
            <p:cNvSpPr/>
            <p:nvPr/>
          </p:nvSpPr>
          <p:spPr>
            <a:xfrm>
              <a:off x="1898854" y="1778007"/>
              <a:ext cx="2973139" cy="1692804"/>
            </a:xfrm>
            <a:custGeom>
              <a:avLst/>
              <a:pathLst>
                <a:path w="2973139" h="1692804">
                  <a:moveTo>
                    <a:pt x="2971799" y="1691481"/>
                  </a:moveTo>
                  <a:lnTo>
                    <a:pt x="2973139" y="1692804"/>
                  </a:lnTo>
                  <a:lnTo>
                    <a:pt x="2973043" y="16913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h279"/>
            <p:cNvSpPr/>
            <p:nvPr/>
          </p:nvSpPr>
          <p:spPr>
            <a:xfrm>
              <a:off x="1937198" y="1769108"/>
              <a:ext cx="2971799" cy="1693031"/>
            </a:xfrm>
            <a:custGeom>
              <a:avLst/>
              <a:pathLst>
                <a:path w="2971799" h="1693031">
                  <a:moveTo>
                    <a:pt x="2971799" y="1691481"/>
                  </a:moveTo>
                  <a:lnTo>
                    <a:pt x="2970604" y="1691506"/>
                  </a:lnTo>
                  <a:lnTo>
                    <a:pt x="2971201" y="169303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h280"/>
            <p:cNvSpPr/>
            <p:nvPr/>
          </p:nvSpPr>
          <p:spPr>
            <a:xfrm>
              <a:off x="2008000" y="2077509"/>
              <a:ext cx="2971800" cy="1692917"/>
            </a:xfrm>
            <a:custGeom>
              <a:avLst/>
              <a:pathLst>
                <a:path w="2971800" h="1692917">
                  <a:moveTo>
                    <a:pt x="2971800" y="1691481"/>
                  </a:moveTo>
                  <a:lnTo>
                    <a:pt x="2969862" y="1691820"/>
                  </a:lnTo>
                  <a:lnTo>
                    <a:pt x="2970221" y="1692917"/>
                  </a:lnTo>
                  <a:lnTo>
                    <a:pt x="2971465" y="169273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h281"/>
            <p:cNvSpPr/>
            <p:nvPr/>
          </p:nvSpPr>
          <p:spPr>
            <a:xfrm>
              <a:off x="1848671" y="1753696"/>
              <a:ext cx="2973163" cy="1691481"/>
            </a:xfrm>
            <a:custGeom>
              <a:avLst/>
              <a:pathLst>
                <a:path w="2973163" h="1691481">
                  <a:moveTo>
                    <a:pt x="2971800" y="1691481"/>
                  </a:moveTo>
                  <a:lnTo>
                    <a:pt x="2973163" y="1690821"/>
                  </a:lnTo>
                  <a:lnTo>
                    <a:pt x="2972326" y="16896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h282"/>
            <p:cNvSpPr/>
            <p:nvPr/>
          </p:nvSpPr>
          <p:spPr>
            <a:xfrm>
              <a:off x="1969513" y="2015465"/>
              <a:ext cx="2973498" cy="1692651"/>
            </a:xfrm>
            <a:custGeom>
              <a:avLst/>
              <a:pathLst>
                <a:path w="2973498" h="1692651">
                  <a:moveTo>
                    <a:pt x="2971799" y="1691481"/>
                  </a:moveTo>
                  <a:lnTo>
                    <a:pt x="2972493" y="1692651"/>
                  </a:lnTo>
                  <a:lnTo>
                    <a:pt x="2973498" y="169137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h283"/>
            <p:cNvSpPr/>
            <p:nvPr/>
          </p:nvSpPr>
          <p:spPr>
            <a:xfrm>
              <a:off x="2026035" y="2003353"/>
              <a:ext cx="2971800" cy="1692702"/>
            </a:xfrm>
            <a:custGeom>
              <a:avLst/>
              <a:pathLst>
                <a:path w="2971800" h="1692702">
                  <a:moveTo>
                    <a:pt x="2971800" y="1691481"/>
                  </a:moveTo>
                  <a:lnTo>
                    <a:pt x="2970771" y="1691195"/>
                  </a:lnTo>
                  <a:lnTo>
                    <a:pt x="2971536" y="169270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h284"/>
            <p:cNvSpPr/>
            <p:nvPr/>
          </p:nvSpPr>
          <p:spPr>
            <a:xfrm>
              <a:off x="1970446" y="2011929"/>
              <a:ext cx="2972685" cy="1693301"/>
            </a:xfrm>
            <a:custGeom>
              <a:avLst/>
              <a:pathLst>
                <a:path w="2972685" h="1693301">
                  <a:moveTo>
                    <a:pt x="2971800" y="1691481"/>
                  </a:moveTo>
                  <a:lnTo>
                    <a:pt x="2972302" y="1693301"/>
                  </a:lnTo>
                  <a:lnTo>
                    <a:pt x="2972685" y="16922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h285"/>
            <p:cNvSpPr/>
            <p:nvPr/>
          </p:nvSpPr>
          <p:spPr>
            <a:xfrm>
              <a:off x="1849652" y="1756081"/>
              <a:ext cx="2972948" cy="1691481"/>
            </a:xfrm>
            <a:custGeom>
              <a:avLst/>
              <a:pathLst>
                <a:path w="2972948" h="1691481">
                  <a:moveTo>
                    <a:pt x="2971800" y="1691481"/>
                  </a:moveTo>
                  <a:lnTo>
                    <a:pt x="2972948" y="1691481"/>
                  </a:lnTo>
                  <a:lnTo>
                    <a:pt x="2972039" y="169026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h286"/>
            <p:cNvSpPr/>
            <p:nvPr/>
          </p:nvSpPr>
          <p:spPr>
            <a:xfrm>
              <a:off x="1885172" y="1496757"/>
              <a:ext cx="2971800" cy="1691775"/>
            </a:xfrm>
            <a:custGeom>
              <a:avLst/>
              <a:pathLst>
                <a:path w="2971800" h="1691775">
                  <a:moveTo>
                    <a:pt x="2971800" y="1691481"/>
                  </a:moveTo>
                  <a:lnTo>
                    <a:pt x="2971393" y="1691481"/>
                  </a:lnTo>
                  <a:lnTo>
                    <a:pt x="2971393" y="169177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h287"/>
            <p:cNvSpPr/>
            <p:nvPr/>
          </p:nvSpPr>
          <p:spPr>
            <a:xfrm>
              <a:off x="1843456" y="2055956"/>
              <a:ext cx="2974000" cy="1692707"/>
            </a:xfrm>
            <a:custGeom>
              <a:avLst/>
              <a:pathLst>
                <a:path w="2974000" h="1692707">
                  <a:moveTo>
                    <a:pt x="2971800" y="1691481"/>
                  </a:moveTo>
                  <a:lnTo>
                    <a:pt x="2971656" y="1692315"/>
                  </a:lnTo>
                  <a:lnTo>
                    <a:pt x="2974000" y="1692707"/>
                  </a:lnTo>
                  <a:lnTo>
                    <a:pt x="2973928" y="16910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h288"/>
            <p:cNvSpPr/>
            <p:nvPr/>
          </p:nvSpPr>
          <p:spPr>
            <a:xfrm>
              <a:off x="1924927" y="1786227"/>
              <a:ext cx="2971823" cy="1692983"/>
            </a:xfrm>
            <a:custGeom>
              <a:avLst/>
              <a:pathLst>
                <a:path w="2971823" h="1692983">
                  <a:moveTo>
                    <a:pt x="2971800" y="1691481"/>
                  </a:moveTo>
                  <a:lnTo>
                    <a:pt x="2970675" y="1692550"/>
                  </a:lnTo>
                  <a:lnTo>
                    <a:pt x="2971823" y="169298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h289"/>
            <p:cNvSpPr/>
            <p:nvPr/>
          </p:nvSpPr>
          <p:spPr>
            <a:xfrm>
              <a:off x="2029360" y="1988216"/>
              <a:ext cx="2971991" cy="1693791"/>
            </a:xfrm>
            <a:custGeom>
              <a:avLst/>
              <a:pathLst>
                <a:path w="2971991" h="1693791">
                  <a:moveTo>
                    <a:pt x="2971800" y="1691481"/>
                  </a:moveTo>
                  <a:lnTo>
                    <a:pt x="2970436" y="1692130"/>
                  </a:lnTo>
                  <a:lnTo>
                    <a:pt x="2971225" y="1693791"/>
                  </a:lnTo>
                  <a:lnTo>
                    <a:pt x="2971991" y="16937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h290"/>
            <p:cNvSpPr/>
            <p:nvPr/>
          </p:nvSpPr>
          <p:spPr>
            <a:xfrm>
              <a:off x="2044573" y="1989488"/>
              <a:ext cx="2971799" cy="1692908"/>
            </a:xfrm>
            <a:custGeom>
              <a:avLst/>
              <a:pathLst>
                <a:path w="2971799" h="1692908">
                  <a:moveTo>
                    <a:pt x="2971799" y="1691481"/>
                  </a:moveTo>
                  <a:lnTo>
                    <a:pt x="2970340" y="1691611"/>
                  </a:lnTo>
                  <a:lnTo>
                    <a:pt x="2970436" y="1692545"/>
                  </a:lnTo>
                  <a:lnTo>
                    <a:pt x="2971776" y="16929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h291"/>
            <p:cNvSpPr/>
            <p:nvPr/>
          </p:nvSpPr>
          <p:spPr>
            <a:xfrm>
              <a:off x="1907705" y="2063024"/>
              <a:ext cx="2972924" cy="1693359"/>
            </a:xfrm>
            <a:custGeom>
              <a:avLst/>
              <a:pathLst>
                <a:path w="2972924" h="1693359">
                  <a:moveTo>
                    <a:pt x="2971799" y="1691481"/>
                  </a:moveTo>
                  <a:lnTo>
                    <a:pt x="2972134" y="1693359"/>
                  </a:lnTo>
                  <a:lnTo>
                    <a:pt x="2972924" y="1692968"/>
                  </a:lnTo>
                  <a:lnTo>
                    <a:pt x="2972876" y="169116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h292"/>
            <p:cNvSpPr/>
            <p:nvPr/>
          </p:nvSpPr>
          <p:spPr>
            <a:xfrm>
              <a:off x="1928993" y="2047458"/>
              <a:ext cx="2971799" cy="1693097"/>
            </a:xfrm>
            <a:custGeom>
              <a:avLst/>
              <a:pathLst>
                <a:path w="2971799" h="1693097">
                  <a:moveTo>
                    <a:pt x="2971799" y="1691481"/>
                  </a:moveTo>
                  <a:lnTo>
                    <a:pt x="2970962" y="1691299"/>
                  </a:lnTo>
                  <a:lnTo>
                    <a:pt x="2970484" y="1692784"/>
                  </a:lnTo>
                  <a:lnTo>
                    <a:pt x="2971417" y="16930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h293"/>
            <p:cNvSpPr/>
            <p:nvPr/>
          </p:nvSpPr>
          <p:spPr>
            <a:xfrm>
              <a:off x="1845083" y="2213518"/>
              <a:ext cx="2972637" cy="1693059"/>
            </a:xfrm>
            <a:custGeom>
              <a:avLst/>
              <a:pathLst>
                <a:path w="2972637" h="1693059">
                  <a:moveTo>
                    <a:pt x="2971800" y="1691481"/>
                  </a:moveTo>
                  <a:lnTo>
                    <a:pt x="2971776" y="1693059"/>
                  </a:lnTo>
                  <a:lnTo>
                    <a:pt x="2972637" y="16917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h294"/>
            <p:cNvSpPr/>
            <p:nvPr/>
          </p:nvSpPr>
          <p:spPr>
            <a:xfrm>
              <a:off x="2232049" y="1441103"/>
              <a:ext cx="2982682" cy="1691608"/>
            </a:xfrm>
            <a:custGeom>
              <a:avLst/>
              <a:pathLst>
                <a:path w="2982682" h="1691608">
                  <a:moveTo>
                    <a:pt x="2971800" y="1691481"/>
                  </a:moveTo>
                  <a:lnTo>
                    <a:pt x="2982672" y="1642311"/>
                  </a:lnTo>
                  <a:lnTo>
                    <a:pt x="2982682" y="1642173"/>
                  </a:lnTo>
                  <a:lnTo>
                    <a:pt x="2981966" y="1641968"/>
                  </a:lnTo>
                  <a:lnTo>
                    <a:pt x="2981918" y="1642095"/>
                  </a:lnTo>
                  <a:lnTo>
                    <a:pt x="2971046" y="1691265"/>
                  </a:lnTo>
                  <a:lnTo>
                    <a:pt x="2971035" y="1691403"/>
                  </a:lnTo>
                  <a:lnTo>
                    <a:pt x="2971752" y="16916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h295"/>
            <p:cNvSpPr/>
            <p:nvPr/>
          </p:nvSpPr>
          <p:spPr>
            <a:xfrm>
              <a:off x="2179754" y="1558422"/>
              <a:ext cx="3000524" cy="1691481"/>
            </a:xfrm>
            <a:custGeom>
              <a:avLst/>
              <a:pathLst>
                <a:path w="3000524" h="1691481">
                  <a:moveTo>
                    <a:pt x="2971800" y="1691481"/>
                  </a:moveTo>
                  <a:lnTo>
                    <a:pt x="3000497" y="1652395"/>
                  </a:lnTo>
                  <a:lnTo>
                    <a:pt x="3000524" y="1652260"/>
                  </a:lnTo>
                  <a:lnTo>
                    <a:pt x="3000513" y="1652122"/>
                  </a:lnTo>
                  <a:lnTo>
                    <a:pt x="2999839" y="1651946"/>
                  </a:lnTo>
                  <a:lnTo>
                    <a:pt x="2971141" y="1691033"/>
                  </a:lnTo>
                  <a:lnTo>
                    <a:pt x="2971114" y="1691168"/>
                  </a:lnTo>
                  <a:lnTo>
                    <a:pt x="2971125" y="16913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h296"/>
            <p:cNvSpPr/>
            <p:nvPr/>
          </p:nvSpPr>
          <p:spPr>
            <a:xfrm>
              <a:off x="2113799" y="1682062"/>
              <a:ext cx="2993281" cy="1691481"/>
            </a:xfrm>
            <a:custGeom>
              <a:avLst/>
              <a:pathLst>
                <a:path w="2993281" h="1691481">
                  <a:moveTo>
                    <a:pt x="2971799" y="1691481"/>
                  </a:moveTo>
                  <a:lnTo>
                    <a:pt x="2993237" y="1646549"/>
                  </a:lnTo>
                  <a:lnTo>
                    <a:pt x="2993278" y="1646419"/>
                  </a:lnTo>
                  <a:lnTo>
                    <a:pt x="2993281" y="1646281"/>
                  </a:lnTo>
                  <a:lnTo>
                    <a:pt x="2992555" y="1646127"/>
                  </a:lnTo>
                  <a:lnTo>
                    <a:pt x="2971117" y="1691059"/>
                  </a:lnTo>
                  <a:lnTo>
                    <a:pt x="2971076" y="1691190"/>
                  </a:lnTo>
                  <a:lnTo>
                    <a:pt x="2971073" y="169132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h297"/>
            <p:cNvSpPr/>
            <p:nvPr/>
          </p:nvSpPr>
          <p:spPr>
            <a:xfrm>
              <a:off x="2098227" y="1813111"/>
              <a:ext cx="2971799" cy="1693096"/>
            </a:xfrm>
            <a:custGeom>
              <a:avLst/>
              <a:pathLst>
                <a:path w="2971799" h="1693096">
                  <a:moveTo>
                    <a:pt x="2971799" y="1691481"/>
                  </a:moveTo>
                  <a:lnTo>
                    <a:pt x="2971799" y="1647170"/>
                  </a:lnTo>
                  <a:lnTo>
                    <a:pt x="2971042" y="1647034"/>
                  </a:lnTo>
                  <a:lnTo>
                    <a:pt x="2971023" y="1647170"/>
                  </a:lnTo>
                  <a:lnTo>
                    <a:pt x="2971023" y="1691478"/>
                  </a:lnTo>
                  <a:lnTo>
                    <a:pt x="2971004" y="1692947"/>
                  </a:lnTo>
                  <a:lnTo>
                    <a:pt x="2971760" y="1693096"/>
                  </a:lnTo>
                  <a:lnTo>
                    <a:pt x="2971780" y="16929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h298"/>
            <p:cNvSpPr/>
            <p:nvPr/>
          </p:nvSpPr>
          <p:spPr>
            <a:xfrm>
              <a:off x="2083228" y="1983275"/>
              <a:ext cx="2983563" cy="1704040"/>
            </a:xfrm>
            <a:custGeom>
              <a:avLst/>
              <a:pathLst>
                <a:path w="2983563" h="1704040">
                  <a:moveTo>
                    <a:pt x="2971799" y="1691481"/>
                  </a:moveTo>
                  <a:lnTo>
                    <a:pt x="2965536" y="1703592"/>
                  </a:lnTo>
                  <a:lnTo>
                    <a:pt x="2965492" y="1703721"/>
                  </a:lnTo>
                  <a:lnTo>
                    <a:pt x="2965484" y="1703859"/>
                  </a:lnTo>
                  <a:lnTo>
                    <a:pt x="2966206" y="1704040"/>
                  </a:lnTo>
                  <a:lnTo>
                    <a:pt x="2972510" y="1691840"/>
                  </a:lnTo>
                  <a:lnTo>
                    <a:pt x="2979105" y="1673018"/>
                  </a:lnTo>
                  <a:lnTo>
                    <a:pt x="2983546" y="1656306"/>
                  </a:lnTo>
                  <a:lnTo>
                    <a:pt x="2983563" y="1656169"/>
                  </a:lnTo>
                  <a:lnTo>
                    <a:pt x="2982803" y="1656050"/>
                  </a:lnTo>
                  <a:lnTo>
                    <a:pt x="2978367" y="167274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h299"/>
            <p:cNvSpPr/>
            <p:nvPr/>
          </p:nvSpPr>
          <p:spPr>
            <a:xfrm>
              <a:off x="1961218" y="2161898"/>
              <a:ext cx="2999301" cy="1691481"/>
            </a:xfrm>
            <a:custGeom>
              <a:avLst/>
              <a:pathLst>
                <a:path w="2999301" h="1691481">
                  <a:moveTo>
                    <a:pt x="2971800" y="1691481"/>
                  </a:moveTo>
                  <a:lnTo>
                    <a:pt x="2999273" y="1654579"/>
                  </a:lnTo>
                  <a:lnTo>
                    <a:pt x="2999301" y="1654444"/>
                  </a:lnTo>
                  <a:lnTo>
                    <a:pt x="2999291" y="1654306"/>
                  </a:lnTo>
                  <a:lnTo>
                    <a:pt x="2998617" y="1654125"/>
                  </a:lnTo>
                  <a:lnTo>
                    <a:pt x="2971144" y="1691028"/>
                  </a:lnTo>
                  <a:lnTo>
                    <a:pt x="2971116" y="1691162"/>
                  </a:lnTo>
                  <a:lnTo>
                    <a:pt x="2971126" y="16913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h300"/>
            <p:cNvSpPr/>
            <p:nvPr/>
          </p:nvSpPr>
          <p:spPr>
            <a:xfrm>
              <a:off x="1835487" y="2321479"/>
              <a:ext cx="2993186" cy="1697556"/>
            </a:xfrm>
            <a:custGeom>
              <a:avLst/>
              <a:pathLst>
                <a:path w="2993186" h="1697556">
                  <a:moveTo>
                    <a:pt x="2971800" y="1691481"/>
                  </a:moveTo>
                  <a:lnTo>
                    <a:pt x="2951329" y="1696951"/>
                  </a:lnTo>
                  <a:lnTo>
                    <a:pt x="2951299" y="1697085"/>
                  </a:lnTo>
                  <a:lnTo>
                    <a:pt x="2951307" y="1697223"/>
                  </a:lnTo>
                  <a:lnTo>
                    <a:pt x="2951772" y="1697556"/>
                  </a:lnTo>
                  <a:lnTo>
                    <a:pt x="2972011" y="1692332"/>
                  </a:lnTo>
                  <a:lnTo>
                    <a:pt x="2980178" y="1689527"/>
                  </a:lnTo>
                  <a:lnTo>
                    <a:pt x="2993140" y="1682560"/>
                  </a:lnTo>
                  <a:lnTo>
                    <a:pt x="2993182" y="1682430"/>
                  </a:lnTo>
                  <a:lnTo>
                    <a:pt x="2993186" y="1682292"/>
                  </a:lnTo>
                  <a:lnTo>
                    <a:pt x="2992637" y="1681945"/>
                  </a:lnTo>
                  <a:lnTo>
                    <a:pt x="2979876" y="16887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h301"/>
            <p:cNvSpPr/>
            <p:nvPr/>
          </p:nvSpPr>
          <p:spPr>
            <a:xfrm>
              <a:off x="1678344" y="2208626"/>
              <a:ext cx="2973698" cy="1694813"/>
            </a:xfrm>
            <a:custGeom>
              <a:avLst/>
              <a:pathLst>
                <a:path w="2973698" h="1694813">
                  <a:moveTo>
                    <a:pt x="2971800" y="1691481"/>
                  </a:moveTo>
                  <a:lnTo>
                    <a:pt x="2973686" y="1694813"/>
                  </a:lnTo>
                  <a:lnTo>
                    <a:pt x="2973698" y="1694676"/>
                  </a:lnTo>
                  <a:lnTo>
                    <a:pt x="2973672" y="1694541"/>
                  </a:lnTo>
                  <a:lnTo>
                    <a:pt x="2972537" y="1691202"/>
                  </a:lnTo>
                  <a:lnTo>
                    <a:pt x="2971627" y="1685366"/>
                  </a:lnTo>
                  <a:lnTo>
                    <a:pt x="2970100" y="1671641"/>
                  </a:lnTo>
                  <a:lnTo>
                    <a:pt x="2970176" y="1653461"/>
                  </a:lnTo>
                  <a:lnTo>
                    <a:pt x="2971164" y="1647971"/>
                  </a:lnTo>
                  <a:lnTo>
                    <a:pt x="2971169" y="1647833"/>
                  </a:lnTo>
                  <a:lnTo>
                    <a:pt x="2970446" y="1647664"/>
                  </a:lnTo>
                  <a:lnTo>
                    <a:pt x="2970403" y="1647794"/>
                  </a:lnTo>
                  <a:lnTo>
                    <a:pt x="2969400" y="1653413"/>
                  </a:lnTo>
                  <a:lnTo>
                    <a:pt x="2969326" y="1671724"/>
                  </a:lnTo>
                  <a:lnTo>
                    <a:pt x="2970861" y="168551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h302"/>
            <p:cNvSpPr/>
            <p:nvPr/>
          </p:nvSpPr>
          <p:spPr>
            <a:xfrm>
              <a:off x="1750874" y="1975350"/>
              <a:ext cx="2979800" cy="1697058"/>
            </a:xfrm>
            <a:custGeom>
              <a:avLst/>
              <a:pathLst>
                <a:path w="2979800" h="1697058">
                  <a:moveTo>
                    <a:pt x="2971800" y="1691481"/>
                  </a:moveTo>
                  <a:lnTo>
                    <a:pt x="2968977" y="1696588"/>
                  </a:lnTo>
                  <a:lnTo>
                    <a:pt x="2968929" y="1696715"/>
                  </a:lnTo>
                  <a:lnTo>
                    <a:pt x="2968918" y="1696853"/>
                  </a:lnTo>
                  <a:lnTo>
                    <a:pt x="2969634" y="1697058"/>
                  </a:lnTo>
                  <a:lnTo>
                    <a:pt x="2972485" y="1691896"/>
                  </a:lnTo>
                  <a:lnTo>
                    <a:pt x="2974870" y="1686491"/>
                  </a:lnTo>
                  <a:lnTo>
                    <a:pt x="2976879" y="1681052"/>
                  </a:lnTo>
                  <a:lnTo>
                    <a:pt x="2978648" y="1673159"/>
                  </a:lnTo>
                  <a:lnTo>
                    <a:pt x="2979570" y="1665948"/>
                  </a:lnTo>
                  <a:lnTo>
                    <a:pt x="2979800" y="1657321"/>
                  </a:lnTo>
                  <a:lnTo>
                    <a:pt x="2979723" y="1652979"/>
                  </a:lnTo>
                  <a:lnTo>
                    <a:pt x="2978964" y="1652859"/>
                  </a:lnTo>
                  <a:lnTo>
                    <a:pt x="2978947" y="1652996"/>
                  </a:lnTo>
                  <a:lnTo>
                    <a:pt x="2979023" y="1657328"/>
                  </a:lnTo>
                  <a:lnTo>
                    <a:pt x="2978795" y="1665895"/>
                  </a:lnTo>
                  <a:lnTo>
                    <a:pt x="2977882" y="1673008"/>
                  </a:lnTo>
                  <a:lnTo>
                    <a:pt x="2976133" y="1680801"/>
                  </a:lnTo>
                  <a:lnTo>
                    <a:pt x="2974159" y="168613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h303"/>
            <p:cNvSpPr/>
            <p:nvPr/>
          </p:nvSpPr>
          <p:spPr>
            <a:xfrm>
              <a:off x="1739274" y="1804805"/>
              <a:ext cx="2973176" cy="1694922"/>
            </a:xfrm>
            <a:custGeom>
              <a:avLst/>
              <a:pathLst>
                <a:path w="2973176" h="1694922">
                  <a:moveTo>
                    <a:pt x="2971800" y="1691481"/>
                  </a:moveTo>
                  <a:lnTo>
                    <a:pt x="2972410" y="1694830"/>
                  </a:lnTo>
                  <a:lnTo>
                    <a:pt x="2973144" y="1694922"/>
                  </a:lnTo>
                  <a:lnTo>
                    <a:pt x="2973176" y="1694789"/>
                  </a:lnTo>
                  <a:lnTo>
                    <a:pt x="2973170" y="1694651"/>
                  </a:lnTo>
                  <a:lnTo>
                    <a:pt x="2972552" y="1691262"/>
                  </a:lnTo>
                  <a:lnTo>
                    <a:pt x="2970235" y="1681622"/>
                  </a:lnTo>
                  <a:lnTo>
                    <a:pt x="2966384" y="1671753"/>
                  </a:lnTo>
                  <a:lnTo>
                    <a:pt x="2962543" y="1664605"/>
                  </a:lnTo>
                  <a:lnTo>
                    <a:pt x="2960233" y="1660814"/>
                  </a:lnTo>
                  <a:lnTo>
                    <a:pt x="2950902" y="1648409"/>
                  </a:lnTo>
                  <a:lnTo>
                    <a:pt x="2950887" y="1648546"/>
                  </a:lnTo>
                  <a:lnTo>
                    <a:pt x="2950970" y="1648803"/>
                  </a:lnTo>
                  <a:lnTo>
                    <a:pt x="2959614" y="1661349"/>
                  </a:lnTo>
                  <a:lnTo>
                    <a:pt x="2961898" y="1665098"/>
                  </a:lnTo>
                  <a:lnTo>
                    <a:pt x="2965708" y="1672189"/>
                  </a:lnTo>
                  <a:lnTo>
                    <a:pt x="2969513" y="16819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115561" y="2803083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875564" y="2564498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836729" y="266037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541976" y="287112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33641" y="2461111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854205" y="3022228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986242" y="279601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986242" y="279601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923718" y="256891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495374" y="269925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612655" y="2897191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612655" y="2897191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612655" y="2897191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700809" y="2996602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854981" y="3024879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792070" y="2737693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792070" y="2737693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792070" y="2737693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477511" y="2770388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tx323"/>
            <p:cNvSpPr/>
            <p:nvPr/>
          </p:nvSpPr>
          <p:spPr>
            <a:xfrm>
              <a:off x="3040608" y="1756266"/>
              <a:ext cx="13761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324" name="rc324"/>
            <p:cNvSpPr/>
            <p:nvPr/>
          </p:nvSpPr>
          <p:spPr>
            <a:xfrm>
              <a:off x="6019800" y="1691481"/>
              <a:ext cx="6095999" cy="2438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6393876" y="1849305"/>
              <a:ext cx="883938" cy="1980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6393876" y="3829775"/>
              <a:ext cx="883938" cy="0"/>
            </a:xfrm>
            <a:custGeom>
              <a:avLst/>
              <a:pathLst>
                <a:path w="883938" h="0">
                  <a:moveTo>
                    <a:pt x="0" y="0"/>
                  </a:moveTo>
                  <a:lnTo>
                    <a:pt x="883938" y="0"/>
                  </a:lnTo>
                  <a:lnTo>
                    <a:pt x="88393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6393876" y="3334707"/>
              <a:ext cx="883938" cy="0"/>
            </a:xfrm>
            <a:custGeom>
              <a:avLst/>
              <a:pathLst>
                <a:path w="883938" h="0">
                  <a:moveTo>
                    <a:pt x="0" y="0"/>
                  </a:moveTo>
                  <a:lnTo>
                    <a:pt x="883938" y="0"/>
                  </a:lnTo>
                  <a:lnTo>
                    <a:pt x="88393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6393876" y="2839639"/>
              <a:ext cx="883938" cy="0"/>
            </a:xfrm>
            <a:custGeom>
              <a:avLst/>
              <a:pathLst>
                <a:path w="883938" h="0">
                  <a:moveTo>
                    <a:pt x="0" y="0"/>
                  </a:moveTo>
                  <a:lnTo>
                    <a:pt x="883938" y="0"/>
                  </a:lnTo>
                  <a:lnTo>
                    <a:pt x="88393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6393876" y="2344571"/>
              <a:ext cx="883938" cy="0"/>
            </a:xfrm>
            <a:custGeom>
              <a:avLst/>
              <a:pathLst>
                <a:path w="883938" h="0">
                  <a:moveTo>
                    <a:pt x="0" y="0"/>
                  </a:moveTo>
                  <a:lnTo>
                    <a:pt x="883938" y="0"/>
                  </a:lnTo>
                  <a:lnTo>
                    <a:pt x="88393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6393876" y="1849503"/>
              <a:ext cx="883938" cy="0"/>
            </a:xfrm>
            <a:custGeom>
              <a:avLst/>
              <a:pathLst>
                <a:path w="883938" h="0">
                  <a:moveTo>
                    <a:pt x="0" y="0"/>
                  </a:moveTo>
                  <a:lnTo>
                    <a:pt x="883938" y="0"/>
                  </a:lnTo>
                  <a:lnTo>
                    <a:pt x="88393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643122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649347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655572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661797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668022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674247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680472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686696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692921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699146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05371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11596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17821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24046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6403213" y="1849503"/>
              <a:ext cx="56024" cy="18748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6465462" y="1849503"/>
              <a:ext cx="56024" cy="18476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6527711" y="1849503"/>
              <a:ext cx="56024" cy="18467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6589960" y="1849503"/>
              <a:ext cx="56024" cy="18775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6652210" y="1849503"/>
              <a:ext cx="56024" cy="18476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6714459" y="1849503"/>
              <a:ext cx="56024" cy="18792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6776708" y="1849503"/>
              <a:ext cx="56024" cy="18259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6838957" y="1849503"/>
              <a:ext cx="56024" cy="17318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6901206" y="1849503"/>
              <a:ext cx="56024" cy="15427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6963456" y="1849503"/>
              <a:ext cx="56024" cy="17764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7025705" y="1849503"/>
              <a:ext cx="56024" cy="154147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7087954" y="1849503"/>
              <a:ext cx="56024" cy="16149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7150203" y="1849503"/>
              <a:ext cx="56024" cy="17732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7212452" y="1849503"/>
              <a:ext cx="56024" cy="18411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6403213" y="3724399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6465462" y="3697193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6527711" y="3696285"/>
              <a:ext cx="56024" cy="949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6589960" y="372706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6652210" y="369716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6714459" y="3728754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6776708" y="3675478"/>
              <a:ext cx="56024" cy="1534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6838957" y="3581345"/>
              <a:ext cx="56024" cy="2284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6901206" y="3392233"/>
              <a:ext cx="56024" cy="1839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6963456" y="362596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7025705" y="3390974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7087954" y="3464449"/>
              <a:ext cx="56024" cy="15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7150203" y="3622711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7212452" y="369070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6403213" y="3724399"/>
              <a:ext cx="56024" cy="137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6465462" y="3697193"/>
              <a:ext cx="56024" cy="452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6527711" y="3705783"/>
              <a:ext cx="56024" cy="1352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6589960" y="3727067"/>
              <a:ext cx="56024" cy="48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6652210" y="3697167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6714459" y="3728754"/>
              <a:ext cx="56024" cy="306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6776708" y="367701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6838957" y="3583630"/>
              <a:ext cx="56024" cy="351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6901206" y="3394072"/>
              <a:ext cx="56024" cy="208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6963456" y="3625960"/>
              <a:ext cx="56024" cy="61746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7025705" y="3390974"/>
              <a:ext cx="56024" cy="1227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7087954" y="3464601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7150203" y="3622711"/>
              <a:ext cx="56024" cy="63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7212452" y="3690700"/>
              <a:ext cx="56024" cy="289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6403213" y="3725771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6465462" y="3701721"/>
              <a:ext cx="56024" cy="34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6527711" y="3719303"/>
              <a:ext cx="56024" cy="94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6589960" y="3727556"/>
              <a:ext cx="56024" cy="177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6652210" y="3697167"/>
              <a:ext cx="56024" cy="103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6714459" y="3731821"/>
              <a:ext cx="56024" cy="130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6776708" y="3677013"/>
              <a:ext cx="56024" cy="350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6838957" y="3587150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6901206" y="3414971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6963456" y="3687707"/>
              <a:ext cx="56024" cy="49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7025705" y="340325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7087954" y="3464601"/>
              <a:ext cx="56024" cy="53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7150203" y="3623341"/>
              <a:ext cx="56024" cy="9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7212452" y="3693597"/>
              <a:ext cx="56024" cy="161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6403213" y="3725771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6465462" y="370521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6527711" y="3720245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6589960" y="372933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6652210" y="370756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6714459" y="3744909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6776708" y="368052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6838957" y="358715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6901206" y="3414971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6963456" y="3692655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7025705" y="340325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7087954" y="346993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7150203" y="3624251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7212452" y="3695214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6403213" y="3725771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6465462" y="370521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6527711" y="3720245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6589960" y="372933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6652210" y="370756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6714459" y="3744909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6776708" y="368052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6838957" y="358715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6901206" y="3414971"/>
              <a:ext cx="56024" cy="1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6963456" y="3692655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7025705" y="340325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7087954" y="3469933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7150203" y="3624251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7212452" y="3695214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6403213" y="3725771"/>
              <a:ext cx="56024" cy="987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6465462" y="3705210"/>
              <a:ext cx="56024" cy="1181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6527711" y="3720245"/>
              <a:ext cx="56024" cy="569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6589960" y="3729330"/>
              <a:ext cx="56024" cy="982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6652210" y="3707562"/>
              <a:ext cx="56024" cy="1207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6714459" y="3744909"/>
              <a:ext cx="56024" cy="848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6776708" y="3680522"/>
              <a:ext cx="56024" cy="1417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6838957" y="3587150"/>
              <a:ext cx="56024" cy="1332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6901206" y="3415118"/>
              <a:ext cx="56024" cy="3524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6963456" y="3692655"/>
              <a:ext cx="56024" cy="762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7025705" y="3403252"/>
              <a:ext cx="56024" cy="4200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7087954" y="3469933"/>
              <a:ext cx="56024" cy="2815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7150203" y="3624251"/>
              <a:ext cx="56024" cy="2025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7212452" y="3695214"/>
              <a:ext cx="56024" cy="1334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6403213" y="3824530"/>
              <a:ext cx="56024" cy="16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6465462" y="3823391"/>
              <a:ext cx="56024" cy="38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6527711" y="3777149"/>
              <a:ext cx="56024" cy="5082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89960" y="3827573"/>
              <a:ext cx="56024" cy="14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652210" y="3828300"/>
              <a:ext cx="56024" cy="14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6714459" y="3829775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6776708" y="3822320"/>
              <a:ext cx="56024" cy="74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6838957" y="3720412"/>
              <a:ext cx="56024" cy="1084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6901206" y="3767521"/>
              <a:ext cx="56024" cy="612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6963456" y="3768889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7025705" y="3823284"/>
              <a:ext cx="56024" cy="50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7087954" y="3751469"/>
              <a:ext cx="56024" cy="757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7150203" y="3826835"/>
              <a:ext cx="56024" cy="10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7212452" y="3828629"/>
              <a:ext cx="56024" cy="11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6403213" y="3826225"/>
              <a:ext cx="56024" cy="355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6465462" y="3827251"/>
              <a:ext cx="56024" cy="25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6527711" y="3827978"/>
              <a:ext cx="56024" cy="17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6589960" y="3829041"/>
              <a:ext cx="56024" cy="7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6652210" y="3829775"/>
              <a:ext cx="56024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6714459" y="3829775"/>
              <a:ext cx="56024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6776708" y="3829775"/>
              <a:ext cx="56024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6838957" y="3828849"/>
              <a:ext cx="56024" cy="9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6901206" y="3828818"/>
              <a:ext cx="56024" cy="9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6963456" y="3768889"/>
              <a:ext cx="56024" cy="608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7025705" y="3828367"/>
              <a:ext cx="56024" cy="14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7087954" y="3827185"/>
              <a:ext cx="56024" cy="25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7150203" y="3827885"/>
              <a:ext cx="56024" cy="18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7212452" y="3829775"/>
              <a:ext cx="56024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7328424" y="1849305"/>
              <a:ext cx="946187" cy="1980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328424" y="3829775"/>
              <a:ext cx="946187" cy="0"/>
            </a:xfrm>
            <a:custGeom>
              <a:avLst/>
              <a:pathLst>
                <a:path w="946187" h="0">
                  <a:moveTo>
                    <a:pt x="0" y="0"/>
                  </a:moveTo>
                  <a:lnTo>
                    <a:pt x="946187" y="0"/>
                  </a:lnTo>
                  <a:lnTo>
                    <a:pt x="94618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328424" y="3334707"/>
              <a:ext cx="946187" cy="0"/>
            </a:xfrm>
            <a:custGeom>
              <a:avLst/>
              <a:pathLst>
                <a:path w="946187" h="0">
                  <a:moveTo>
                    <a:pt x="0" y="0"/>
                  </a:moveTo>
                  <a:lnTo>
                    <a:pt x="946187" y="0"/>
                  </a:lnTo>
                  <a:lnTo>
                    <a:pt x="94618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328424" y="2839639"/>
              <a:ext cx="946187" cy="0"/>
            </a:xfrm>
            <a:custGeom>
              <a:avLst/>
              <a:pathLst>
                <a:path w="946187" h="0">
                  <a:moveTo>
                    <a:pt x="0" y="0"/>
                  </a:moveTo>
                  <a:lnTo>
                    <a:pt x="946187" y="0"/>
                  </a:lnTo>
                  <a:lnTo>
                    <a:pt x="94618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328424" y="2344571"/>
              <a:ext cx="946187" cy="0"/>
            </a:xfrm>
            <a:custGeom>
              <a:avLst/>
              <a:pathLst>
                <a:path w="946187" h="0">
                  <a:moveTo>
                    <a:pt x="0" y="0"/>
                  </a:moveTo>
                  <a:lnTo>
                    <a:pt x="946187" y="0"/>
                  </a:lnTo>
                  <a:lnTo>
                    <a:pt x="94618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328424" y="1849503"/>
              <a:ext cx="946187" cy="0"/>
            </a:xfrm>
            <a:custGeom>
              <a:avLst/>
              <a:pathLst>
                <a:path w="946187" h="0">
                  <a:moveTo>
                    <a:pt x="0" y="0"/>
                  </a:moveTo>
                  <a:lnTo>
                    <a:pt x="946187" y="0"/>
                  </a:lnTo>
                  <a:lnTo>
                    <a:pt x="94618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36577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42802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49027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55252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761477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767702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773926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80151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86376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92601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98826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805051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811276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817501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823726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7337762" y="1849503"/>
              <a:ext cx="56024" cy="3997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7400011" y="1849503"/>
              <a:ext cx="56024" cy="4312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7462260" y="1849503"/>
              <a:ext cx="56024" cy="17249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7524509" y="1849503"/>
              <a:ext cx="56024" cy="16084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7586758" y="1849503"/>
              <a:ext cx="56024" cy="13173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7649007" y="1849503"/>
              <a:ext cx="56024" cy="19284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7711257" y="1849503"/>
              <a:ext cx="56024" cy="17712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7773506" y="1849503"/>
              <a:ext cx="56024" cy="7907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7835755" y="1849503"/>
              <a:ext cx="56024" cy="14745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7898004" y="1849503"/>
              <a:ext cx="56024" cy="7159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7960253" y="1849503"/>
              <a:ext cx="56024" cy="12064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8022503" y="1849503"/>
              <a:ext cx="56024" cy="13651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8084752" y="1849503"/>
              <a:ext cx="56024" cy="12246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8147001" y="1849503"/>
              <a:ext cx="56024" cy="125868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8209250" y="1849503"/>
              <a:ext cx="56024" cy="7677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7337762" y="224930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7400011" y="228073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7462260" y="3574450"/>
              <a:ext cx="56024" cy="132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7524509" y="3457973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7586758" y="316688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7649007" y="377791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7711257" y="362079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7773506" y="2640266"/>
              <a:ext cx="56024" cy="20557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7835755" y="332408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7898004" y="256544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7960253" y="3055946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8022503" y="321460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8084752" y="3074113"/>
              <a:ext cx="56024" cy="5415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8147001" y="310819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8209250" y="2617248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7337762" y="224930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7400011" y="2280735"/>
              <a:ext cx="56024" cy="31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7462260" y="3574583"/>
              <a:ext cx="56024" cy="13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7524509" y="3457973"/>
              <a:ext cx="56024" cy="26626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7586758" y="3166880"/>
              <a:ext cx="56024" cy="124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7649007" y="3777915"/>
              <a:ext cx="56024" cy="133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7711257" y="3620797"/>
              <a:ext cx="56024" cy="2904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7773506" y="2660824"/>
              <a:ext cx="56024" cy="739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7835755" y="3324087"/>
              <a:ext cx="56024" cy="18098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7898004" y="256544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7960253" y="3055946"/>
              <a:ext cx="56024" cy="511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8022503" y="3214605"/>
              <a:ext cx="56024" cy="11862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8084752" y="3079529"/>
              <a:ext cx="56024" cy="2712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8147001" y="3108192"/>
              <a:ext cx="56024" cy="62653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8209250" y="2617248"/>
              <a:ext cx="56024" cy="179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7337762" y="2249302"/>
              <a:ext cx="56024" cy="8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7400011" y="2281046"/>
              <a:ext cx="56024" cy="8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7462260" y="3574716"/>
              <a:ext cx="56024" cy="76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7524509" y="3484599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7586758" y="3168130"/>
              <a:ext cx="56024" cy="5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7649007" y="3779247"/>
              <a:ext cx="56024" cy="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7711257" y="3649842"/>
              <a:ext cx="56024" cy="144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7773506" y="2668223"/>
              <a:ext cx="56024" cy="33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7835755" y="3505070"/>
              <a:ext cx="56024" cy="62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7898004" y="2565442"/>
              <a:ext cx="56024" cy="78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7960253" y="3061063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8022503" y="3333230"/>
              <a:ext cx="56024" cy="115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8084752" y="3106652"/>
              <a:ext cx="56024" cy="94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8147001" y="3170845"/>
              <a:ext cx="56024" cy="61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8209250" y="2619047"/>
              <a:ext cx="56024" cy="777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7337762" y="2250195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7400011" y="2281935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7462260" y="3582374"/>
              <a:ext cx="56024" cy="3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7524509" y="3484599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7586758" y="3168659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7649007" y="3779306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7711257" y="3651282"/>
              <a:ext cx="56024" cy="19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7773506" y="2668559"/>
              <a:ext cx="56024" cy="6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7835755" y="3505694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7898004" y="2566229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7960253" y="306106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8022503" y="3344804"/>
              <a:ext cx="56024" cy="793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8084752" y="3107600"/>
              <a:ext cx="56024" cy="85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8147001" y="3176984"/>
              <a:ext cx="56024" cy="74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8209250" y="2626819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7337762" y="2250195"/>
              <a:ext cx="56024" cy="2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7400011" y="2281935"/>
              <a:ext cx="56024" cy="15393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7462260" y="3582728"/>
              <a:ext cx="56024" cy="991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7524509" y="3484599"/>
              <a:ext cx="56024" cy="2468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7586758" y="3168659"/>
              <a:ext cx="56024" cy="65179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7649007" y="3779306"/>
              <a:ext cx="56024" cy="95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7711257" y="3651474"/>
              <a:ext cx="56024" cy="227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7773506" y="2669232"/>
              <a:ext cx="56024" cy="1404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7835755" y="3505694"/>
              <a:ext cx="56024" cy="920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7898004" y="2566229"/>
              <a:ext cx="56024" cy="12625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7960253" y="3061063"/>
              <a:ext cx="56024" cy="1848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8022503" y="3424144"/>
              <a:ext cx="56024" cy="4327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8084752" y="3108457"/>
              <a:ext cx="56024" cy="3343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8147001" y="3177724"/>
              <a:ext cx="56024" cy="4341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8209250" y="2626819"/>
              <a:ext cx="56024" cy="884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7337762" y="2250493"/>
              <a:ext cx="56024" cy="11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7400011" y="3821287"/>
              <a:ext cx="56024" cy="4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7462260" y="3592643"/>
              <a:ext cx="56024" cy="1454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7524509" y="3731489"/>
              <a:ext cx="56024" cy="7463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7586758" y="3820450"/>
              <a:ext cx="56024" cy="57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7649007" y="3788837"/>
              <a:ext cx="56024" cy="81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7711257" y="3674230"/>
              <a:ext cx="56024" cy="1152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7773506" y="2809686"/>
              <a:ext cx="56024" cy="242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7835755" y="3597746"/>
              <a:ext cx="56024" cy="15892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7898004" y="3828819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7960253" y="3245933"/>
              <a:ext cx="56024" cy="838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8022503" y="3467416"/>
              <a:ext cx="56024" cy="3113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8084752" y="3442783"/>
              <a:ext cx="56024" cy="730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8147001" y="3611902"/>
              <a:ext cx="56024" cy="364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8209250" y="2635662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7337762" y="2251630"/>
              <a:ext cx="56024" cy="152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7400011" y="3821776"/>
              <a:ext cx="56024" cy="10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7462260" y="3738056"/>
              <a:ext cx="56024" cy="45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7524509" y="3806126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7586758" y="3826218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7649007" y="3796948"/>
              <a:ext cx="56024" cy="1006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7711257" y="3789496"/>
              <a:ext cx="56024" cy="108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7773506" y="2833942"/>
              <a:ext cx="56024" cy="5910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7835755" y="3756667"/>
              <a:ext cx="56024" cy="2166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7898004" y="3828819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7960253" y="3254316"/>
              <a:ext cx="56024" cy="41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8022503" y="3778771"/>
              <a:ext cx="56024" cy="211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8084752" y="3515849"/>
              <a:ext cx="56024" cy="2665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8147001" y="3648345"/>
              <a:ext cx="56024" cy="44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8209250" y="2635662"/>
              <a:ext cx="56024" cy="3231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7337762" y="2266838"/>
              <a:ext cx="56024" cy="15629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7400011" y="3822843"/>
              <a:ext cx="56024" cy="69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7462260" y="3742616"/>
              <a:ext cx="56024" cy="871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7524509" y="3806126"/>
              <a:ext cx="56024" cy="236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7586758" y="3826218"/>
              <a:ext cx="56024" cy="35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7649007" y="3807012"/>
              <a:ext cx="56024" cy="227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7711257" y="3800394"/>
              <a:ext cx="56024" cy="293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7773506" y="3424976"/>
              <a:ext cx="56024" cy="4047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7835755" y="3778333"/>
              <a:ext cx="56024" cy="514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7898004" y="3828819"/>
              <a:ext cx="56024" cy="9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7960253" y="3258508"/>
              <a:ext cx="56024" cy="5712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8022503" y="3780884"/>
              <a:ext cx="56024" cy="488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8084752" y="3782433"/>
              <a:ext cx="56024" cy="4734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8147001" y="3652830"/>
              <a:ext cx="56024" cy="1769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8209250" y="2958855"/>
              <a:ext cx="56024" cy="8709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8325222" y="1849305"/>
              <a:ext cx="2813663" cy="1980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8325222" y="3829775"/>
              <a:ext cx="2813663" cy="0"/>
            </a:xfrm>
            <a:custGeom>
              <a:avLst/>
              <a:pathLst>
                <a:path w="2813663" h="0">
                  <a:moveTo>
                    <a:pt x="0" y="0"/>
                  </a:moveTo>
                  <a:lnTo>
                    <a:pt x="2813663" y="0"/>
                  </a:lnTo>
                  <a:lnTo>
                    <a:pt x="281366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8325222" y="3334707"/>
              <a:ext cx="2813663" cy="0"/>
            </a:xfrm>
            <a:custGeom>
              <a:avLst/>
              <a:pathLst>
                <a:path w="2813663" h="0">
                  <a:moveTo>
                    <a:pt x="0" y="0"/>
                  </a:moveTo>
                  <a:lnTo>
                    <a:pt x="2813663" y="0"/>
                  </a:lnTo>
                  <a:lnTo>
                    <a:pt x="281366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8325222" y="2839639"/>
              <a:ext cx="2813663" cy="0"/>
            </a:xfrm>
            <a:custGeom>
              <a:avLst/>
              <a:pathLst>
                <a:path w="2813663" h="0">
                  <a:moveTo>
                    <a:pt x="0" y="0"/>
                  </a:moveTo>
                  <a:lnTo>
                    <a:pt x="2813663" y="0"/>
                  </a:lnTo>
                  <a:lnTo>
                    <a:pt x="281366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8325222" y="2344571"/>
              <a:ext cx="2813663" cy="0"/>
            </a:xfrm>
            <a:custGeom>
              <a:avLst/>
              <a:pathLst>
                <a:path w="2813663" h="0">
                  <a:moveTo>
                    <a:pt x="0" y="0"/>
                  </a:moveTo>
                  <a:lnTo>
                    <a:pt x="2813663" y="0"/>
                  </a:lnTo>
                  <a:lnTo>
                    <a:pt x="281366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8325222" y="1849503"/>
              <a:ext cx="2813663" cy="0"/>
            </a:xfrm>
            <a:custGeom>
              <a:avLst/>
              <a:pathLst>
                <a:path w="2813663" h="0">
                  <a:moveTo>
                    <a:pt x="0" y="0"/>
                  </a:moveTo>
                  <a:lnTo>
                    <a:pt x="2813663" y="0"/>
                  </a:lnTo>
                  <a:lnTo>
                    <a:pt x="2813663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836257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842482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848707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854931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861156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867381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873606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879831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886056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892281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898506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904731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910956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917181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923406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929630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935855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942080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948305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954530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960755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966980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973205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979430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985655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991880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998105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1004329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1010554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1016779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1023004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1029229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1035454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1041679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10479044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10541293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10603542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0665791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072804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10790290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10852539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0914788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977037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1103928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11101535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8334559" y="1849503"/>
              <a:ext cx="56024" cy="11985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8396808" y="1849503"/>
              <a:ext cx="56024" cy="9788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8459058" y="1849503"/>
              <a:ext cx="56024" cy="6736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8521307" y="1849503"/>
              <a:ext cx="56024" cy="12321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8583556" y="1849503"/>
              <a:ext cx="56024" cy="2098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8645805" y="1849503"/>
              <a:ext cx="56024" cy="16185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8894802" y="1849503"/>
              <a:ext cx="56024" cy="10228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9019300" y="1849503"/>
              <a:ext cx="56024" cy="158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9081549" y="1849503"/>
              <a:ext cx="56024" cy="15189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9143799" y="1849503"/>
              <a:ext cx="56024" cy="90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9206048" y="1849503"/>
              <a:ext cx="56024" cy="12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8708054" y="1849503"/>
              <a:ext cx="56024" cy="356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8770304" y="1849503"/>
              <a:ext cx="56024" cy="1032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8832553" y="1849503"/>
              <a:ext cx="56024" cy="357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9268297" y="1849503"/>
              <a:ext cx="56024" cy="3045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9330546" y="1849503"/>
              <a:ext cx="56024" cy="2880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9392795" y="1849503"/>
              <a:ext cx="56024" cy="5575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9455045" y="1849503"/>
              <a:ext cx="56024" cy="23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9517294" y="1849503"/>
              <a:ext cx="56024" cy="658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9579543" y="1849503"/>
              <a:ext cx="56024" cy="48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9641792" y="1849503"/>
              <a:ext cx="56024" cy="936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9704041" y="1849503"/>
              <a:ext cx="56024" cy="320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9766291" y="1849503"/>
              <a:ext cx="56024" cy="380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9828540" y="1849503"/>
              <a:ext cx="56024" cy="4979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9890789" y="1849503"/>
              <a:ext cx="56024" cy="2018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9953038" y="1849503"/>
              <a:ext cx="56024" cy="4039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10015287" y="1849503"/>
              <a:ext cx="56024" cy="9859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10077536" y="1849503"/>
              <a:ext cx="56024" cy="9889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10139786" y="1849503"/>
              <a:ext cx="56024" cy="14184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10202035" y="1849503"/>
              <a:ext cx="56024" cy="4881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10264284" y="1849503"/>
              <a:ext cx="56024" cy="2827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10326533" y="1849503"/>
              <a:ext cx="56024" cy="79238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10388782" y="1849503"/>
              <a:ext cx="56024" cy="10082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10451032" y="1849503"/>
              <a:ext cx="56024" cy="1749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10513281" y="1849503"/>
              <a:ext cx="56024" cy="17610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10575530" y="1849503"/>
              <a:ext cx="56024" cy="701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10637779" y="1849503"/>
              <a:ext cx="56024" cy="2556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10700028" y="1849503"/>
              <a:ext cx="56024" cy="3346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10762277" y="1849503"/>
              <a:ext cx="56024" cy="142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10824527" y="1849503"/>
              <a:ext cx="56024" cy="1084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10886776" y="1849503"/>
              <a:ext cx="56024" cy="6017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10949025" y="1849503"/>
              <a:ext cx="56024" cy="6803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11011274" y="1849503"/>
              <a:ext cx="56024" cy="1646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11073523" y="1849503"/>
              <a:ext cx="56024" cy="7847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8334559" y="304803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8396808" y="2828332"/>
              <a:ext cx="56024" cy="197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8459058" y="2523172"/>
              <a:ext cx="56024" cy="4781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8521307" y="3081686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8583556" y="2059366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8645805" y="346809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8894802" y="287232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9081549" y="336843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9143799" y="185854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9206048" y="185076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8708054" y="1885196"/>
              <a:ext cx="56024" cy="809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8770304" y="1952764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8832553" y="185307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9268297" y="2154073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9330546" y="2137513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9392795" y="240709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9455045" y="185190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9517294" y="1915305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9579543" y="185436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9641792" y="1943106"/>
              <a:ext cx="56024" cy="388596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9704041" y="1881585"/>
              <a:ext cx="56024" cy="531166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9766291" y="1887558"/>
              <a:ext cx="56024" cy="190158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9828540" y="234748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9890789" y="205137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9953038" y="2253459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10015287" y="2835403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10077536" y="2838486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10139786" y="3267931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10202035" y="2337701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10264284" y="213223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10326533" y="264189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10388782" y="2857711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10451032" y="2024470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10513281" y="361060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10575530" y="1919659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10637779" y="2105182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10700028" y="2184129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10762277" y="186372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10824527" y="1957906"/>
              <a:ext cx="56024" cy="4175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10886776" y="2451288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10949025" y="252987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11011274" y="2014167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11073523" y="2634254"/>
              <a:ext cx="56024" cy="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8334559" y="304803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8396808" y="2828530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8459058" y="252795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8521307" y="3081686"/>
              <a:ext cx="56024" cy="13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8583556" y="2059366"/>
              <a:ext cx="56024" cy="2342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8645805" y="3468095"/>
              <a:ext cx="56024" cy="16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8894802" y="2872325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9081549" y="336843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9143799" y="1858545"/>
              <a:ext cx="56024" cy="705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9206048" y="1850760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8708054" y="1886005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8770304" y="1952764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8832553" y="1853075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9268297" y="215407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9330546" y="213751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9392795" y="240709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9455045" y="1851900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9517294" y="1915305"/>
              <a:ext cx="56024" cy="34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9579543" y="1854367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9641792" y="233170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9704041" y="241275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9766291" y="2077717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9828540" y="2347487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9890789" y="2051372"/>
              <a:ext cx="56024" cy="1126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9953038" y="2253459"/>
              <a:ext cx="56024" cy="10975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10015287" y="2835403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10077536" y="2838486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10139786" y="3267931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10202035" y="2337701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10264284" y="213223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10326533" y="264189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10388782" y="2857711"/>
              <a:ext cx="56024" cy="60049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10451032" y="2024470"/>
              <a:ext cx="56024" cy="34335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10513281" y="361060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10575530" y="1919659"/>
              <a:ext cx="56024" cy="654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10637779" y="2105182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10700028" y="2184129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10762277" y="1863727"/>
              <a:ext cx="56024" cy="3528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10824527" y="1962082"/>
              <a:ext cx="56024" cy="659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10886776" y="2451288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10949025" y="2529877"/>
              <a:ext cx="56024" cy="921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11011274" y="2014167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11073523" y="2634254"/>
              <a:ext cx="56024" cy="0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8334559" y="304803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8396808" y="2828530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8459058" y="2527953"/>
              <a:ext cx="56024" cy="66276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8521307" y="3081816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8583556" y="2061708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8645805" y="3468262"/>
              <a:ext cx="56024" cy="16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8894802" y="2872325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9081549" y="336843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9143799" y="1859251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9206048" y="1850760"/>
              <a:ext cx="56024" cy="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8708054" y="1886005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8770304" y="1952764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8832553" y="1853075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9268297" y="2154073"/>
              <a:ext cx="56024" cy="7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9330546" y="2137513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9392795" y="240709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9455045" y="1851900"/>
              <a:ext cx="56024" cy="48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9517294" y="1915650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9579543" y="1854367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9641792" y="2331703"/>
              <a:ext cx="56024" cy="41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9704041" y="241275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9766291" y="2077717"/>
              <a:ext cx="56024" cy="181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9828540" y="2347487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9890789" y="2062640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9953038" y="2363219"/>
              <a:ext cx="56024" cy="47663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10015287" y="2835403"/>
              <a:ext cx="56024" cy="8540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10077536" y="2838486"/>
              <a:ext cx="56024" cy="88086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10139786" y="3267931"/>
              <a:ext cx="56024" cy="30514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10202035" y="2337701"/>
              <a:ext cx="56024" cy="3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10264284" y="2132232"/>
              <a:ext cx="56024" cy="172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10326533" y="2641892"/>
              <a:ext cx="56024" cy="71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10388782" y="345820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10451032" y="2367825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10513281" y="3610602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10575530" y="1920313"/>
              <a:ext cx="56024" cy="2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10637779" y="2105182"/>
              <a:ext cx="56024" cy="48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10700028" y="2184129"/>
              <a:ext cx="56024" cy="36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10762277" y="1867256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10824527" y="1962741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10886776" y="2451288"/>
              <a:ext cx="5602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10949025" y="2530799"/>
              <a:ext cx="56024" cy="102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11011274" y="2014167"/>
              <a:ext cx="56024" cy="965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11073523" y="2634254"/>
              <a:ext cx="56024" cy="566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8334559" y="304803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8396808" y="282853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8459058" y="3190721"/>
              <a:ext cx="56024" cy="1271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8521307" y="3081816"/>
              <a:ext cx="56024" cy="5048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8583556" y="2061708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8645805" y="3468429"/>
              <a:ext cx="56024" cy="16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8894802" y="2872325"/>
              <a:ext cx="56024" cy="323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9081549" y="336843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9143799" y="1859251"/>
              <a:ext cx="56024" cy="5381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9206048" y="1850850"/>
              <a:ext cx="56024" cy="95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8708054" y="1886005"/>
              <a:ext cx="56024" cy="19416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8770304" y="1952764"/>
              <a:ext cx="56024" cy="318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8832553" y="1853075"/>
              <a:ext cx="56024" cy="22891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9268297" y="2154811"/>
              <a:ext cx="56024" cy="3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9330546" y="213751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9392795" y="2407092"/>
              <a:ext cx="56024" cy="28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9455045" y="1852386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9517294" y="191565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9579543" y="1854367"/>
              <a:ext cx="56024" cy="237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9641792" y="2335899"/>
              <a:ext cx="56024" cy="9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9704041" y="241275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9766291" y="2079537"/>
              <a:ext cx="56024" cy="15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9828540" y="2347487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9890789" y="2062640"/>
              <a:ext cx="56024" cy="34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9953038" y="2839856"/>
              <a:ext cx="56024" cy="4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10015287" y="368944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10077536" y="371935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10139786" y="3573075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10202035" y="2338033"/>
              <a:ext cx="56024" cy="9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10264284" y="2133955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10326533" y="2649048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10388782" y="3458202"/>
              <a:ext cx="56024" cy="187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10451032" y="2367825"/>
              <a:ext cx="56024" cy="25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10513281" y="3610602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10575530" y="1920565"/>
              <a:ext cx="56024" cy="60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10637779" y="210566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10700028" y="218449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10762277" y="1867256"/>
              <a:ext cx="56024" cy="111742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10824527" y="1962741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10886776" y="2451288"/>
              <a:ext cx="56024" cy="82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10949025" y="254105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11011274" y="2023820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11073523" y="2690873"/>
              <a:ext cx="5602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8334559" y="304803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8396808" y="282853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8459058" y="3203439"/>
              <a:ext cx="56024" cy="16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8521307" y="3132301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8583556" y="2061708"/>
              <a:ext cx="56024" cy="4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8645805" y="3470044"/>
              <a:ext cx="56024" cy="30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8894802" y="2904657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9081549" y="336843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9143799" y="1913068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9206048" y="1851808"/>
              <a:ext cx="56024" cy="2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8708054" y="3827694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8770304" y="1955947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8832553" y="2081992"/>
              <a:ext cx="56024" cy="50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9268297" y="2155205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9330546" y="2137513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9392795" y="2407373"/>
              <a:ext cx="56024" cy="29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9455045" y="1852386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9517294" y="191565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9579543" y="185674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9641792" y="2336844"/>
              <a:ext cx="56024" cy="1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9704041" y="2412752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9766291" y="2079695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9828540" y="2347487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9890789" y="2066116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9953038" y="284029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10015287" y="3689442"/>
              <a:ext cx="56024" cy="832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10077536" y="3719353"/>
              <a:ext cx="56024" cy="795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10139786" y="3573075"/>
              <a:ext cx="56024" cy="24425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10202035" y="2338128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10264284" y="2133955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10326533" y="2649048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10388782" y="3476932"/>
              <a:ext cx="56024" cy="2967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10451032" y="2368077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10513281" y="3610602"/>
              <a:ext cx="56024" cy="21733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10575530" y="1921168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10637779" y="2105663"/>
              <a:ext cx="56024" cy="3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10700028" y="2184493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10762277" y="2984683"/>
              <a:ext cx="56024" cy="7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10824527" y="1962741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10886776" y="2459527"/>
              <a:ext cx="56024" cy="2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10949025" y="2541050"/>
              <a:ext cx="56024" cy="450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11011274" y="2023820"/>
              <a:ext cx="5602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11073523" y="2690873"/>
              <a:ext cx="56024" cy="77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8334559" y="3048032"/>
              <a:ext cx="56024" cy="5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8396808" y="2828530"/>
              <a:ext cx="56024" cy="1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8459058" y="3205065"/>
              <a:ext cx="56024" cy="18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8521307" y="3132301"/>
              <a:ext cx="56024" cy="16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8583556" y="2062198"/>
              <a:ext cx="56024" cy="17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8645805" y="3473109"/>
              <a:ext cx="56024" cy="115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8894802" y="2904657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9081549" y="3368432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9143799" y="1913068"/>
              <a:ext cx="56024" cy="13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9206048" y="1852078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8708054" y="3827694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8770304" y="1955947"/>
              <a:ext cx="56024" cy="1590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8832553" y="2082496"/>
              <a:ext cx="56024" cy="17459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9268297" y="2155205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9330546" y="2137513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9392795" y="2410371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9455045" y="1852386"/>
              <a:ext cx="56024" cy="12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9517294" y="1915650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9579543" y="1856742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9641792" y="2337022"/>
              <a:ext cx="56024" cy="17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9704041" y="2412752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9766291" y="2079695"/>
              <a:ext cx="56024" cy="5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9828540" y="2347487"/>
              <a:ext cx="56024" cy="5725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9890789" y="2066116"/>
              <a:ext cx="56024" cy="769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9953038" y="2840290"/>
              <a:ext cx="56024" cy="1307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10015287" y="3772705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10077536" y="3798913"/>
              <a:ext cx="56024" cy="17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10139786" y="3817333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10202035" y="2338128"/>
              <a:ext cx="56024" cy="6337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10264284" y="2133955"/>
              <a:ext cx="56024" cy="382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10326533" y="2649048"/>
              <a:ext cx="56024" cy="820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10388782" y="3773685"/>
              <a:ext cx="56024" cy="258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10451032" y="2368077"/>
              <a:ext cx="56024" cy="2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10513281" y="3827940"/>
              <a:ext cx="56024" cy="1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10575530" y="1921168"/>
              <a:ext cx="56024" cy="20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10637779" y="2105983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10700028" y="2184493"/>
              <a:ext cx="56024" cy="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10762277" y="2985411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10824527" y="1962741"/>
              <a:ext cx="56024" cy="2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10886776" y="2459782"/>
              <a:ext cx="56024" cy="3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10949025" y="2545551"/>
              <a:ext cx="56024" cy="14849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11011274" y="2023820"/>
              <a:ext cx="56024" cy="327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11073523" y="2698596"/>
              <a:ext cx="5602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8334559" y="3048582"/>
              <a:ext cx="56024" cy="7135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8396808" y="2828679"/>
              <a:ext cx="56024" cy="9388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8459058" y="3206882"/>
              <a:ext cx="56024" cy="35476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8521307" y="3133991"/>
              <a:ext cx="56024" cy="40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8583556" y="2062373"/>
              <a:ext cx="56024" cy="5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8645805" y="3484697"/>
              <a:ext cx="56024" cy="6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8894802" y="2904657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8957051" y="1849503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9019300" y="1865320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9081549" y="3368432"/>
              <a:ext cx="56024" cy="4604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9143799" y="1913202"/>
              <a:ext cx="56024" cy="21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9206048" y="1852078"/>
              <a:ext cx="56024" cy="15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8708054" y="3827694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8770304" y="2114960"/>
              <a:ext cx="56024" cy="7145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8832553" y="3828494"/>
              <a:ext cx="56024" cy="1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9268297" y="2155205"/>
              <a:ext cx="56024" cy="13516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9330546" y="2137513"/>
              <a:ext cx="56024" cy="11975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9392795" y="2410371"/>
              <a:ext cx="56024" cy="13104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9455045" y="1852515"/>
              <a:ext cx="56024" cy="19772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9517294" y="1915650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9579543" y="1856742"/>
              <a:ext cx="56024" cy="3445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9641792" y="2338794"/>
              <a:ext cx="56024" cy="8530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9704041" y="2412752"/>
              <a:ext cx="56024" cy="14127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9766291" y="2080209"/>
              <a:ext cx="56024" cy="17474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9828540" y="2920062"/>
              <a:ext cx="56024" cy="288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9890789" y="2143076"/>
              <a:ext cx="56024" cy="11023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9953038" y="2971064"/>
              <a:ext cx="56024" cy="1432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10015287" y="3772705"/>
              <a:ext cx="56024" cy="5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10077536" y="3800616"/>
              <a:ext cx="56024" cy="46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10139786" y="3817333"/>
              <a:ext cx="56024" cy="27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10202035" y="2971845"/>
              <a:ext cx="56024" cy="360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10264284" y="2172193"/>
              <a:ext cx="56024" cy="9112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10326533" y="2731110"/>
              <a:ext cx="56024" cy="1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10388782" y="3799502"/>
              <a:ext cx="56024" cy="9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10451032" y="2368286"/>
              <a:ext cx="56024" cy="3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10513281" y="3828044"/>
              <a:ext cx="56024" cy="5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10575530" y="1923232"/>
              <a:ext cx="56024" cy="12135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10637779" y="2105983"/>
              <a:ext cx="56024" cy="12085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10700028" y="2184584"/>
              <a:ext cx="56024" cy="6993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10762277" y="2985411"/>
              <a:ext cx="5602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10824527" y="1962961"/>
              <a:ext cx="56024" cy="12546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10886776" y="2460146"/>
              <a:ext cx="56024" cy="61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10949025" y="2694046"/>
              <a:ext cx="56024" cy="2521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11011274" y="2056588"/>
              <a:ext cx="56024" cy="7390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11073523" y="2698596"/>
              <a:ext cx="56024" cy="6178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8334559" y="3762137"/>
              <a:ext cx="56024" cy="676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8396808" y="3767578"/>
              <a:ext cx="56024" cy="621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8459058" y="3561646"/>
              <a:ext cx="56024" cy="2681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8521307" y="3138064"/>
              <a:ext cx="56024" cy="6917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8583556" y="2062932"/>
              <a:ext cx="56024" cy="17668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8645805" y="3485365"/>
              <a:ext cx="56024" cy="3444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8894802" y="2904657"/>
              <a:ext cx="56024" cy="9251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8957051" y="1849503"/>
              <a:ext cx="56024" cy="1980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9019300" y="1865320"/>
              <a:ext cx="56024" cy="19644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9081549" y="3828930"/>
              <a:ext cx="56024" cy="8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9143799" y="1915387"/>
              <a:ext cx="56024" cy="19143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9206048" y="1853635"/>
              <a:ext cx="56024" cy="197614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8708054" y="3827694"/>
              <a:ext cx="56024" cy="20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8770304" y="2829551"/>
              <a:ext cx="56024" cy="10002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8832553" y="3828649"/>
              <a:ext cx="56024" cy="11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9268297" y="3506898"/>
              <a:ext cx="56024" cy="3228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9330546" y="3335063"/>
              <a:ext cx="56024" cy="4947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9392795" y="3720842"/>
              <a:ext cx="56024" cy="1089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9455045" y="3829775"/>
              <a:ext cx="56024" cy="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9517294" y="1915650"/>
              <a:ext cx="56024" cy="19141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9579543" y="2201291"/>
              <a:ext cx="56024" cy="16284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9641792" y="3191864"/>
              <a:ext cx="56024" cy="6379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9704041" y="3825531"/>
              <a:ext cx="56024" cy="42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9766291" y="3827678"/>
              <a:ext cx="56024" cy="20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9828540" y="2948896"/>
              <a:ext cx="56024" cy="88087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9890789" y="3245445"/>
              <a:ext cx="56024" cy="5843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9953038" y="2985391"/>
              <a:ext cx="56024" cy="8443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10015287" y="3773263"/>
              <a:ext cx="56024" cy="565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10077536" y="3805226"/>
              <a:ext cx="56024" cy="245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10139786" y="3820086"/>
              <a:ext cx="56024" cy="96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10202035" y="2975452"/>
              <a:ext cx="56024" cy="8543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10264284" y="3083407"/>
              <a:ext cx="56024" cy="7463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10326533" y="2731227"/>
              <a:ext cx="56024" cy="10985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10388782" y="3800414"/>
              <a:ext cx="56024" cy="2936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10451032" y="2368663"/>
              <a:ext cx="56024" cy="14611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10513281" y="3828563"/>
              <a:ext cx="56024" cy="12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10575530" y="3136821"/>
              <a:ext cx="56024" cy="6929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10637779" y="3314517"/>
              <a:ext cx="56024" cy="5152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10700028" y="2883917"/>
              <a:ext cx="56024" cy="9458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10762277" y="2985411"/>
              <a:ext cx="56024" cy="8443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10824527" y="3217595"/>
              <a:ext cx="56024" cy="6121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10886776" y="2466308"/>
              <a:ext cx="56024" cy="13634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10949025" y="2946183"/>
              <a:ext cx="56024" cy="8835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11011274" y="2795673"/>
              <a:ext cx="56024" cy="10341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11073523" y="2760378"/>
              <a:ext cx="56024" cy="10693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6393876" y="1742091"/>
              <a:ext cx="883938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tx1084"/>
            <p:cNvSpPr/>
            <p:nvPr/>
          </p:nvSpPr>
          <p:spPr>
            <a:xfrm>
              <a:off x="6739376" y="1754047"/>
              <a:ext cx="19293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085" name="rc1085"/>
            <p:cNvSpPr/>
            <p:nvPr/>
          </p:nvSpPr>
          <p:spPr>
            <a:xfrm>
              <a:off x="7328424" y="1742091"/>
              <a:ext cx="946187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tx1086"/>
            <p:cNvSpPr/>
            <p:nvPr/>
          </p:nvSpPr>
          <p:spPr>
            <a:xfrm>
              <a:off x="7716616" y="1754047"/>
              <a:ext cx="169804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087" name="rc1087"/>
            <p:cNvSpPr/>
            <p:nvPr/>
          </p:nvSpPr>
          <p:spPr>
            <a:xfrm>
              <a:off x="8325222" y="1742091"/>
              <a:ext cx="2813663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tx1088"/>
            <p:cNvSpPr/>
            <p:nvPr/>
          </p:nvSpPr>
          <p:spPr>
            <a:xfrm>
              <a:off x="9655244" y="1754047"/>
              <a:ext cx="15361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089" name="pl1089"/>
            <p:cNvSpPr/>
            <p:nvPr/>
          </p:nvSpPr>
          <p:spPr>
            <a:xfrm>
              <a:off x="6393876" y="3829973"/>
              <a:ext cx="883938" cy="0"/>
            </a:xfrm>
            <a:custGeom>
              <a:avLst/>
              <a:pathLst>
                <a:path w="883938" h="0">
                  <a:moveTo>
                    <a:pt x="0" y="0"/>
                  </a:moveTo>
                  <a:lnTo>
                    <a:pt x="883938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643122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649347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655572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661797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668022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674247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680472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686696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692921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699146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705371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7115966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717821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724046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tx1104"/>
            <p:cNvSpPr/>
            <p:nvPr/>
          </p:nvSpPr>
          <p:spPr>
            <a:xfrm>
              <a:off x="6340059" y="3875522"/>
              <a:ext cx="1823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sCF</a:t>
              </a:r>
            </a:p>
          </p:txBody>
        </p:sp>
        <p:sp>
          <p:nvSpPr>
            <p:cNvPr id="1105" name="tx1105"/>
            <p:cNvSpPr/>
            <p:nvPr/>
          </p:nvSpPr>
          <p:spPr>
            <a:xfrm>
              <a:off x="6392799" y="3875522"/>
              <a:ext cx="20135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sGB</a:t>
              </a:r>
            </a:p>
          </p:txBody>
        </p:sp>
        <p:sp>
          <p:nvSpPr>
            <p:cNvPr id="1106" name="tx1106"/>
            <p:cNvSpPr/>
            <p:nvPr/>
          </p:nvSpPr>
          <p:spPr>
            <a:xfrm>
              <a:off x="6454408" y="3875522"/>
              <a:ext cx="2026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</a:t>
              </a:r>
            </a:p>
          </p:txBody>
        </p:sp>
        <p:sp>
          <p:nvSpPr>
            <p:cNvPr id="1107" name="tx1107"/>
            <p:cNvSpPr/>
            <p:nvPr/>
          </p:nvSpPr>
          <p:spPr>
            <a:xfrm>
              <a:off x="6481864" y="3875522"/>
              <a:ext cx="2722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sGCZ</a:t>
              </a:r>
            </a:p>
          </p:txBody>
        </p:sp>
        <p:sp>
          <p:nvSpPr>
            <p:cNvPr id="1108" name="tx1108"/>
            <p:cNvSpPr/>
            <p:nvPr/>
          </p:nvSpPr>
          <p:spPr>
            <a:xfrm>
              <a:off x="6581055" y="3875522"/>
              <a:ext cx="1983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sGK</a:t>
              </a:r>
            </a:p>
          </p:txBody>
        </p:sp>
        <p:sp>
          <p:nvSpPr>
            <p:cNvPr id="1109" name="tx1109"/>
            <p:cNvSpPr/>
            <p:nvPr/>
          </p:nvSpPr>
          <p:spPr>
            <a:xfrm>
              <a:off x="6652403" y="3875522"/>
              <a:ext cx="18013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sRL</a:t>
              </a:r>
            </a:p>
          </p:txBody>
        </p:sp>
        <p:sp>
          <p:nvSpPr>
            <p:cNvPr id="1110" name="tx1110"/>
            <p:cNvSpPr/>
            <p:nvPr/>
          </p:nvSpPr>
          <p:spPr>
            <a:xfrm>
              <a:off x="6710537" y="3875522"/>
              <a:ext cx="1883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sSC</a:t>
              </a:r>
            </a:p>
          </p:txBody>
        </p:sp>
        <p:sp>
          <p:nvSpPr>
            <p:cNvPr id="1111" name="tx1111"/>
            <p:cNvSpPr/>
            <p:nvPr/>
          </p:nvSpPr>
          <p:spPr>
            <a:xfrm>
              <a:off x="6754955" y="3875522"/>
              <a:ext cx="22402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sWR</a:t>
              </a:r>
            </a:p>
          </p:txBody>
        </p:sp>
        <p:sp>
          <p:nvSpPr>
            <p:cNvPr id="1112" name="tx1112"/>
            <p:cNvSpPr/>
            <p:nvPr/>
          </p:nvSpPr>
          <p:spPr>
            <a:xfrm>
              <a:off x="6839653" y="3875522"/>
              <a:ext cx="1791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sXL</a:t>
              </a:r>
            </a:p>
          </p:txBody>
        </p:sp>
        <p:sp>
          <p:nvSpPr>
            <p:cNvPr id="1113" name="tx1113"/>
            <p:cNvSpPr/>
            <p:nvPr/>
          </p:nvSpPr>
          <p:spPr>
            <a:xfrm>
              <a:off x="6890244" y="3875522"/>
              <a:ext cx="2024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sXQ</a:t>
              </a:r>
            </a:p>
          </p:txBody>
        </p:sp>
        <p:sp>
          <p:nvSpPr>
            <p:cNvPr id="1114" name="tx1114"/>
            <p:cNvSpPr/>
            <p:nvPr/>
          </p:nvSpPr>
          <p:spPr>
            <a:xfrm>
              <a:off x="6963511" y="3875522"/>
              <a:ext cx="1804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sYC</a:t>
              </a:r>
            </a:p>
          </p:txBody>
        </p:sp>
        <p:sp>
          <p:nvSpPr>
            <p:cNvPr id="1115" name="tx1115"/>
            <p:cNvSpPr/>
            <p:nvPr/>
          </p:nvSpPr>
          <p:spPr>
            <a:xfrm>
              <a:off x="7019360" y="3875522"/>
              <a:ext cx="1932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sYD</a:t>
              </a:r>
            </a:p>
          </p:txBody>
        </p:sp>
        <p:sp>
          <p:nvSpPr>
            <p:cNvPr id="1116" name="tx1116"/>
            <p:cNvSpPr/>
            <p:nvPr/>
          </p:nvSpPr>
          <p:spPr>
            <a:xfrm>
              <a:off x="7088604" y="3875522"/>
              <a:ext cx="179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sYE</a:t>
              </a:r>
            </a:p>
          </p:txBody>
        </p:sp>
        <p:sp>
          <p:nvSpPr>
            <p:cNvPr id="1117" name="tx1117"/>
            <p:cNvSpPr/>
            <p:nvPr/>
          </p:nvSpPr>
          <p:spPr>
            <a:xfrm>
              <a:off x="7149985" y="3875522"/>
              <a:ext cx="18095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sZF</a:t>
              </a:r>
            </a:p>
          </p:txBody>
        </p:sp>
        <p:sp>
          <p:nvSpPr>
            <p:cNvPr id="1118" name="pl1118"/>
            <p:cNvSpPr/>
            <p:nvPr/>
          </p:nvSpPr>
          <p:spPr>
            <a:xfrm>
              <a:off x="7328424" y="3829973"/>
              <a:ext cx="946187" cy="0"/>
            </a:xfrm>
            <a:custGeom>
              <a:avLst/>
              <a:pathLst>
                <a:path w="946187" h="0">
                  <a:moveTo>
                    <a:pt x="0" y="0"/>
                  </a:moveTo>
                  <a:lnTo>
                    <a:pt x="94618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736577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742802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749027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755252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761477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767702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773926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780151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786376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7926016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798826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805051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811276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817501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823726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tx1134"/>
            <p:cNvSpPr/>
            <p:nvPr/>
          </p:nvSpPr>
          <p:spPr>
            <a:xfrm>
              <a:off x="7268847" y="3875522"/>
              <a:ext cx="19385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pCF</a:t>
              </a:r>
            </a:p>
          </p:txBody>
        </p:sp>
        <p:sp>
          <p:nvSpPr>
            <p:cNvPr id="1135" name="tx1135"/>
            <p:cNvSpPr/>
            <p:nvPr/>
          </p:nvSpPr>
          <p:spPr>
            <a:xfrm>
              <a:off x="7321587" y="3875522"/>
              <a:ext cx="21287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pGB</a:t>
              </a:r>
            </a:p>
          </p:txBody>
        </p:sp>
        <p:sp>
          <p:nvSpPr>
            <p:cNvPr id="1136" name="tx1136"/>
            <p:cNvSpPr/>
            <p:nvPr/>
          </p:nvSpPr>
          <p:spPr>
            <a:xfrm>
              <a:off x="7383196" y="3875522"/>
              <a:ext cx="21415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</a:t>
              </a:r>
            </a:p>
          </p:txBody>
        </p:sp>
        <p:sp>
          <p:nvSpPr>
            <p:cNvPr id="1137" name="tx1137"/>
            <p:cNvSpPr/>
            <p:nvPr/>
          </p:nvSpPr>
          <p:spPr>
            <a:xfrm>
              <a:off x="7410698" y="3875522"/>
              <a:ext cx="28364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pGCA</a:t>
              </a:r>
            </a:p>
          </p:txBody>
        </p:sp>
        <p:sp>
          <p:nvSpPr>
            <p:cNvPr id="1138" name="tx1138"/>
            <p:cNvSpPr/>
            <p:nvPr/>
          </p:nvSpPr>
          <p:spPr>
            <a:xfrm>
              <a:off x="7474364" y="3875522"/>
              <a:ext cx="2808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pGCK</a:t>
              </a:r>
            </a:p>
          </p:txBody>
        </p:sp>
        <p:sp>
          <p:nvSpPr>
            <p:cNvPr id="1139" name="tx1139"/>
            <p:cNvSpPr/>
            <p:nvPr/>
          </p:nvSpPr>
          <p:spPr>
            <a:xfrm>
              <a:off x="7572092" y="3875522"/>
              <a:ext cx="20985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pGK</a:t>
              </a:r>
            </a:p>
          </p:txBody>
        </p:sp>
        <p:sp>
          <p:nvSpPr>
            <p:cNvPr id="1140" name="tx1140"/>
            <p:cNvSpPr/>
            <p:nvPr/>
          </p:nvSpPr>
          <p:spPr>
            <a:xfrm>
              <a:off x="7643440" y="3875522"/>
              <a:ext cx="19165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pRL</a:t>
              </a:r>
            </a:p>
          </p:txBody>
        </p:sp>
        <p:sp>
          <p:nvSpPr>
            <p:cNvPr id="1141" name="tx1141"/>
            <p:cNvSpPr/>
            <p:nvPr/>
          </p:nvSpPr>
          <p:spPr>
            <a:xfrm>
              <a:off x="7701574" y="3875522"/>
              <a:ext cx="19988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pSC</a:t>
              </a:r>
            </a:p>
          </p:txBody>
        </p:sp>
        <p:sp>
          <p:nvSpPr>
            <p:cNvPr id="1142" name="tx1142"/>
            <p:cNvSpPr/>
            <p:nvPr/>
          </p:nvSpPr>
          <p:spPr>
            <a:xfrm>
              <a:off x="7745992" y="3875522"/>
              <a:ext cx="2355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pWR</a:t>
              </a:r>
            </a:p>
          </p:txBody>
        </p:sp>
        <p:sp>
          <p:nvSpPr>
            <p:cNvPr id="1143" name="tx1143"/>
            <p:cNvSpPr/>
            <p:nvPr/>
          </p:nvSpPr>
          <p:spPr>
            <a:xfrm>
              <a:off x="7830690" y="3875522"/>
              <a:ext cx="19065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pXL</a:t>
              </a:r>
            </a:p>
          </p:txBody>
        </p:sp>
        <p:sp>
          <p:nvSpPr>
            <p:cNvPr id="1144" name="tx1144"/>
            <p:cNvSpPr/>
            <p:nvPr/>
          </p:nvSpPr>
          <p:spPr>
            <a:xfrm>
              <a:off x="7881281" y="3875522"/>
              <a:ext cx="21396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pXQ</a:t>
              </a:r>
            </a:p>
          </p:txBody>
        </p:sp>
        <p:sp>
          <p:nvSpPr>
            <p:cNvPr id="1145" name="tx1145"/>
            <p:cNvSpPr/>
            <p:nvPr/>
          </p:nvSpPr>
          <p:spPr>
            <a:xfrm>
              <a:off x="7954548" y="3875522"/>
              <a:ext cx="1919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pYC</a:t>
              </a:r>
            </a:p>
          </p:txBody>
        </p:sp>
        <p:sp>
          <p:nvSpPr>
            <p:cNvPr id="1146" name="tx1146"/>
            <p:cNvSpPr/>
            <p:nvPr/>
          </p:nvSpPr>
          <p:spPr>
            <a:xfrm>
              <a:off x="8010397" y="3875522"/>
              <a:ext cx="20473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pYD</a:t>
              </a:r>
            </a:p>
          </p:txBody>
        </p:sp>
        <p:sp>
          <p:nvSpPr>
            <p:cNvPr id="1147" name="tx1147"/>
            <p:cNvSpPr/>
            <p:nvPr/>
          </p:nvSpPr>
          <p:spPr>
            <a:xfrm>
              <a:off x="8079641" y="3875522"/>
              <a:ext cx="19074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pYE</a:t>
              </a:r>
            </a:p>
          </p:txBody>
        </p:sp>
        <p:sp>
          <p:nvSpPr>
            <p:cNvPr id="1148" name="tx1148"/>
            <p:cNvSpPr/>
            <p:nvPr/>
          </p:nvSpPr>
          <p:spPr>
            <a:xfrm>
              <a:off x="8141022" y="3875522"/>
              <a:ext cx="19248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pZF</a:t>
              </a:r>
            </a:p>
          </p:txBody>
        </p:sp>
        <p:sp>
          <p:nvSpPr>
            <p:cNvPr id="1149" name="pl1149"/>
            <p:cNvSpPr/>
            <p:nvPr/>
          </p:nvSpPr>
          <p:spPr>
            <a:xfrm>
              <a:off x="8325222" y="3829973"/>
              <a:ext cx="2813663" cy="0"/>
            </a:xfrm>
            <a:custGeom>
              <a:avLst/>
              <a:pathLst>
                <a:path w="2813663" h="0">
                  <a:moveTo>
                    <a:pt x="0" y="0"/>
                  </a:moveTo>
                  <a:lnTo>
                    <a:pt x="2813663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836257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842482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848707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854931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861156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867381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873606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8798316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886056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892281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898506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904731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910956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917181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923406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929630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935855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942080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948305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9545306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960755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966980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973205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979430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985655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991880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998105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1004329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1010554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1016779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1023004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10292296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1035454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1041679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10479044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10541293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10603542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10665791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1072804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10790290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10852539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10914788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10977037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11039286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11101535" y="38299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tx1195"/>
            <p:cNvSpPr/>
            <p:nvPr/>
          </p:nvSpPr>
          <p:spPr>
            <a:xfrm>
              <a:off x="8190664" y="3875522"/>
              <a:ext cx="3438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mCF_1</a:t>
              </a:r>
            </a:p>
          </p:txBody>
        </p:sp>
        <p:sp>
          <p:nvSpPr>
            <p:cNvPr id="1196" name="tx1196"/>
            <p:cNvSpPr/>
            <p:nvPr/>
          </p:nvSpPr>
          <p:spPr>
            <a:xfrm>
              <a:off x="8252913" y="3875522"/>
              <a:ext cx="3438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mCF_2</a:t>
              </a:r>
            </a:p>
          </p:txBody>
        </p:sp>
        <p:sp>
          <p:nvSpPr>
            <p:cNvPr id="1197" name="tx1197"/>
            <p:cNvSpPr/>
            <p:nvPr/>
          </p:nvSpPr>
          <p:spPr>
            <a:xfrm>
              <a:off x="8315163" y="3875522"/>
              <a:ext cx="3438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mCF_3</a:t>
              </a:r>
            </a:p>
          </p:txBody>
        </p:sp>
        <p:sp>
          <p:nvSpPr>
            <p:cNvPr id="1198" name="tx1198"/>
            <p:cNvSpPr/>
            <p:nvPr/>
          </p:nvSpPr>
          <p:spPr>
            <a:xfrm>
              <a:off x="8367902" y="3875522"/>
              <a:ext cx="3628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mGB_1</a:t>
              </a:r>
            </a:p>
          </p:txBody>
        </p:sp>
        <p:sp>
          <p:nvSpPr>
            <p:cNvPr id="1199" name="tx1199"/>
            <p:cNvSpPr/>
            <p:nvPr/>
          </p:nvSpPr>
          <p:spPr>
            <a:xfrm>
              <a:off x="8430151" y="3875522"/>
              <a:ext cx="3628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mGB_2</a:t>
              </a:r>
            </a:p>
          </p:txBody>
        </p:sp>
        <p:sp>
          <p:nvSpPr>
            <p:cNvPr id="1200" name="tx1200"/>
            <p:cNvSpPr/>
            <p:nvPr/>
          </p:nvSpPr>
          <p:spPr>
            <a:xfrm>
              <a:off x="8492400" y="3875522"/>
              <a:ext cx="36283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mGB_3</a:t>
              </a:r>
            </a:p>
          </p:txBody>
        </p:sp>
        <p:sp>
          <p:nvSpPr>
            <p:cNvPr id="1201" name="tx1201"/>
            <p:cNvSpPr/>
            <p:nvPr/>
          </p:nvSpPr>
          <p:spPr>
            <a:xfrm>
              <a:off x="8554009" y="3875522"/>
              <a:ext cx="3641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mGC_1</a:t>
              </a:r>
            </a:p>
          </p:txBody>
        </p:sp>
        <p:sp>
          <p:nvSpPr>
            <p:cNvPr id="1202" name="tx1202"/>
            <p:cNvSpPr/>
            <p:nvPr/>
          </p:nvSpPr>
          <p:spPr>
            <a:xfrm>
              <a:off x="8616259" y="3875522"/>
              <a:ext cx="3641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mGC_2</a:t>
              </a:r>
            </a:p>
          </p:txBody>
        </p:sp>
        <p:sp>
          <p:nvSpPr>
            <p:cNvPr id="1203" name="tx1203"/>
            <p:cNvSpPr/>
            <p:nvPr/>
          </p:nvSpPr>
          <p:spPr>
            <a:xfrm>
              <a:off x="8678508" y="3875522"/>
              <a:ext cx="3641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mGC_3</a:t>
              </a:r>
            </a:p>
          </p:txBody>
        </p:sp>
        <p:sp>
          <p:nvSpPr>
            <p:cNvPr id="1204" name="tx1204"/>
            <p:cNvSpPr/>
            <p:nvPr/>
          </p:nvSpPr>
          <p:spPr>
            <a:xfrm>
              <a:off x="8707427" y="3875522"/>
              <a:ext cx="43077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mGCK_1</a:t>
              </a:r>
            </a:p>
          </p:txBody>
        </p:sp>
        <p:sp>
          <p:nvSpPr>
            <p:cNvPr id="1205" name="tx1205"/>
            <p:cNvSpPr/>
            <p:nvPr/>
          </p:nvSpPr>
          <p:spPr>
            <a:xfrm>
              <a:off x="8769676" y="3875522"/>
              <a:ext cx="43077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mGCK_2</a:t>
              </a:r>
            </a:p>
          </p:txBody>
        </p:sp>
        <p:sp>
          <p:nvSpPr>
            <p:cNvPr id="1206" name="tx1206"/>
            <p:cNvSpPr/>
            <p:nvPr/>
          </p:nvSpPr>
          <p:spPr>
            <a:xfrm>
              <a:off x="8831926" y="3875522"/>
              <a:ext cx="43077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mGCK_3</a:t>
              </a:r>
            </a:p>
          </p:txBody>
        </p:sp>
        <p:sp>
          <p:nvSpPr>
            <p:cNvPr id="1207" name="tx1207"/>
            <p:cNvSpPr/>
            <p:nvPr/>
          </p:nvSpPr>
          <p:spPr>
            <a:xfrm>
              <a:off x="8892712" y="3875522"/>
              <a:ext cx="4336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mGCZ_1</a:t>
              </a:r>
            </a:p>
          </p:txBody>
        </p:sp>
        <p:sp>
          <p:nvSpPr>
            <p:cNvPr id="1208" name="tx1208"/>
            <p:cNvSpPr/>
            <p:nvPr/>
          </p:nvSpPr>
          <p:spPr>
            <a:xfrm>
              <a:off x="8954961" y="3875522"/>
              <a:ext cx="4336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mGCZ_2</a:t>
              </a:r>
            </a:p>
          </p:txBody>
        </p:sp>
        <p:sp>
          <p:nvSpPr>
            <p:cNvPr id="1209" name="tx1209"/>
            <p:cNvSpPr/>
            <p:nvPr/>
          </p:nvSpPr>
          <p:spPr>
            <a:xfrm>
              <a:off x="9017210" y="3875522"/>
              <a:ext cx="4336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mGCZ_3</a:t>
              </a:r>
            </a:p>
          </p:txBody>
        </p:sp>
        <p:sp>
          <p:nvSpPr>
            <p:cNvPr id="1210" name="tx1210"/>
            <p:cNvSpPr/>
            <p:nvPr/>
          </p:nvSpPr>
          <p:spPr>
            <a:xfrm>
              <a:off x="9116401" y="3875522"/>
              <a:ext cx="3598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mGK_1</a:t>
              </a:r>
            </a:p>
          </p:txBody>
        </p:sp>
        <p:sp>
          <p:nvSpPr>
            <p:cNvPr id="1211" name="tx1211"/>
            <p:cNvSpPr/>
            <p:nvPr/>
          </p:nvSpPr>
          <p:spPr>
            <a:xfrm>
              <a:off x="9178650" y="3875522"/>
              <a:ext cx="3598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mGK_2</a:t>
              </a:r>
            </a:p>
          </p:txBody>
        </p:sp>
        <p:sp>
          <p:nvSpPr>
            <p:cNvPr id="1212" name="tx1212"/>
            <p:cNvSpPr/>
            <p:nvPr/>
          </p:nvSpPr>
          <p:spPr>
            <a:xfrm>
              <a:off x="9240899" y="3875522"/>
              <a:ext cx="35981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mGK_3</a:t>
              </a:r>
            </a:p>
          </p:txBody>
        </p:sp>
        <p:sp>
          <p:nvSpPr>
            <p:cNvPr id="1213" name="tx1213"/>
            <p:cNvSpPr/>
            <p:nvPr/>
          </p:nvSpPr>
          <p:spPr>
            <a:xfrm>
              <a:off x="9312247" y="3875522"/>
              <a:ext cx="3416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mRL_1</a:t>
              </a:r>
            </a:p>
          </p:txBody>
        </p:sp>
        <p:sp>
          <p:nvSpPr>
            <p:cNvPr id="1214" name="tx1214"/>
            <p:cNvSpPr/>
            <p:nvPr/>
          </p:nvSpPr>
          <p:spPr>
            <a:xfrm>
              <a:off x="9374496" y="3875522"/>
              <a:ext cx="3416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mRL_2</a:t>
              </a:r>
            </a:p>
          </p:txBody>
        </p:sp>
        <p:sp>
          <p:nvSpPr>
            <p:cNvPr id="1215" name="tx1215"/>
            <p:cNvSpPr/>
            <p:nvPr/>
          </p:nvSpPr>
          <p:spPr>
            <a:xfrm>
              <a:off x="9436745" y="3875522"/>
              <a:ext cx="3416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mRL_3</a:t>
              </a:r>
            </a:p>
          </p:txBody>
        </p:sp>
        <p:sp>
          <p:nvSpPr>
            <p:cNvPr id="1216" name="tx1216"/>
            <p:cNvSpPr/>
            <p:nvPr/>
          </p:nvSpPr>
          <p:spPr>
            <a:xfrm>
              <a:off x="9494880" y="3875522"/>
              <a:ext cx="3498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mSC_1</a:t>
              </a:r>
            </a:p>
          </p:txBody>
        </p:sp>
        <p:sp>
          <p:nvSpPr>
            <p:cNvPr id="1217" name="tx1217"/>
            <p:cNvSpPr/>
            <p:nvPr/>
          </p:nvSpPr>
          <p:spPr>
            <a:xfrm>
              <a:off x="9557129" y="3875522"/>
              <a:ext cx="3498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mSC_2</a:t>
              </a:r>
            </a:p>
          </p:txBody>
        </p:sp>
        <p:sp>
          <p:nvSpPr>
            <p:cNvPr id="1218" name="tx1218"/>
            <p:cNvSpPr/>
            <p:nvPr/>
          </p:nvSpPr>
          <p:spPr>
            <a:xfrm>
              <a:off x="9619378" y="3875522"/>
              <a:ext cx="3498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mSC_3</a:t>
              </a:r>
            </a:p>
          </p:txBody>
        </p:sp>
        <p:sp>
          <p:nvSpPr>
            <p:cNvPr id="1219" name="tx1219"/>
            <p:cNvSpPr/>
            <p:nvPr/>
          </p:nvSpPr>
          <p:spPr>
            <a:xfrm>
              <a:off x="9663796" y="3875522"/>
              <a:ext cx="3855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mWR_1</a:t>
              </a:r>
            </a:p>
          </p:txBody>
        </p:sp>
        <p:sp>
          <p:nvSpPr>
            <p:cNvPr id="1220" name="tx1220"/>
            <p:cNvSpPr/>
            <p:nvPr/>
          </p:nvSpPr>
          <p:spPr>
            <a:xfrm>
              <a:off x="9726045" y="3875522"/>
              <a:ext cx="3855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mWR_2</a:t>
              </a:r>
            </a:p>
          </p:txBody>
        </p:sp>
        <p:sp>
          <p:nvSpPr>
            <p:cNvPr id="1221" name="tx1221"/>
            <p:cNvSpPr/>
            <p:nvPr/>
          </p:nvSpPr>
          <p:spPr>
            <a:xfrm>
              <a:off x="9788295" y="3875522"/>
              <a:ext cx="3855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mWR_3</a:t>
              </a:r>
            </a:p>
          </p:txBody>
        </p:sp>
        <p:sp>
          <p:nvSpPr>
            <p:cNvPr id="1222" name="tx1222"/>
            <p:cNvSpPr/>
            <p:nvPr/>
          </p:nvSpPr>
          <p:spPr>
            <a:xfrm>
              <a:off x="9872992" y="3875522"/>
              <a:ext cx="3406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mXL_1</a:t>
              </a:r>
            </a:p>
          </p:txBody>
        </p:sp>
        <p:sp>
          <p:nvSpPr>
            <p:cNvPr id="1223" name="tx1223"/>
            <p:cNvSpPr/>
            <p:nvPr/>
          </p:nvSpPr>
          <p:spPr>
            <a:xfrm>
              <a:off x="9935242" y="3875522"/>
              <a:ext cx="3406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mXL_2</a:t>
              </a:r>
            </a:p>
          </p:txBody>
        </p:sp>
        <p:sp>
          <p:nvSpPr>
            <p:cNvPr id="1224" name="tx1224"/>
            <p:cNvSpPr/>
            <p:nvPr/>
          </p:nvSpPr>
          <p:spPr>
            <a:xfrm>
              <a:off x="9997491" y="3875522"/>
              <a:ext cx="3406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mXL_3</a:t>
              </a:r>
            </a:p>
          </p:txBody>
        </p:sp>
        <p:sp>
          <p:nvSpPr>
            <p:cNvPr id="1225" name="tx1225"/>
            <p:cNvSpPr/>
            <p:nvPr/>
          </p:nvSpPr>
          <p:spPr>
            <a:xfrm>
              <a:off x="10048081" y="3875522"/>
              <a:ext cx="3639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mXQ_1</a:t>
              </a:r>
            </a:p>
          </p:txBody>
        </p:sp>
        <p:sp>
          <p:nvSpPr>
            <p:cNvPr id="1226" name="tx1226"/>
            <p:cNvSpPr/>
            <p:nvPr/>
          </p:nvSpPr>
          <p:spPr>
            <a:xfrm>
              <a:off x="10110330" y="3875522"/>
              <a:ext cx="3639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mXQ_2</a:t>
              </a:r>
            </a:p>
          </p:txBody>
        </p:sp>
        <p:sp>
          <p:nvSpPr>
            <p:cNvPr id="1227" name="tx1227"/>
            <p:cNvSpPr/>
            <p:nvPr/>
          </p:nvSpPr>
          <p:spPr>
            <a:xfrm>
              <a:off x="10172580" y="3875522"/>
              <a:ext cx="36393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mXQ_3</a:t>
              </a:r>
            </a:p>
          </p:txBody>
        </p:sp>
        <p:sp>
          <p:nvSpPr>
            <p:cNvPr id="1228" name="tx1228"/>
            <p:cNvSpPr/>
            <p:nvPr/>
          </p:nvSpPr>
          <p:spPr>
            <a:xfrm>
              <a:off x="10245847" y="3875522"/>
              <a:ext cx="3418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mYC_1</a:t>
              </a:r>
            </a:p>
          </p:txBody>
        </p:sp>
        <p:sp>
          <p:nvSpPr>
            <p:cNvPr id="1229" name="tx1229"/>
            <p:cNvSpPr/>
            <p:nvPr/>
          </p:nvSpPr>
          <p:spPr>
            <a:xfrm>
              <a:off x="10308097" y="3875522"/>
              <a:ext cx="3418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mYC_2</a:t>
              </a:r>
            </a:p>
          </p:txBody>
        </p:sp>
        <p:sp>
          <p:nvSpPr>
            <p:cNvPr id="1230" name="tx1230"/>
            <p:cNvSpPr/>
            <p:nvPr/>
          </p:nvSpPr>
          <p:spPr>
            <a:xfrm>
              <a:off x="10370346" y="3875522"/>
              <a:ext cx="3418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mYC_3</a:t>
              </a:r>
            </a:p>
          </p:txBody>
        </p:sp>
        <p:sp>
          <p:nvSpPr>
            <p:cNvPr id="1231" name="tx1231"/>
            <p:cNvSpPr/>
            <p:nvPr/>
          </p:nvSpPr>
          <p:spPr>
            <a:xfrm>
              <a:off x="10426194" y="3875522"/>
              <a:ext cx="3546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mYD_1</a:t>
              </a:r>
            </a:p>
          </p:txBody>
        </p:sp>
        <p:sp>
          <p:nvSpPr>
            <p:cNvPr id="1232" name="tx1232"/>
            <p:cNvSpPr/>
            <p:nvPr/>
          </p:nvSpPr>
          <p:spPr>
            <a:xfrm>
              <a:off x="10488443" y="3875522"/>
              <a:ext cx="3546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mYD_2</a:t>
              </a:r>
            </a:p>
          </p:txBody>
        </p:sp>
        <p:sp>
          <p:nvSpPr>
            <p:cNvPr id="1233" name="tx1233"/>
            <p:cNvSpPr/>
            <p:nvPr/>
          </p:nvSpPr>
          <p:spPr>
            <a:xfrm>
              <a:off x="10550692" y="3875522"/>
              <a:ext cx="3546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mYD_3</a:t>
              </a:r>
            </a:p>
          </p:txBody>
        </p:sp>
        <p:sp>
          <p:nvSpPr>
            <p:cNvPr id="1234" name="tx1234"/>
            <p:cNvSpPr/>
            <p:nvPr/>
          </p:nvSpPr>
          <p:spPr>
            <a:xfrm>
              <a:off x="10619937" y="3875522"/>
              <a:ext cx="34070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mYE_1</a:t>
              </a:r>
            </a:p>
          </p:txBody>
        </p:sp>
        <p:sp>
          <p:nvSpPr>
            <p:cNvPr id="1235" name="tx1235"/>
            <p:cNvSpPr/>
            <p:nvPr/>
          </p:nvSpPr>
          <p:spPr>
            <a:xfrm>
              <a:off x="10682186" y="3875522"/>
              <a:ext cx="34070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mYE_2</a:t>
              </a:r>
            </a:p>
          </p:txBody>
        </p:sp>
        <p:sp>
          <p:nvSpPr>
            <p:cNvPr id="1236" name="tx1236"/>
            <p:cNvSpPr/>
            <p:nvPr/>
          </p:nvSpPr>
          <p:spPr>
            <a:xfrm>
              <a:off x="10744435" y="3875522"/>
              <a:ext cx="34070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mYE_3</a:t>
              </a:r>
            </a:p>
          </p:txBody>
        </p:sp>
        <p:sp>
          <p:nvSpPr>
            <p:cNvPr id="1237" name="tx1237"/>
            <p:cNvSpPr/>
            <p:nvPr/>
          </p:nvSpPr>
          <p:spPr>
            <a:xfrm>
              <a:off x="10805816" y="3875522"/>
              <a:ext cx="3424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mZF_1</a:t>
              </a:r>
            </a:p>
          </p:txBody>
        </p:sp>
        <p:sp>
          <p:nvSpPr>
            <p:cNvPr id="1238" name="tx1238"/>
            <p:cNvSpPr/>
            <p:nvPr/>
          </p:nvSpPr>
          <p:spPr>
            <a:xfrm>
              <a:off x="10868065" y="3875522"/>
              <a:ext cx="3424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mZF_2</a:t>
              </a:r>
            </a:p>
          </p:txBody>
        </p:sp>
        <p:sp>
          <p:nvSpPr>
            <p:cNvPr id="1239" name="tx1239"/>
            <p:cNvSpPr/>
            <p:nvPr/>
          </p:nvSpPr>
          <p:spPr>
            <a:xfrm>
              <a:off x="10930314" y="3875522"/>
              <a:ext cx="3424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mZF_3</a:t>
              </a:r>
            </a:p>
          </p:txBody>
        </p:sp>
        <p:sp>
          <p:nvSpPr>
            <p:cNvPr id="1240" name="pl1240"/>
            <p:cNvSpPr/>
            <p:nvPr/>
          </p:nvSpPr>
          <p:spPr>
            <a:xfrm>
              <a:off x="6393876" y="1849305"/>
              <a:ext cx="0" cy="1980668"/>
            </a:xfrm>
            <a:custGeom>
              <a:avLst/>
              <a:pathLst>
                <a:path w="0" h="1980668">
                  <a:moveTo>
                    <a:pt x="0" y="198066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tx1241"/>
            <p:cNvSpPr/>
            <p:nvPr/>
          </p:nvSpPr>
          <p:spPr>
            <a:xfrm>
              <a:off x="6283678" y="379274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242" name="tx1242"/>
            <p:cNvSpPr/>
            <p:nvPr/>
          </p:nvSpPr>
          <p:spPr>
            <a:xfrm>
              <a:off x="6219030" y="329767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1243" name="tx1243"/>
            <p:cNvSpPr/>
            <p:nvPr/>
          </p:nvSpPr>
          <p:spPr>
            <a:xfrm>
              <a:off x="6219030" y="280260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1244" name="tx1244"/>
            <p:cNvSpPr/>
            <p:nvPr/>
          </p:nvSpPr>
          <p:spPr>
            <a:xfrm>
              <a:off x="6219030" y="2307538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1245" name="tx1245"/>
            <p:cNvSpPr/>
            <p:nvPr/>
          </p:nvSpPr>
          <p:spPr>
            <a:xfrm>
              <a:off x="6154382" y="181246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246" name="pl1246"/>
            <p:cNvSpPr/>
            <p:nvPr/>
          </p:nvSpPr>
          <p:spPr>
            <a:xfrm>
              <a:off x="6368570" y="382977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6368570" y="333470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6368570" y="283963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6368570" y="23445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6368570" y="18495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tx1251"/>
            <p:cNvSpPr/>
            <p:nvPr/>
          </p:nvSpPr>
          <p:spPr>
            <a:xfrm rot="-5400000">
              <a:off x="5403287" y="2797988"/>
              <a:ext cx="136693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 (%)</a:t>
              </a:r>
            </a:p>
          </p:txBody>
        </p:sp>
        <p:sp>
          <p:nvSpPr>
            <p:cNvPr id="1252" name="rc1252"/>
            <p:cNvSpPr/>
            <p:nvPr/>
          </p:nvSpPr>
          <p:spPr>
            <a:xfrm>
              <a:off x="11240105" y="2340826"/>
              <a:ext cx="825083" cy="9976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3" name="tx1253"/>
            <p:cNvSpPr/>
            <p:nvPr/>
          </p:nvSpPr>
          <p:spPr>
            <a:xfrm>
              <a:off x="11290716" y="2402054"/>
              <a:ext cx="3229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254" name="rc1254"/>
            <p:cNvSpPr/>
            <p:nvPr/>
          </p:nvSpPr>
          <p:spPr>
            <a:xfrm>
              <a:off x="11290716" y="2537347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5" name="rc1255"/>
            <p:cNvSpPr/>
            <p:nvPr/>
          </p:nvSpPr>
          <p:spPr>
            <a:xfrm>
              <a:off x="11297261" y="2543893"/>
              <a:ext cx="47641" cy="702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6" name="rc1256"/>
            <p:cNvSpPr/>
            <p:nvPr/>
          </p:nvSpPr>
          <p:spPr>
            <a:xfrm>
              <a:off x="11290716" y="2620736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7" name="rc1257"/>
            <p:cNvSpPr/>
            <p:nvPr/>
          </p:nvSpPr>
          <p:spPr>
            <a:xfrm>
              <a:off x="11297261" y="2627281"/>
              <a:ext cx="47641" cy="70297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rc1258"/>
            <p:cNvSpPr/>
            <p:nvPr/>
          </p:nvSpPr>
          <p:spPr>
            <a:xfrm>
              <a:off x="11290716" y="2704124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9" name="rc1259"/>
            <p:cNvSpPr/>
            <p:nvPr/>
          </p:nvSpPr>
          <p:spPr>
            <a:xfrm>
              <a:off x="11297261" y="2710669"/>
              <a:ext cx="47641" cy="70297"/>
            </a:xfrm>
            <a:prstGeom prst="rect">
              <a:avLst/>
            </a:prstGeom>
            <a:solidFill>
              <a:srgbClr val="A676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0" name="rc1260"/>
            <p:cNvSpPr/>
            <p:nvPr/>
          </p:nvSpPr>
          <p:spPr>
            <a:xfrm>
              <a:off x="11290716" y="2787512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1" name="rc1261"/>
            <p:cNvSpPr/>
            <p:nvPr/>
          </p:nvSpPr>
          <p:spPr>
            <a:xfrm>
              <a:off x="11297261" y="2794057"/>
              <a:ext cx="47641" cy="702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2" name="rc1262"/>
            <p:cNvSpPr/>
            <p:nvPr/>
          </p:nvSpPr>
          <p:spPr>
            <a:xfrm>
              <a:off x="11290716" y="2870900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3" name="rc1263"/>
            <p:cNvSpPr/>
            <p:nvPr/>
          </p:nvSpPr>
          <p:spPr>
            <a:xfrm>
              <a:off x="11297261" y="2877446"/>
              <a:ext cx="47641" cy="702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11290716" y="2954288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rc1265"/>
            <p:cNvSpPr/>
            <p:nvPr/>
          </p:nvSpPr>
          <p:spPr>
            <a:xfrm>
              <a:off x="11297261" y="2960834"/>
              <a:ext cx="47641" cy="702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6" name="rc1266"/>
            <p:cNvSpPr/>
            <p:nvPr/>
          </p:nvSpPr>
          <p:spPr>
            <a:xfrm>
              <a:off x="11290716" y="3037677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7" name="rc1267"/>
            <p:cNvSpPr/>
            <p:nvPr/>
          </p:nvSpPr>
          <p:spPr>
            <a:xfrm>
              <a:off x="11297261" y="3044222"/>
              <a:ext cx="47641" cy="702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8" name="rc1268"/>
            <p:cNvSpPr/>
            <p:nvPr/>
          </p:nvSpPr>
          <p:spPr>
            <a:xfrm>
              <a:off x="11290716" y="3121065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11297261" y="3127610"/>
              <a:ext cx="47641" cy="702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0" name="rc1270"/>
            <p:cNvSpPr/>
            <p:nvPr/>
          </p:nvSpPr>
          <p:spPr>
            <a:xfrm>
              <a:off x="11290716" y="3204453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1" name="rc1271"/>
            <p:cNvSpPr/>
            <p:nvPr/>
          </p:nvSpPr>
          <p:spPr>
            <a:xfrm>
              <a:off x="11297261" y="3210998"/>
              <a:ext cx="47641" cy="702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2" name="tx1272"/>
            <p:cNvSpPr/>
            <p:nvPr/>
          </p:nvSpPr>
          <p:spPr>
            <a:xfrm>
              <a:off x="11402058" y="2546626"/>
              <a:ext cx="29864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Others</a:t>
              </a:r>
            </a:p>
          </p:txBody>
        </p:sp>
        <p:sp>
          <p:nvSpPr>
            <p:cNvPr id="1273" name="tx1273"/>
            <p:cNvSpPr/>
            <p:nvPr/>
          </p:nvSpPr>
          <p:spPr>
            <a:xfrm>
              <a:off x="11402058" y="2630014"/>
              <a:ext cx="4556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Acidisoma</a:t>
              </a:r>
            </a:p>
          </p:txBody>
        </p:sp>
        <p:sp>
          <p:nvSpPr>
            <p:cNvPr id="1274" name="tx1274"/>
            <p:cNvSpPr/>
            <p:nvPr/>
          </p:nvSpPr>
          <p:spPr>
            <a:xfrm>
              <a:off x="11402058" y="2713402"/>
              <a:ext cx="35231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Massilia</a:t>
              </a:r>
            </a:p>
          </p:txBody>
        </p:sp>
        <p:sp>
          <p:nvSpPr>
            <p:cNvPr id="1275" name="tx1275"/>
            <p:cNvSpPr/>
            <p:nvPr/>
          </p:nvSpPr>
          <p:spPr>
            <a:xfrm>
              <a:off x="11402058" y="2796791"/>
              <a:ext cx="6182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1276" name="tx1276"/>
            <p:cNvSpPr/>
            <p:nvPr/>
          </p:nvSpPr>
          <p:spPr>
            <a:xfrm>
              <a:off x="11402058" y="2880179"/>
              <a:ext cx="69768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1277" name="tx1277"/>
            <p:cNvSpPr/>
            <p:nvPr/>
          </p:nvSpPr>
          <p:spPr>
            <a:xfrm>
              <a:off x="11402058" y="2963567"/>
              <a:ext cx="54562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Lactococcus</a:t>
              </a:r>
            </a:p>
          </p:txBody>
        </p:sp>
        <p:sp>
          <p:nvSpPr>
            <p:cNvPr id="1278" name="tx1278"/>
            <p:cNvSpPr/>
            <p:nvPr/>
          </p:nvSpPr>
          <p:spPr>
            <a:xfrm>
              <a:off x="11402058" y="3046955"/>
              <a:ext cx="65909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1279" name="tx1279"/>
            <p:cNvSpPr/>
            <p:nvPr/>
          </p:nvSpPr>
          <p:spPr>
            <a:xfrm>
              <a:off x="11402058" y="3130343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280" name="tx1280"/>
            <p:cNvSpPr/>
            <p:nvPr/>
          </p:nvSpPr>
          <p:spPr>
            <a:xfrm>
              <a:off x="11402058" y="3213732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281" name="tx1281"/>
            <p:cNvSpPr/>
            <p:nvPr/>
          </p:nvSpPr>
          <p:spPr>
            <a:xfrm>
              <a:off x="6087557" y="1756266"/>
              <a:ext cx="13551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282" name="rc1282"/>
            <p:cNvSpPr/>
            <p:nvPr/>
          </p:nvSpPr>
          <p:spPr>
            <a:xfrm>
              <a:off x="2971800" y="4129881"/>
              <a:ext cx="1524000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3402365" y="4180491"/>
              <a:ext cx="1042824" cy="2087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3402365" y="6189136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3402365" y="5696336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3402365" y="5203535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3402365" y="4710735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3402365" y="4217934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359789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3923777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4249660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3597895" y="4365775"/>
              <a:ext cx="0" cy="319581"/>
            </a:xfrm>
            <a:custGeom>
              <a:avLst/>
              <a:pathLst>
                <a:path w="0" h="319581">
                  <a:moveTo>
                    <a:pt x="0" y="31958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3597895" y="5099308"/>
              <a:ext cx="0" cy="416662"/>
            </a:xfrm>
            <a:custGeom>
              <a:avLst/>
              <a:pathLst>
                <a:path w="0" h="416662">
                  <a:moveTo>
                    <a:pt x="0" y="0"/>
                  </a:moveTo>
                  <a:lnTo>
                    <a:pt x="0" y="416662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4"/>
            <p:cNvSpPr/>
            <p:nvPr/>
          </p:nvSpPr>
          <p:spPr>
            <a:xfrm>
              <a:off x="3483836" y="4685356"/>
              <a:ext cx="228117" cy="413952"/>
            </a:xfrm>
            <a:custGeom>
              <a:avLst/>
              <a:pathLst>
                <a:path w="228117" h="413952">
                  <a:moveTo>
                    <a:pt x="0" y="0"/>
                  </a:moveTo>
                  <a:lnTo>
                    <a:pt x="0" y="413952"/>
                  </a:lnTo>
                  <a:lnTo>
                    <a:pt x="228117" y="413952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3483836" y="4739810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3923777" y="5676624"/>
              <a:ext cx="0" cy="165580"/>
            </a:xfrm>
            <a:custGeom>
              <a:avLst/>
              <a:pathLst>
                <a:path w="0" h="165580">
                  <a:moveTo>
                    <a:pt x="0" y="1655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3923777" y="6013206"/>
              <a:ext cx="0" cy="102995"/>
            </a:xfrm>
            <a:custGeom>
              <a:avLst/>
              <a:pathLst>
                <a:path w="0" h="102995">
                  <a:moveTo>
                    <a:pt x="0" y="0"/>
                  </a:moveTo>
                  <a:lnTo>
                    <a:pt x="0" y="102995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8"/>
            <p:cNvSpPr/>
            <p:nvPr/>
          </p:nvSpPr>
          <p:spPr>
            <a:xfrm>
              <a:off x="3809718" y="5842204"/>
              <a:ext cx="228117" cy="171001"/>
            </a:xfrm>
            <a:custGeom>
              <a:avLst/>
              <a:pathLst>
                <a:path w="228117" h="171001">
                  <a:moveTo>
                    <a:pt x="0" y="0"/>
                  </a:moveTo>
                  <a:lnTo>
                    <a:pt x="0" y="171001"/>
                  </a:lnTo>
                  <a:lnTo>
                    <a:pt x="228117" y="171001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3809718" y="5923024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4249660" y="6097475"/>
              <a:ext cx="0" cy="36467"/>
            </a:xfrm>
            <a:custGeom>
              <a:avLst/>
              <a:pathLst>
                <a:path w="0" h="36467">
                  <a:moveTo>
                    <a:pt x="0" y="3646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4249660" y="6164496"/>
              <a:ext cx="0" cy="8870"/>
            </a:xfrm>
            <a:custGeom>
              <a:avLst/>
              <a:pathLst>
                <a:path w="0" h="8870">
                  <a:moveTo>
                    <a:pt x="0" y="0"/>
                  </a:moveTo>
                  <a:lnTo>
                    <a:pt x="0" y="887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2"/>
            <p:cNvSpPr/>
            <p:nvPr/>
          </p:nvSpPr>
          <p:spPr>
            <a:xfrm>
              <a:off x="4135601" y="6133942"/>
              <a:ext cx="228117" cy="30553"/>
            </a:xfrm>
            <a:custGeom>
              <a:avLst/>
              <a:pathLst>
                <a:path w="228117" h="30553">
                  <a:moveTo>
                    <a:pt x="0" y="0"/>
                  </a:moveTo>
                  <a:lnTo>
                    <a:pt x="0" y="30553"/>
                  </a:lnTo>
                  <a:lnTo>
                    <a:pt x="228117" y="30553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4135601" y="6148726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3879264" y="597324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3944535" y="595668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3895089" y="590629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3956881" y="600960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3964370" y="598319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3847716" y="604547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3910617" y="570435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3958107" y="584200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3913659" y="565986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3901298" y="609915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3966503" y="580893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3900871" y="588456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3930101" y="574910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3916422" y="590391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3855194" y="606753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4284955" y="612328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4199738" y="612332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4173142" y="609531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4210405" y="608077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4292082" y="611699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4283614" y="611233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4257969" y="612820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4251152" y="613562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4297266" y="61440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4253133" y="615164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4260019" y="61535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4238581" y="61446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4245108" y="615470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4205353" y="615458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4186837" y="615322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4293193" y="61250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4285277" y="612272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4257695" y="613256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4271351" y="614660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4170868" y="61507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4229942" y="61479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4266527" y="61345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4195869" y="615078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4209136" y="614013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4197853" y="605171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4186274" y="611694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4221697" y="612331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4221590" y="606287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4215740" y="606255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4187532" y="60263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4185754" y="613592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4198037" y="612193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4228400" y="610740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4202330" y="613993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4279480" y="61518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4173634" y="615664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4225302" y="613152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4271802" y="615583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4183550" y="614602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4240781" y="613218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4194582" y="614949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4184284" y="612983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4265856" y="611089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4284332" y="612486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4216472" y="610313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3602595" y="466629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3528258" y="469575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3565946" y="469070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3551662" y="474986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3622086" y="447571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3574360" y="434899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3621489" y="549929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3621792" y="542529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3619440" y="510233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3573228" y="466557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3614243" y="502381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3597916" y="524310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3608469" y="467539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3515976" y="478886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tx1378"/>
            <p:cNvSpPr/>
            <p:nvPr/>
          </p:nvSpPr>
          <p:spPr>
            <a:xfrm>
              <a:off x="3554964" y="4224326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379" name="tx1379"/>
            <p:cNvSpPr/>
            <p:nvPr/>
          </p:nvSpPr>
          <p:spPr>
            <a:xfrm>
              <a:off x="3880846" y="5535175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380" name="tx1380"/>
            <p:cNvSpPr/>
            <p:nvPr/>
          </p:nvSpPr>
          <p:spPr>
            <a:xfrm>
              <a:off x="4205220" y="5901818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381" name="pl1381"/>
            <p:cNvSpPr/>
            <p:nvPr/>
          </p:nvSpPr>
          <p:spPr>
            <a:xfrm>
              <a:off x="340236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tx1382"/>
            <p:cNvSpPr/>
            <p:nvPr/>
          </p:nvSpPr>
          <p:spPr>
            <a:xfrm>
              <a:off x="3292168" y="615210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383" name="tx1383"/>
            <p:cNvSpPr/>
            <p:nvPr/>
          </p:nvSpPr>
          <p:spPr>
            <a:xfrm>
              <a:off x="3162872" y="5659302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1384" name="tx1384"/>
            <p:cNvSpPr/>
            <p:nvPr/>
          </p:nvSpPr>
          <p:spPr>
            <a:xfrm>
              <a:off x="3098224" y="5166502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</a:t>
              </a:r>
            </a:p>
          </p:txBody>
        </p:sp>
        <p:sp>
          <p:nvSpPr>
            <p:cNvPr id="1385" name="tx1385"/>
            <p:cNvSpPr/>
            <p:nvPr/>
          </p:nvSpPr>
          <p:spPr>
            <a:xfrm>
              <a:off x="3098224" y="4673702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1500</a:t>
              </a:r>
            </a:p>
          </p:txBody>
        </p:sp>
        <p:sp>
          <p:nvSpPr>
            <p:cNvPr id="1386" name="tx1386"/>
            <p:cNvSpPr/>
            <p:nvPr/>
          </p:nvSpPr>
          <p:spPr>
            <a:xfrm>
              <a:off x="3098224" y="4180901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2000</a:t>
              </a:r>
            </a:p>
          </p:txBody>
        </p:sp>
        <p:sp>
          <p:nvSpPr>
            <p:cNvPr id="1387" name="pl1387"/>
            <p:cNvSpPr/>
            <p:nvPr/>
          </p:nvSpPr>
          <p:spPr>
            <a:xfrm>
              <a:off x="3377060" y="618913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377060" y="569633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377060" y="520353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377060" y="471073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377060" y="421793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402365" y="6268373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597895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923777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4249660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tx1396"/>
            <p:cNvSpPr/>
            <p:nvPr/>
          </p:nvSpPr>
          <p:spPr>
            <a:xfrm>
              <a:off x="3512078" y="6313922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397" name="tx1397"/>
            <p:cNvSpPr/>
            <p:nvPr/>
          </p:nvSpPr>
          <p:spPr>
            <a:xfrm>
              <a:off x="3848339" y="6313922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398" name="tx1398"/>
            <p:cNvSpPr/>
            <p:nvPr/>
          </p:nvSpPr>
          <p:spPr>
            <a:xfrm>
              <a:off x="4181400" y="6313922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399" name="tx1399"/>
            <p:cNvSpPr/>
            <p:nvPr/>
          </p:nvSpPr>
          <p:spPr>
            <a:xfrm rot="-5400000">
              <a:off x="2763841" y="5182781"/>
              <a:ext cx="5498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Observed</a:t>
              </a:r>
            </a:p>
          </p:txBody>
        </p:sp>
        <p:sp>
          <p:nvSpPr>
            <p:cNvPr id="1400" name="tx1400"/>
            <p:cNvSpPr/>
            <p:nvPr/>
          </p:nvSpPr>
          <p:spPr>
            <a:xfrm>
              <a:off x="3037042" y="4194666"/>
              <a:ext cx="1304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401" name="rc1401"/>
            <p:cNvSpPr/>
            <p:nvPr/>
          </p:nvSpPr>
          <p:spPr>
            <a:xfrm>
              <a:off x="4495800" y="4129881"/>
              <a:ext cx="1524000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rc1402"/>
            <p:cNvSpPr/>
            <p:nvPr/>
          </p:nvSpPr>
          <p:spPr>
            <a:xfrm>
              <a:off x="4926365" y="4180491"/>
              <a:ext cx="1042824" cy="2087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4926365" y="6189169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4926365" y="5697913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4926365" y="5206658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4926365" y="4715402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4926365" y="4224146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512189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5447777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5773660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5121895" y="4365778"/>
              <a:ext cx="0" cy="321638"/>
            </a:xfrm>
            <a:custGeom>
              <a:avLst/>
              <a:pathLst>
                <a:path w="0" h="321638">
                  <a:moveTo>
                    <a:pt x="0" y="32163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5121895" y="5099685"/>
              <a:ext cx="0" cy="417169"/>
            </a:xfrm>
            <a:custGeom>
              <a:avLst/>
              <a:pathLst>
                <a:path w="0" h="417169">
                  <a:moveTo>
                    <a:pt x="0" y="0"/>
                  </a:moveTo>
                  <a:lnTo>
                    <a:pt x="0" y="417169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3"/>
            <p:cNvSpPr/>
            <p:nvPr/>
          </p:nvSpPr>
          <p:spPr>
            <a:xfrm>
              <a:off x="5007836" y="4687417"/>
              <a:ext cx="228117" cy="412267"/>
            </a:xfrm>
            <a:custGeom>
              <a:avLst/>
              <a:pathLst>
                <a:path w="228117" h="412267">
                  <a:moveTo>
                    <a:pt x="0" y="0"/>
                  </a:moveTo>
                  <a:lnTo>
                    <a:pt x="0" y="412267"/>
                  </a:lnTo>
                  <a:lnTo>
                    <a:pt x="228117" y="412267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5007836" y="4741539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5447777" y="5677816"/>
              <a:ext cx="0" cy="165508"/>
            </a:xfrm>
            <a:custGeom>
              <a:avLst/>
              <a:pathLst>
                <a:path w="0" h="165508">
                  <a:moveTo>
                    <a:pt x="0" y="165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5447777" y="6013791"/>
              <a:ext cx="0" cy="102672"/>
            </a:xfrm>
            <a:custGeom>
              <a:avLst/>
              <a:pathLst>
                <a:path w="0" h="102672">
                  <a:moveTo>
                    <a:pt x="0" y="0"/>
                  </a:moveTo>
                  <a:lnTo>
                    <a:pt x="0" y="102672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7"/>
            <p:cNvSpPr/>
            <p:nvPr/>
          </p:nvSpPr>
          <p:spPr>
            <a:xfrm>
              <a:off x="5333718" y="5843325"/>
              <a:ext cx="228117" cy="170465"/>
            </a:xfrm>
            <a:custGeom>
              <a:avLst/>
              <a:pathLst>
                <a:path w="228117" h="170465">
                  <a:moveTo>
                    <a:pt x="0" y="0"/>
                  </a:moveTo>
                  <a:lnTo>
                    <a:pt x="0" y="170465"/>
                  </a:lnTo>
                  <a:lnTo>
                    <a:pt x="228117" y="170465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5333718" y="5923891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5773660" y="6097304"/>
              <a:ext cx="0" cy="36844"/>
            </a:xfrm>
            <a:custGeom>
              <a:avLst/>
              <a:pathLst>
                <a:path w="0" h="36844">
                  <a:moveTo>
                    <a:pt x="0" y="3684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5773660" y="6164606"/>
              <a:ext cx="0" cy="8842"/>
            </a:xfrm>
            <a:custGeom>
              <a:avLst/>
              <a:pathLst>
                <a:path w="0" h="8842">
                  <a:moveTo>
                    <a:pt x="0" y="0"/>
                  </a:moveTo>
                  <a:lnTo>
                    <a:pt x="0" y="8842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1"/>
            <p:cNvSpPr/>
            <p:nvPr/>
          </p:nvSpPr>
          <p:spPr>
            <a:xfrm>
              <a:off x="5659601" y="6134148"/>
              <a:ext cx="228117" cy="30457"/>
            </a:xfrm>
            <a:custGeom>
              <a:avLst/>
              <a:pathLst>
                <a:path w="228117" h="30457">
                  <a:moveTo>
                    <a:pt x="0" y="0"/>
                  </a:moveTo>
                  <a:lnTo>
                    <a:pt x="0" y="30457"/>
                  </a:lnTo>
                  <a:lnTo>
                    <a:pt x="228117" y="30457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5659601" y="6148886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5403264" y="597378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5468535" y="595689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5419089" y="590708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5480881" y="601021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5488370" y="598372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5371716" y="604566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5434617" y="570557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5482107" y="584317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437659" y="566100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5425298" y="609959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5490503" y="580986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5424871" y="588546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5454101" y="575063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5440422" y="590495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5379194" y="606813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5808955" y="612327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5723738" y="612327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697142" y="609568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5734405" y="608050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5816082" y="61173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5807614" y="611244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781969" y="612818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5775152" y="613594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5821266" y="61439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777133" y="615171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784019" y="61536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5762581" y="614482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769108" y="615468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5729353" y="615466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5710837" y="615360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5817193" y="612518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5809277" y="612315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5781695" y="613298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5795351" y="614678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5694868" y="615074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5753942" y="614783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5790527" y="613494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719869" y="615076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5733136" y="61399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5721853" y="605240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710274" y="611729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5745697" y="61232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5745590" y="606327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739740" y="606301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5711532" y="602607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5709754" y="613600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722037" y="612221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752400" y="610752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5726330" y="613995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5803480" y="615175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5697634" y="615664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5749302" y="613198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5795802" y="615569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5707550" y="614588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5764781" y="613211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5718582" y="614971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5708284" y="613007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5789856" y="611136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5808332" y="612515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5740472" y="610353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5126595" y="466909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5052258" y="469675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089946" y="469151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5075662" y="475260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5146086" y="447490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5098360" y="434896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5145489" y="550006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5145792" y="542643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143440" y="510242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097228" y="466690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5138243" y="502434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5121916" y="524413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5132469" y="467511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5039976" y="479112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tx1497"/>
            <p:cNvSpPr/>
            <p:nvPr/>
          </p:nvSpPr>
          <p:spPr>
            <a:xfrm>
              <a:off x="5078964" y="4224326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498" name="tx1498"/>
            <p:cNvSpPr/>
            <p:nvPr/>
          </p:nvSpPr>
          <p:spPr>
            <a:xfrm>
              <a:off x="5404846" y="5536364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499" name="tx1499"/>
            <p:cNvSpPr/>
            <p:nvPr/>
          </p:nvSpPr>
          <p:spPr>
            <a:xfrm>
              <a:off x="5729220" y="5901462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500" name="pl1500"/>
            <p:cNvSpPr/>
            <p:nvPr/>
          </p:nvSpPr>
          <p:spPr>
            <a:xfrm>
              <a:off x="492636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tx1501"/>
            <p:cNvSpPr/>
            <p:nvPr/>
          </p:nvSpPr>
          <p:spPr>
            <a:xfrm>
              <a:off x="4816168" y="615213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02" name="tx1502"/>
            <p:cNvSpPr/>
            <p:nvPr/>
          </p:nvSpPr>
          <p:spPr>
            <a:xfrm>
              <a:off x="4686872" y="5660880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1503" name="tx1503"/>
            <p:cNvSpPr/>
            <p:nvPr/>
          </p:nvSpPr>
          <p:spPr>
            <a:xfrm>
              <a:off x="4622224" y="5169624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</a:t>
              </a:r>
            </a:p>
          </p:txBody>
        </p:sp>
        <p:sp>
          <p:nvSpPr>
            <p:cNvPr id="1504" name="tx1504"/>
            <p:cNvSpPr/>
            <p:nvPr/>
          </p:nvSpPr>
          <p:spPr>
            <a:xfrm>
              <a:off x="4622224" y="4678369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1500</a:t>
              </a:r>
            </a:p>
          </p:txBody>
        </p:sp>
        <p:sp>
          <p:nvSpPr>
            <p:cNvPr id="1505" name="tx1505"/>
            <p:cNvSpPr/>
            <p:nvPr/>
          </p:nvSpPr>
          <p:spPr>
            <a:xfrm>
              <a:off x="4622224" y="4187113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2000</a:t>
              </a:r>
            </a:p>
          </p:txBody>
        </p:sp>
        <p:sp>
          <p:nvSpPr>
            <p:cNvPr id="1506" name="pl1506"/>
            <p:cNvSpPr/>
            <p:nvPr/>
          </p:nvSpPr>
          <p:spPr>
            <a:xfrm>
              <a:off x="4901060" y="618916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4901060" y="569791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4901060" y="520665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4901060" y="471540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4901060" y="42241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4926365" y="6268373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5121895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5447777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5773660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tx1515"/>
            <p:cNvSpPr/>
            <p:nvPr/>
          </p:nvSpPr>
          <p:spPr>
            <a:xfrm>
              <a:off x="5036078" y="6313922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516" name="tx1516"/>
            <p:cNvSpPr/>
            <p:nvPr/>
          </p:nvSpPr>
          <p:spPr>
            <a:xfrm>
              <a:off x="5372339" y="6313922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517" name="tx1517"/>
            <p:cNvSpPr/>
            <p:nvPr/>
          </p:nvSpPr>
          <p:spPr>
            <a:xfrm>
              <a:off x="5705400" y="6313922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518" name="tx1518"/>
            <p:cNvSpPr/>
            <p:nvPr/>
          </p:nvSpPr>
          <p:spPr>
            <a:xfrm rot="-5400000">
              <a:off x="4380287" y="5182781"/>
              <a:ext cx="36493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Chao1</a:t>
              </a:r>
            </a:p>
          </p:txBody>
        </p:sp>
        <p:sp>
          <p:nvSpPr>
            <p:cNvPr id="1519" name="tx1519"/>
            <p:cNvSpPr/>
            <p:nvPr/>
          </p:nvSpPr>
          <p:spPr>
            <a:xfrm>
              <a:off x="4569592" y="4194666"/>
              <a:ext cx="1475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520" name="rc1520"/>
            <p:cNvSpPr/>
            <p:nvPr/>
          </p:nvSpPr>
          <p:spPr>
            <a:xfrm>
              <a:off x="6019800" y="4129881"/>
              <a:ext cx="1523999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6450365" y="4180491"/>
              <a:ext cx="1042824" cy="2087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6450365" y="6189306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6450365" y="5648539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6450365" y="5107772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6450365" y="4567006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664589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6971777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7297660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6645895" y="4365779"/>
              <a:ext cx="0" cy="64370"/>
            </a:xfrm>
            <a:custGeom>
              <a:avLst/>
              <a:pathLst>
                <a:path w="0" h="64370">
                  <a:moveTo>
                    <a:pt x="0" y="6437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6645895" y="4561204"/>
              <a:ext cx="0" cy="150056"/>
            </a:xfrm>
            <a:custGeom>
              <a:avLst/>
              <a:pathLst>
                <a:path w="0" h="150056">
                  <a:moveTo>
                    <a:pt x="0" y="0"/>
                  </a:moveTo>
                  <a:lnTo>
                    <a:pt x="0" y="150056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1"/>
            <p:cNvSpPr/>
            <p:nvPr/>
          </p:nvSpPr>
          <p:spPr>
            <a:xfrm>
              <a:off x="6531836" y="4430150"/>
              <a:ext cx="228117" cy="131053"/>
            </a:xfrm>
            <a:custGeom>
              <a:avLst/>
              <a:pathLst>
                <a:path w="228117" h="131053">
                  <a:moveTo>
                    <a:pt x="0" y="0"/>
                  </a:moveTo>
                  <a:lnTo>
                    <a:pt x="0" y="131053"/>
                  </a:lnTo>
                  <a:lnTo>
                    <a:pt x="228117" y="131053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6531836" y="4443205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6971777" y="4739148"/>
              <a:ext cx="0" cy="228169"/>
            </a:xfrm>
            <a:custGeom>
              <a:avLst/>
              <a:pathLst>
                <a:path w="0" h="228169">
                  <a:moveTo>
                    <a:pt x="0" y="22816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6971777" y="5520754"/>
              <a:ext cx="0" cy="154401"/>
            </a:xfrm>
            <a:custGeom>
              <a:avLst/>
              <a:pathLst>
                <a:path w="0" h="154401">
                  <a:moveTo>
                    <a:pt x="0" y="0"/>
                  </a:moveTo>
                  <a:lnTo>
                    <a:pt x="0" y="154401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5"/>
            <p:cNvSpPr/>
            <p:nvPr/>
          </p:nvSpPr>
          <p:spPr>
            <a:xfrm>
              <a:off x="6857718" y="4967317"/>
              <a:ext cx="228117" cy="553437"/>
            </a:xfrm>
            <a:custGeom>
              <a:avLst/>
              <a:pathLst>
                <a:path w="228117" h="553437">
                  <a:moveTo>
                    <a:pt x="0" y="0"/>
                  </a:moveTo>
                  <a:lnTo>
                    <a:pt x="0" y="553437"/>
                  </a:lnTo>
                  <a:lnTo>
                    <a:pt x="228117" y="553437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6857718" y="5080491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7297660" y="5183876"/>
              <a:ext cx="0" cy="406549"/>
            </a:xfrm>
            <a:custGeom>
              <a:avLst/>
              <a:pathLst>
                <a:path w="0" h="406549">
                  <a:moveTo>
                    <a:pt x="0" y="40654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7297660" y="5894756"/>
              <a:ext cx="0" cy="278712"/>
            </a:xfrm>
            <a:custGeom>
              <a:avLst/>
              <a:pathLst>
                <a:path w="0" h="278712">
                  <a:moveTo>
                    <a:pt x="0" y="0"/>
                  </a:moveTo>
                  <a:lnTo>
                    <a:pt x="0" y="278712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9"/>
            <p:cNvSpPr/>
            <p:nvPr/>
          </p:nvSpPr>
          <p:spPr>
            <a:xfrm>
              <a:off x="7183601" y="5590426"/>
              <a:ext cx="228117" cy="304330"/>
            </a:xfrm>
            <a:custGeom>
              <a:avLst/>
              <a:pathLst>
                <a:path w="228117" h="304330">
                  <a:moveTo>
                    <a:pt x="0" y="0"/>
                  </a:moveTo>
                  <a:lnTo>
                    <a:pt x="0" y="304330"/>
                  </a:lnTo>
                  <a:lnTo>
                    <a:pt x="228117" y="304330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7183601" y="5746379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6927264" y="562529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6992535" y="558564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6943089" y="491480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7004881" y="509765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7012370" y="542222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6895716" y="565833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6958617" y="472232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7006107" y="503183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6961659" y="475326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6949298" y="564027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7014503" y="506367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6948871" y="502689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6978101" y="488786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6964422" y="498617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6903194" y="541472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7332955" y="572955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7247738" y="572298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7221142" y="534327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7258405" y="534301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7340082" y="582216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7331614" y="54509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7305969" y="60880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7299152" y="570588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7345266" y="58779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7301133" y="588148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7308019" y="590274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7286581" y="589255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7293108" y="569337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7253353" y="59615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7234837" y="615664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7341193" y="572633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7333277" y="564814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7305695" y="573015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7319351" y="613356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7218868" y="593798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7277942" y="588379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7314527" y="572736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7243869" y="57645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7257136" y="584268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7245853" y="52718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7234274" y="552913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7269697" y="537360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7269590" y="534173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7263740" y="533746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7235532" y="516705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7233754" y="560310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7246037" y="54851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7276400" y="55762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7250330" y="556127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7327480" y="583347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7221634" y="59068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7273302" y="582979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7319802" y="584266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7231550" y="577250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7288781" y="591460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7242582" y="578674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7232284" y="562735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7313856" y="56561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7332332" y="574673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7264472" y="55736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6650595" y="442233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6576258" y="438347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6613946" y="441290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6599662" y="443042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6670086" y="435663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6622360" y="434895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6669489" y="480323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6669792" y="469443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6667440" y="454844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6621228" y="441458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6662243" y="453221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6645916" y="461401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6656469" y="441614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6563976" y="445264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tx1615"/>
            <p:cNvSpPr/>
            <p:nvPr/>
          </p:nvSpPr>
          <p:spPr>
            <a:xfrm>
              <a:off x="6602964" y="4224326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616" name="tx1616"/>
            <p:cNvSpPr/>
            <p:nvPr/>
          </p:nvSpPr>
          <p:spPr>
            <a:xfrm>
              <a:off x="6927337" y="4597694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617" name="tx1617"/>
            <p:cNvSpPr/>
            <p:nvPr/>
          </p:nvSpPr>
          <p:spPr>
            <a:xfrm>
              <a:off x="7259164" y="5042423"/>
              <a:ext cx="7699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618" name="pl1618"/>
            <p:cNvSpPr/>
            <p:nvPr/>
          </p:nvSpPr>
          <p:spPr>
            <a:xfrm>
              <a:off x="645036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tx1619"/>
            <p:cNvSpPr/>
            <p:nvPr/>
          </p:nvSpPr>
          <p:spPr>
            <a:xfrm>
              <a:off x="6340168" y="615227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620" name="tx1620"/>
            <p:cNvSpPr/>
            <p:nvPr/>
          </p:nvSpPr>
          <p:spPr>
            <a:xfrm>
              <a:off x="6340168" y="561150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621" name="tx1621"/>
            <p:cNvSpPr/>
            <p:nvPr/>
          </p:nvSpPr>
          <p:spPr>
            <a:xfrm>
              <a:off x="6340168" y="507073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622" name="tx1622"/>
            <p:cNvSpPr/>
            <p:nvPr/>
          </p:nvSpPr>
          <p:spPr>
            <a:xfrm>
              <a:off x="6340168" y="452997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623" name="pl1623"/>
            <p:cNvSpPr/>
            <p:nvPr/>
          </p:nvSpPr>
          <p:spPr>
            <a:xfrm>
              <a:off x="6425060" y="618930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6425060" y="564853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6425060" y="510777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6425060" y="456700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6450365" y="6268373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6645895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6971777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7297660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tx1631"/>
            <p:cNvSpPr/>
            <p:nvPr/>
          </p:nvSpPr>
          <p:spPr>
            <a:xfrm>
              <a:off x="6560078" y="6313922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632" name="tx1632"/>
            <p:cNvSpPr/>
            <p:nvPr/>
          </p:nvSpPr>
          <p:spPr>
            <a:xfrm>
              <a:off x="6896339" y="6313922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633" name="tx1633"/>
            <p:cNvSpPr/>
            <p:nvPr/>
          </p:nvSpPr>
          <p:spPr>
            <a:xfrm>
              <a:off x="7229400" y="6313922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634" name="tx1634"/>
            <p:cNvSpPr/>
            <p:nvPr/>
          </p:nvSpPr>
          <p:spPr>
            <a:xfrm rot="-5400000">
              <a:off x="5835661" y="5182781"/>
              <a:ext cx="50218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Shannon</a:t>
              </a:r>
            </a:p>
          </p:txBody>
        </p:sp>
        <p:sp>
          <p:nvSpPr>
            <p:cNvPr id="1635" name="tx1635"/>
            <p:cNvSpPr/>
            <p:nvPr/>
          </p:nvSpPr>
          <p:spPr>
            <a:xfrm>
              <a:off x="6080516" y="4194666"/>
              <a:ext cx="121432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</a:t>
              </a:r>
            </a:p>
          </p:txBody>
        </p:sp>
        <p:sp>
          <p:nvSpPr>
            <p:cNvPr id="1636" name="rc1636"/>
            <p:cNvSpPr/>
            <p:nvPr/>
          </p:nvSpPr>
          <p:spPr>
            <a:xfrm>
              <a:off x="7543800" y="4129881"/>
              <a:ext cx="1524000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rc1637"/>
            <p:cNvSpPr/>
            <p:nvPr/>
          </p:nvSpPr>
          <p:spPr>
            <a:xfrm>
              <a:off x="7974365" y="4180491"/>
              <a:ext cx="1042824" cy="2087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7974365" y="6199643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7974365" y="5740229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7974365" y="5280816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7974365" y="4821402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7974365" y="4361989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  <a:lnTo>
                    <a:pt x="1042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816989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8495777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8821660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8169895" y="4365779"/>
              <a:ext cx="0" cy="1296"/>
            </a:xfrm>
            <a:custGeom>
              <a:avLst/>
              <a:pathLst>
                <a:path w="0" h="1296">
                  <a:moveTo>
                    <a:pt x="0" y="129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8169895" y="4374184"/>
              <a:ext cx="0" cy="7321"/>
            </a:xfrm>
            <a:custGeom>
              <a:avLst/>
              <a:pathLst>
                <a:path w="0" h="7321">
                  <a:moveTo>
                    <a:pt x="0" y="0"/>
                  </a:moveTo>
                  <a:lnTo>
                    <a:pt x="0" y="7321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g1648"/>
            <p:cNvSpPr/>
            <p:nvPr/>
          </p:nvSpPr>
          <p:spPr>
            <a:xfrm>
              <a:off x="8055836" y="4367076"/>
              <a:ext cx="228117" cy="7108"/>
            </a:xfrm>
            <a:custGeom>
              <a:avLst/>
              <a:pathLst>
                <a:path w="228117" h="7108">
                  <a:moveTo>
                    <a:pt x="0" y="0"/>
                  </a:moveTo>
                  <a:lnTo>
                    <a:pt x="0" y="7108"/>
                  </a:lnTo>
                  <a:lnTo>
                    <a:pt x="228117" y="7108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8055836" y="4367553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8495777" y="4375849"/>
              <a:ext cx="0" cy="45378"/>
            </a:xfrm>
            <a:custGeom>
              <a:avLst/>
              <a:pathLst>
                <a:path w="0" h="45378">
                  <a:moveTo>
                    <a:pt x="0" y="4537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8495777" y="4724563"/>
              <a:ext cx="0" cy="304214"/>
            </a:xfrm>
            <a:custGeom>
              <a:avLst/>
              <a:pathLst>
                <a:path w="0" h="304214">
                  <a:moveTo>
                    <a:pt x="0" y="0"/>
                  </a:moveTo>
                  <a:lnTo>
                    <a:pt x="0" y="304214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g1652"/>
            <p:cNvSpPr/>
            <p:nvPr/>
          </p:nvSpPr>
          <p:spPr>
            <a:xfrm>
              <a:off x="8381718" y="4421228"/>
              <a:ext cx="228117" cy="303334"/>
            </a:xfrm>
            <a:custGeom>
              <a:avLst/>
              <a:pathLst>
                <a:path w="228117" h="303334">
                  <a:moveTo>
                    <a:pt x="0" y="0"/>
                  </a:moveTo>
                  <a:lnTo>
                    <a:pt x="0" y="303334"/>
                  </a:lnTo>
                  <a:lnTo>
                    <a:pt x="228117" y="303334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8381718" y="4462953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8821660" y="4449186"/>
              <a:ext cx="0" cy="258652"/>
            </a:xfrm>
            <a:custGeom>
              <a:avLst/>
              <a:pathLst>
                <a:path w="0" h="258652">
                  <a:moveTo>
                    <a:pt x="0" y="25865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8821660" y="5132622"/>
              <a:ext cx="0" cy="249324"/>
            </a:xfrm>
            <a:custGeom>
              <a:avLst/>
              <a:pathLst>
                <a:path w="0" h="249324">
                  <a:moveTo>
                    <a:pt x="0" y="0"/>
                  </a:moveTo>
                  <a:lnTo>
                    <a:pt x="0" y="249324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g1656"/>
            <p:cNvSpPr/>
            <p:nvPr/>
          </p:nvSpPr>
          <p:spPr>
            <a:xfrm>
              <a:off x="8707601" y="4707838"/>
              <a:ext cx="228117" cy="424783"/>
            </a:xfrm>
            <a:custGeom>
              <a:avLst/>
              <a:pathLst>
                <a:path w="228117" h="424783">
                  <a:moveTo>
                    <a:pt x="0" y="0"/>
                  </a:moveTo>
                  <a:lnTo>
                    <a:pt x="0" y="424783"/>
                  </a:lnTo>
                  <a:lnTo>
                    <a:pt x="228117" y="424783"/>
                  </a:lnTo>
                  <a:lnTo>
                    <a:pt x="228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8707601" y="4902072"/>
              <a:ext cx="228117" cy="0"/>
            </a:xfrm>
            <a:custGeom>
              <a:avLst/>
              <a:pathLst>
                <a:path w="228117" h="0">
                  <a:moveTo>
                    <a:pt x="0" y="0"/>
                  </a:moveTo>
                  <a:lnTo>
                    <a:pt x="228117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8451264" y="479111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8516535" y="501196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8467089" y="436966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8528881" y="440753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8536370" y="462437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8419716" y="491700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8482617" y="435903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8530107" y="444612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8485659" y="437509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8473298" y="487772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8538503" y="444617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8472871" y="442485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8502101" y="440126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8488422" y="441730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8427194" y="454187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8856955" y="497682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8771738" y="48592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8745142" y="450764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8782405" y="451592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8864082" y="50818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8855614" y="45830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8829969" y="600522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8823152" y="485323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8869266" y="536513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8825133" y="508371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8832019" y="51310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8810581" y="511873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8817108" y="472028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8777353" y="53500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8758837" y="615663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8865193" y="511579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8857277" y="488523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8829695" y="508550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8843351" y="61103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8742868" y="52092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8801942" y="503377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8838527" y="484605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8767869" y="501620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8781136" y="526352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8769853" y="447781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8758274" y="461792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8793697" y="448930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8793590" y="455736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8787740" y="457130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8759532" y="443236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8757754" y="46910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8770037" y="459224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8800400" y="477909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8774330" y="460544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8851480" y="514178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8745634" y="510979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8797302" y="508289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8843802" y="509476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8755550" y="487897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8812781" y="518393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8766582" y="486630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8756284" y="47094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8837856" y="481078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8856332" y="492589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8788472" y="469650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8174595" y="435049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8100258" y="434932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8137946" y="435022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8123662" y="435062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8194086" y="434894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8146360" y="434917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8193489" y="439707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8193792" y="436468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8191440" y="435895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8145228" y="435083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8186243" y="435699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8169916" y="435748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8180469" y="435030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8087976" y="435159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tx1732"/>
            <p:cNvSpPr/>
            <p:nvPr/>
          </p:nvSpPr>
          <p:spPr>
            <a:xfrm>
              <a:off x="8126964" y="4224326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733" name="tx1733"/>
            <p:cNvSpPr/>
            <p:nvPr/>
          </p:nvSpPr>
          <p:spPr>
            <a:xfrm>
              <a:off x="8451337" y="4234396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734" name="tx1734"/>
            <p:cNvSpPr/>
            <p:nvPr/>
          </p:nvSpPr>
          <p:spPr>
            <a:xfrm>
              <a:off x="8783164" y="4307732"/>
              <a:ext cx="7699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735" name="pl1735"/>
            <p:cNvSpPr/>
            <p:nvPr/>
          </p:nvSpPr>
          <p:spPr>
            <a:xfrm>
              <a:off x="797436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tx1736"/>
            <p:cNvSpPr/>
            <p:nvPr/>
          </p:nvSpPr>
          <p:spPr>
            <a:xfrm>
              <a:off x="7702593" y="616260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1737" name="tx1737"/>
            <p:cNvSpPr/>
            <p:nvPr/>
          </p:nvSpPr>
          <p:spPr>
            <a:xfrm>
              <a:off x="7702593" y="5703196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0.25</a:t>
              </a:r>
            </a:p>
          </p:txBody>
        </p:sp>
        <p:sp>
          <p:nvSpPr>
            <p:cNvPr id="1738" name="tx1738"/>
            <p:cNvSpPr/>
            <p:nvPr/>
          </p:nvSpPr>
          <p:spPr>
            <a:xfrm>
              <a:off x="7702593" y="5243783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0.50</a:t>
              </a:r>
            </a:p>
          </p:txBody>
        </p:sp>
        <p:sp>
          <p:nvSpPr>
            <p:cNvPr id="1739" name="tx1739"/>
            <p:cNvSpPr/>
            <p:nvPr/>
          </p:nvSpPr>
          <p:spPr>
            <a:xfrm>
              <a:off x="7702593" y="478436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0.75</a:t>
              </a:r>
            </a:p>
          </p:txBody>
        </p:sp>
        <p:sp>
          <p:nvSpPr>
            <p:cNvPr id="1740" name="tx1740"/>
            <p:cNvSpPr/>
            <p:nvPr/>
          </p:nvSpPr>
          <p:spPr>
            <a:xfrm>
              <a:off x="7702593" y="4324956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</a:t>
              </a:r>
            </a:p>
          </p:txBody>
        </p:sp>
        <p:sp>
          <p:nvSpPr>
            <p:cNvPr id="1741" name="pl1741"/>
            <p:cNvSpPr/>
            <p:nvPr/>
          </p:nvSpPr>
          <p:spPr>
            <a:xfrm>
              <a:off x="7949060" y="61996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7949060" y="574022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7949060" y="528081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7949060" y="482140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7949060" y="436198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7974365" y="6268373"/>
              <a:ext cx="1042824" cy="0"/>
            </a:xfrm>
            <a:custGeom>
              <a:avLst/>
              <a:pathLst>
                <a:path w="1042824" h="0">
                  <a:moveTo>
                    <a:pt x="0" y="0"/>
                  </a:moveTo>
                  <a:lnTo>
                    <a:pt x="10428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8169895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8495777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8821660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tx1750"/>
            <p:cNvSpPr/>
            <p:nvPr/>
          </p:nvSpPr>
          <p:spPr>
            <a:xfrm>
              <a:off x="8084078" y="6313922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751" name="tx1751"/>
            <p:cNvSpPr/>
            <p:nvPr/>
          </p:nvSpPr>
          <p:spPr>
            <a:xfrm>
              <a:off x="8420339" y="6313922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752" name="tx1752"/>
            <p:cNvSpPr/>
            <p:nvPr/>
          </p:nvSpPr>
          <p:spPr>
            <a:xfrm>
              <a:off x="8753400" y="6313922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753" name="tx1753"/>
            <p:cNvSpPr/>
            <p:nvPr/>
          </p:nvSpPr>
          <p:spPr>
            <a:xfrm rot="-5400000">
              <a:off x="7365742" y="5182781"/>
              <a:ext cx="4900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Simpson</a:t>
              </a:r>
            </a:p>
          </p:txBody>
        </p:sp>
        <p:sp>
          <p:nvSpPr>
            <p:cNvPr id="1754" name="tx1754"/>
            <p:cNvSpPr/>
            <p:nvPr/>
          </p:nvSpPr>
          <p:spPr>
            <a:xfrm>
              <a:off x="7604516" y="4194666"/>
              <a:ext cx="121432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755" name="rc1755"/>
            <p:cNvSpPr/>
            <p:nvPr/>
          </p:nvSpPr>
          <p:spPr>
            <a:xfrm>
              <a:off x="9067800" y="4129881"/>
              <a:ext cx="3047999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rc1756"/>
            <p:cNvSpPr/>
            <p:nvPr/>
          </p:nvSpPr>
          <p:spPr>
            <a:xfrm>
              <a:off x="9498365" y="4180491"/>
              <a:ext cx="2566824" cy="2087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9498365" y="6124481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  <a:lnTo>
                    <a:pt x="2566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9498365" y="5748770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  <a:lnTo>
                    <a:pt x="2566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9498365" y="5373059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  <a:lnTo>
                    <a:pt x="2566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9498365" y="4997349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  <a:lnTo>
                    <a:pt x="2566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9498365" y="4621638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  <a:lnTo>
                    <a:pt x="2566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9498365" y="4245927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  <a:lnTo>
                    <a:pt x="25668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9541559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10141148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10740736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1134032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11939913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10009849" y="5593217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10590213" y="5621233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11333629" y="5804197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11242945" y="5792728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10210097" y="5637400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10331282" y="5690272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11556822" y="5754846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10851473" y="5046463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11123943" y="5624596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10314636" y="5530849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10402572" y="5645599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11299029" y="5735140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11196886" y="5471120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11090309" y="5696419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10206889" y="5328965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10343985" y="493891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10440778" y="478271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10581277" y="524716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10011066" y="557375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10032089" y="560893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10117227" y="563661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9999748" y="559161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9989354" y="557021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10025028" y="559616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11095209" y="560800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10481216" y="510065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11159845" y="568778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9980255" y="558690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9969818" y="557865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9970655" y="557855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11265014" y="493009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9986460" y="559089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9974194" y="558153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10764858" y="453055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10657683" y="461310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10801686" y="453290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11295989" y="425857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9995763" y="557095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10172462" y="537663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10686917" y="467969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11318999" y="428783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11319207" y="427091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10264100" y="556574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10648222" y="466923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10261425" y="550737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10434646" y="545911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10442564" y="545023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10463160" y="538725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10163335" y="559267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10485583" y="4833901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10011857" y="560337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10448015" y="529651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10170655" y="544921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10051571" y="565746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10603849" y="462000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10591954" y="461205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10296902" y="509286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10379485" y="549349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10636674" y="458432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9982649" y="557980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10233206" y="540126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10356969" y="494470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10037195" y="553004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11731742" y="5434237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11817552" y="5483676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11743043" y="5490562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11806611" y="5490899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11796408" y="5617275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11738036" y="5694539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11651822" y="5682235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11703625" y="5532051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11754531" y="5654824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11657009" y="5716438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11801837" y="5606201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11762436" y="5516995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11800487" y="5716076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11814771" y="5580142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g1845"/>
            <p:cNvSpPr/>
            <p:nvPr/>
          </p:nvSpPr>
          <p:spPr>
            <a:xfrm>
              <a:off x="11664954" y="5393937"/>
              <a:ext cx="228693" cy="410182"/>
            </a:xfrm>
            <a:custGeom>
              <a:avLst/>
              <a:pathLst>
                <a:path w="228693" h="410182">
                  <a:moveTo>
                    <a:pt x="228693" y="152154"/>
                  </a:moveTo>
                  <a:lnTo>
                    <a:pt x="227826" y="128187"/>
                  </a:lnTo>
                  <a:lnTo>
                    <a:pt x="225236" y="105385"/>
                  </a:lnTo>
                  <a:lnTo>
                    <a:pt x="220964" y="84093"/>
                  </a:lnTo>
                  <a:lnTo>
                    <a:pt x="215074" y="64634"/>
                  </a:lnTo>
                  <a:lnTo>
                    <a:pt x="207656" y="47302"/>
                  </a:lnTo>
                  <a:lnTo>
                    <a:pt x="198821" y="32361"/>
                  </a:lnTo>
                  <a:lnTo>
                    <a:pt x="188704" y="20038"/>
                  </a:lnTo>
                  <a:lnTo>
                    <a:pt x="177459" y="10518"/>
                  </a:lnTo>
                  <a:lnTo>
                    <a:pt x="165255" y="3946"/>
                  </a:lnTo>
                  <a:lnTo>
                    <a:pt x="152278" y="422"/>
                  </a:lnTo>
                  <a:lnTo>
                    <a:pt x="138724" y="0"/>
                  </a:lnTo>
                  <a:lnTo>
                    <a:pt x="124798" y="2684"/>
                  </a:lnTo>
                  <a:lnTo>
                    <a:pt x="110713" y="8436"/>
                  </a:lnTo>
                  <a:lnTo>
                    <a:pt x="96681" y="17168"/>
                  </a:lnTo>
                  <a:lnTo>
                    <a:pt x="82916" y="28747"/>
                  </a:lnTo>
                  <a:lnTo>
                    <a:pt x="69625" y="42998"/>
                  </a:lnTo>
                  <a:lnTo>
                    <a:pt x="57010" y="59704"/>
                  </a:lnTo>
                  <a:lnTo>
                    <a:pt x="45263" y="78614"/>
                  </a:lnTo>
                  <a:lnTo>
                    <a:pt x="34562" y="99439"/>
                  </a:lnTo>
                  <a:lnTo>
                    <a:pt x="25068" y="121864"/>
                  </a:lnTo>
                  <a:lnTo>
                    <a:pt x="16926" y="145550"/>
                  </a:lnTo>
                  <a:lnTo>
                    <a:pt x="10259" y="170136"/>
                  </a:lnTo>
                  <a:lnTo>
                    <a:pt x="5168" y="195252"/>
                  </a:lnTo>
                  <a:lnTo>
                    <a:pt x="1731" y="220515"/>
                  </a:lnTo>
                  <a:lnTo>
                    <a:pt x="0" y="245543"/>
                  </a:lnTo>
                  <a:lnTo>
                    <a:pt x="0" y="269956"/>
                  </a:lnTo>
                  <a:lnTo>
                    <a:pt x="1731" y="293385"/>
                  </a:lnTo>
                  <a:lnTo>
                    <a:pt x="5168" y="315474"/>
                  </a:lnTo>
                  <a:lnTo>
                    <a:pt x="10259" y="335889"/>
                  </a:lnTo>
                  <a:lnTo>
                    <a:pt x="16926" y="354319"/>
                  </a:lnTo>
                  <a:lnTo>
                    <a:pt x="25068" y="370486"/>
                  </a:lnTo>
                  <a:lnTo>
                    <a:pt x="34562" y="384144"/>
                  </a:lnTo>
                  <a:lnTo>
                    <a:pt x="45263" y="395086"/>
                  </a:lnTo>
                  <a:lnTo>
                    <a:pt x="57010" y="403147"/>
                  </a:lnTo>
                  <a:lnTo>
                    <a:pt x="69625" y="408205"/>
                  </a:lnTo>
                  <a:lnTo>
                    <a:pt x="82916" y="410182"/>
                  </a:lnTo>
                  <a:lnTo>
                    <a:pt x="96681" y="409048"/>
                  </a:lnTo>
                  <a:lnTo>
                    <a:pt x="110713" y="404822"/>
                  </a:lnTo>
                  <a:lnTo>
                    <a:pt x="124798" y="397567"/>
                  </a:lnTo>
                  <a:lnTo>
                    <a:pt x="138724" y="387392"/>
                  </a:lnTo>
                  <a:lnTo>
                    <a:pt x="152278" y="374453"/>
                  </a:lnTo>
                  <a:lnTo>
                    <a:pt x="165255" y="358944"/>
                  </a:lnTo>
                  <a:lnTo>
                    <a:pt x="177459" y="341103"/>
                  </a:lnTo>
                  <a:lnTo>
                    <a:pt x="188704" y="321198"/>
                  </a:lnTo>
                  <a:lnTo>
                    <a:pt x="198821" y="299531"/>
                  </a:lnTo>
                  <a:lnTo>
                    <a:pt x="207656" y="276432"/>
                  </a:lnTo>
                  <a:lnTo>
                    <a:pt x="215074" y="252250"/>
                  </a:lnTo>
                  <a:lnTo>
                    <a:pt x="220964" y="227352"/>
                  </a:lnTo>
                  <a:lnTo>
                    <a:pt x="225236" y="202115"/>
                  </a:lnTo>
                  <a:lnTo>
                    <a:pt x="227826" y="176921"/>
                  </a:lnTo>
                  <a:close/>
                </a:path>
              </a:pathLst>
            </a:custGeom>
            <a:solidFill>
              <a:srgbClr val="1B9E77">
                <a:alpha val="10196"/>
              </a:srgbClr>
            </a:solidFill>
            <a:ln w="985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g1846"/>
            <p:cNvSpPr/>
            <p:nvPr/>
          </p:nvSpPr>
          <p:spPr>
            <a:xfrm>
              <a:off x="9668329" y="5345457"/>
              <a:ext cx="2280186" cy="621386"/>
            </a:xfrm>
            <a:custGeom>
              <a:avLst/>
              <a:pathLst>
                <a:path w="2280186" h="621386">
                  <a:moveTo>
                    <a:pt x="2280186" y="454204"/>
                  </a:moveTo>
                  <a:lnTo>
                    <a:pt x="2271537" y="419236"/>
                  </a:lnTo>
                  <a:lnTo>
                    <a:pt x="2245719" y="382620"/>
                  </a:lnTo>
                  <a:lnTo>
                    <a:pt x="2203125" y="344913"/>
                  </a:lnTo>
                  <a:lnTo>
                    <a:pt x="2144400" y="306684"/>
                  </a:lnTo>
                  <a:lnTo>
                    <a:pt x="2070435" y="268515"/>
                  </a:lnTo>
                  <a:lnTo>
                    <a:pt x="1982350" y="230983"/>
                  </a:lnTo>
                  <a:lnTo>
                    <a:pt x="1881480" y="194658"/>
                  </a:lnTo>
                  <a:lnTo>
                    <a:pt x="1769356" y="160090"/>
                  </a:lnTo>
                  <a:lnTo>
                    <a:pt x="1647676" y="127803"/>
                  </a:lnTo>
                  <a:lnTo>
                    <a:pt x="1518286" y="98287"/>
                  </a:lnTo>
                  <a:lnTo>
                    <a:pt x="1383146" y="71989"/>
                  </a:lnTo>
                  <a:lnTo>
                    <a:pt x="1244305" y="49307"/>
                  </a:lnTo>
                  <a:lnTo>
                    <a:pt x="1103868" y="30587"/>
                  </a:lnTo>
                  <a:lnTo>
                    <a:pt x="963964" y="16110"/>
                  </a:lnTo>
                  <a:lnTo>
                    <a:pt x="826713" y="6097"/>
                  </a:lnTo>
                  <a:lnTo>
                    <a:pt x="694197" y="700"/>
                  </a:lnTo>
                  <a:lnTo>
                    <a:pt x="568423" y="0"/>
                  </a:lnTo>
                  <a:lnTo>
                    <a:pt x="451299" y="4007"/>
                  </a:lnTo>
                  <a:lnTo>
                    <a:pt x="344600" y="12663"/>
                  </a:lnTo>
                  <a:lnTo>
                    <a:pt x="249943" y="25834"/>
                  </a:lnTo>
                  <a:lnTo>
                    <a:pt x="168764" y="43321"/>
                  </a:lnTo>
                  <a:lnTo>
                    <a:pt x="102292" y="64860"/>
                  </a:lnTo>
                  <a:lnTo>
                    <a:pt x="51537" y="90124"/>
                  </a:lnTo>
                  <a:lnTo>
                    <a:pt x="17266" y="118729"/>
                  </a:lnTo>
                  <a:lnTo>
                    <a:pt x="0" y="150243"/>
                  </a:lnTo>
                  <a:lnTo>
                    <a:pt x="0" y="184187"/>
                  </a:lnTo>
                  <a:lnTo>
                    <a:pt x="17266" y="220047"/>
                  </a:lnTo>
                  <a:lnTo>
                    <a:pt x="51537" y="257279"/>
                  </a:lnTo>
                  <a:lnTo>
                    <a:pt x="102292" y="295319"/>
                  </a:lnTo>
                  <a:lnTo>
                    <a:pt x="168764" y="333590"/>
                  </a:lnTo>
                  <a:lnTo>
                    <a:pt x="249943" y="371512"/>
                  </a:lnTo>
                  <a:lnTo>
                    <a:pt x="344600" y="408511"/>
                  </a:lnTo>
                  <a:lnTo>
                    <a:pt x="451299" y="444025"/>
                  </a:lnTo>
                  <a:lnTo>
                    <a:pt x="568423" y="477516"/>
                  </a:lnTo>
                  <a:lnTo>
                    <a:pt x="694197" y="508476"/>
                  </a:lnTo>
                  <a:lnTo>
                    <a:pt x="826713" y="536436"/>
                  </a:lnTo>
                  <a:lnTo>
                    <a:pt x="963964" y="560973"/>
                  </a:lnTo>
                  <a:lnTo>
                    <a:pt x="1103868" y="581713"/>
                  </a:lnTo>
                  <a:lnTo>
                    <a:pt x="1244305" y="598344"/>
                  </a:lnTo>
                  <a:lnTo>
                    <a:pt x="1383146" y="610612"/>
                  </a:lnTo>
                  <a:lnTo>
                    <a:pt x="1518286" y="618332"/>
                  </a:lnTo>
                  <a:lnTo>
                    <a:pt x="1647676" y="621386"/>
                  </a:lnTo>
                  <a:lnTo>
                    <a:pt x="1769356" y="619729"/>
                  </a:lnTo>
                  <a:lnTo>
                    <a:pt x="1881480" y="613385"/>
                  </a:lnTo>
                  <a:lnTo>
                    <a:pt x="1982350" y="602451"/>
                  </a:lnTo>
                  <a:lnTo>
                    <a:pt x="2070435" y="587093"/>
                  </a:lnTo>
                  <a:lnTo>
                    <a:pt x="2144400" y="567543"/>
                  </a:lnTo>
                  <a:lnTo>
                    <a:pt x="2203125" y="544097"/>
                  </a:lnTo>
                  <a:lnTo>
                    <a:pt x="2245719" y="517111"/>
                  </a:lnTo>
                  <a:lnTo>
                    <a:pt x="2271537" y="486995"/>
                  </a:lnTo>
                  <a:close/>
                </a:path>
              </a:pathLst>
            </a:custGeom>
            <a:solidFill>
              <a:srgbClr val="D95F02">
                <a:alpha val="10196"/>
              </a:srgbClr>
            </a:solidFill>
            <a:ln w="985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g1847"/>
            <p:cNvSpPr/>
            <p:nvPr/>
          </p:nvSpPr>
          <p:spPr>
            <a:xfrm>
              <a:off x="9615039" y="4415660"/>
              <a:ext cx="1402630" cy="1757808"/>
            </a:xfrm>
            <a:custGeom>
              <a:avLst/>
              <a:pathLst>
                <a:path w="1402630" h="1757808">
                  <a:moveTo>
                    <a:pt x="1402630" y="139077"/>
                  </a:moveTo>
                  <a:lnTo>
                    <a:pt x="1397309" y="86193"/>
                  </a:lnTo>
                  <a:lnTo>
                    <a:pt x="1381428" y="45319"/>
                  </a:lnTo>
                  <a:lnTo>
                    <a:pt x="1355227" y="17077"/>
                  </a:lnTo>
                  <a:lnTo>
                    <a:pt x="1319103" y="1894"/>
                  </a:lnTo>
                  <a:lnTo>
                    <a:pt x="1273604" y="0"/>
                  </a:lnTo>
                  <a:lnTo>
                    <a:pt x="1219419" y="11423"/>
                  </a:lnTo>
                  <a:lnTo>
                    <a:pt x="1157371" y="35991"/>
                  </a:lnTo>
                  <a:lnTo>
                    <a:pt x="1088399" y="73332"/>
                  </a:lnTo>
                  <a:lnTo>
                    <a:pt x="1013549" y="122879"/>
                  </a:lnTo>
                  <a:lnTo>
                    <a:pt x="933956" y="183880"/>
                  </a:lnTo>
                  <a:lnTo>
                    <a:pt x="850826" y="255413"/>
                  </a:lnTo>
                  <a:lnTo>
                    <a:pt x="765420" y="336391"/>
                  </a:lnTo>
                  <a:lnTo>
                    <a:pt x="679031" y="425587"/>
                  </a:lnTo>
                  <a:lnTo>
                    <a:pt x="592971" y="521651"/>
                  </a:lnTo>
                  <a:lnTo>
                    <a:pt x="508543" y="623124"/>
                  </a:lnTo>
                  <a:lnTo>
                    <a:pt x="427027" y="728469"/>
                  </a:lnTo>
                  <a:lnTo>
                    <a:pt x="349659" y="836089"/>
                  </a:lnTo>
                  <a:lnTo>
                    <a:pt x="277611" y="944353"/>
                  </a:lnTo>
                  <a:lnTo>
                    <a:pt x="211976" y="1051619"/>
                  </a:lnTo>
                  <a:lnTo>
                    <a:pt x="153749" y="1156261"/>
                  </a:lnTo>
                  <a:lnTo>
                    <a:pt x="103813" y="1256694"/>
                  </a:lnTo>
                  <a:lnTo>
                    <a:pt x="62924" y="1351394"/>
                  </a:lnTo>
                  <a:lnTo>
                    <a:pt x="31702" y="1438926"/>
                  </a:lnTo>
                  <a:lnTo>
                    <a:pt x="10621" y="1517963"/>
                  </a:lnTo>
                  <a:lnTo>
                    <a:pt x="0" y="1587308"/>
                  </a:lnTo>
                  <a:lnTo>
                    <a:pt x="0" y="1645908"/>
                  </a:lnTo>
                  <a:lnTo>
                    <a:pt x="10621" y="1692876"/>
                  </a:lnTo>
                  <a:lnTo>
                    <a:pt x="31702" y="1727499"/>
                  </a:lnTo>
                  <a:lnTo>
                    <a:pt x="62924" y="1749253"/>
                  </a:lnTo>
                  <a:lnTo>
                    <a:pt x="103813" y="1757808"/>
                  </a:lnTo>
                  <a:lnTo>
                    <a:pt x="153749" y="1753035"/>
                  </a:lnTo>
                  <a:lnTo>
                    <a:pt x="211976" y="1735005"/>
                  </a:lnTo>
                  <a:lnTo>
                    <a:pt x="277611" y="1703991"/>
                  </a:lnTo>
                  <a:lnTo>
                    <a:pt x="349659" y="1660465"/>
                  </a:lnTo>
                  <a:lnTo>
                    <a:pt x="427027" y="1605086"/>
                  </a:lnTo>
                  <a:lnTo>
                    <a:pt x="508543" y="1538693"/>
                  </a:lnTo>
                  <a:lnTo>
                    <a:pt x="592971" y="1462293"/>
                  </a:lnTo>
                  <a:lnTo>
                    <a:pt x="679031" y="1377044"/>
                  </a:lnTo>
                  <a:lnTo>
                    <a:pt x="765420" y="1284238"/>
                  </a:lnTo>
                  <a:lnTo>
                    <a:pt x="850826" y="1185282"/>
                  </a:lnTo>
                  <a:lnTo>
                    <a:pt x="933956" y="1081676"/>
                  </a:lnTo>
                  <a:lnTo>
                    <a:pt x="1013549" y="974991"/>
                  </a:lnTo>
                  <a:lnTo>
                    <a:pt x="1088399" y="866844"/>
                  </a:lnTo>
                  <a:lnTo>
                    <a:pt x="1157371" y="758875"/>
                  </a:lnTo>
                  <a:lnTo>
                    <a:pt x="1219419" y="652719"/>
                  </a:lnTo>
                  <a:lnTo>
                    <a:pt x="1273604" y="549987"/>
                  </a:lnTo>
                  <a:lnTo>
                    <a:pt x="1319103" y="452235"/>
                  </a:lnTo>
                  <a:lnTo>
                    <a:pt x="1355227" y="360946"/>
                  </a:lnTo>
                  <a:lnTo>
                    <a:pt x="1381428" y="277503"/>
                  </a:lnTo>
                  <a:lnTo>
                    <a:pt x="1397309" y="203171"/>
                  </a:lnTo>
                  <a:close/>
                </a:path>
              </a:pathLst>
            </a:custGeom>
            <a:solidFill>
              <a:srgbClr val="7570B3">
                <a:alpha val="10196"/>
              </a:srgbClr>
            </a:solidFill>
            <a:ln w="985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9498365" y="4180491"/>
              <a:ext cx="0" cy="2087881"/>
            </a:xfrm>
            <a:custGeom>
              <a:avLst/>
              <a:pathLst>
                <a:path w="0" h="2087881">
                  <a:moveTo>
                    <a:pt x="0" y="2087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tx1849"/>
            <p:cNvSpPr/>
            <p:nvPr/>
          </p:nvSpPr>
          <p:spPr>
            <a:xfrm>
              <a:off x="9254574" y="6087448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-0.4</a:t>
              </a:r>
            </a:p>
          </p:txBody>
        </p:sp>
        <p:sp>
          <p:nvSpPr>
            <p:cNvPr id="1850" name="tx1850"/>
            <p:cNvSpPr/>
            <p:nvPr/>
          </p:nvSpPr>
          <p:spPr>
            <a:xfrm>
              <a:off x="9254574" y="5711737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-0.2</a:t>
              </a:r>
            </a:p>
          </p:txBody>
        </p:sp>
        <p:sp>
          <p:nvSpPr>
            <p:cNvPr id="1851" name="tx1851"/>
            <p:cNvSpPr/>
            <p:nvPr/>
          </p:nvSpPr>
          <p:spPr>
            <a:xfrm>
              <a:off x="9291241" y="5336026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852" name="tx1852"/>
            <p:cNvSpPr/>
            <p:nvPr/>
          </p:nvSpPr>
          <p:spPr>
            <a:xfrm>
              <a:off x="9291241" y="496031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853" name="tx1853"/>
            <p:cNvSpPr/>
            <p:nvPr/>
          </p:nvSpPr>
          <p:spPr>
            <a:xfrm>
              <a:off x="9291241" y="4584604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854" name="tx1854"/>
            <p:cNvSpPr/>
            <p:nvPr/>
          </p:nvSpPr>
          <p:spPr>
            <a:xfrm>
              <a:off x="9291241" y="4208894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855" name="pl1855"/>
            <p:cNvSpPr/>
            <p:nvPr/>
          </p:nvSpPr>
          <p:spPr>
            <a:xfrm>
              <a:off x="9473060" y="612448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9473060" y="574877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9473060" y="537305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9473060" y="499734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9473060" y="462163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9473060" y="42459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9498365" y="6268373"/>
              <a:ext cx="2566824" cy="0"/>
            </a:xfrm>
            <a:custGeom>
              <a:avLst/>
              <a:pathLst>
                <a:path w="2566824" h="0">
                  <a:moveTo>
                    <a:pt x="0" y="0"/>
                  </a:moveTo>
                  <a:lnTo>
                    <a:pt x="25668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9541559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10141148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10740736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11340325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11939913" y="62683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tx1867"/>
            <p:cNvSpPr/>
            <p:nvPr/>
          </p:nvSpPr>
          <p:spPr>
            <a:xfrm>
              <a:off x="9442438" y="6313922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-0.6</a:t>
              </a:r>
            </a:p>
          </p:txBody>
        </p:sp>
        <p:sp>
          <p:nvSpPr>
            <p:cNvPr id="1868" name="tx1868"/>
            <p:cNvSpPr/>
            <p:nvPr/>
          </p:nvSpPr>
          <p:spPr>
            <a:xfrm>
              <a:off x="10042027" y="6313922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-0.3</a:t>
              </a:r>
            </a:p>
          </p:txBody>
        </p:sp>
        <p:sp>
          <p:nvSpPr>
            <p:cNvPr id="1869" name="tx1869"/>
            <p:cNvSpPr/>
            <p:nvPr/>
          </p:nvSpPr>
          <p:spPr>
            <a:xfrm>
              <a:off x="10659949" y="631392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870" name="tx1870"/>
            <p:cNvSpPr/>
            <p:nvPr/>
          </p:nvSpPr>
          <p:spPr>
            <a:xfrm>
              <a:off x="11259537" y="631392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1871" name="tx1871"/>
            <p:cNvSpPr/>
            <p:nvPr/>
          </p:nvSpPr>
          <p:spPr>
            <a:xfrm>
              <a:off x="11859126" y="631392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872" name="tx1872"/>
            <p:cNvSpPr/>
            <p:nvPr/>
          </p:nvSpPr>
          <p:spPr>
            <a:xfrm>
              <a:off x="10391786" y="6434528"/>
              <a:ext cx="779983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PCo1 [37.8%]</a:t>
              </a:r>
            </a:p>
          </p:txBody>
        </p:sp>
        <p:sp>
          <p:nvSpPr>
            <p:cNvPr id="1873" name="tx1873"/>
            <p:cNvSpPr/>
            <p:nvPr/>
          </p:nvSpPr>
          <p:spPr>
            <a:xfrm rot="-5400000">
              <a:off x="8744764" y="5182781"/>
              <a:ext cx="779983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PCo2 [17.6%]</a:t>
              </a:r>
            </a:p>
          </p:txBody>
        </p:sp>
        <p:sp>
          <p:nvSpPr>
            <p:cNvPr id="1874" name="tx1874"/>
            <p:cNvSpPr/>
            <p:nvPr/>
          </p:nvSpPr>
          <p:spPr>
            <a:xfrm>
              <a:off x="9140769" y="4194666"/>
              <a:ext cx="14593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875" name="rc1875"/>
            <p:cNvSpPr/>
            <p:nvPr/>
          </p:nvSpPr>
          <p:spPr>
            <a:xfrm>
              <a:off x="2971800" y="6568281"/>
              <a:ext cx="6096000" cy="24384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3648310" y="6891479"/>
              <a:ext cx="55232" cy="391"/>
            </a:xfrm>
            <a:custGeom>
              <a:avLst/>
              <a:pathLst>
                <a:path w="55232" h="391">
                  <a:moveTo>
                    <a:pt x="0" y="391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391"/>
                  </a:lnTo>
                  <a:lnTo>
                    <a:pt x="55232" y="3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3593077" y="6890503"/>
              <a:ext cx="82848" cy="1367"/>
            </a:xfrm>
            <a:custGeom>
              <a:avLst/>
              <a:pathLst>
                <a:path w="82848" h="1367">
                  <a:moveTo>
                    <a:pt x="0" y="1367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9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6686089" y="6890349"/>
              <a:ext cx="55232" cy="1521"/>
            </a:xfrm>
            <a:custGeom>
              <a:avLst/>
              <a:pathLst>
                <a:path w="55232" h="1521">
                  <a:moveTo>
                    <a:pt x="0" y="1521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521"/>
                  </a:lnTo>
                  <a:lnTo>
                    <a:pt x="55232" y="15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6520392" y="6889861"/>
              <a:ext cx="55232" cy="2008"/>
            </a:xfrm>
            <a:custGeom>
              <a:avLst/>
              <a:pathLst>
                <a:path w="55232" h="2008">
                  <a:moveTo>
                    <a:pt x="0" y="2008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2008"/>
                  </a:lnTo>
                  <a:lnTo>
                    <a:pt x="55232" y="20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4808189" y="6889044"/>
              <a:ext cx="55232" cy="2826"/>
            </a:xfrm>
            <a:custGeom>
              <a:avLst/>
              <a:pathLst>
                <a:path w="55232" h="2826">
                  <a:moveTo>
                    <a:pt x="0" y="2826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2826"/>
                  </a:lnTo>
                  <a:lnTo>
                    <a:pt x="55232" y="28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6630857" y="6887962"/>
              <a:ext cx="82848" cy="3908"/>
            </a:xfrm>
            <a:custGeom>
              <a:avLst/>
              <a:pathLst>
                <a:path w="82848" h="3908">
                  <a:moveTo>
                    <a:pt x="0" y="3908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23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3758775" y="6887214"/>
              <a:ext cx="55232" cy="4656"/>
            </a:xfrm>
            <a:custGeom>
              <a:avLst/>
              <a:pathLst>
                <a:path w="55232" h="4656">
                  <a:moveTo>
                    <a:pt x="0" y="4656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4656"/>
                  </a:lnTo>
                  <a:lnTo>
                    <a:pt x="55232" y="46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5802372" y="6887123"/>
              <a:ext cx="55232" cy="4746"/>
            </a:xfrm>
            <a:custGeom>
              <a:avLst/>
              <a:pathLst>
                <a:path w="55232" h="4746">
                  <a:moveTo>
                    <a:pt x="0" y="4746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4746"/>
                  </a:lnTo>
                  <a:lnTo>
                    <a:pt x="55232" y="47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6548009" y="6886870"/>
              <a:ext cx="124272" cy="2991"/>
            </a:xfrm>
            <a:custGeom>
              <a:avLst/>
              <a:pathLst>
                <a:path w="124272" h="2991">
                  <a:moveTo>
                    <a:pt x="0" y="2991"/>
                  </a:moveTo>
                  <a:lnTo>
                    <a:pt x="0" y="0"/>
                  </a:lnTo>
                  <a:lnTo>
                    <a:pt x="124272" y="0"/>
                  </a:lnTo>
                  <a:lnTo>
                    <a:pt x="124272" y="10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6354695" y="6886322"/>
              <a:ext cx="55232" cy="5547"/>
            </a:xfrm>
            <a:custGeom>
              <a:avLst/>
              <a:pathLst>
                <a:path w="55232" h="5547">
                  <a:moveTo>
                    <a:pt x="0" y="5547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5547"/>
                  </a:lnTo>
                  <a:lnTo>
                    <a:pt x="55232" y="55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6851787" y="6885338"/>
              <a:ext cx="55232" cy="6531"/>
            </a:xfrm>
            <a:custGeom>
              <a:avLst/>
              <a:pathLst>
                <a:path w="55232" h="6531">
                  <a:moveTo>
                    <a:pt x="0" y="6531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6531"/>
                  </a:lnTo>
                  <a:lnTo>
                    <a:pt x="55232" y="65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3634502" y="6884513"/>
              <a:ext cx="151888" cy="5989"/>
            </a:xfrm>
            <a:custGeom>
              <a:avLst/>
              <a:pathLst>
                <a:path w="151888" h="5989">
                  <a:moveTo>
                    <a:pt x="0" y="5989"/>
                  </a:moveTo>
                  <a:lnTo>
                    <a:pt x="0" y="0"/>
                  </a:lnTo>
                  <a:lnTo>
                    <a:pt x="151888" y="0"/>
                  </a:lnTo>
                  <a:lnTo>
                    <a:pt x="151888" y="2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7293645" y="6884313"/>
              <a:ext cx="55232" cy="7556"/>
            </a:xfrm>
            <a:custGeom>
              <a:avLst/>
              <a:pathLst>
                <a:path w="55232" h="7556">
                  <a:moveTo>
                    <a:pt x="0" y="7556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7556"/>
                  </a:lnTo>
                  <a:lnTo>
                    <a:pt x="55232" y="75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6133766" y="6884283"/>
              <a:ext cx="55232" cy="7586"/>
            </a:xfrm>
            <a:custGeom>
              <a:avLst/>
              <a:pathLst>
                <a:path w="55232" h="7586">
                  <a:moveTo>
                    <a:pt x="0" y="7586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7586"/>
                  </a:lnTo>
                  <a:lnTo>
                    <a:pt x="55232" y="75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6299463" y="6884229"/>
              <a:ext cx="82848" cy="7641"/>
            </a:xfrm>
            <a:custGeom>
              <a:avLst/>
              <a:pathLst>
                <a:path w="82848" h="7641">
                  <a:moveTo>
                    <a:pt x="0" y="7641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20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4642492" y="6883987"/>
              <a:ext cx="55232" cy="7883"/>
            </a:xfrm>
            <a:custGeom>
              <a:avLst/>
              <a:pathLst>
                <a:path w="55232" h="7883">
                  <a:moveTo>
                    <a:pt x="0" y="7883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7883"/>
                  </a:lnTo>
                  <a:lnTo>
                    <a:pt x="55232" y="78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6078534" y="6883041"/>
              <a:ext cx="82848" cy="8829"/>
            </a:xfrm>
            <a:custGeom>
              <a:avLst/>
              <a:pathLst>
                <a:path w="82848" h="8829">
                  <a:moveTo>
                    <a:pt x="0" y="8829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1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4476795" y="6883002"/>
              <a:ext cx="55232" cy="8867"/>
            </a:xfrm>
            <a:custGeom>
              <a:avLst/>
              <a:pathLst>
                <a:path w="55232" h="8867">
                  <a:moveTo>
                    <a:pt x="0" y="8867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8867"/>
                  </a:lnTo>
                  <a:lnTo>
                    <a:pt x="55232" y="8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6244231" y="6882465"/>
              <a:ext cx="96656" cy="9405"/>
            </a:xfrm>
            <a:custGeom>
              <a:avLst/>
              <a:pathLst>
                <a:path w="96656" h="9405">
                  <a:moveTo>
                    <a:pt x="0" y="9405"/>
                  </a:moveTo>
                  <a:lnTo>
                    <a:pt x="0" y="0"/>
                  </a:lnTo>
                  <a:lnTo>
                    <a:pt x="96656" y="0"/>
                  </a:lnTo>
                  <a:lnTo>
                    <a:pt x="96656" y="17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6465160" y="6881428"/>
              <a:ext cx="144984" cy="10442"/>
            </a:xfrm>
            <a:custGeom>
              <a:avLst/>
              <a:pathLst>
                <a:path w="144984" h="10442">
                  <a:moveTo>
                    <a:pt x="0" y="10442"/>
                  </a:moveTo>
                  <a:lnTo>
                    <a:pt x="0" y="0"/>
                  </a:lnTo>
                  <a:lnTo>
                    <a:pt x="144984" y="0"/>
                  </a:lnTo>
                  <a:lnTo>
                    <a:pt x="144984" y="54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5636675" y="6881080"/>
              <a:ext cx="55232" cy="10789"/>
            </a:xfrm>
            <a:custGeom>
              <a:avLst/>
              <a:pathLst>
                <a:path w="55232" h="10789">
                  <a:moveTo>
                    <a:pt x="0" y="10789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0789"/>
                  </a:lnTo>
                  <a:lnTo>
                    <a:pt x="55232" y="107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6292559" y="6879267"/>
              <a:ext cx="245093" cy="3197"/>
            </a:xfrm>
            <a:custGeom>
              <a:avLst/>
              <a:pathLst>
                <a:path w="245093" h="3197">
                  <a:moveTo>
                    <a:pt x="0" y="3197"/>
                  </a:moveTo>
                  <a:lnTo>
                    <a:pt x="0" y="0"/>
                  </a:lnTo>
                  <a:lnTo>
                    <a:pt x="245093" y="0"/>
                  </a:lnTo>
                  <a:lnTo>
                    <a:pt x="245093" y="21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4752957" y="6878564"/>
              <a:ext cx="82848" cy="13305"/>
            </a:xfrm>
            <a:custGeom>
              <a:avLst/>
              <a:pathLst>
                <a:path w="82848" h="13305">
                  <a:moveTo>
                    <a:pt x="0" y="13305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104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6796554" y="6878281"/>
              <a:ext cx="82848" cy="13588"/>
            </a:xfrm>
            <a:custGeom>
              <a:avLst/>
              <a:pathLst>
                <a:path w="82848" h="13588">
                  <a:moveTo>
                    <a:pt x="0" y="13588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70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5470978" y="6877585"/>
              <a:ext cx="55232" cy="14284"/>
            </a:xfrm>
            <a:custGeom>
              <a:avLst/>
              <a:pathLst>
                <a:path w="55232" h="14284">
                  <a:moveTo>
                    <a:pt x="0" y="14284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4284"/>
                  </a:lnTo>
                  <a:lnTo>
                    <a:pt x="55232" y="142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4421563" y="6877287"/>
              <a:ext cx="82848" cy="14582"/>
            </a:xfrm>
            <a:custGeom>
              <a:avLst/>
              <a:pathLst>
                <a:path w="82848" h="14582">
                  <a:moveTo>
                    <a:pt x="0" y="14582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5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5194816" y="6875857"/>
              <a:ext cx="55232" cy="16012"/>
            </a:xfrm>
            <a:custGeom>
              <a:avLst/>
              <a:pathLst>
                <a:path w="55232" h="16012">
                  <a:moveTo>
                    <a:pt x="0" y="16012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6012"/>
                  </a:lnTo>
                  <a:lnTo>
                    <a:pt x="55232" y="160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6962251" y="6875394"/>
              <a:ext cx="55232" cy="16475"/>
            </a:xfrm>
            <a:custGeom>
              <a:avLst/>
              <a:pathLst>
                <a:path w="55232" h="16475">
                  <a:moveTo>
                    <a:pt x="0" y="16475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6475"/>
                  </a:lnTo>
                  <a:lnTo>
                    <a:pt x="55232" y="164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6119958" y="6874681"/>
              <a:ext cx="295147" cy="8359"/>
            </a:xfrm>
            <a:custGeom>
              <a:avLst/>
              <a:pathLst>
                <a:path w="295147" h="8359">
                  <a:moveTo>
                    <a:pt x="0" y="8359"/>
                  </a:moveTo>
                  <a:lnTo>
                    <a:pt x="0" y="0"/>
                  </a:lnTo>
                  <a:lnTo>
                    <a:pt x="295147" y="0"/>
                  </a:lnTo>
                  <a:lnTo>
                    <a:pt x="295147" y="45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4670108" y="6874633"/>
              <a:ext cx="124272" cy="9353"/>
            </a:xfrm>
            <a:custGeom>
              <a:avLst/>
              <a:pathLst>
                <a:path w="124272" h="9353">
                  <a:moveTo>
                    <a:pt x="0" y="9353"/>
                  </a:moveTo>
                  <a:lnTo>
                    <a:pt x="0" y="0"/>
                  </a:lnTo>
                  <a:lnTo>
                    <a:pt x="124272" y="0"/>
                  </a:lnTo>
                  <a:lnTo>
                    <a:pt x="124272" y="39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5581442" y="6874629"/>
              <a:ext cx="82848" cy="17241"/>
            </a:xfrm>
            <a:custGeom>
              <a:avLst/>
              <a:pathLst>
                <a:path w="82848" h="17241">
                  <a:moveTo>
                    <a:pt x="0" y="17241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64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3372148" y="6874594"/>
              <a:ext cx="55232" cy="17275"/>
            </a:xfrm>
            <a:custGeom>
              <a:avLst/>
              <a:pathLst>
                <a:path w="55232" h="17275">
                  <a:moveTo>
                    <a:pt x="0" y="17275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7275"/>
                  </a:lnTo>
                  <a:lnTo>
                    <a:pt x="55232" y="17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3537845" y="6873388"/>
              <a:ext cx="172601" cy="18482"/>
            </a:xfrm>
            <a:custGeom>
              <a:avLst/>
              <a:pathLst>
                <a:path w="172601" h="18482">
                  <a:moveTo>
                    <a:pt x="0" y="18482"/>
                  </a:moveTo>
                  <a:lnTo>
                    <a:pt x="0" y="0"/>
                  </a:lnTo>
                  <a:lnTo>
                    <a:pt x="172601" y="0"/>
                  </a:lnTo>
                  <a:lnTo>
                    <a:pt x="172601" y="111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4034936" y="6873033"/>
              <a:ext cx="55232" cy="18836"/>
            </a:xfrm>
            <a:custGeom>
              <a:avLst/>
              <a:pathLst>
                <a:path w="55232" h="18836">
                  <a:moveTo>
                    <a:pt x="0" y="18836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8836"/>
                  </a:lnTo>
                  <a:lnTo>
                    <a:pt x="55232" y="18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6023301" y="6872448"/>
              <a:ext cx="244230" cy="19421"/>
            </a:xfrm>
            <a:custGeom>
              <a:avLst/>
              <a:pathLst>
                <a:path w="244230" h="19421">
                  <a:moveTo>
                    <a:pt x="0" y="19421"/>
                  </a:moveTo>
                  <a:lnTo>
                    <a:pt x="0" y="0"/>
                  </a:lnTo>
                  <a:lnTo>
                    <a:pt x="244230" y="0"/>
                  </a:lnTo>
                  <a:lnTo>
                    <a:pt x="244230" y="22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4145401" y="6872385"/>
              <a:ext cx="55232" cy="19485"/>
            </a:xfrm>
            <a:custGeom>
              <a:avLst/>
              <a:pathLst>
                <a:path w="55232" h="19485">
                  <a:moveTo>
                    <a:pt x="0" y="19485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9485"/>
                  </a:lnTo>
                  <a:lnTo>
                    <a:pt x="55232" y="194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5084351" y="6867825"/>
              <a:ext cx="55232" cy="24045"/>
            </a:xfrm>
            <a:custGeom>
              <a:avLst/>
              <a:pathLst>
                <a:path w="55232" h="24045">
                  <a:moveTo>
                    <a:pt x="0" y="24045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24045"/>
                  </a:lnTo>
                  <a:lnTo>
                    <a:pt x="55232" y="240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5360513" y="6866706"/>
              <a:ext cx="55232" cy="25164"/>
            </a:xfrm>
            <a:custGeom>
              <a:avLst/>
              <a:pathLst>
                <a:path w="55232" h="25164">
                  <a:moveTo>
                    <a:pt x="0" y="25164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25164"/>
                  </a:lnTo>
                  <a:lnTo>
                    <a:pt x="55232" y="251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7127948" y="6866608"/>
              <a:ext cx="55232" cy="25262"/>
            </a:xfrm>
            <a:custGeom>
              <a:avLst/>
              <a:pathLst>
                <a:path w="55232" h="25262">
                  <a:moveTo>
                    <a:pt x="0" y="25262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25262"/>
                  </a:lnTo>
                  <a:lnTo>
                    <a:pt x="55232" y="252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3869239" y="6866086"/>
              <a:ext cx="55232" cy="25784"/>
            </a:xfrm>
            <a:custGeom>
              <a:avLst/>
              <a:pathLst>
                <a:path w="55232" h="25784">
                  <a:moveTo>
                    <a:pt x="0" y="25784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25784"/>
                  </a:lnTo>
                  <a:lnTo>
                    <a:pt x="55232" y="25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7238413" y="6865187"/>
              <a:ext cx="82848" cy="26683"/>
            </a:xfrm>
            <a:custGeom>
              <a:avLst/>
              <a:pathLst>
                <a:path w="82848" h="26683">
                  <a:moveTo>
                    <a:pt x="0" y="26683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19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6837978" y="6862784"/>
              <a:ext cx="151888" cy="15497"/>
            </a:xfrm>
            <a:custGeom>
              <a:avLst/>
              <a:pathLst>
                <a:path w="151888" h="15497">
                  <a:moveTo>
                    <a:pt x="0" y="15497"/>
                  </a:moveTo>
                  <a:lnTo>
                    <a:pt x="0" y="0"/>
                  </a:lnTo>
                  <a:lnTo>
                    <a:pt x="151888" y="0"/>
                  </a:lnTo>
                  <a:lnTo>
                    <a:pt x="151888" y="126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4366330" y="6861647"/>
              <a:ext cx="96656" cy="30223"/>
            </a:xfrm>
            <a:custGeom>
              <a:avLst/>
              <a:pathLst>
                <a:path w="96656" h="30223">
                  <a:moveTo>
                    <a:pt x="0" y="30223"/>
                  </a:moveTo>
                  <a:lnTo>
                    <a:pt x="0" y="0"/>
                  </a:lnTo>
                  <a:lnTo>
                    <a:pt x="96656" y="0"/>
                  </a:lnTo>
                  <a:lnTo>
                    <a:pt x="96656" y="156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3316916" y="6860884"/>
              <a:ext cx="82848" cy="30985"/>
            </a:xfrm>
            <a:custGeom>
              <a:avLst/>
              <a:pathLst>
                <a:path w="82848" h="30985">
                  <a:moveTo>
                    <a:pt x="0" y="30985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137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5498594" y="6856769"/>
              <a:ext cx="124272" cy="20816"/>
            </a:xfrm>
            <a:custGeom>
              <a:avLst/>
              <a:pathLst>
                <a:path w="124272" h="20816">
                  <a:moveTo>
                    <a:pt x="0" y="20816"/>
                  </a:moveTo>
                  <a:lnTo>
                    <a:pt x="0" y="0"/>
                  </a:lnTo>
                  <a:lnTo>
                    <a:pt x="124272" y="0"/>
                  </a:lnTo>
                  <a:lnTo>
                    <a:pt x="124272" y="178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6145416" y="6855685"/>
              <a:ext cx="768506" cy="16763"/>
            </a:xfrm>
            <a:custGeom>
              <a:avLst/>
              <a:pathLst>
                <a:path w="768506" h="16763">
                  <a:moveTo>
                    <a:pt x="0" y="16763"/>
                  </a:moveTo>
                  <a:lnTo>
                    <a:pt x="0" y="0"/>
                  </a:lnTo>
                  <a:lnTo>
                    <a:pt x="768506" y="0"/>
                  </a:lnTo>
                  <a:lnTo>
                    <a:pt x="768506" y="70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7155565" y="6854176"/>
              <a:ext cx="124272" cy="12431"/>
            </a:xfrm>
            <a:custGeom>
              <a:avLst/>
              <a:pathLst>
                <a:path w="124272" h="12431">
                  <a:moveTo>
                    <a:pt x="0" y="12431"/>
                  </a:moveTo>
                  <a:lnTo>
                    <a:pt x="0" y="0"/>
                  </a:lnTo>
                  <a:lnTo>
                    <a:pt x="124272" y="0"/>
                  </a:lnTo>
                  <a:lnTo>
                    <a:pt x="124272" y="110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4255866" y="6850881"/>
              <a:ext cx="55232" cy="40988"/>
            </a:xfrm>
            <a:custGeom>
              <a:avLst/>
              <a:pathLst>
                <a:path w="55232" h="40988">
                  <a:moveTo>
                    <a:pt x="0" y="40988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40988"/>
                  </a:lnTo>
                  <a:lnTo>
                    <a:pt x="55232" y="409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3482613" y="6849303"/>
              <a:ext cx="141532" cy="42566"/>
            </a:xfrm>
            <a:custGeom>
              <a:avLst/>
              <a:pathLst>
                <a:path w="141532" h="42566">
                  <a:moveTo>
                    <a:pt x="0" y="42566"/>
                  </a:moveTo>
                  <a:lnTo>
                    <a:pt x="0" y="0"/>
                  </a:lnTo>
                  <a:lnTo>
                    <a:pt x="141532" y="0"/>
                  </a:lnTo>
                  <a:lnTo>
                    <a:pt x="141532" y="240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5747139" y="6848597"/>
              <a:ext cx="82848" cy="43273"/>
            </a:xfrm>
            <a:custGeom>
              <a:avLst/>
              <a:pathLst>
                <a:path w="82848" h="43273">
                  <a:moveTo>
                    <a:pt x="0" y="43273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385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4173017" y="6845928"/>
              <a:ext cx="110464" cy="26457"/>
            </a:xfrm>
            <a:custGeom>
              <a:avLst/>
              <a:pathLst>
                <a:path w="110464" h="26457">
                  <a:moveTo>
                    <a:pt x="0" y="26457"/>
                  </a:moveTo>
                  <a:lnTo>
                    <a:pt x="0" y="0"/>
                  </a:lnTo>
                  <a:lnTo>
                    <a:pt x="110464" y="0"/>
                  </a:lnTo>
                  <a:lnTo>
                    <a:pt x="110464" y="49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7072716" y="6845634"/>
              <a:ext cx="144984" cy="46236"/>
            </a:xfrm>
            <a:custGeom>
              <a:avLst/>
              <a:pathLst>
                <a:path w="144984" h="46236">
                  <a:moveTo>
                    <a:pt x="0" y="46236"/>
                  </a:moveTo>
                  <a:lnTo>
                    <a:pt x="0" y="0"/>
                  </a:lnTo>
                  <a:lnTo>
                    <a:pt x="144984" y="0"/>
                  </a:lnTo>
                  <a:lnTo>
                    <a:pt x="144984" y="85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4587260" y="6843762"/>
              <a:ext cx="144984" cy="48108"/>
            </a:xfrm>
            <a:custGeom>
              <a:avLst/>
              <a:pathLst>
                <a:path w="144984" h="48108">
                  <a:moveTo>
                    <a:pt x="0" y="48108"/>
                  </a:moveTo>
                  <a:lnTo>
                    <a:pt x="0" y="0"/>
                  </a:lnTo>
                  <a:lnTo>
                    <a:pt x="144984" y="0"/>
                  </a:lnTo>
                  <a:lnTo>
                    <a:pt x="144984" y="308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5388129" y="6843054"/>
              <a:ext cx="172601" cy="23651"/>
            </a:xfrm>
            <a:custGeom>
              <a:avLst/>
              <a:pathLst>
                <a:path w="172601" h="23651">
                  <a:moveTo>
                    <a:pt x="0" y="23651"/>
                  </a:moveTo>
                  <a:lnTo>
                    <a:pt x="0" y="0"/>
                  </a:lnTo>
                  <a:lnTo>
                    <a:pt x="172601" y="0"/>
                  </a:lnTo>
                  <a:lnTo>
                    <a:pt x="172601" y="137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5305281" y="6839838"/>
              <a:ext cx="169149" cy="52032"/>
            </a:xfrm>
            <a:custGeom>
              <a:avLst/>
              <a:pathLst>
                <a:path w="169149" h="52032">
                  <a:moveTo>
                    <a:pt x="0" y="52032"/>
                  </a:moveTo>
                  <a:lnTo>
                    <a:pt x="0" y="0"/>
                  </a:lnTo>
                  <a:lnTo>
                    <a:pt x="169149" y="0"/>
                  </a:lnTo>
                  <a:lnTo>
                    <a:pt x="169149" y="32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3979704" y="6838066"/>
              <a:ext cx="82848" cy="53803"/>
            </a:xfrm>
            <a:custGeom>
              <a:avLst/>
              <a:pathLst>
                <a:path w="82848" h="53803">
                  <a:moveTo>
                    <a:pt x="0" y="53803"/>
                  </a:moveTo>
                  <a:lnTo>
                    <a:pt x="0" y="0"/>
                  </a:lnTo>
                  <a:lnTo>
                    <a:pt x="82848" y="0"/>
                  </a:lnTo>
                  <a:lnTo>
                    <a:pt x="82848" y="349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3358340" y="6838065"/>
              <a:ext cx="195039" cy="22819"/>
            </a:xfrm>
            <a:custGeom>
              <a:avLst/>
              <a:pathLst>
                <a:path w="195039" h="22819">
                  <a:moveTo>
                    <a:pt x="0" y="22819"/>
                  </a:moveTo>
                  <a:lnTo>
                    <a:pt x="0" y="0"/>
                  </a:lnTo>
                  <a:lnTo>
                    <a:pt x="195039" y="0"/>
                  </a:lnTo>
                  <a:lnTo>
                    <a:pt x="195039" y="112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5222432" y="6830064"/>
              <a:ext cx="167423" cy="45792"/>
            </a:xfrm>
            <a:custGeom>
              <a:avLst/>
              <a:pathLst>
                <a:path w="167423" h="45792">
                  <a:moveTo>
                    <a:pt x="0" y="45792"/>
                  </a:moveTo>
                  <a:lnTo>
                    <a:pt x="0" y="0"/>
                  </a:lnTo>
                  <a:lnTo>
                    <a:pt x="167423" y="0"/>
                  </a:lnTo>
                  <a:lnTo>
                    <a:pt x="167423" y="97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4414659" y="6829857"/>
              <a:ext cx="245093" cy="31789"/>
            </a:xfrm>
            <a:custGeom>
              <a:avLst/>
              <a:pathLst>
                <a:path w="245093" h="31789">
                  <a:moveTo>
                    <a:pt x="0" y="31789"/>
                  </a:moveTo>
                  <a:lnTo>
                    <a:pt x="0" y="0"/>
                  </a:lnTo>
                  <a:lnTo>
                    <a:pt x="245093" y="0"/>
                  </a:lnTo>
                  <a:lnTo>
                    <a:pt x="245093" y="139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5912836" y="6825117"/>
              <a:ext cx="55232" cy="66753"/>
            </a:xfrm>
            <a:custGeom>
              <a:avLst/>
              <a:pathLst>
                <a:path w="55232" h="66753">
                  <a:moveTo>
                    <a:pt x="0" y="66753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66753"/>
                  </a:lnTo>
                  <a:lnTo>
                    <a:pt x="55232" y="667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3896855" y="6824866"/>
              <a:ext cx="124272" cy="41219"/>
            </a:xfrm>
            <a:custGeom>
              <a:avLst/>
              <a:pathLst>
                <a:path w="124272" h="41219">
                  <a:moveTo>
                    <a:pt x="0" y="41219"/>
                  </a:moveTo>
                  <a:lnTo>
                    <a:pt x="0" y="0"/>
                  </a:lnTo>
                  <a:lnTo>
                    <a:pt x="124272" y="0"/>
                  </a:lnTo>
                  <a:lnTo>
                    <a:pt x="124272" y="131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6529670" y="6824770"/>
              <a:ext cx="615538" cy="30915"/>
            </a:xfrm>
            <a:custGeom>
              <a:avLst/>
              <a:pathLst>
                <a:path w="615538" h="30915">
                  <a:moveTo>
                    <a:pt x="0" y="30915"/>
                  </a:moveTo>
                  <a:lnTo>
                    <a:pt x="0" y="0"/>
                  </a:lnTo>
                  <a:lnTo>
                    <a:pt x="615538" y="0"/>
                  </a:lnTo>
                  <a:lnTo>
                    <a:pt x="615538" y="208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5940453" y="6810701"/>
              <a:ext cx="896986" cy="14415"/>
            </a:xfrm>
            <a:custGeom>
              <a:avLst/>
              <a:pathLst>
                <a:path w="896986" h="14415">
                  <a:moveTo>
                    <a:pt x="0" y="14415"/>
                  </a:moveTo>
                  <a:lnTo>
                    <a:pt x="0" y="0"/>
                  </a:lnTo>
                  <a:lnTo>
                    <a:pt x="896986" y="0"/>
                  </a:lnTo>
                  <a:lnTo>
                    <a:pt x="896986" y="140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4228250" y="6799314"/>
              <a:ext cx="308956" cy="46613"/>
            </a:xfrm>
            <a:custGeom>
              <a:avLst/>
              <a:pathLst>
                <a:path w="308956" h="46613">
                  <a:moveTo>
                    <a:pt x="0" y="46613"/>
                  </a:moveTo>
                  <a:lnTo>
                    <a:pt x="0" y="0"/>
                  </a:lnTo>
                  <a:lnTo>
                    <a:pt x="308956" y="0"/>
                  </a:lnTo>
                  <a:lnTo>
                    <a:pt x="308956" y="305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5788564" y="6791373"/>
              <a:ext cx="600382" cy="57223"/>
            </a:xfrm>
            <a:custGeom>
              <a:avLst/>
              <a:pathLst>
                <a:path w="600382" h="57223">
                  <a:moveTo>
                    <a:pt x="0" y="57223"/>
                  </a:moveTo>
                  <a:lnTo>
                    <a:pt x="0" y="0"/>
                  </a:lnTo>
                  <a:lnTo>
                    <a:pt x="600382" y="0"/>
                  </a:lnTo>
                  <a:lnTo>
                    <a:pt x="600382" y="193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4918654" y="6789996"/>
              <a:ext cx="55232" cy="101874"/>
            </a:xfrm>
            <a:custGeom>
              <a:avLst/>
              <a:pathLst>
                <a:path w="55232" h="101874">
                  <a:moveTo>
                    <a:pt x="0" y="101874"/>
                  </a:moveTo>
                  <a:lnTo>
                    <a:pt x="0" y="0"/>
                  </a:lnTo>
                  <a:lnTo>
                    <a:pt x="55232" y="0"/>
                  </a:lnTo>
                  <a:lnTo>
                    <a:pt x="55232" y="101874"/>
                  </a:lnTo>
                  <a:lnTo>
                    <a:pt x="55232" y="1018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5306144" y="6771648"/>
              <a:ext cx="782611" cy="58416"/>
            </a:xfrm>
            <a:custGeom>
              <a:avLst/>
              <a:pathLst>
                <a:path w="782611" h="58416">
                  <a:moveTo>
                    <a:pt x="0" y="58416"/>
                  </a:moveTo>
                  <a:lnTo>
                    <a:pt x="0" y="0"/>
                  </a:lnTo>
                  <a:lnTo>
                    <a:pt x="782611" y="0"/>
                  </a:lnTo>
                  <a:lnTo>
                    <a:pt x="782611" y="197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3958992" y="6751947"/>
              <a:ext cx="423735" cy="72919"/>
            </a:xfrm>
            <a:custGeom>
              <a:avLst/>
              <a:pathLst>
                <a:path w="423735" h="72919">
                  <a:moveTo>
                    <a:pt x="0" y="72919"/>
                  </a:moveTo>
                  <a:lnTo>
                    <a:pt x="0" y="0"/>
                  </a:lnTo>
                  <a:lnTo>
                    <a:pt x="423735" y="0"/>
                  </a:lnTo>
                  <a:lnTo>
                    <a:pt x="423735" y="473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5111967" y="6728584"/>
              <a:ext cx="585481" cy="139240"/>
            </a:xfrm>
            <a:custGeom>
              <a:avLst/>
              <a:pathLst>
                <a:path w="585481" h="139240">
                  <a:moveTo>
                    <a:pt x="0" y="139240"/>
                  </a:moveTo>
                  <a:lnTo>
                    <a:pt x="0" y="0"/>
                  </a:lnTo>
                  <a:lnTo>
                    <a:pt x="585481" y="0"/>
                  </a:lnTo>
                  <a:lnTo>
                    <a:pt x="585481" y="430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5029119" y="6689720"/>
              <a:ext cx="375589" cy="202149"/>
            </a:xfrm>
            <a:custGeom>
              <a:avLst/>
              <a:pathLst>
                <a:path w="375589" h="202149">
                  <a:moveTo>
                    <a:pt x="0" y="202149"/>
                  </a:moveTo>
                  <a:lnTo>
                    <a:pt x="0" y="0"/>
                  </a:lnTo>
                  <a:lnTo>
                    <a:pt x="375589" y="0"/>
                  </a:lnTo>
                  <a:lnTo>
                    <a:pt x="375589" y="388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4946270" y="6677651"/>
              <a:ext cx="270643" cy="112344"/>
            </a:xfrm>
            <a:custGeom>
              <a:avLst/>
              <a:pathLst>
                <a:path w="270643" h="112344">
                  <a:moveTo>
                    <a:pt x="0" y="112344"/>
                  </a:moveTo>
                  <a:lnTo>
                    <a:pt x="0" y="0"/>
                  </a:lnTo>
                  <a:lnTo>
                    <a:pt x="270643" y="0"/>
                  </a:lnTo>
                  <a:lnTo>
                    <a:pt x="270643" y="120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4170860" y="6652314"/>
              <a:ext cx="910732" cy="99633"/>
            </a:xfrm>
            <a:custGeom>
              <a:avLst/>
              <a:pathLst>
                <a:path w="910732" h="99633">
                  <a:moveTo>
                    <a:pt x="0" y="99633"/>
                  </a:moveTo>
                  <a:lnTo>
                    <a:pt x="0" y="0"/>
                  </a:lnTo>
                  <a:lnTo>
                    <a:pt x="910732" y="0"/>
                  </a:lnTo>
                  <a:lnTo>
                    <a:pt x="910732" y="253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3455860" y="6649965"/>
              <a:ext cx="1170366" cy="188099"/>
            </a:xfrm>
            <a:custGeom>
              <a:avLst/>
              <a:pathLst>
                <a:path w="1170366" h="188099">
                  <a:moveTo>
                    <a:pt x="0" y="188099"/>
                  </a:moveTo>
                  <a:lnTo>
                    <a:pt x="0" y="0"/>
                  </a:lnTo>
                  <a:lnTo>
                    <a:pt x="1170366" y="0"/>
                  </a:lnTo>
                  <a:lnTo>
                    <a:pt x="1170366" y="23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3274672" y="8158021"/>
              <a:ext cx="14627" cy="106071"/>
            </a:xfrm>
            <a:custGeom>
              <a:avLst/>
              <a:pathLst>
                <a:path w="14627" h="106071">
                  <a:moveTo>
                    <a:pt x="14627" y="0"/>
                  </a:moveTo>
                  <a:lnTo>
                    <a:pt x="0" y="0"/>
                  </a:lnTo>
                  <a:lnTo>
                    <a:pt x="0" y="106071"/>
                  </a:lnTo>
                  <a:lnTo>
                    <a:pt x="14627" y="106071"/>
                  </a:lnTo>
                  <a:lnTo>
                    <a:pt x="14627" y="1060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3271522" y="8051950"/>
              <a:ext cx="17777" cy="159107"/>
            </a:xfrm>
            <a:custGeom>
              <a:avLst/>
              <a:pathLst>
                <a:path w="17777" h="159107">
                  <a:moveTo>
                    <a:pt x="17777" y="0"/>
                  </a:moveTo>
                  <a:lnTo>
                    <a:pt x="0" y="0"/>
                  </a:lnTo>
                  <a:lnTo>
                    <a:pt x="0" y="159107"/>
                  </a:lnTo>
                  <a:lnTo>
                    <a:pt x="3149" y="1591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3258068" y="7733735"/>
              <a:ext cx="31231" cy="106071"/>
            </a:xfrm>
            <a:custGeom>
              <a:avLst/>
              <a:pathLst>
                <a:path w="31231" h="106071">
                  <a:moveTo>
                    <a:pt x="31231" y="0"/>
                  </a:moveTo>
                  <a:lnTo>
                    <a:pt x="0" y="0"/>
                  </a:lnTo>
                  <a:lnTo>
                    <a:pt x="0" y="106071"/>
                  </a:lnTo>
                  <a:lnTo>
                    <a:pt x="31231" y="106071"/>
                  </a:lnTo>
                  <a:lnTo>
                    <a:pt x="31231" y="1060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3257787" y="7945878"/>
              <a:ext cx="31512" cy="185625"/>
            </a:xfrm>
            <a:custGeom>
              <a:avLst/>
              <a:pathLst>
                <a:path w="31512" h="185625">
                  <a:moveTo>
                    <a:pt x="31512" y="0"/>
                  </a:moveTo>
                  <a:lnTo>
                    <a:pt x="0" y="0"/>
                  </a:lnTo>
                  <a:lnTo>
                    <a:pt x="0" y="185625"/>
                  </a:lnTo>
                  <a:lnTo>
                    <a:pt x="13735" y="1856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3247370" y="7786771"/>
              <a:ext cx="10698" cy="251919"/>
            </a:xfrm>
            <a:custGeom>
              <a:avLst/>
              <a:pathLst>
                <a:path w="10698" h="251919">
                  <a:moveTo>
                    <a:pt x="10698" y="0"/>
                  </a:moveTo>
                  <a:lnTo>
                    <a:pt x="0" y="0"/>
                  </a:lnTo>
                  <a:lnTo>
                    <a:pt x="0" y="251919"/>
                  </a:lnTo>
                  <a:lnTo>
                    <a:pt x="10416" y="2519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3220492" y="7627663"/>
              <a:ext cx="68807" cy="285067"/>
            </a:xfrm>
            <a:custGeom>
              <a:avLst/>
              <a:pathLst>
                <a:path w="68807" h="285067">
                  <a:moveTo>
                    <a:pt x="68807" y="0"/>
                  </a:moveTo>
                  <a:lnTo>
                    <a:pt x="0" y="0"/>
                  </a:lnTo>
                  <a:lnTo>
                    <a:pt x="0" y="285067"/>
                  </a:lnTo>
                  <a:lnTo>
                    <a:pt x="26877" y="2850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3181857" y="7521592"/>
              <a:ext cx="107442" cy="248605"/>
            </a:xfrm>
            <a:custGeom>
              <a:avLst/>
              <a:pathLst>
                <a:path w="107442" h="248605">
                  <a:moveTo>
                    <a:pt x="107442" y="0"/>
                  </a:moveTo>
                  <a:lnTo>
                    <a:pt x="0" y="0"/>
                  </a:lnTo>
                  <a:lnTo>
                    <a:pt x="0" y="248605"/>
                  </a:lnTo>
                  <a:lnTo>
                    <a:pt x="38634" y="2486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3165974" y="7415520"/>
              <a:ext cx="123325" cy="230374"/>
            </a:xfrm>
            <a:custGeom>
              <a:avLst/>
              <a:pathLst>
                <a:path w="123325" h="230374">
                  <a:moveTo>
                    <a:pt x="123325" y="0"/>
                  </a:moveTo>
                  <a:lnTo>
                    <a:pt x="0" y="0"/>
                  </a:lnTo>
                  <a:lnTo>
                    <a:pt x="0" y="230374"/>
                  </a:lnTo>
                  <a:lnTo>
                    <a:pt x="15883" y="2303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3157276" y="7309449"/>
              <a:ext cx="132023" cy="221258"/>
            </a:xfrm>
            <a:custGeom>
              <a:avLst/>
              <a:pathLst>
                <a:path w="132023" h="221258">
                  <a:moveTo>
                    <a:pt x="132023" y="0"/>
                  </a:moveTo>
                  <a:lnTo>
                    <a:pt x="0" y="0"/>
                  </a:lnTo>
                  <a:lnTo>
                    <a:pt x="0" y="221258"/>
                  </a:lnTo>
                  <a:lnTo>
                    <a:pt x="8697" y="2212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3060537" y="7203377"/>
              <a:ext cx="228762" cy="216700"/>
            </a:xfrm>
            <a:custGeom>
              <a:avLst/>
              <a:pathLst>
                <a:path w="228762" h="216700">
                  <a:moveTo>
                    <a:pt x="228762" y="0"/>
                  </a:moveTo>
                  <a:lnTo>
                    <a:pt x="0" y="0"/>
                  </a:lnTo>
                  <a:lnTo>
                    <a:pt x="0" y="216700"/>
                  </a:lnTo>
                  <a:lnTo>
                    <a:pt x="96739" y="216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2986919" y="7097306"/>
              <a:ext cx="302380" cy="214421"/>
            </a:xfrm>
            <a:custGeom>
              <a:avLst/>
              <a:pathLst>
                <a:path w="302380" h="214421">
                  <a:moveTo>
                    <a:pt x="302380" y="0"/>
                  </a:moveTo>
                  <a:lnTo>
                    <a:pt x="0" y="0"/>
                  </a:lnTo>
                  <a:lnTo>
                    <a:pt x="0" y="214421"/>
                  </a:lnTo>
                  <a:lnTo>
                    <a:pt x="73617" y="2144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rc1960"/>
            <p:cNvSpPr/>
            <p:nvPr/>
          </p:nvSpPr>
          <p:spPr>
            <a:xfrm>
              <a:off x="3289300" y="7044270"/>
              <a:ext cx="55232" cy="106071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rc1961"/>
            <p:cNvSpPr/>
            <p:nvPr/>
          </p:nvSpPr>
          <p:spPr>
            <a:xfrm>
              <a:off x="3289300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rc1962"/>
            <p:cNvSpPr/>
            <p:nvPr/>
          </p:nvSpPr>
          <p:spPr>
            <a:xfrm>
              <a:off x="328930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rc1963"/>
            <p:cNvSpPr/>
            <p:nvPr/>
          </p:nvSpPr>
          <p:spPr>
            <a:xfrm>
              <a:off x="328930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rc1964"/>
            <p:cNvSpPr/>
            <p:nvPr/>
          </p:nvSpPr>
          <p:spPr>
            <a:xfrm>
              <a:off x="328930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rc1965"/>
            <p:cNvSpPr/>
            <p:nvPr/>
          </p:nvSpPr>
          <p:spPr>
            <a:xfrm>
              <a:off x="328930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rc1966"/>
            <p:cNvSpPr/>
            <p:nvPr/>
          </p:nvSpPr>
          <p:spPr>
            <a:xfrm>
              <a:off x="3289300" y="7680699"/>
              <a:ext cx="55232" cy="106071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rc1967"/>
            <p:cNvSpPr/>
            <p:nvPr/>
          </p:nvSpPr>
          <p:spPr>
            <a:xfrm>
              <a:off x="328930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rc1968"/>
            <p:cNvSpPr/>
            <p:nvPr/>
          </p:nvSpPr>
          <p:spPr>
            <a:xfrm>
              <a:off x="328930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rc1969"/>
            <p:cNvSpPr/>
            <p:nvPr/>
          </p:nvSpPr>
          <p:spPr>
            <a:xfrm>
              <a:off x="328930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rc1970"/>
            <p:cNvSpPr/>
            <p:nvPr/>
          </p:nvSpPr>
          <p:spPr>
            <a:xfrm>
              <a:off x="328930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rc1971"/>
            <p:cNvSpPr/>
            <p:nvPr/>
          </p:nvSpPr>
          <p:spPr>
            <a:xfrm>
              <a:off x="328930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rc1972"/>
            <p:cNvSpPr/>
            <p:nvPr/>
          </p:nvSpPr>
          <p:spPr>
            <a:xfrm>
              <a:off x="3344532" y="7044270"/>
              <a:ext cx="55232" cy="106071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rc1973"/>
            <p:cNvSpPr/>
            <p:nvPr/>
          </p:nvSpPr>
          <p:spPr>
            <a:xfrm>
              <a:off x="3344532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rc1974"/>
            <p:cNvSpPr/>
            <p:nvPr/>
          </p:nvSpPr>
          <p:spPr>
            <a:xfrm>
              <a:off x="3344532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rc1975"/>
            <p:cNvSpPr/>
            <p:nvPr/>
          </p:nvSpPr>
          <p:spPr>
            <a:xfrm>
              <a:off x="334453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rc1976"/>
            <p:cNvSpPr/>
            <p:nvPr/>
          </p:nvSpPr>
          <p:spPr>
            <a:xfrm>
              <a:off x="3344532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rc1977"/>
            <p:cNvSpPr/>
            <p:nvPr/>
          </p:nvSpPr>
          <p:spPr>
            <a:xfrm>
              <a:off x="334453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rc1978"/>
            <p:cNvSpPr/>
            <p:nvPr/>
          </p:nvSpPr>
          <p:spPr>
            <a:xfrm>
              <a:off x="3344532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rc1979"/>
            <p:cNvSpPr/>
            <p:nvPr/>
          </p:nvSpPr>
          <p:spPr>
            <a:xfrm>
              <a:off x="334453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rc1980"/>
            <p:cNvSpPr/>
            <p:nvPr/>
          </p:nvSpPr>
          <p:spPr>
            <a:xfrm>
              <a:off x="3344532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rc1981"/>
            <p:cNvSpPr/>
            <p:nvPr/>
          </p:nvSpPr>
          <p:spPr>
            <a:xfrm>
              <a:off x="3344532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rc1982"/>
            <p:cNvSpPr/>
            <p:nvPr/>
          </p:nvSpPr>
          <p:spPr>
            <a:xfrm>
              <a:off x="3344532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rc1983"/>
            <p:cNvSpPr/>
            <p:nvPr/>
          </p:nvSpPr>
          <p:spPr>
            <a:xfrm>
              <a:off x="3344532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rc1984"/>
            <p:cNvSpPr/>
            <p:nvPr/>
          </p:nvSpPr>
          <p:spPr>
            <a:xfrm>
              <a:off x="3399764" y="7044270"/>
              <a:ext cx="55232" cy="106071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rc1985"/>
            <p:cNvSpPr/>
            <p:nvPr/>
          </p:nvSpPr>
          <p:spPr>
            <a:xfrm>
              <a:off x="3399764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rc1986"/>
            <p:cNvSpPr/>
            <p:nvPr/>
          </p:nvSpPr>
          <p:spPr>
            <a:xfrm>
              <a:off x="339976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rc1987"/>
            <p:cNvSpPr/>
            <p:nvPr/>
          </p:nvSpPr>
          <p:spPr>
            <a:xfrm>
              <a:off x="339976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rc1988"/>
            <p:cNvSpPr/>
            <p:nvPr/>
          </p:nvSpPr>
          <p:spPr>
            <a:xfrm>
              <a:off x="3399764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rc1989"/>
            <p:cNvSpPr/>
            <p:nvPr/>
          </p:nvSpPr>
          <p:spPr>
            <a:xfrm>
              <a:off x="339976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rc1990"/>
            <p:cNvSpPr/>
            <p:nvPr/>
          </p:nvSpPr>
          <p:spPr>
            <a:xfrm>
              <a:off x="339976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rc1991"/>
            <p:cNvSpPr/>
            <p:nvPr/>
          </p:nvSpPr>
          <p:spPr>
            <a:xfrm>
              <a:off x="339976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rc1992"/>
            <p:cNvSpPr/>
            <p:nvPr/>
          </p:nvSpPr>
          <p:spPr>
            <a:xfrm>
              <a:off x="339976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rc1993"/>
            <p:cNvSpPr/>
            <p:nvPr/>
          </p:nvSpPr>
          <p:spPr>
            <a:xfrm>
              <a:off x="3399764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rc1994"/>
            <p:cNvSpPr/>
            <p:nvPr/>
          </p:nvSpPr>
          <p:spPr>
            <a:xfrm>
              <a:off x="339976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rc1995"/>
            <p:cNvSpPr/>
            <p:nvPr/>
          </p:nvSpPr>
          <p:spPr>
            <a:xfrm>
              <a:off x="339976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rc1996"/>
            <p:cNvSpPr/>
            <p:nvPr/>
          </p:nvSpPr>
          <p:spPr>
            <a:xfrm>
              <a:off x="3454997" y="7044270"/>
              <a:ext cx="55232" cy="106071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rc1997"/>
            <p:cNvSpPr/>
            <p:nvPr/>
          </p:nvSpPr>
          <p:spPr>
            <a:xfrm>
              <a:off x="3454997" y="7150342"/>
              <a:ext cx="55232" cy="106071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rc1998"/>
            <p:cNvSpPr/>
            <p:nvPr/>
          </p:nvSpPr>
          <p:spPr>
            <a:xfrm>
              <a:off x="3454997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rc1999"/>
            <p:cNvSpPr/>
            <p:nvPr/>
          </p:nvSpPr>
          <p:spPr>
            <a:xfrm>
              <a:off x="345499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rc2000"/>
            <p:cNvSpPr/>
            <p:nvPr/>
          </p:nvSpPr>
          <p:spPr>
            <a:xfrm>
              <a:off x="3454997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rc2001"/>
            <p:cNvSpPr/>
            <p:nvPr/>
          </p:nvSpPr>
          <p:spPr>
            <a:xfrm>
              <a:off x="345499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rc2002"/>
            <p:cNvSpPr/>
            <p:nvPr/>
          </p:nvSpPr>
          <p:spPr>
            <a:xfrm>
              <a:off x="3454997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rc2003"/>
            <p:cNvSpPr/>
            <p:nvPr/>
          </p:nvSpPr>
          <p:spPr>
            <a:xfrm>
              <a:off x="345499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rc2004"/>
            <p:cNvSpPr/>
            <p:nvPr/>
          </p:nvSpPr>
          <p:spPr>
            <a:xfrm>
              <a:off x="345499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rc2005"/>
            <p:cNvSpPr/>
            <p:nvPr/>
          </p:nvSpPr>
          <p:spPr>
            <a:xfrm>
              <a:off x="345499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rc2006"/>
            <p:cNvSpPr/>
            <p:nvPr/>
          </p:nvSpPr>
          <p:spPr>
            <a:xfrm>
              <a:off x="345499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rc2007"/>
            <p:cNvSpPr/>
            <p:nvPr/>
          </p:nvSpPr>
          <p:spPr>
            <a:xfrm>
              <a:off x="3454997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rc2008"/>
            <p:cNvSpPr/>
            <p:nvPr/>
          </p:nvSpPr>
          <p:spPr>
            <a:xfrm>
              <a:off x="3510229" y="7044270"/>
              <a:ext cx="55232" cy="106071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rc2009"/>
            <p:cNvSpPr/>
            <p:nvPr/>
          </p:nvSpPr>
          <p:spPr>
            <a:xfrm>
              <a:off x="3510229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rc2010"/>
            <p:cNvSpPr/>
            <p:nvPr/>
          </p:nvSpPr>
          <p:spPr>
            <a:xfrm>
              <a:off x="3510229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rc2011"/>
            <p:cNvSpPr/>
            <p:nvPr/>
          </p:nvSpPr>
          <p:spPr>
            <a:xfrm>
              <a:off x="351022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rc2012"/>
            <p:cNvSpPr/>
            <p:nvPr/>
          </p:nvSpPr>
          <p:spPr>
            <a:xfrm>
              <a:off x="3510229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rc2013"/>
            <p:cNvSpPr/>
            <p:nvPr/>
          </p:nvSpPr>
          <p:spPr>
            <a:xfrm>
              <a:off x="351022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rc2014"/>
            <p:cNvSpPr/>
            <p:nvPr/>
          </p:nvSpPr>
          <p:spPr>
            <a:xfrm>
              <a:off x="3510229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rc2015"/>
            <p:cNvSpPr/>
            <p:nvPr/>
          </p:nvSpPr>
          <p:spPr>
            <a:xfrm>
              <a:off x="351022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rc2016"/>
            <p:cNvSpPr/>
            <p:nvPr/>
          </p:nvSpPr>
          <p:spPr>
            <a:xfrm>
              <a:off x="351022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rc2017"/>
            <p:cNvSpPr/>
            <p:nvPr/>
          </p:nvSpPr>
          <p:spPr>
            <a:xfrm>
              <a:off x="3510229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rc2018"/>
            <p:cNvSpPr/>
            <p:nvPr/>
          </p:nvSpPr>
          <p:spPr>
            <a:xfrm>
              <a:off x="3510229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rc2019"/>
            <p:cNvSpPr/>
            <p:nvPr/>
          </p:nvSpPr>
          <p:spPr>
            <a:xfrm>
              <a:off x="3510229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rc2020"/>
            <p:cNvSpPr/>
            <p:nvPr/>
          </p:nvSpPr>
          <p:spPr>
            <a:xfrm>
              <a:off x="3565461" y="7044270"/>
              <a:ext cx="55232" cy="106071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rc2021"/>
            <p:cNvSpPr/>
            <p:nvPr/>
          </p:nvSpPr>
          <p:spPr>
            <a:xfrm>
              <a:off x="3565461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rc2022"/>
            <p:cNvSpPr/>
            <p:nvPr/>
          </p:nvSpPr>
          <p:spPr>
            <a:xfrm>
              <a:off x="356546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rc2023"/>
            <p:cNvSpPr/>
            <p:nvPr/>
          </p:nvSpPr>
          <p:spPr>
            <a:xfrm>
              <a:off x="356546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rc2024"/>
            <p:cNvSpPr/>
            <p:nvPr/>
          </p:nvSpPr>
          <p:spPr>
            <a:xfrm>
              <a:off x="3565461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rc2025"/>
            <p:cNvSpPr/>
            <p:nvPr/>
          </p:nvSpPr>
          <p:spPr>
            <a:xfrm>
              <a:off x="3565461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rc2026"/>
            <p:cNvSpPr/>
            <p:nvPr/>
          </p:nvSpPr>
          <p:spPr>
            <a:xfrm>
              <a:off x="356546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rc2027"/>
            <p:cNvSpPr/>
            <p:nvPr/>
          </p:nvSpPr>
          <p:spPr>
            <a:xfrm>
              <a:off x="356546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rc2028"/>
            <p:cNvSpPr/>
            <p:nvPr/>
          </p:nvSpPr>
          <p:spPr>
            <a:xfrm>
              <a:off x="356546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rc2029"/>
            <p:cNvSpPr/>
            <p:nvPr/>
          </p:nvSpPr>
          <p:spPr>
            <a:xfrm>
              <a:off x="3565461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rc2030"/>
            <p:cNvSpPr/>
            <p:nvPr/>
          </p:nvSpPr>
          <p:spPr>
            <a:xfrm>
              <a:off x="356546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rc2031"/>
            <p:cNvSpPr/>
            <p:nvPr/>
          </p:nvSpPr>
          <p:spPr>
            <a:xfrm>
              <a:off x="356546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rc2032"/>
            <p:cNvSpPr/>
            <p:nvPr/>
          </p:nvSpPr>
          <p:spPr>
            <a:xfrm>
              <a:off x="3620694" y="7044270"/>
              <a:ext cx="55232" cy="106071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rc2033"/>
            <p:cNvSpPr/>
            <p:nvPr/>
          </p:nvSpPr>
          <p:spPr>
            <a:xfrm>
              <a:off x="3620694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rc2034"/>
            <p:cNvSpPr/>
            <p:nvPr/>
          </p:nvSpPr>
          <p:spPr>
            <a:xfrm>
              <a:off x="362069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rc2035"/>
            <p:cNvSpPr/>
            <p:nvPr/>
          </p:nvSpPr>
          <p:spPr>
            <a:xfrm>
              <a:off x="362069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rc2036"/>
            <p:cNvSpPr/>
            <p:nvPr/>
          </p:nvSpPr>
          <p:spPr>
            <a:xfrm>
              <a:off x="3620694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rc2037"/>
            <p:cNvSpPr/>
            <p:nvPr/>
          </p:nvSpPr>
          <p:spPr>
            <a:xfrm>
              <a:off x="362069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rc2038"/>
            <p:cNvSpPr/>
            <p:nvPr/>
          </p:nvSpPr>
          <p:spPr>
            <a:xfrm>
              <a:off x="362069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rc2039"/>
            <p:cNvSpPr/>
            <p:nvPr/>
          </p:nvSpPr>
          <p:spPr>
            <a:xfrm>
              <a:off x="362069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rc2040"/>
            <p:cNvSpPr/>
            <p:nvPr/>
          </p:nvSpPr>
          <p:spPr>
            <a:xfrm>
              <a:off x="362069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rc2041"/>
            <p:cNvSpPr/>
            <p:nvPr/>
          </p:nvSpPr>
          <p:spPr>
            <a:xfrm>
              <a:off x="3620694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rc2042"/>
            <p:cNvSpPr/>
            <p:nvPr/>
          </p:nvSpPr>
          <p:spPr>
            <a:xfrm>
              <a:off x="362069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rc2043"/>
            <p:cNvSpPr/>
            <p:nvPr/>
          </p:nvSpPr>
          <p:spPr>
            <a:xfrm>
              <a:off x="362069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rc2044"/>
            <p:cNvSpPr/>
            <p:nvPr/>
          </p:nvSpPr>
          <p:spPr>
            <a:xfrm>
              <a:off x="3675926" y="7044270"/>
              <a:ext cx="55232" cy="106071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rc2045"/>
            <p:cNvSpPr/>
            <p:nvPr/>
          </p:nvSpPr>
          <p:spPr>
            <a:xfrm>
              <a:off x="3675926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rc2046"/>
            <p:cNvSpPr/>
            <p:nvPr/>
          </p:nvSpPr>
          <p:spPr>
            <a:xfrm>
              <a:off x="3675926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rc2047"/>
            <p:cNvSpPr/>
            <p:nvPr/>
          </p:nvSpPr>
          <p:spPr>
            <a:xfrm>
              <a:off x="3675926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rc2048"/>
            <p:cNvSpPr/>
            <p:nvPr/>
          </p:nvSpPr>
          <p:spPr>
            <a:xfrm>
              <a:off x="3675926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rc2049"/>
            <p:cNvSpPr/>
            <p:nvPr/>
          </p:nvSpPr>
          <p:spPr>
            <a:xfrm>
              <a:off x="3675926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rc2050"/>
            <p:cNvSpPr/>
            <p:nvPr/>
          </p:nvSpPr>
          <p:spPr>
            <a:xfrm>
              <a:off x="367592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rc2051"/>
            <p:cNvSpPr/>
            <p:nvPr/>
          </p:nvSpPr>
          <p:spPr>
            <a:xfrm>
              <a:off x="367592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rc2052"/>
            <p:cNvSpPr/>
            <p:nvPr/>
          </p:nvSpPr>
          <p:spPr>
            <a:xfrm>
              <a:off x="367592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rc2053"/>
            <p:cNvSpPr/>
            <p:nvPr/>
          </p:nvSpPr>
          <p:spPr>
            <a:xfrm>
              <a:off x="3675926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rc2054"/>
            <p:cNvSpPr/>
            <p:nvPr/>
          </p:nvSpPr>
          <p:spPr>
            <a:xfrm>
              <a:off x="3675926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rc2055"/>
            <p:cNvSpPr/>
            <p:nvPr/>
          </p:nvSpPr>
          <p:spPr>
            <a:xfrm>
              <a:off x="3675926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rc2056"/>
            <p:cNvSpPr/>
            <p:nvPr/>
          </p:nvSpPr>
          <p:spPr>
            <a:xfrm>
              <a:off x="3731158" y="7044270"/>
              <a:ext cx="55232" cy="106071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rc2057"/>
            <p:cNvSpPr/>
            <p:nvPr/>
          </p:nvSpPr>
          <p:spPr>
            <a:xfrm>
              <a:off x="3731158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rc2058"/>
            <p:cNvSpPr/>
            <p:nvPr/>
          </p:nvSpPr>
          <p:spPr>
            <a:xfrm>
              <a:off x="3731158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rc2059"/>
            <p:cNvSpPr/>
            <p:nvPr/>
          </p:nvSpPr>
          <p:spPr>
            <a:xfrm>
              <a:off x="3731158" y="7362485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rc2060"/>
            <p:cNvSpPr/>
            <p:nvPr/>
          </p:nvSpPr>
          <p:spPr>
            <a:xfrm>
              <a:off x="3731158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rc2061"/>
            <p:cNvSpPr/>
            <p:nvPr/>
          </p:nvSpPr>
          <p:spPr>
            <a:xfrm>
              <a:off x="3731158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rc2062"/>
            <p:cNvSpPr/>
            <p:nvPr/>
          </p:nvSpPr>
          <p:spPr>
            <a:xfrm>
              <a:off x="3731158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rc2063"/>
            <p:cNvSpPr/>
            <p:nvPr/>
          </p:nvSpPr>
          <p:spPr>
            <a:xfrm>
              <a:off x="3731158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rc2064"/>
            <p:cNvSpPr/>
            <p:nvPr/>
          </p:nvSpPr>
          <p:spPr>
            <a:xfrm>
              <a:off x="3731158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rc2065"/>
            <p:cNvSpPr/>
            <p:nvPr/>
          </p:nvSpPr>
          <p:spPr>
            <a:xfrm>
              <a:off x="3731158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rc2066"/>
            <p:cNvSpPr/>
            <p:nvPr/>
          </p:nvSpPr>
          <p:spPr>
            <a:xfrm>
              <a:off x="3731158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rc2067"/>
            <p:cNvSpPr/>
            <p:nvPr/>
          </p:nvSpPr>
          <p:spPr>
            <a:xfrm>
              <a:off x="3731158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rc2068"/>
            <p:cNvSpPr/>
            <p:nvPr/>
          </p:nvSpPr>
          <p:spPr>
            <a:xfrm>
              <a:off x="3786391" y="7044270"/>
              <a:ext cx="55232" cy="106071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rc2069"/>
            <p:cNvSpPr/>
            <p:nvPr/>
          </p:nvSpPr>
          <p:spPr>
            <a:xfrm>
              <a:off x="3786391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rc2070"/>
            <p:cNvSpPr/>
            <p:nvPr/>
          </p:nvSpPr>
          <p:spPr>
            <a:xfrm>
              <a:off x="378639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rc2071"/>
            <p:cNvSpPr/>
            <p:nvPr/>
          </p:nvSpPr>
          <p:spPr>
            <a:xfrm>
              <a:off x="378639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rc2072"/>
            <p:cNvSpPr/>
            <p:nvPr/>
          </p:nvSpPr>
          <p:spPr>
            <a:xfrm>
              <a:off x="3786391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rc2073"/>
            <p:cNvSpPr/>
            <p:nvPr/>
          </p:nvSpPr>
          <p:spPr>
            <a:xfrm>
              <a:off x="3786391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rc2074"/>
            <p:cNvSpPr/>
            <p:nvPr/>
          </p:nvSpPr>
          <p:spPr>
            <a:xfrm>
              <a:off x="378639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rc2075"/>
            <p:cNvSpPr/>
            <p:nvPr/>
          </p:nvSpPr>
          <p:spPr>
            <a:xfrm>
              <a:off x="378639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rc2076"/>
            <p:cNvSpPr/>
            <p:nvPr/>
          </p:nvSpPr>
          <p:spPr>
            <a:xfrm>
              <a:off x="378639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rc2077"/>
            <p:cNvSpPr/>
            <p:nvPr/>
          </p:nvSpPr>
          <p:spPr>
            <a:xfrm>
              <a:off x="3786391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rc2078"/>
            <p:cNvSpPr/>
            <p:nvPr/>
          </p:nvSpPr>
          <p:spPr>
            <a:xfrm>
              <a:off x="378639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rc2079"/>
            <p:cNvSpPr/>
            <p:nvPr/>
          </p:nvSpPr>
          <p:spPr>
            <a:xfrm>
              <a:off x="378639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rc2080"/>
            <p:cNvSpPr/>
            <p:nvPr/>
          </p:nvSpPr>
          <p:spPr>
            <a:xfrm>
              <a:off x="3841623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rc2081"/>
            <p:cNvSpPr/>
            <p:nvPr/>
          </p:nvSpPr>
          <p:spPr>
            <a:xfrm>
              <a:off x="3841623" y="7150342"/>
              <a:ext cx="55232" cy="106071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rc2082"/>
            <p:cNvSpPr/>
            <p:nvPr/>
          </p:nvSpPr>
          <p:spPr>
            <a:xfrm>
              <a:off x="384162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rc2083"/>
            <p:cNvSpPr/>
            <p:nvPr/>
          </p:nvSpPr>
          <p:spPr>
            <a:xfrm>
              <a:off x="384162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rc2084"/>
            <p:cNvSpPr/>
            <p:nvPr/>
          </p:nvSpPr>
          <p:spPr>
            <a:xfrm>
              <a:off x="3841623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rc2085"/>
            <p:cNvSpPr/>
            <p:nvPr/>
          </p:nvSpPr>
          <p:spPr>
            <a:xfrm>
              <a:off x="384162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rc2086"/>
            <p:cNvSpPr/>
            <p:nvPr/>
          </p:nvSpPr>
          <p:spPr>
            <a:xfrm>
              <a:off x="384162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rc2087"/>
            <p:cNvSpPr/>
            <p:nvPr/>
          </p:nvSpPr>
          <p:spPr>
            <a:xfrm>
              <a:off x="384162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rc2088"/>
            <p:cNvSpPr/>
            <p:nvPr/>
          </p:nvSpPr>
          <p:spPr>
            <a:xfrm>
              <a:off x="384162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rc2089"/>
            <p:cNvSpPr/>
            <p:nvPr/>
          </p:nvSpPr>
          <p:spPr>
            <a:xfrm>
              <a:off x="3841623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rc2090"/>
            <p:cNvSpPr/>
            <p:nvPr/>
          </p:nvSpPr>
          <p:spPr>
            <a:xfrm>
              <a:off x="3841623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rc2091"/>
            <p:cNvSpPr/>
            <p:nvPr/>
          </p:nvSpPr>
          <p:spPr>
            <a:xfrm>
              <a:off x="384162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rc2092"/>
            <p:cNvSpPr/>
            <p:nvPr/>
          </p:nvSpPr>
          <p:spPr>
            <a:xfrm>
              <a:off x="3896855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rc2093"/>
            <p:cNvSpPr/>
            <p:nvPr/>
          </p:nvSpPr>
          <p:spPr>
            <a:xfrm>
              <a:off x="3896855" y="7150342"/>
              <a:ext cx="55232" cy="106071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rc2094"/>
            <p:cNvSpPr/>
            <p:nvPr/>
          </p:nvSpPr>
          <p:spPr>
            <a:xfrm>
              <a:off x="3896855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rc2095"/>
            <p:cNvSpPr/>
            <p:nvPr/>
          </p:nvSpPr>
          <p:spPr>
            <a:xfrm>
              <a:off x="3896855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rc2096"/>
            <p:cNvSpPr/>
            <p:nvPr/>
          </p:nvSpPr>
          <p:spPr>
            <a:xfrm>
              <a:off x="3896855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rc2097"/>
            <p:cNvSpPr/>
            <p:nvPr/>
          </p:nvSpPr>
          <p:spPr>
            <a:xfrm>
              <a:off x="3896855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rc2098"/>
            <p:cNvSpPr/>
            <p:nvPr/>
          </p:nvSpPr>
          <p:spPr>
            <a:xfrm>
              <a:off x="3896855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rc2099"/>
            <p:cNvSpPr/>
            <p:nvPr/>
          </p:nvSpPr>
          <p:spPr>
            <a:xfrm>
              <a:off x="3896855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rc2100"/>
            <p:cNvSpPr/>
            <p:nvPr/>
          </p:nvSpPr>
          <p:spPr>
            <a:xfrm>
              <a:off x="3896855" y="7892842"/>
              <a:ext cx="55232" cy="106071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rc2101"/>
            <p:cNvSpPr/>
            <p:nvPr/>
          </p:nvSpPr>
          <p:spPr>
            <a:xfrm>
              <a:off x="3896855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rc2102"/>
            <p:cNvSpPr/>
            <p:nvPr/>
          </p:nvSpPr>
          <p:spPr>
            <a:xfrm>
              <a:off x="3896855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rc2103"/>
            <p:cNvSpPr/>
            <p:nvPr/>
          </p:nvSpPr>
          <p:spPr>
            <a:xfrm>
              <a:off x="3896855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rc2104"/>
            <p:cNvSpPr/>
            <p:nvPr/>
          </p:nvSpPr>
          <p:spPr>
            <a:xfrm>
              <a:off x="3952088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rc2105"/>
            <p:cNvSpPr/>
            <p:nvPr/>
          </p:nvSpPr>
          <p:spPr>
            <a:xfrm>
              <a:off x="3952088" y="7150342"/>
              <a:ext cx="55232" cy="106071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rc2106"/>
            <p:cNvSpPr/>
            <p:nvPr/>
          </p:nvSpPr>
          <p:spPr>
            <a:xfrm>
              <a:off x="3952088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rc2107"/>
            <p:cNvSpPr/>
            <p:nvPr/>
          </p:nvSpPr>
          <p:spPr>
            <a:xfrm>
              <a:off x="3952088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rc2108"/>
            <p:cNvSpPr/>
            <p:nvPr/>
          </p:nvSpPr>
          <p:spPr>
            <a:xfrm>
              <a:off x="3952088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rc2109"/>
            <p:cNvSpPr/>
            <p:nvPr/>
          </p:nvSpPr>
          <p:spPr>
            <a:xfrm>
              <a:off x="3952088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rc2110"/>
            <p:cNvSpPr/>
            <p:nvPr/>
          </p:nvSpPr>
          <p:spPr>
            <a:xfrm>
              <a:off x="3952088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rc2111"/>
            <p:cNvSpPr/>
            <p:nvPr/>
          </p:nvSpPr>
          <p:spPr>
            <a:xfrm>
              <a:off x="3952088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rc2112"/>
            <p:cNvSpPr/>
            <p:nvPr/>
          </p:nvSpPr>
          <p:spPr>
            <a:xfrm>
              <a:off x="3952088" y="7892842"/>
              <a:ext cx="55232" cy="106071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rc2113"/>
            <p:cNvSpPr/>
            <p:nvPr/>
          </p:nvSpPr>
          <p:spPr>
            <a:xfrm>
              <a:off x="3952088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rc2114"/>
            <p:cNvSpPr/>
            <p:nvPr/>
          </p:nvSpPr>
          <p:spPr>
            <a:xfrm>
              <a:off x="3952088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rc2115"/>
            <p:cNvSpPr/>
            <p:nvPr/>
          </p:nvSpPr>
          <p:spPr>
            <a:xfrm>
              <a:off x="3952088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rc2116"/>
            <p:cNvSpPr/>
            <p:nvPr/>
          </p:nvSpPr>
          <p:spPr>
            <a:xfrm>
              <a:off x="4007320" y="7044270"/>
              <a:ext cx="55232" cy="106071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rc2117"/>
            <p:cNvSpPr/>
            <p:nvPr/>
          </p:nvSpPr>
          <p:spPr>
            <a:xfrm>
              <a:off x="4007320" y="7150342"/>
              <a:ext cx="55232" cy="106071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rc2118"/>
            <p:cNvSpPr/>
            <p:nvPr/>
          </p:nvSpPr>
          <p:spPr>
            <a:xfrm>
              <a:off x="400732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rc2119"/>
            <p:cNvSpPr/>
            <p:nvPr/>
          </p:nvSpPr>
          <p:spPr>
            <a:xfrm>
              <a:off x="400732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rc2120"/>
            <p:cNvSpPr/>
            <p:nvPr/>
          </p:nvSpPr>
          <p:spPr>
            <a:xfrm>
              <a:off x="400732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rc2121"/>
            <p:cNvSpPr/>
            <p:nvPr/>
          </p:nvSpPr>
          <p:spPr>
            <a:xfrm>
              <a:off x="400732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rc2122"/>
            <p:cNvSpPr/>
            <p:nvPr/>
          </p:nvSpPr>
          <p:spPr>
            <a:xfrm>
              <a:off x="400732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rc2123"/>
            <p:cNvSpPr/>
            <p:nvPr/>
          </p:nvSpPr>
          <p:spPr>
            <a:xfrm>
              <a:off x="400732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rc2124"/>
            <p:cNvSpPr/>
            <p:nvPr/>
          </p:nvSpPr>
          <p:spPr>
            <a:xfrm>
              <a:off x="400732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rc2125"/>
            <p:cNvSpPr/>
            <p:nvPr/>
          </p:nvSpPr>
          <p:spPr>
            <a:xfrm>
              <a:off x="400732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rc2126"/>
            <p:cNvSpPr/>
            <p:nvPr/>
          </p:nvSpPr>
          <p:spPr>
            <a:xfrm>
              <a:off x="400732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rc2127"/>
            <p:cNvSpPr/>
            <p:nvPr/>
          </p:nvSpPr>
          <p:spPr>
            <a:xfrm>
              <a:off x="400732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rc2128"/>
            <p:cNvSpPr/>
            <p:nvPr/>
          </p:nvSpPr>
          <p:spPr>
            <a:xfrm>
              <a:off x="4062553" y="7044270"/>
              <a:ext cx="55232" cy="106071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rc2129"/>
            <p:cNvSpPr/>
            <p:nvPr/>
          </p:nvSpPr>
          <p:spPr>
            <a:xfrm>
              <a:off x="4062553" y="7150342"/>
              <a:ext cx="55232" cy="106071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rc2130"/>
            <p:cNvSpPr/>
            <p:nvPr/>
          </p:nvSpPr>
          <p:spPr>
            <a:xfrm>
              <a:off x="406255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rc2131"/>
            <p:cNvSpPr/>
            <p:nvPr/>
          </p:nvSpPr>
          <p:spPr>
            <a:xfrm>
              <a:off x="406255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rc2132"/>
            <p:cNvSpPr/>
            <p:nvPr/>
          </p:nvSpPr>
          <p:spPr>
            <a:xfrm>
              <a:off x="4062553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rc2133"/>
            <p:cNvSpPr/>
            <p:nvPr/>
          </p:nvSpPr>
          <p:spPr>
            <a:xfrm>
              <a:off x="406255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rc2134"/>
            <p:cNvSpPr/>
            <p:nvPr/>
          </p:nvSpPr>
          <p:spPr>
            <a:xfrm>
              <a:off x="406255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rc2135"/>
            <p:cNvSpPr/>
            <p:nvPr/>
          </p:nvSpPr>
          <p:spPr>
            <a:xfrm>
              <a:off x="406255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rc2136"/>
            <p:cNvSpPr/>
            <p:nvPr/>
          </p:nvSpPr>
          <p:spPr>
            <a:xfrm>
              <a:off x="406255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rc2137"/>
            <p:cNvSpPr/>
            <p:nvPr/>
          </p:nvSpPr>
          <p:spPr>
            <a:xfrm>
              <a:off x="4062553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rc2138"/>
            <p:cNvSpPr/>
            <p:nvPr/>
          </p:nvSpPr>
          <p:spPr>
            <a:xfrm>
              <a:off x="4062553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rc2139"/>
            <p:cNvSpPr/>
            <p:nvPr/>
          </p:nvSpPr>
          <p:spPr>
            <a:xfrm>
              <a:off x="406255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rc2140"/>
            <p:cNvSpPr/>
            <p:nvPr/>
          </p:nvSpPr>
          <p:spPr>
            <a:xfrm>
              <a:off x="4117785" y="7044270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rc2141"/>
            <p:cNvSpPr/>
            <p:nvPr/>
          </p:nvSpPr>
          <p:spPr>
            <a:xfrm>
              <a:off x="4117785" y="7150342"/>
              <a:ext cx="55232" cy="106071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rc2142"/>
            <p:cNvSpPr/>
            <p:nvPr/>
          </p:nvSpPr>
          <p:spPr>
            <a:xfrm>
              <a:off x="4117785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rc2143"/>
            <p:cNvSpPr/>
            <p:nvPr/>
          </p:nvSpPr>
          <p:spPr>
            <a:xfrm>
              <a:off x="4117785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rc2144"/>
            <p:cNvSpPr/>
            <p:nvPr/>
          </p:nvSpPr>
          <p:spPr>
            <a:xfrm>
              <a:off x="4117785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rc2145"/>
            <p:cNvSpPr/>
            <p:nvPr/>
          </p:nvSpPr>
          <p:spPr>
            <a:xfrm>
              <a:off x="4117785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rc2146"/>
            <p:cNvSpPr/>
            <p:nvPr/>
          </p:nvSpPr>
          <p:spPr>
            <a:xfrm>
              <a:off x="4117785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rc2147"/>
            <p:cNvSpPr/>
            <p:nvPr/>
          </p:nvSpPr>
          <p:spPr>
            <a:xfrm>
              <a:off x="4117785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rc2148"/>
            <p:cNvSpPr/>
            <p:nvPr/>
          </p:nvSpPr>
          <p:spPr>
            <a:xfrm>
              <a:off x="4117785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rc2149"/>
            <p:cNvSpPr/>
            <p:nvPr/>
          </p:nvSpPr>
          <p:spPr>
            <a:xfrm>
              <a:off x="4117785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rc2150"/>
            <p:cNvSpPr/>
            <p:nvPr/>
          </p:nvSpPr>
          <p:spPr>
            <a:xfrm>
              <a:off x="4117785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rc2151"/>
            <p:cNvSpPr/>
            <p:nvPr/>
          </p:nvSpPr>
          <p:spPr>
            <a:xfrm>
              <a:off x="4117785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rc2152"/>
            <p:cNvSpPr/>
            <p:nvPr/>
          </p:nvSpPr>
          <p:spPr>
            <a:xfrm>
              <a:off x="4173017" y="7044270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rc2153"/>
            <p:cNvSpPr/>
            <p:nvPr/>
          </p:nvSpPr>
          <p:spPr>
            <a:xfrm>
              <a:off x="4173017" y="7150342"/>
              <a:ext cx="55232" cy="106071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rc2154"/>
            <p:cNvSpPr/>
            <p:nvPr/>
          </p:nvSpPr>
          <p:spPr>
            <a:xfrm>
              <a:off x="4173017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rc2155"/>
            <p:cNvSpPr/>
            <p:nvPr/>
          </p:nvSpPr>
          <p:spPr>
            <a:xfrm>
              <a:off x="417301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rc2156"/>
            <p:cNvSpPr/>
            <p:nvPr/>
          </p:nvSpPr>
          <p:spPr>
            <a:xfrm>
              <a:off x="4173017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rc2157"/>
            <p:cNvSpPr/>
            <p:nvPr/>
          </p:nvSpPr>
          <p:spPr>
            <a:xfrm>
              <a:off x="417301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rc2158"/>
            <p:cNvSpPr/>
            <p:nvPr/>
          </p:nvSpPr>
          <p:spPr>
            <a:xfrm>
              <a:off x="4173017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rc2159"/>
            <p:cNvSpPr/>
            <p:nvPr/>
          </p:nvSpPr>
          <p:spPr>
            <a:xfrm>
              <a:off x="417301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rc2160"/>
            <p:cNvSpPr/>
            <p:nvPr/>
          </p:nvSpPr>
          <p:spPr>
            <a:xfrm>
              <a:off x="417301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rc2161"/>
            <p:cNvSpPr/>
            <p:nvPr/>
          </p:nvSpPr>
          <p:spPr>
            <a:xfrm>
              <a:off x="417301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rc2162"/>
            <p:cNvSpPr/>
            <p:nvPr/>
          </p:nvSpPr>
          <p:spPr>
            <a:xfrm>
              <a:off x="417301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rc2163"/>
            <p:cNvSpPr/>
            <p:nvPr/>
          </p:nvSpPr>
          <p:spPr>
            <a:xfrm>
              <a:off x="4173017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rc2164"/>
            <p:cNvSpPr/>
            <p:nvPr/>
          </p:nvSpPr>
          <p:spPr>
            <a:xfrm>
              <a:off x="4228250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rc2165"/>
            <p:cNvSpPr/>
            <p:nvPr/>
          </p:nvSpPr>
          <p:spPr>
            <a:xfrm>
              <a:off x="4228250" y="7150342"/>
              <a:ext cx="55232" cy="106071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rc2166"/>
            <p:cNvSpPr/>
            <p:nvPr/>
          </p:nvSpPr>
          <p:spPr>
            <a:xfrm>
              <a:off x="422825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rc2167"/>
            <p:cNvSpPr/>
            <p:nvPr/>
          </p:nvSpPr>
          <p:spPr>
            <a:xfrm>
              <a:off x="422825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rc2168"/>
            <p:cNvSpPr/>
            <p:nvPr/>
          </p:nvSpPr>
          <p:spPr>
            <a:xfrm>
              <a:off x="422825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rc2169"/>
            <p:cNvSpPr/>
            <p:nvPr/>
          </p:nvSpPr>
          <p:spPr>
            <a:xfrm>
              <a:off x="422825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rc2170"/>
            <p:cNvSpPr/>
            <p:nvPr/>
          </p:nvSpPr>
          <p:spPr>
            <a:xfrm>
              <a:off x="422825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rc2171"/>
            <p:cNvSpPr/>
            <p:nvPr/>
          </p:nvSpPr>
          <p:spPr>
            <a:xfrm>
              <a:off x="422825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rc2172"/>
            <p:cNvSpPr/>
            <p:nvPr/>
          </p:nvSpPr>
          <p:spPr>
            <a:xfrm>
              <a:off x="422825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rc2173"/>
            <p:cNvSpPr/>
            <p:nvPr/>
          </p:nvSpPr>
          <p:spPr>
            <a:xfrm>
              <a:off x="422825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rc2174"/>
            <p:cNvSpPr/>
            <p:nvPr/>
          </p:nvSpPr>
          <p:spPr>
            <a:xfrm>
              <a:off x="422825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rc2175"/>
            <p:cNvSpPr/>
            <p:nvPr/>
          </p:nvSpPr>
          <p:spPr>
            <a:xfrm>
              <a:off x="422825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rc2176"/>
            <p:cNvSpPr/>
            <p:nvPr/>
          </p:nvSpPr>
          <p:spPr>
            <a:xfrm>
              <a:off x="4283482" y="7044270"/>
              <a:ext cx="55232" cy="106071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rc2177"/>
            <p:cNvSpPr/>
            <p:nvPr/>
          </p:nvSpPr>
          <p:spPr>
            <a:xfrm>
              <a:off x="4283482" y="7150342"/>
              <a:ext cx="55232" cy="106071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rc2178"/>
            <p:cNvSpPr/>
            <p:nvPr/>
          </p:nvSpPr>
          <p:spPr>
            <a:xfrm>
              <a:off x="4283482" y="7256413"/>
              <a:ext cx="55232" cy="106071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rc2179"/>
            <p:cNvSpPr/>
            <p:nvPr/>
          </p:nvSpPr>
          <p:spPr>
            <a:xfrm>
              <a:off x="428348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rc2180"/>
            <p:cNvSpPr/>
            <p:nvPr/>
          </p:nvSpPr>
          <p:spPr>
            <a:xfrm>
              <a:off x="4283482" y="7468556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rc2181"/>
            <p:cNvSpPr/>
            <p:nvPr/>
          </p:nvSpPr>
          <p:spPr>
            <a:xfrm>
              <a:off x="428348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rc2182"/>
            <p:cNvSpPr/>
            <p:nvPr/>
          </p:nvSpPr>
          <p:spPr>
            <a:xfrm>
              <a:off x="4283482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rc2183"/>
            <p:cNvSpPr/>
            <p:nvPr/>
          </p:nvSpPr>
          <p:spPr>
            <a:xfrm>
              <a:off x="428348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rc2184"/>
            <p:cNvSpPr/>
            <p:nvPr/>
          </p:nvSpPr>
          <p:spPr>
            <a:xfrm>
              <a:off x="4283482" y="7892842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rc2185"/>
            <p:cNvSpPr/>
            <p:nvPr/>
          </p:nvSpPr>
          <p:spPr>
            <a:xfrm>
              <a:off x="4283482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rc2186"/>
            <p:cNvSpPr/>
            <p:nvPr/>
          </p:nvSpPr>
          <p:spPr>
            <a:xfrm>
              <a:off x="4283482" y="8104985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rc2187"/>
            <p:cNvSpPr/>
            <p:nvPr/>
          </p:nvSpPr>
          <p:spPr>
            <a:xfrm>
              <a:off x="4283482" y="8211057"/>
              <a:ext cx="55232" cy="106071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rc2188"/>
            <p:cNvSpPr/>
            <p:nvPr/>
          </p:nvSpPr>
          <p:spPr>
            <a:xfrm>
              <a:off x="4338714" y="7044270"/>
              <a:ext cx="55232" cy="106071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rc2189"/>
            <p:cNvSpPr/>
            <p:nvPr/>
          </p:nvSpPr>
          <p:spPr>
            <a:xfrm>
              <a:off x="4338714" y="7150342"/>
              <a:ext cx="55232" cy="106071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rc2190"/>
            <p:cNvSpPr/>
            <p:nvPr/>
          </p:nvSpPr>
          <p:spPr>
            <a:xfrm>
              <a:off x="433871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rc2191"/>
            <p:cNvSpPr/>
            <p:nvPr/>
          </p:nvSpPr>
          <p:spPr>
            <a:xfrm>
              <a:off x="433871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rc2192"/>
            <p:cNvSpPr/>
            <p:nvPr/>
          </p:nvSpPr>
          <p:spPr>
            <a:xfrm>
              <a:off x="4338714" y="7468556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rc2193"/>
            <p:cNvSpPr/>
            <p:nvPr/>
          </p:nvSpPr>
          <p:spPr>
            <a:xfrm>
              <a:off x="433871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rc2194"/>
            <p:cNvSpPr/>
            <p:nvPr/>
          </p:nvSpPr>
          <p:spPr>
            <a:xfrm>
              <a:off x="433871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rc2195"/>
            <p:cNvSpPr/>
            <p:nvPr/>
          </p:nvSpPr>
          <p:spPr>
            <a:xfrm>
              <a:off x="433871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rc2196"/>
            <p:cNvSpPr/>
            <p:nvPr/>
          </p:nvSpPr>
          <p:spPr>
            <a:xfrm>
              <a:off x="433871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rc2197"/>
            <p:cNvSpPr/>
            <p:nvPr/>
          </p:nvSpPr>
          <p:spPr>
            <a:xfrm>
              <a:off x="4338714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rc2198"/>
            <p:cNvSpPr/>
            <p:nvPr/>
          </p:nvSpPr>
          <p:spPr>
            <a:xfrm>
              <a:off x="433871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rc2199"/>
            <p:cNvSpPr/>
            <p:nvPr/>
          </p:nvSpPr>
          <p:spPr>
            <a:xfrm>
              <a:off x="4338714" y="8211057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rc2200"/>
            <p:cNvSpPr/>
            <p:nvPr/>
          </p:nvSpPr>
          <p:spPr>
            <a:xfrm>
              <a:off x="4393947" y="7044270"/>
              <a:ext cx="55232" cy="106071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rc2201"/>
            <p:cNvSpPr/>
            <p:nvPr/>
          </p:nvSpPr>
          <p:spPr>
            <a:xfrm>
              <a:off x="4393947" y="7150342"/>
              <a:ext cx="55232" cy="106071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rc2202"/>
            <p:cNvSpPr/>
            <p:nvPr/>
          </p:nvSpPr>
          <p:spPr>
            <a:xfrm>
              <a:off x="4393947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rc2203"/>
            <p:cNvSpPr/>
            <p:nvPr/>
          </p:nvSpPr>
          <p:spPr>
            <a:xfrm>
              <a:off x="439394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rc2204"/>
            <p:cNvSpPr/>
            <p:nvPr/>
          </p:nvSpPr>
          <p:spPr>
            <a:xfrm>
              <a:off x="4393947" y="7468556"/>
              <a:ext cx="55232" cy="106071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rc2205"/>
            <p:cNvSpPr/>
            <p:nvPr/>
          </p:nvSpPr>
          <p:spPr>
            <a:xfrm>
              <a:off x="439394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rc2206"/>
            <p:cNvSpPr/>
            <p:nvPr/>
          </p:nvSpPr>
          <p:spPr>
            <a:xfrm>
              <a:off x="4393947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rc2207"/>
            <p:cNvSpPr/>
            <p:nvPr/>
          </p:nvSpPr>
          <p:spPr>
            <a:xfrm>
              <a:off x="439394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rc2208"/>
            <p:cNvSpPr/>
            <p:nvPr/>
          </p:nvSpPr>
          <p:spPr>
            <a:xfrm>
              <a:off x="439394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rc2209"/>
            <p:cNvSpPr/>
            <p:nvPr/>
          </p:nvSpPr>
          <p:spPr>
            <a:xfrm>
              <a:off x="439394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rc2210"/>
            <p:cNvSpPr/>
            <p:nvPr/>
          </p:nvSpPr>
          <p:spPr>
            <a:xfrm>
              <a:off x="439394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rc2211"/>
            <p:cNvSpPr/>
            <p:nvPr/>
          </p:nvSpPr>
          <p:spPr>
            <a:xfrm>
              <a:off x="4393947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rc2212"/>
            <p:cNvSpPr/>
            <p:nvPr/>
          </p:nvSpPr>
          <p:spPr>
            <a:xfrm>
              <a:off x="4449179" y="7044270"/>
              <a:ext cx="55232" cy="106071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rc2213"/>
            <p:cNvSpPr/>
            <p:nvPr/>
          </p:nvSpPr>
          <p:spPr>
            <a:xfrm>
              <a:off x="4449179" y="7150342"/>
              <a:ext cx="55232" cy="106071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rc2214"/>
            <p:cNvSpPr/>
            <p:nvPr/>
          </p:nvSpPr>
          <p:spPr>
            <a:xfrm>
              <a:off x="4449179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rc2215"/>
            <p:cNvSpPr/>
            <p:nvPr/>
          </p:nvSpPr>
          <p:spPr>
            <a:xfrm>
              <a:off x="444917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rc2216"/>
            <p:cNvSpPr/>
            <p:nvPr/>
          </p:nvSpPr>
          <p:spPr>
            <a:xfrm>
              <a:off x="4449179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rc2217"/>
            <p:cNvSpPr/>
            <p:nvPr/>
          </p:nvSpPr>
          <p:spPr>
            <a:xfrm>
              <a:off x="444917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rc2218"/>
            <p:cNvSpPr/>
            <p:nvPr/>
          </p:nvSpPr>
          <p:spPr>
            <a:xfrm>
              <a:off x="4449179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rc2219"/>
            <p:cNvSpPr/>
            <p:nvPr/>
          </p:nvSpPr>
          <p:spPr>
            <a:xfrm>
              <a:off x="444917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rc2220"/>
            <p:cNvSpPr/>
            <p:nvPr/>
          </p:nvSpPr>
          <p:spPr>
            <a:xfrm>
              <a:off x="444917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rc2221"/>
            <p:cNvSpPr/>
            <p:nvPr/>
          </p:nvSpPr>
          <p:spPr>
            <a:xfrm>
              <a:off x="4449179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rc2222"/>
            <p:cNvSpPr/>
            <p:nvPr/>
          </p:nvSpPr>
          <p:spPr>
            <a:xfrm>
              <a:off x="4449179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rc2223"/>
            <p:cNvSpPr/>
            <p:nvPr/>
          </p:nvSpPr>
          <p:spPr>
            <a:xfrm>
              <a:off x="4449179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rc2224"/>
            <p:cNvSpPr/>
            <p:nvPr/>
          </p:nvSpPr>
          <p:spPr>
            <a:xfrm>
              <a:off x="4504411" y="7044270"/>
              <a:ext cx="55232" cy="106071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rc2225"/>
            <p:cNvSpPr/>
            <p:nvPr/>
          </p:nvSpPr>
          <p:spPr>
            <a:xfrm>
              <a:off x="4504411" y="7150342"/>
              <a:ext cx="55232" cy="106071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rc2226"/>
            <p:cNvSpPr/>
            <p:nvPr/>
          </p:nvSpPr>
          <p:spPr>
            <a:xfrm>
              <a:off x="450441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rc2227"/>
            <p:cNvSpPr/>
            <p:nvPr/>
          </p:nvSpPr>
          <p:spPr>
            <a:xfrm>
              <a:off x="450441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rc2228"/>
            <p:cNvSpPr/>
            <p:nvPr/>
          </p:nvSpPr>
          <p:spPr>
            <a:xfrm>
              <a:off x="4504411" y="7468556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rc2229"/>
            <p:cNvSpPr/>
            <p:nvPr/>
          </p:nvSpPr>
          <p:spPr>
            <a:xfrm>
              <a:off x="4504411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rc2230"/>
            <p:cNvSpPr/>
            <p:nvPr/>
          </p:nvSpPr>
          <p:spPr>
            <a:xfrm>
              <a:off x="450441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rc2231"/>
            <p:cNvSpPr/>
            <p:nvPr/>
          </p:nvSpPr>
          <p:spPr>
            <a:xfrm>
              <a:off x="450441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rc2232"/>
            <p:cNvSpPr/>
            <p:nvPr/>
          </p:nvSpPr>
          <p:spPr>
            <a:xfrm>
              <a:off x="450441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rc2233"/>
            <p:cNvSpPr/>
            <p:nvPr/>
          </p:nvSpPr>
          <p:spPr>
            <a:xfrm>
              <a:off x="4504411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rc2234"/>
            <p:cNvSpPr/>
            <p:nvPr/>
          </p:nvSpPr>
          <p:spPr>
            <a:xfrm>
              <a:off x="450441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rc2235"/>
            <p:cNvSpPr/>
            <p:nvPr/>
          </p:nvSpPr>
          <p:spPr>
            <a:xfrm>
              <a:off x="450441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rc2236"/>
            <p:cNvSpPr/>
            <p:nvPr/>
          </p:nvSpPr>
          <p:spPr>
            <a:xfrm>
              <a:off x="4559644" y="7044270"/>
              <a:ext cx="55232" cy="106071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rc2237"/>
            <p:cNvSpPr/>
            <p:nvPr/>
          </p:nvSpPr>
          <p:spPr>
            <a:xfrm>
              <a:off x="4559644" y="7150342"/>
              <a:ext cx="55232" cy="106071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rc2238"/>
            <p:cNvSpPr/>
            <p:nvPr/>
          </p:nvSpPr>
          <p:spPr>
            <a:xfrm>
              <a:off x="455964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rc2239"/>
            <p:cNvSpPr/>
            <p:nvPr/>
          </p:nvSpPr>
          <p:spPr>
            <a:xfrm>
              <a:off x="455964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rc2240"/>
            <p:cNvSpPr/>
            <p:nvPr/>
          </p:nvSpPr>
          <p:spPr>
            <a:xfrm>
              <a:off x="4559644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rc2241"/>
            <p:cNvSpPr/>
            <p:nvPr/>
          </p:nvSpPr>
          <p:spPr>
            <a:xfrm>
              <a:off x="455964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rc2242"/>
            <p:cNvSpPr/>
            <p:nvPr/>
          </p:nvSpPr>
          <p:spPr>
            <a:xfrm>
              <a:off x="455964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rc2243"/>
            <p:cNvSpPr/>
            <p:nvPr/>
          </p:nvSpPr>
          <p:spPr>
            <a:xfrm>
              <a:off x="455964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rc2244"/>
            <p:cNvSpPr/>
            <p:nvPr/>
          </p:nvSpPr>
          <p:spPr>
            <a:xfrm>
              <a:off x="4559644" y="7892842"/>
              <a:ext cx="55232" cy="106071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rc2245"/>
            <p:cNvSpPr/>
            <p:nvPr/>
          </p:nvSpPr>
          <p:spPr>
            <a:xfrm>
              <a:off x="4559644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rc2246"/>
            <p:cNvSpPr/>
            <p:nvPr/>
          </p:nvSpPr>
          <p:spPr>
            <a:xfrm>
              <a:off x="455964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rc2247"/>
            <p:cNvSpPr/>
            <p:nvPr/>
          </p:nvSpPr>
          <p:spPr>
            <a:xfrm>
              <a:off x="455964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rc2248"/>
            <p:cNvSpPr/>
            <p:nvPr/>
          </p:nvSpPr>
          <p:spPr>
            <a:xfrm>
              <a:off x="4614876" y="7044270"/>
              <a:ext cx="55232" cy="106071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rc2249"/>
            <p:cNvSpPr/>
            <p:nvPr/>
          </p:nvSpPr>
          <p:spPr>
            <a:xfrm>
              <a:off x="4614876" y="7150342"/>
              <a:ext cx="55232" cy="106071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rc2250"/>
            <p:cNvSpPr/>
            <p:nvPr/>
          </p:nvSpPr>
          <p:spPr>
            <a:xfrm>
              <a:off x="4614876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rc2251"/>
            <p:cNvSpPr/>
            <p:nvPr/>
          </p:nvSpPr>
          <p:spPr>
            <a:xfrm>
              <a:off x="4614876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rc2252"/>
            <p:cNvSpPr/>
            <p:nvPr/>
          </p:nvSpPr>
          <p:spPr>
            <a:xfrm>
              <a:off x="4614876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rc2253"/>
            <p:cNvSpPr/>
            <p:nvPr/>
          </p:nvSpPr>
          <p:spPr>
            <a:xfrm>
              <a:off x="4614876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rc2254"/>
            <p:cNvSpPr/>
            <p:nvPr/>
          </p:nvSpPr>
          <p:spPr>
            <a:xfrm>
              <a:off x="461487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rc2255"/>
            <p:cNvSpPr/>
            <p:nvPr/>
          </p:nvSpPr>
          <p:spPr>
            <a:xfrm>
              <a:off x="461487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rc2256"/>
            <p:cNvSpPr/>
            <p:nvPr/>
          </p:nvSpPr>
          <p:spPr>
            <a:xfrm>
              <a:off x="461487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rc2257"/>
            <p:cNvSpPr/>
            <p:nvPr/>
          </p:nvSpPr>
          <p:spPr>
            <a:xfrm>
              <a:off x="4614876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rc2258"/>
            <p:cNvSpPr/>
            <p:nvPr/>
          </p:nvSpPr>
          <p:spPr>
            <a:xfrm>
              <a:off x="4614876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rc2259"/>
            <p:cNvSpPr/>
            <p:nvPr/>
          </p:nvSpPr>
          <p:spPr>
            <a:xfrm>
              <a:off x="4614876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rc2260"/>
            <p:cNvSpPr/>
            <p:nvPr/>
          </p:nvSpPr>
          <p:spPr>
            <a:xfrm>
              <a:off x="4670108" y="7044270"/>
              <a:ext cx="55232" cy="106071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rc2261"/>
            <p:cNvSpPr/>
            <p:nvPr/>
          </p:nvSpPr>
          <p:spPr>
            <a:xfrm>
              <a:off x="4670108" y="7150342"/>
              <a:ext cx="55232" cy="106071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rc2262"/>
            <p:cNvSpPr/>
            <p:nvPr/>
          </p:nvSpPr>
          <p:spPr>
            <a:xfrm>
              <a:off x="4670108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rc2263"/>
            <p:cNvSpPr/>
            <p:nvPr/>
          </p:nvSpPr>
          <p:spPr>
            <a:xfrm>
              <a:off x="4670108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rc2264"/>
            <p:cNvSpPr/>
            <p:nvPr/>
          </p:nvSpPr>
          <p:spPr>
            <a:xfrm>
              <a:off x="4670108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rc2265"/>
            <p:cNvSpPr/>
            <p:nvPr/>
          </p:nvSpPr>
          <p:spPr>
            <a:xfrm>
              <a:off x="4670108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rc2266"/>
            <p:cNvSpPr/>
            <p:nvPr/>
          </p:nvSpPr>
          <p:spPr>
            <a:xfrm>
              <a:off x="4670108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rc2267"/>
            <p:cNvSpPr/>
            <p:nvPr/>
          </p:nvSpPr>
          <p:spPr>
            <a:xfrm>
              <a:off x="4670108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rc2268"/>
            <p:cNvSpPr/>
            <p:nvPr/>
          </p:nvSpPr>
          <p:spPr>
            <a:xfrm>
              <a:off x="4670108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rc2269"/>
            <p:cNvSpPr/>
            <p:nvPr/>
          </p:nvSpPr>
          <p:spPr>
            <a:xfrm>
              <a:off x="4670108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rc2270"/>
            <p:cNvSpPr/>
            <p:nvPr/>
          </p:nvSpPr>
          <p:spPr>
            <a:xfrm>
              <a:off x="4670108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rc2271"/>
            <p:cNvSpPr/>
            <p:nvPr/>
          </p:nvSpPr>
          <p:spPr>
            <a:xfrm>
              <a:off x="4670108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rc2272"/>
            <p:cNvSpPr/>
            <p:nvPr/>
          </p:nvSpPr>
          <p:spPr>
            <a:xfrm>
              <a:off x="4725341" y="7044270"/>
              <a:ext cx="55232" cy="106071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rc2273"/>
            <p:cNvSpPr/>
            <p:nvPr/>
          </p:nvSpPr>
          <p:spPr>
            <a:xfrm>
              <a:off x="4725341" y="7150342"/>
              <a:ext cx="55232" cy="106071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rc2274"/>
            <p:cNvSpPr/>
            <p:nvPr/>
          </p:nvSpPr>
          <p:spPr>
            <a:xfrm>
              <a:off x="472534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rc2275"/>
            <p:cNvSpPr/>
            <p:nvPr/>
          </p:nvSpPr>
          <p:spPr>
            <a:xfrm>
              <a:off x="472534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rc2276"/>
            <p:cNvSpPr/>
            <p:nvPr/>
          </p:nvSpPr>
          <p:spPr>
            <a:xfrm>
              <a:off x="4725341" y="7468556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rc2277"/>
            <p:cNvSpPr/>
            <p:nvPr/>
          </p:nvSpPr>
          <p:spPr>
            <a:xfrm>
              <a:off x="4725341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rc2278"/>
            <p:cNvSpPr/>
            <p:nvPr/>
          </p:nvSpPr>
          <p:spPr>
            <a:xfrm>
              <a:off x="472534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rc2279"/>
            <p:cNvSpPr/>
            <p:nvPr/>
          </p:nvSpPr>
          <p:spPr>
            <a:xfrm>
              <a:off x="472534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rc2280"/>
            <p:cNvSpPr/>
            <p:nvPr/>
          </p:nvSpPr>
          <p:spPr>
            <a:xfrm>
              <a:off x="472534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rc2281"/>
            <p:cNvSpPr/>
            <p:nvPr/>
          </p:nvSpPr>
          <p:spPr>
            <a:xfrm>
              <a:off x="4725341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rc2282"/>
            <p:cNvSpPr/>
            <p:nvPr/>
          </p:nvSpPr>
          <p:spPr>
            <a:xfrm>
              <a:off x="472534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rc2283"/>
            <p:cNvSpPr/>
            <p:nvPr/>
          </p:nvSpPr>
          <p:spPr>
            <a:xfrm>
              <a:off x="472534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rc2284"/>
            <p:cNvSpPr/>
            <p:nvPr/>
          </p:nvSpPr>
          <p:spPr>
            <a:xfrm>
              <a:off x="4780573" y="7044270"/>
              <a:ext cx="55232" cy="106071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rc2285"/>
            <p:cNvSpPr/>
            <p:nvPr/>
          </p:nvSpPr>
          <p:spPr>
            <a:xfrm>
              <a:off x="4780573" y="7150342"/>
              <a:ext cx="55232" cy="106071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rc2286"/>
            <p:cNvSpPr/>
            <p:nvPr/>
          </p:nvSpPr>
          <p:spPr>
            <a:xfrm>
              <a:off x="478057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rc2287"/>
            <p:cNvSpPr/>
            <p:nvPr/>
          </p:nvSpPr>
          <p:spPr>
            <a:xfrm>
              <a:off x="478057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rc2288"/>
            <p:cNvSpPr/>
            <p:nvPr/>
          </p:nvSpPr>
          <p:spPr>
            <a:xfrm>
              <a:off x="4780573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rc2289"/>
            <p:cNvSpPr/>
            <p:nvPr/>
          </p:nvSpPr>
          <p:spPr>
            <a:xfrm>
              <a:off x="478057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rc2290"/>
            <p:cNvSpPr/>
            <p:nvPr/>
          </p:nvSpPr>
          <p:spPr>
            <a:xfrm>
              <a:off x="478057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rc2291"/>
            <p:cNvSpPr/>
            <p:nvPr/>
          </p:nvSpPr>
          <p:spPr>
            <a:xfrm>
              <a:off x="478057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rc2292"/>
            <p:cNvSpPr/>
            <p:nvPr/>
          </p:nvSpPr>
          <p:spPr>
            <a:xfrm>
              <a:off x="478057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rc2293"/>
            <p:cNvSpPr/>
            <p:nvPr/>
          </p:nvSpPr>
          <p:spPr>
            <a:xfrm>
              <a:off x="4780573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rc2294"/>
            <p:cNvSpPr/>
            <p:nvPr/>
          </p:nvSpPr>
          <p:spPr>
            <a:xfrm>
              <a:off x="4780573" y="8104985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rc2295"/>
            <p:cNvSpPr/>
            <p:nvPr/>
          </p:nvSpPr>
          <p:spPr>
            <a:xfrm>
              <a:off x="478057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rc2296"/>
            <p:cNvSpPr/>
            <p:nvPr/>
          </p:nvSpPr>
          <p:spPr>
            <a:xfrm>
              <a:off x="4835806" y="7044270"/>
              <a:ext cx="55232" cy="106071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rc2297"/>
            <p:cNvSpPr/>
            <p:nvPr/>
          </p:nvSpPr>
          <p:spPr>
            <a:xfrm>
              <a:off x="4835806" y="7150342"/>
              <a:ext cx="55232" cy="106071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rc2298"/>
            <p:cNvSpPr/>
            <p:nvPr/>
          </p:nvSpPr>
          <p:spPr>
            <a:xfrm>
              <a:off x="4835806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rc2299"/>
            <p:cNvSpPr/>
            <p:nvPr/>
          </p:nvSpPr>
          <p:spPr>
            <a:xfrm>
              <a:off x="4835806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rc2300"/>
            <p:cNvSpPr/>
            <p:nvPr/>
          </p:nvSpPr>
          <p:spPr>
            <a:xfrm>
              <a:off x="4835806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rc2301"/>
            <p:cNvSpPr/>
            <p:nvPr/>
          </p:nvSpPr>
          <p:spPr>
            <a:xfrm>
              <a:off x="4835806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rc2302"/>
            <p:cNvSpPr/>
            <p:nvPr/>
          </p:nvSpPr>
          <p:spPr>
            <a:xfrm>
              <a:off x="483580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rc2303"/>
            <p:cNvSpPr/>
            <p:nvPr/>
          </p:nvSpPr>
          <p:spPr>
            <a:xfrm>
              <a:off x="483580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rc2304"/>
            <p:cNvSpPr/>
            <p:nvPr/>
          </p:nvSpPr>
          <p:spPr>
            <a:xfrm>
              <a:off x="483580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rc2305"/>
            <p:cNvSpPr/>
            <p:nvPr/>
          </p:nvSpPr>
          <p:spPr>
            <a:xfrm>
              <a:off x="4835806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rc2306"/>
            <p:cNvSpPr/>
            <p:nvPr/>
          </p:nvSpPr>
          <p:spPr>
            <a:xfrm>
              <a:off x="4835806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rc2307"/>
            <p:cNvSpPr/>
            <p:nvPr/>
          </p:nvSpPr>
          <p:spPr>
            <a:xfrm>
              <a:off x="4835806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rc2308"/>
            <p:cNvSpPr/>
            <p:nvPr/>
          </p:nvSpPr>
          <p:spPr>
            <a:xfrm>
              <a:off x="4891038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rc2309"/>
            <p:cNvSpPr/>
            <p:nvPr/>
          </p:nvSpPr>
          <p:spPr>
            <a:xfrm>
              <a:off x="4891038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rc2310"/>
            <p:cNvSpPr/>
            <p:nvPr/>
          </p:nvSpPr>
          <p:spPr>
            <a:xfrm>
              <a:off x="4891038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rc2311"/>
            <p:cNvSpPr/>
            <p:nvPr/>
          </p:nvSpPr>
          <p:spPr>
            <a:xfrm>
              <a:off x="4891038" y="7362485"/>
              <a:ext cx="55232" cy="106071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rc2312"/>
            <p:cNvSpPr/>
            <p:nvPr/>
          </p:nvSpPr>
          <p:spPr>
            <a:xfrm>
              <a:off x="4891038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rc2313"/>
            <p:cNvSpPr/>
            <p:nvPr/>
          </p:nvSpPr>
          <p:spPr>
            <a:xfrm>
              <a:off x="4891038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rc2314"/>
            <p:cNvSpPr/>
            <p:nvPr/>
          </p:nvSpPr>
          <p:spPr>
            <a:xfrm>
              <a:off x="4891038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rc2315"/>
            <p:cNvSpPr/>
            <p:nvPr/>
          </p:nvSpPr>
          <p:spPr>
            <a:xfrm>
              <a:off x="4891038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rc2316"/>
            <p:cNvSpPr/>
            <p:nvPr/>
          </p:nvSpPr>
          <p:spPr>
            <a:xfrm>
              <a:off x="4891038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rc2317"/>
            <p:cNvSpPr/>
            <p:nvPr/>
          </p:nvSpPr>
          <p:spPr>
            <a:xfrm>
              <a:off x="4891038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rc2318"/>
            <p:cNvSpPr/>
            <p:nvPr/>
          </p:nvSpPr>
          <p:spPr>
            <a:xfrm>
              <a:off x="4891038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rc2319"/>
            <p:cNvSpPr/>
            <p:nvPr/>
          </p:nvSpPr>
          <p:spPr>
            <a:xfrm>
              <a:off x="4891038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rc2320"/>
            <p:cNvSpPr/>
            <p:nvPr/>
          </p:nvSpPr>
          <p:spPr>
            <a:xfrm>
              <a:off x="4946270" y="7044270"/>
              <a:ext cx="55232" cy="106071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rc2321"/>
            <p:cNvSpPr/>
            <p:nvPr/>
          </p:nvSpPr>
          <p:spPr>
            <a:xfrm>
              <a:off x="4946270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rc2322"/>
            <p:cNvSpPr/>
            <p:nvPr/>
          </p:nvSpPr>
          <p:spPr>
            <a:xfrm>
              <a:off x="494627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rc2323"/>
            <p:cNvSpPr/>
            <p:nvPr/>
          </p:nvSpPr>
          <p:spPr>
            <a:xfrm>
              <a:off x="4946270" y="7362485"/>
              <a:ext cx="55232" cy="106071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rc2324"/>
            <p:cNvSpPr/>
            <p:nvPr/>
          </p:nvSpPr>
          <p:spPr>
            <a:xfrm>
              <a:off x="494627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rc2325"/>
            <p:cNvSpPr/>
            <p:nvPr/>
          </p:nvSpPr>
          <p:spPr>
            <a:xfrm>
              <a:off x="494627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rc2326"/>
            <p:cNvSpPr/>
            <p:nvPr/>
          </p:nvSpPr>
          <p:spPr>
            <a:xfrm>
              <a:off x="494627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rc2327"/>
            <p:cNvSpPr/>
            <p:nvPr/>
          </p:nvSpPr>
          <p:spPr>
            <a:xfrm>
              <a:off x="494627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rc2328"/>
            <p:cNvSpPr/>
            <p:nvPr/>
          </p:nvSpPr>
          <p:spPr>
            <a:xfrm>
              <a:off x="494627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rc2329"/>
            <p:cNvSpPr/>
            <p:nvPr/>
          </p:nvSpPr>
          <p:spPr>
            <a:xfrm>
              <a:off x="494627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rc2330"/>
            <p:cNvSpPr/>
            <p:nvPr/>
          </p:nvSpPr>
          <p:spPr>
            <a:xfrm>
              <a:off x="494627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rc2331"/>
            <p:cNvSpPr/>
            <p:nvPr/>
          </p:nvSpPr>
          <p:spPr>
            <a:xfrm>
              <a:off x="494627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rc2332"/>
            <p:cNvSpPr/>
            <p:nvPr/>
          </p:nvSpPr>
          <p:spPr>
            <a:xfrm>
              <a:off x="5001503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rc2333"/>
            <p:cNvSpPr/>
            <p:nvPr/>
          </p:nvSpPr>
          <p:spPr>
            <a:xfrm>
              <a:off x="5001503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rc2334"/>
            <p:cNvSpPr/>
            <p:nvPr/>
          </p:nvSpPr>
          <p:spPr>
            <a:xfrm>
              <a:off x="500150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rc2335"/>
            <p:cNvSpPr/>
            <p:nvPr/>
          </p:nvSpPr>
          <p:spPr>
            <a:xfrm>
              <a:off x="5001503" y="7362485"/>
              <a:ext cx="55232" cy="106071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rc2336"/>
            <p:cNvSpPr/>
            <p:nvPr/>
          </p:nvSpPr>
          <p:spPr>
            <a:xfrm>
              <a:off x="5001503" y="7468556"/>
              <a:ext cx="55232" cy="106071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rc2337"/>
            <p:cNvSpPr/>
            <p:nvPr/>
          </p:nvSpPr>
          <p:spPr>
            <a:xfrm>
              <a:off x="500150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rc2338"/>
            <p:cNvSpPr/>
            <p:nvPr/>
          </p:nvSpPr>
          <p:spPr>
            <a:xfrm>
              <a:off x="500150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rc2339"/>
            <p:cNvSpPr/>
            <p:nvPr/>
          </p:nvSpPr>
          <p:spPr>
            <a:xfrm>
              <a:off x="500150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rc2340"/>
            <p:cNvSpPr/>
            <p:nvPr/>
          </p:nvSpPr>
          <p:spPr>
            <a:xfrm>
              <a:off x="500150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rc2341"/>
            <p:cNvSpPr/>
            <p:nvPr/>
          </p:nvSpPr>
          <p:spPr>
            <a:xfrm>
              <a:off x="5001503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rc2342"/>
            <p:cNvSpPr/>
            <p:nvPr/>
          </p:nvSpPr>
          <p:spPr>
            <a:xfrm>
              <a:off x="5001503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rc2343"/>
            <p:cNvSpPr/>
            <p:nvPr/>
          </p:nvSpPr>
          <p:spPr>
            <a:xfrm>
              <a:off x="500150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rc2344"/>
            <p:cNvSpPr/>
            <p:nvPr/>
          </p:nvSpPr>
          <p:spPr>
            <a:xfrm>
              <a:off x="5056735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rc2345"/>
            <p:cNvSpPr/>
            <p:nvPr/>
          </p:nvSpPr>
          <p:spPr>
            <a:xfrm>
              <a:off x="5056735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rc2346"/>
            <p:cNvSpPr/>
            <p:nvPr/>
          </p:nvSpPr>
          <p:spPr>
            <a:xfrm>
              <a:off x="5056735" y="7256413"/>
              <a:ext cx="55232" cy="106071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rc2347"/>
            <p:cNvSpPr/>
            <p:nvPr/>
          </p:nvSpPr>
          <p:spPr>
            <a:xfrm>
              <a:off x="5056735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rc2348"/>
            <p:cNvSpPr/>
            <p:nvPr/>
          </p:nvSpPr>
          <p:spPr>
            <a:xfrm>
              <a:off x="5056735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rc2349"/>
            <p:cNvSpPr/>
            <p:nvPr/>
          </p:nvSpPr>
          <p:spPr>
            <a:xfrm>
              <a:off x="5056735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rc2350"/>
            <p:cNvSpPr/>
            <p:nvPr/>
          </p:nvSpPr>
          <p:spPr>
            <a:xfrm>
              <a:off x="5056735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rc2351"/>
            <p:cNvSpPr/>
            <p:nvPr/>
          </p:nvSpPr>
          <p:spPr>
            <a:xfrm>
              <a:off x="5056735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rc2352"/>
            <p:cNvSpPr/>
            <p:nvPr/>
          </p:nvSpPr>
          <p:spPr>
            <a:xfrm>
              <a:off x="5056735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rc2353"/>
            <p:cNvSpPr/>
            <p:nvPr/>
          </p:nvSpPr>
          <p:spPr>
            <a:xfrm>
              <a:off x="5056735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rc2354"/>
            <p:cNvSpPr/>
            <p:nvPr/>
          </p:nvSpPr>
          <p:spPr>
            <a:xfrm>
              <a:off x="5056735" y="8104985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rc2355"/>
            <p:cNvSpPr/>
            <p:nvPr/>
          </p:nvSpPr>
          <p:spPr>
            <a:xfrm>
              <a:off x="5056735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rc2356"/>
            <p:cNvSpPr/>
            <p:nvPr/>
          </p:nvSpPr>
          <p:spPr>
            <a:xfrm>
              <a:off x="5111967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rc2357"/>
            <p:cNvSpPr/>
            <p:nvPr/>
          </p:nvSpPr>
          <p:spPr>
            <a:xfrm>
              <a:off x="5111967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rc2358"/>
            <p:cNvSpPr/>
            <p:nvPr/>
          </p:nvSpPr>
          <p:spPr>
            <a:xfrm>
              <a:off x="5111967" y="7256413"/>
              <a:ext cx="55232" cy="106071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rc2359"/>
            <p:cNvSpPr/>
            <p:nvPr/>
          </p:nvSpPr>
          <p:spPr>
            <a:xfrm>
              <a:off x="511196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rc2360"/>
            <p:cNvSpPr/>
            <p:nvPr/>
          </p:nvSpPr>
          <p:spPr>
            <a:xfrm>
              <a:off x="5111967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rc2361"/>
            <p:cNvSpPr/>
            <p:nvPr/>
          </p:nvSpPr>
          <p:spPr>
            <a:xfrm>
              <a:off x="511196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rc2362"/>
            <p:cNvSpPr/>
            <p:nvPr/>
          </p:nvSpPr>
          <p:spPr>
            <a:xfrm>
              <a:off x="5111967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rc2363"/>
            <p:cNvSpPr/>
            <p:nvPr/>
          </p:nvSpPr>
          <p:spPr>
            <a:xfrm>
              <a:off x="511196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rc2364"/>
            <p:cNvSpPr/>
            <p:nvPr/>
          </p:nvSpPr>
          <p:spPr>
            <a:xfrm>
              <a:off x="511196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rc2365"/>
            <p:cNvSpPr/>
            <p:nvPr/>
          </p:nvSpPr>
          <p:spPr>
            <a:xfrm>
              <a:off x="511196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rc2366"/>
            <p:cNvSpPr/>
            <p:nvPr/>
          </p:nvSpPr>
          <p:spPr>
            <a:xfrm>
              <a:off x="511196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rc2367"/>
            <p:cNvSpPr/>
            <p:nvPr/>
          </p:nvSpPr>
          <p:spPr>
            <a:xfrm>
              <a:off x="5111967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rc2368"/>
            <p:cNvSpPr/>
            <p:nvPr/>
          </p:nvSpPr>
          <p:spPr>
            <a:xfrm>
              <a:off x="5167200" y="7044270"/>
              <a:ext cx="55232" cy="106071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rc2369"/>
            <p:cNvSpPr/>
            <p:nvPr/>
          </p:nvSpPr>
          <p:spPr>
            <a:xfrm>
              <a:off x="5167200" y="7150342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rc2370"/>
            <p:cNvSpPr/>
            <p:nvPr/>
          </p:nvSpPr>
          <p:spPr>
            <a:xfrm>
              <a:off x="516720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rc2371"/>
            <p:cNvSpPr/>
            <p:nvPr/>
          </p:nvSpPr>
          <p:spPr>
            <a:xfrm>
              <a:off x="516720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rc2372"/>
            <p:cNvSpPr/>
            <p:nvPr/>
          </p:nvSpPr>
          <p:spPr>
            <a:xfrm>
              <a:off x="5167200" y="7468556"/>
              <a:ext cx="55232" cy="106071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rc2373"/>
            <p:cNvSpPr/>
            <p:nvPr/>
          </p:nvSpPr>
          <p:spPr>
            <a:xfrm>
              <a:off x="516720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rc2374"/>
            <p:cNvSpPr/>
            <p:nvPr/>
          </p:nvSpPr>
          <p:spPr>
            <a:xfrm>
              <a:off x="516720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rc2375"/>
            <p:cNvSpPr/>
            <p:nvPr/>
          </p:nvSpPr>
          <p:spPr>
            <a:xfrm>
              <a:off x="516720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rc2376"/>
            <p:cNvSpPr/>
            <p:nvPr/>
          </p:nvSpPr>
          <p:spPr>
            <a:xfrm>
              <a:off x="516720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rc2377"/>
            <p:cNvSpPr/>
            <p:nvPr/>
          </p:nvSpPr>
          <p:spPr>
            <a:xfrm>
              <a:off x="516720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rc2378"/>
            <p:cNvSpPr/>
            <p:nvPr/>
          </p:nvSpPr>
          <p:spPr>
            <a:xfrm>
              <a:off x="516720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rc2379"/>
            <p:cNvSpPr/>
            <p:nvPr/>
          </p:nvSpPr>
          <p:spPr>
            <a:xfrm>
              <a:off x="5167200" y="8211057"/>
              <a:ext cx="55232" cy="106071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rc2380"/>
            <p:cNvSpPr/>
            <p:nvPr/>
          </p:nvSpPr>
          <p:spPr>
            <a:xfrm>
              <a:off x="5222432" y="7044270"/>
              <a:ext cx="55232" cy="106071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rc2381"/>
            <p:cNvSpPr/>
            <p:nvPr/>
          </p:nvSpPr>
          <p:spPr>
            <a:xfrm>
              <a:off x="5222432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rc2382"/>
            <p:cNvSpPr/>
            <p:nvPr/>
          </p:nvSpPr>
          <p:spPr>
            <a:xfrm>
              <a:off x="5222432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rc2383"/>
            <p:cNvSpPr/>
            <p:nvPr/>
          </p:nvSpPr>
          <p:spPr>
            <a:xfrm>
              <a:off x="522243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rc2384"/>
            <p:cNvSpPr/>
            <p:nvPr/>
          </p:nvSpPr>
          <p:spPr>
            <a:xfrm>
              <a:off x="5222432" y="7468556"/>
              <a:ext cx="55232" cy="106071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rc2385"/>
            <p:cNvSpPr/>
            <p:nvPr/>
          </p:nvSpPr>
          <p:spPr>
            <a:xfrm>
              <a:off x="522243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rc2386"/>
            <p:cNvSpPr/>
            <p:nvPr/>
          </p:nvSpPr>
          <p:spPr>
            <a:xfrm>
              <a:off x="5222432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rc2387"/>
            <p:cNvSpPr/>
            <p:nvPr/>
          </p:nvSpPr>
          <p:spPr>
            <a:xfrm>
              <a:off x="522243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rc2388"/>
            <p:cNvSpPr/>
            <p:nvPr/>
          </p:nvSpPr>
          <p:spPr>
            <a:xfrm>
              <a:off x="5222432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rc2389"/>
            <p:cNvSpPr/>
            <p:nvPr/>
          </p:nvSpPr>
          <p:spPr>
            <a:xfrm>
              <a:off x="5222432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rc2390"/>
            <p:cNvSpPr/>
            <p:nvPr/>
          </p:nvSpPr>
          <p:spPr>
            <a:xfrm>
              <a:off x="5222432" y="8104985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rc2391"/>
            <p:cNvSpPr/>
            <p:nvPr/>
          </p:nvSpPr>
          <p:spPr>
            <a:xfrm>
              <a:off x="5222432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rc2392"/>
            <p:cNvSpPr/>
            <p:nvPr/>
          </p:nvSpPr>
          <p:spPr>
            <a:xfrm>
              <a:off x="5277664" y="7044270"/>
              <a:ext cx="55232" cy="106071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rc2393"/>
            <p:cNvSpPr/>
            <p:nvPr/>
          </p:nvSpPr>
          <p:spPr>
            <a:xfrm>
              <a:off x="5277664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rc2394"/>
            <p:cNvSpPr/>
            <p:nvPr/>
          </p:nvSpPr>
          <p:spPr>
            <a:xfrm>
              <a:off x="527766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rc2395"/>
            <p:cNvSpPr/>
            <p:nvPr/>
          </p:nvSpPr>
          <p:spPr>
            <a:xfrm>
              <a:off x="527766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rc2396"/>
            <p:cNvSpPr/>
            <p:nvPr/>
          </p:nvSpPr>
          <p:spPr>
            <a:xfrm>
              <a:off x="5277664" y="7468556"/>
              <a:ext cx="55232" cy="106071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rc2397"/>
            <p:cNvSpPr/>
            <p:nvPr/>
          </p:nvSpPr>
          <p:spPr>
            <a:xfrm>
              <a:off x="5277664" y="7574628"/>
              <a:ext cx="55232" cy="106071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rc2398"/>
            <p:cNvSpPr/>
            <p:nvPr/>
          </p:nvSpPr>
          <p:spPr>
            <a:xfrm>
              <a:off x="5277664" y="7680699"/>
              <a:ext cx="55232" cy="106071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rc2399"/>
            <p:cNvSpPr/>
            <p:nvPr/>
          </p:nvSpPr>
          <p:spPr>
            <a:xfrm>
              <a:off x="527766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rc2400"/>
            <p:cNvSpPr/>
            <p:nvPr/>
          </p:nvSpPr>
          <p:spPr>
            <a:xfrm>
              <a:off x="527766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rc2401"/>
            <p:cNvSpPr/>
            <p:nvPr/>
          </p:nvSpPr>
          <p:spPr>
            <a:xfrm>
              <a:off x="5277664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rc2402"/>
            <p:cNvSpPr/>
            <p:nvPr/>
          </p:nvSpPr>
          <p:spPr>
            <a:xfrm>
              <a:off x="527766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rc2403"/>
            <p:cNvSpPr/>
            <p:nvPr/>
          </p:nvSpPr>
          <p:spPr>
            <a:xfrm>
              <a:off x="527766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rc2404"/>
            <p:cNvSpPr/>
            <p:nvPr/>
          </p:nvSpPr>
          <p:spPr>
            <a:xfrm>
              <a:off x="5332897" y="7044270"/>
              <a:ext cx="55232" cy="106071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rc2405"/>
            <p:cNvSpPr/>
            <p:nvPr/>
          </p:nvSpPr>
          <p:spPr>
            <a:xfrm>
              <a:off x="5332897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rc2406"/>
            <p:cNvSpPr/>
            <p:nvPr/>
          </p:nvSpPr>
          <p:spPr>
            <a:xfrm>
              <a:off x="5332897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rc2407"/>
            <p:cNvSpPr/>
            <p:nvPr/>
          </p:nvSpPr>
          <p:spPr>
            <a:xfrm>
              <a:off x="5332897" y="7362485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rc2408"/>
            <p:cNvSpPr/>
            <p:nvPr/>
          </p:nvSpPr>
          <p:spPr>
            <a:xfrm>
              <a:off x="5332897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rc2409"/>
            <p:cNvSpPr/>
            <p:nvPr/>
          </p:nvSpPr>
          <p:spPr>
            <a:xfrm>
              <a:off x="533289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rc2410"/>
            <p:cNvSpPr/>
            <p:nvPr/>
          </p:nvSpPr>
          <p:spPr>
            <a:xfrm>
              <a:off x="5332897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rc2411"/>
            <p:cNvSpPr/>
            <p:nvPr/>
          </p:nvSpPr>
          <p:spPr>
            <a:xfrm>
              <a:off x="533289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rc2412"/>
            <p:cNvSpPr/>
            <p:nvPr/>
          </p:nvSpPr>
          <p:spPr>
            <a:xfrm>
              <a:off x="533289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rc2413"/>
            <p:cNvSpPr/>
            <p:nvPr/>
          </p:nvSpPr>
          <p:spPr>
            <a:xfrm>
              <a:off x="533289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rc2414"/>
            <p:cNvSpPr/>
            <p:nvPr/>
          </p:nvSpPr>
          <p:spPr>
            <a:xfrm>
              <a:off x="5332897" y="8104985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rc2415"/>
            <p:cNvSpPr/>
            <p:nvPr/>
          </p:nvSpPr>
          <p:spPr>
            <a:xfrm>
              <a:off x="5332897" y="8211057"/>
              <a:ext cx="55232" cy="106071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rc2416"/>
            <p:cNvSpPr/>
            <p:nvPr/>
          </p:nvSpPr>
          <p:spPr>
            <a:xfrm>
              <a:off x="5388129" y="7044270"/>
              <a:ext cx="55232" cy="106071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rc2417"/>
            <p:cNvSpPr/>
            <p:nvPr/>
          </p:nvSpPr>
          <p:spPr>
            <a:xfrm>
              <a:off x="5388129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rc2418"/>
            <p:cNvSpPr/>
            <p:nvPr/>
          </p:nvSpPr>
          <p:spPr>
            <a:xfrm>
              <a:off x="5388129" y="7256413"/>
              <a:ext cx="55232" cy="106071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rc2419"/>
            <p:cNvSpPr/>
            <p:nvPr/>
          </p:nvSpPr>
          <p:spPr>
            <a:xfrm>
              <a:off x="538812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rc2420"/>
            <p:cNvSpPr/>
            <p:nvPr/>
          </p:nvSpPr>
          <p:spPr>
            <a:xfrm>
              <a:off x="5388129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rc2421"/>
            <p:cNvSpPr/>
            <p:nvPr/>
          </p:nvSpPr>
          <p:spPr>
            <a:xfrm>
              <a:off x="538812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rc2422"/>
            <p:cNvSpPr/>
            <p:nvPr/>
          </p:nvSpPr>
          <p:spPr>
            <a:xfrm>
              <a:off x="5388129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rc2423"/>
            <p:cNvSpPr/>
            <p:nvPr/>
          </p:nvSpPr>
          <p:spPr>
            <a:xfrm>
              <a:off x="538812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rc2424"/>
            <p:cNvSpPr/>
            <p:nvPr/>
          </p:nvSpPr>
          <p:spPr>
            <a:xfrm>
              <a:off x="538812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rc2425"/>
            <p:cNvSpPr/>
            <p:nvPr/>
          </p:nvSpPr>
          <p:spPr>
            <a:xfrm>
              <a:off x="5388129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rc2426"/>
            <p:cNvSpPr/>
            <p:nvPr/>
          </p:nvSpPr>
          <p:spPr>
            <a:xfrm>
              <a:off x="5388129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rc2427"/>
            <p:cNvSpPr/>
            <p:nvPr/>
          </p:nvSpPr>
          <p:spPr>
            <a:xfrm>
              <a:off x="5388129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rc2428"/>
            <p:cNvSpPr/>
            <p:nvPr/>
          </p:nvSpPr>
          <p:spPr>
            <a:xfrm>
              <a:off x="5443361" y="7044270"/>
              <a:ext cx="55232" cy="106071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rc2429"/>
            <p:cNvSpPr/>
            <p:nvPr/>
          </p:nvSpPr>
          <p:spPr>
            <a:xfrm>
              <a:off x="5443361" y="7150342"/>
              <a:ext cx="55232" cy="106071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rc2430"/>
            <p:cNvSpPr/>
            <p:nvPr/>
          </p:nvSpPr>
          <p:spPr>
            <a:xfrm>
              <a:off x="544336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rc2431"/>
            <p:cNvSpPr/>
            <p:nvPr/>
          </p:nvSpPr>
          <p:spPr>
            <a:xfrm>
              <a:off x="544336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rc2432"/>
            <p:cNvSpPr/>
            <p:nvPr/>
          </p:nvSpPr>
          <p:spPr>
            <a:xfrm>
              <a:off x="5443361" y="7468556"/>
              <a:ext cx="55232" cy="106071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rc2433"/>
            <p:cNvSpPr/>
            <p:nvPr/>
          </p:nvSpPr>
          <p:spPr>
            <a:xfrm>
              <a:off x="5443361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rc2434"/>
            <p:cNvSpPr/>
            <p:nvPr/>
          </p:nvSpPr>
          <p:spPr>
            <a:xfrm>
              <a:off x="544336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rc2435"/>
            <p:cNvSpPr/>
            <p:nvPr/>
          </p:nvSpPr>
          <p:spPr>
            <a:xfrm>
              <a:off x="544336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rc2436"/>
            <p:cNvSpPr/>
            <p:nvPr/>
          </p:nvSpPr>
          <p:spPr>
            <a:xfrm>
              <a:off x="544336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rc2437"/>
            <p:cNvSpPr/>
            <p:nvPr/>
          </p:nvSpPr>
          <p:spPr>
            <a:xfrm>
              <a:off x="5443361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rc2438"/>
            <p:cNvSpPr/>
            <p:nvPr/>
          </p:nvSpPr>
          <p:spPr>
            <a:xfrm>
              <a:off x="544336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rc2439"/>
            <p:cNvSpPr/>
            <p:nvPr/>
          </p:nvSpPr>
          <p:spPr>
            <a:xfrm>
              <a:off x="544336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rc2440"/>
            <p:cNvSpPr/>
            <p:nvPr/>
          </p:nvSpPr>
          <p:spPr>
            <a:xfrm>
              <a:off x="5498594" y="7044270"/>
              <a:ext cx="55232" cy="106071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rc2441"/>
            <p:cNvSpPr/>
            <p:nvPr/>
          </p:nvSpPr>
          <p:spPr>
            <a:xfrm>
              <a:off x="5498594" y="7150342"/>
              <a:ext cx="55232" cy="106071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rc2442"/>
            <p:cNvSpPr/>
            <p:nvPr/>
          </p:nvSpPr>
          <p:spPr>
            <a:xfrm>
              <a:off x="549859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rc2443"/>
            <p:cNvSpPr/>
            <p:nvPr/>
          </p:nvSpPr>
          <p:spPr>
            <a:xfrm>
              <a:off x="549859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rc2444"/>
            <p:cNvSpPr/>
            <p:nvPr/>
          </p:nvSpPr>
          <p:spPr>
            <a:xfrm>
              <a:off x="5498594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rc2445"/>
            <p:cNvSpPr/>
            <p:nvPr/>
          </p:nvSpPr>
          <p:spPr>
            <a:xfrm>
              <a:off x="549859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rc2446"/>
            <p:cNvSpPr/>
            <p:nvPr/>
          </p:nvSpPr>
          <p:spPr>
            <a:xfrm>
              <a:off x="549859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rc2447"/>
            <p:cNvSpPr/>
            <p:nvPr/>
          </p:nvSpPr>
          <p:spPr>
            <a:xfrm>
              <a:off x="549859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rc2448"/>
            <p:cNvSpPr/>
            <p:nvPr/>
          </p:nvSpPr>
          <p:spPr>
            <a:xfrm>
              <a:off x="549859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rc2449"/>
            <p:cNvSpPr/>
            <p:nvPr/>
          </p:nvSpPr>
          <p:spPr>
            <a:xfrm>
              <a:off x="5498594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rc2450"/>
            <p:cNvSpPr/>
            <p:nvPr/>
          </p:nvSpPr>
          <p:spPr>
            <a:xfrm>
              <a:off x="549859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rc2451"/>
            <p:cNvSpPr/>
            <p:nvPr/>
          </p:nvSpPr>
          <p:spPr>
            <a:xfrm>
              <a:off x="549859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rc2452"/>
            <p:cNvSpPr/>
            <p:nvPr/>
          </p:nvSpPr>
          <p:spPr>
            <a:xfrm>
              <a:off x="5553826" y="7044270"/>
              <a:ext cx="55232" cy="106071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rc2453"/>
            <p:cNvSpPr/>
            <p:nvPr/>
          </p:nvSpPr>
          <p:spPr>
            <a:xfrm>
              <a:off x="5553826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rc2454"/>
            <p:cNvSpPr/>
            <p:nvPr/>
          </p:nvSpPr>
          <p:spPr>
            <a:xfrm>
              <a:off x="5553826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rc2455"/>
            <p:cNvSpPr/>
            <p:nvPr/>
          </p:nvSpPr>
          <p:spPr>
            <a:xfrm>
              <a:off x="5553826" y="7362485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rc2456"/>
            <p:cNvSpPr/>
            <p:nvPr/>
          </p:nvSpPr>
          <p:spPr>
            <a:xfrm>
              <a:off x="5553826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rc2457"/>
            <p:cNvSpPr/>
            <p:nvPr/>
          </p:nvSpPr>
          <p:spPr>
            <a:xfrm>
              <a:off x="5553826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rc2458"/>
            <p:cNvSpPr/>
            <p:nvPr/>
          </p:nvSpPr>
          <p:spPr>
            <a:xfrm>
              <a:off x="555382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rc2459"/>
            <p:cNvSpPr/>
            <p:nvPr/>
          </p:nvSpPr>
          <p:spPr>
            <a:xfrm>
              <a:off x="555382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rc2460"/>
            <p:cNvSpPr/>
            <p:nvPr/>
          </p:nvSpPr>
          <p:spPr>
            <a:xfrm>
              <a:off x="555382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rc2461"/>
            <p:cNvSpPr/>
            <p:nvPr/>
          </p:nvSpPr>
          <p:spPr>
            <a:xfrm>
              <a:off x="5553826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rc2462"/>
            <p:cNvSpPr/>
            <p:nvPr/>
          </p:nvSpPr>
          <p:spPr>
            <a:xfrm>
              <a:off x="5553826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rc2463"/>
            <p:cNvSpPr/>
            <p:nvPr/>
          </p:nvSpPr>
          <p:spPr>
            <a:xfrm>
              <a:off x="5553826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rc2464"/>
            <p:cNvSpPr/>
            <p:nvPr/>
          </p:nvSpPr>
          <p:spPr>
            <a:xfrm>
              <a:off x="5609059" y="7044270"/>
              <a:ext cx="55232" cy="106071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rc2465"/>
            <p:cNvSpPr/>
            <p:nvPr/>
          </p:nvSpPr>
          <p:spPr>
            <a:xfrm>
              <a:off x="5609059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rc2466"/>
            <p:cNvSpPr/>
            <p:nvPr/>
          </p:nvSpPr>
          <p:spPr>
            <a:xfrm>
              <a:off x="5609059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rc2467"/>
            <p:cNvSpPr/>
            <p:nvPr/>
          </p:nvSpPr>
          <p:spPr>
            <a:xfrm>
              <a:off x="560905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rc2468"/>
            <p:cNvSpPr/>
            <p:nvPr/>
          </p:nvSpPr>
          <p:spPr>
            <a:xfrm>
              <a:off x="5609059" y="7468556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rc2469"/>
            <p:cNvSpPr/>
            <p:nvPr/>
          </p:nvSpPr>
          <p:spPr>
            <a:xfrm>
              <a:off x="560905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rc2470"/>
            <p:cNvSpPr/>
            <p:nvPr/>
          </p:nvSpPr>
          <p:spPr>
            <a:xfrm>
              <a:off x="5609059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rc2471"/>
            <p:cNvSpPr/>
            <p:nvPr/>
          </p:nvSpPr>
          <p:spPr>
            <a:xfrm>
              <a:off x="560905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rc2472"/>
            <p:cNvSpPr/>
            <p:nvPr/>
          </p:nvSpPr>
          <p:spPr>
            <a:xfrm>
              <a:off x="560905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rc2473"/>
            <p:cNvSpPr/>
            <p:nvPr/>
          </p:nvSpPr>
          <p:spPr>
            <a:xfrm>
              <a:off x="5609059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rc2474"/>
            <p:cNvSpPr/>
            <p:nvPr/>
          </p:nvSpPr>
          <p:spPr>
            <a:xfrm>
              <a:off x="5609059" y="8104985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rc2475"/>
            <p:cNvSpPr/>
            <p:nvPr/>
          </p:nvSpPr>
          <p:spPr>
            <a:xfrm>
              <a:off x="5609059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rc2476"/>
            <p:cNvSpPr/>
            <p:nvPr/>
          </p:nvSpPr>
          <p:spPr>
            <a:xfrm>
              <a:off x="5664291" y="7044270"/>
              <a:ext cx="55232" cy="106071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rc2477"/>
            <p:cNvSpPr/>
            <p:nvPr/>
          </p:nvSpPr>
          <p:spPr>
            <a:xfrm>
              <a:off x="5664291" y="7150342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rc2478"/>
            <p:cNvSpPr/>
            <p:nvPr/>
          </p:nvSpPr>
          <p:spPr>
            <a:xfrm>
              <a:off x="566429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rc2479"/>
            <p:cNvSpPr/>
            <p:nvPr/>
          </p:nvSpPr>
          <p:spPr>
            <a:xfrm>
              <a:off x="566429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rc2480"/>
            <p:cNvSpPr/>
            <p:nvPr/>
          </p:nvSpPr>
          <p:spPr>
            <a:xfrm>
              <a:off x="5664291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rc2481"/>
            <p:cNvSpPr/>
            <p:nvPr/>
          </p:nvSpPr>
          <p:spPr>
            <a:xfrm>
              <a:off x="5664291" y="7574628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rc2482"/>
            <p:cNvSpPr/>
            <p:nvPr/>
          </p:nvSpPr>
          <p:spPr>
            <a:xfrm>
              <a:off x="566429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rc2483"/>
            <p:cNvSpPr/>
            <p:nvPr/>
          </p:nvSpPr>
          <p:spPr>
            <a:xfrm>
              <a:off x="566429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rc2484"/>
            <p:cNvSpPr/>
            <p:nvPr/>
          </p:nvSpPr>
          <p:spPr>
            <a:xfrm>
              <a:off x="566429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rc2485"/>
            <p:cNvSpPr/>
            <p:nvPr/>
          </p:nvSpPr>
          <p:spPr>
            <a:xfrm>
              <a:off x="5664291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rc2486"/>
            <p:cNvSpPr/>
            <p:nvPr/>
          </p:nvSpPr>
          <p:spPr>
            <a:xfrm>
              <a:off x="566429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rc2487"/>
            <p:cNvSpPr/>
            <p:nvPr/>
          </p:nvSpPr>
          <p:spPr>
            <a:xfrm>
              <a:off x="566429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rc2488"/>
            <p:cNvSpPr/>
            <p:nvPr/>
          </p:nvSpPr>
          <p:spPr>
            <a:xfrm>
              <a:off x="5719523" y="7044270"/>
              <a:ext cx="55232" cy="106071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rc2489"/>
            <p:cNvSpPr/>
            <p:nvPr/>
          </p:nvSpPr>
          <p:spPr>
            <a:xfrm>
              <a:off x="5719523" y="7150342"/>
              <a:ext cx="55232" cy="106071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rc2490"/>
            <p:cNvSpPr/>
            <p:nvPr/>
          </p:nvSpPr>
          <p:spPr>
            <a:xfrm>
              <a:off x="571952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rc2491"/>
            <p:cNvSpPr/>
            <p:nvPr/>
          </p:nvSpPr>
          <p:spPr>
            <a:xfrm>
              <a:off x="571952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rc2492"/>
            <p:cNvSpPr/>
            <p:nvPr/>
          </p:nvSpPr>
          <p:spPr>
            <a:xfrm>
              <a:off x="5719523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rc2493"/>
            <p:cNvSpPr/>
            <p:nvPr/>
          </p:nvSpPr>
          <p:spPr>
            <a:xfrm>
              <a:off x="5719523" y="7574628"/>
              <a:ext cx="55232" cy="106071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rc2494"/>
            <p:cNvSpPr/>
            <p:nvPr/>
          </p:nvSpPr>
          <p:spPr>
            <a:xfrm>
              <a:off x="571952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rc2495"/>
            <p:cNvSpPr/>
            <p:nvPr/>
          </p:nvSpPr>
          <p:spPr>
            <a:xfrm>
              <a:off x="571952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rc2496"/>
            <p:cNvSpPr/>
            <p:nvPr/>
          </p:nvSpPr>
          <p:spPr>
            <a:xfrm>
              <a:off x="571952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rc2497"/>
            <p:cNvSpPr/>
            <p:nvPr/>
          </p:nvSpPr>
          <p:spPr>
            <a:xfrm>
              <a:off x="5719523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rc2498"/>
            <p:cNvSpPr/>
            <p:nvPr/>
          </p:nvSpPr>
          <p:spPr>
            <a:xfrm>
              <a:off x="5719523" y="8104985"/>
              <a:ext cx="55232" cy="106071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rc2499"/>
            <p:cNvSpPr/>
            <p:nvPr/>
          </p:nvSpPr>
          <p:spPr>
            <a:xfrm>
              <a:off x="571952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rc2500"/>
            <p:cNvSpPr/>
            <p:nvPr/>
          </p:nvSpPr>
          <p:spPr>
            <a:xfrm>
              <a:off x="5774756" y="7044270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rc2501"/>
            <p:cNvSpPr/>
            <p:nvPr/>
          </p:nvSpPr>
          <p:spPr>
            <a:xfrm>
              <a:off x="5774756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rc2502"/>
            <p:cNvSpPr/>
            <p:nvPr/>
          </p:nvSpPr>
          <p:spPr>
            <a:xfrm>
              <a:off x="5774756" y="7256413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rc2503"/>
            <p:cNvSpPr/>
            <p:nvPr/>
          </p:nvSpPr>
          <p:spPr>
            <a:xfrm>
              <a:off x="5774756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rc2504"/>
            <p:cNvSpPr/>
            <p:nvPr/>
          </p:nvSpPr>
          <p:spPr>
            <a:xfrm>
              <a:off x="5774756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rc2505"/>
            <p:cNvSpPr/>
            <p:nvPr/>
          </p:nvSpPr>
          <p:spPr>
            <a:xfrm>
              <a:off x="5774756" y="7574628"/>
              <a:ext cx="55232" cy="106071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rc2506"/>
            <p:cNvSpPr/>
            <p:nvPr/>
          </p:nvSpPr>
          <p:spPr>
            <a:xfrm>
              <a:off x="577475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rc2507"/>
            <p:cNvSpPr/>
            <p:nvPr/>
          </p:nvSpPr>
          <p:spPr>
            <a:xfrm>
              <a:off x="577475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rc2508"/>
            <p:cNvSpPr/>
            <p:nvPr/>
          </p:nvSpPr>
          <p:spPr>
            <a:xfrm>
              <a:off x="577475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rc2509"/>
            <p:cNvSpPr/>
            <p:nvPr/>
          </p:nvSpPr>
          <p:spPr>
            <a:xfrm>
              <a:off x="5774756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rc2510"/>
            <p:cNvSpPr/>
            <p:nvPr/>
          </p:nvSpPr>
          <p:spPr>
            <a:xfrm>
              <a:off x="5774756" y="8104985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rc2511"/>
            <p:cNvSpPr/>
            <p:nvPr/>
          </p:nvSpPr>
          <p:spPr>
            <a:xfrm>
              <a:off x="5774756" y="8211057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rc2512"/>
            <p:cNvSpPr/>
            <p:nvPr/>
          </p:nvSpPr>
          <p:spPr>
            <a:xfrm>
              <a:off x="5829988" y="7044270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rc2513"/>
            <p:cNvSpPr/>
            <p:nvPr/>
          </p:nvSpPr>
          <p:spPr>
            <a:xfrm>
              <a:off x="5829988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rc2514"/>
            <p:cNvSpPr/>
            <p:nvPr/>
          </p:nvSpPr>
          <p:spPr>
            <a:xfrm>
              <a:off x="5829988" y="7256413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rc2515"/>
            <p:cNvSpPr/>
            <p:nvPr/>
          </p:nvSpPr>
          <p:spPr>
            <a:xfrm>
              <a:off x="5829988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rc2516"/>
            <p:cNvSpPr/>
            <p:nvPr/>
          </p:nvSpPr>
          <p:spPr>
            <a:xfrm>
              <a:off x="5829988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rc2517"/>
            <p:cNvSpPr/>
            <p:nvPr/>
          </p:nvSpPr>
          <p:spPr>
            <a:xfrm>
              <a:off x="5829988" y="7574628"/>
              <a:ext cx="55232" cy="106071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rc2518"/>
            <p:cNvSpPr/>
            <p:nvPr/>
          </p:nvSpPr>
          <p:spPr>
            <a:xfrm>
              <a:off x="5829988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rc2519"/>
            <p:cNvSpPr/>
            <p:nvPr/>
          </p:nvSpPr>
          <p:spPr>
            <a:xfrm>
              <a:off x="5829988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rc2520"/>
            <p:cNvSpPr/>
            <p:nvPr/>
          </p:nvSpPr>
          <p:spPr>
            <a:xfrm>
              <a:off x="5829988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rc2521"/>
            <p:cNvSpPr/>
            <p:nvPr/>
          </p:nvSpPr>
          <p:spPr>
            <a:xfrm>
              <a:off x="5829988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rc2522"/>
            <p:cNvSpPr/>
            <p:nvPr/>
          </p:nvSpPr>
          <p:spPr>
            <a:xfrm>
              <a:off x="5829988" y="8104985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rc2523"/>
            <p:cNvSpPr/>
            <p:nvPr/>
          </p:nvSpPr>
          <p:spPr>
            <a:xfrm>
              <a:off x="5829988" y="8211057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rc2524"/>
            <p:cNvSpPr/>
            <p:nvPr/>
          </p:nvSpPr>
          <p:spPr>
            <a:xfrm>
              <a:off x="5885220" y="7044270"/>
              <a:ext cx="55232" cy="106071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rc2525"/>
            <p:cNvSpPr/>
            <p:nvPr/>
          </p:nvSpPr>
          <p:spPr>
            <a:xfrm>
              <a:off x="5885220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rc2526"/>
            <p:cNvSpPr/>
            <p:nvPr/>
          </p:nvSpPr>
          <p:spPr>
            <a:xfrm>
              <a:off x="588522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rc2527"/>
            <p:cNvSpPr/>
            <p:nvPr/>
          </p:nvSpPr>
          <p:spPr>
            <a:xfrm>
              <a:off x="588522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rc2528"/>
            <p:cNvSpPr/>
            <p:nvPr/>
          </p:nvSpPr>
          <p:spPr>
            <a:xfrm>
              <a:off x="588522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rc2529"/>
            <p:cNvSpPr/>
            <p:nvPr/>
          </p:nvSpPr>
          <p:spPr>
            <a:xfrm>
              <a:off x="588522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rc2530"/>
            <p:cNvSpPr/>
            <p:nvPr/>
          </p:nvSpPr>
          <p:spPr>
            <a:xfrm>
              <a:off x="588522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rc2531"/>
            <p:cNvSpPr/>
            <p:nvPr/>
          </p:nvSpPr>
          <p:spPr>
            <a:xfrm>
              <a:off x="5885220" y="7786771"/>
              <a:ext cx="55232" cy="106071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rc2532"/>
            <p:cNvSpPr/>
            <p:nvPr/>
          </p:nvSpPr>
          <p:spPr>
            <a:xfrm>
              <a:off x="588522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rc2533"/>
            <p:cNvSpPr/>
            <p:nvPr/>
          </p:nvSpPr>
          <p:spPr>
            <a:xfrm>
              <a:off x="588522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rc2534"/>
            <p:cNvSpPr/>
            <p:nvPr/>
          </p:nvSpPr>
          <p:spPr>
            <a:xfrm>
              <a:off x="5885220" y="8104985"/>
              <a:ext cx="55232" cy="106071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rc2535"/>
            <p:cNvSpPr/>
            <p:nvPr/>
          </p:nvSpPr>
          <p:spPr>
            <a:xfrm>
              <a:off x="588522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rc2536"/>
            <p:cNvSpPr/>
            <p:nvPr/>
          </p:nvSpPr>
          <p:spPr>
            <a:xfrm>
              <a:off x="5940453" y="7044270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rc2537"/>
            <p:cNvSpPr/>
            <p:nvPr/>
          </p:nvSpPr>
          <p:spPr>
            <a:xfrm>
              <a:off x="5940453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rc2538"/>
            <p:cNvSpPr/>
            <p:nvPr/>
          </p:nvSpPr>
          <p:spPr>
            <a:xfrm>
              <a:off x="5940453" y="7256413"/>
              <a:ext cx="55232" cy="106071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rc2539"/>
            <p:cNvSpPr/>
            <p:nvPr/>
          </p:nvSpPr>
          <p:spPr>
            <a:xfrm>
              <a:off x="594045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rc2540"/>
            <p:cNvSpPr/>
            <p:nvPr/>
          </p:nvSpPr>
          <p:spPr>
            <a:xfrm>
              <a:off x="5940453" y="7468556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rc2541"/>
            <p:cNvSpPr/>
            <p:nvPr/>
          </p:nvSpPr>
          <p:spPr>
            <a:xfrm>
              <a:off x="594045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rc2542"/>
            <p:cNvSpPr/>
            <p:nvPr/>
          </p:nvSpPr>
          <p:spPr>
            <a:xfrm>
              <a:off x="5940453" y="7680699"/>
              <a:ext cx="55232" cy="106071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rc2543"/>
            <p:cNvSpPr/>
            <p:nvPr/>
          </p:nvSpPr>
          <p:spPr>
            <a:xfrm>
              <a:off x="5940453" y="7786771"/>
              <a:ext cx="55232" cy="106071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rc2544"/>
            <p:cNvSpPr/>
            <p:nvPr/>
          </p:nvSpPr>
          <p:spPr>
            <a:xfrm>
              <a:off x="594045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rc2545"/>
            <p:cNvSpPr/>
            <p:nvPr/>
          </p:nvSpPr>
          <p:spPr>
            <a:xfrm>
              <a:off x="5940453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rc2546"/>
            <p:cNvSpPr/>
            <p:nvPr/>
          </p:nvSpPr>
          <p:spPr>
            <a:xfrm>
              <a:off x="5940453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rc2547"/>
            <p:cNvSpPr/>
            <p:nvPr/>
          </p:nvSpPr>
          <p:spPr>
            <a:xfrm>
              <a:off x="594045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rc2548"/>
            <p:cNvSpPr/>
            <p:nvPr/>
          </p:nvSpPr>
          <p:spPr>
            <a:xfrm>
              <a:off x="5995685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rc2549"/>
            <p:cNvSpPr/>
            <p:nvPr/>
          </p:nvSpPr>
          <p:spPr>
            <a:xfrm>
              <a:off x="5995685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rc2550"/>
            <p:cNvSpPr/>
            <p:nvPr/>
          </p:nvSpPr>
          <p:spPr>
            <a:xfrm>
              <a:off x="5995685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rc2551"/>
            <p:cNvSpPr/>
            <p:nvPr/>
          </p:nvSpPr>
          <p:spPr>
            <a:xfrm>
              <a:off x="5995685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rc2552"/>
            <p:cNvSpPr/>
            <p:nvPr/>
          </p:nvSpPr>
          <p:spPr>
            <a:xfrm>
              <a:off x="5995685" y="7468556"/>
              <a:ext cx="55232" cy="106071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rc2553"/>
            <p:cNvSpPr/>
            <p:nvPr/>
          </p:nvSpPr>
          <p:spPr>
            <a:xfrm>
              <a:off x="5995685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rc2554"/>
            <p:cNvSpPr/>
            <p:nvPr/>
          </p:nvSpPr>
          <p:spPr>
            <a:xfrm>
              <a:off x="5995685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rc2555"/>
            <p:cNvSpPr/>
            <p:nvPr/>
          </p:nvSpPr>
          <p:spPr>
            <a:xfrm>
              <a:off x="5995685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rc2556"/>
            <p:cNvSpPr/>
            <p:nvPr/>
          </p:nvSpPr>
          <p:spPr>
            <a:xfrm>
              <a:off x="5995685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rc2557"/>
            <p:cNvSpPr/>
            <p:nvPr/>
          </p:nvSpPr>
          <p:spPr>
            <a:xfrm>
              <a:off x="5995685" y="7998914"/>
              <a:ext cx="55232" cy="106071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rc2558"/>
            <p:cNvSpPr/>
            <p:nvPr/>
          </p:nvSpPr>
          <p:spPr>
            <a:xfrm>
              <a:off x="5995685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rc2559"/>
            <p:cNvSpPr/>
            <p:nvPr/>
          </p:nvSpPr>
          <p:spPr>
            <a:xfrm>
              <a:off x="5995685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rc2560"/>
            <p:cNvSpPr/>
            <p:nvPr/>
          </p:nvSpPr>
          <p:spPr>
            <a:xfrm>
              <a:off x="6050917" y="7044270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rc2561"/>
            <p:cNvSpPr/>
            <p:nvPr/>
          </p:nvSpPr>
          <p:spPr>
            <a:xfrm>
              <a:off x="6050917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rc2562"/>
            <p:cNvSpPr/>
            <p:nvPr/>
          </p:nvSpPr>
          <p:spPr>
            <a:xfrm>
              <a:off x="6050917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rc2563"/>
            <p:cNvSpPr/>
            <p:nvPr/>
          </p:nvSpPr>
          <p:spPr>
            <a:xfrm>
              <a:off x="605091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rc2564"/>
            <p:cNvSpPr/>
            <p:nvPr/>
          </p:nvSpPr>
          <p:spPr>
            <a:xfrm>
              <a:off x="6050917" y="7468556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rc2565"/>
            <p:cNvSpPr/>
            <p:nvPr/>
          </p:nvSpPr>
          <p:spPr>
            <a:xfrm>
              <a:off x="605091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rc2566"/>
            <p:cNvSpPr/>
            <p:nvPr/>
          </p:nvSpPr>
          <p:spPr>
            <a:xfrm>
              <a:off x="6050917" y="7680699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rc2567"/>
            <p:cNvSpPr/>
            <p:nvPr/>
          </p:nvSpPr>
          <p:spPr>
            <a:xfrm>
              <a:off x="605091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rc2568"/>
            <p:cNvSpPr/>
            <p:nvPr/>
          </p:nvSpPr>
          <p:spPr>
            <a:xfrm>
              <a:off x="605091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rc2569"/>
            <p:cNvSpPr/>
            <p:nvPr/>
          </p:nvSpPr>
          <p:spPr>
            <a:xfrm>
              <a:off x="605091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rc2570"/>
            <p:cNvSpPr/>
            <p:nvPr/>
          </p:nvSpPr>
          <p:spPr>
            <a:xfrm>
              <a:off x="605091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rc2571"/>
            <p:cNvSpPr/>
            <p:nvPr/>
          </p:nvSpPr>
          <p:spPr>
            <a:xfrm>
              <a:off x="6050917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rc2572"/>
            <p:cNvSpPr/>
            <p:nvPr/>
          </p:nvSpPr>
          <p:spPr>
            <a:xfrm>
              <a:off x="6106150" y="7044270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rc2573"/>
            <p:cNvSpPr/>
            <p:nvPr/>
          </p:nvSpPr>
          <p:spPr>
            <a:xfrm>
              <a:off x="6106150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rc2574"/>
            <p:cNvSpPr/>
            <p:nvPr/>
          </p:nvSpPr>
          <p:spPr>
            <a:xfrm>
              <a:off x="610615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rc2575"/>
            <p:cNvSpPr/>
            <p:nvPr/>
          </p:nvSpPr>
          <p:spPr>
            <a:xfrm>
              <a:off x="610615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rc2576"/>
            <p:cNvSpPr/>
            <p:nvPr/>
          </p:nvSpPr>
          <p:spPr>
            <a:xfrm>
              <a:off x="610615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rc2577"/>
            <p:cNvSpPr/>
            <p:nvPr/>
          </p:nvSpPr>
          <p:spPr>
            <a:xfrm>
              <a:off x="610615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rc2578"/>
            <p:cNvSpPr/>
            <p:nvPr/>
          </p:nvSpPr>
          <p:spPr>
            <a:xfrm>
              <a:off x="610615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rc2579"/>
            <p:cNvSpPr/>
            <p:nvPr/>
          </p:nvSpPr>
          <p:spPr>
            <a:xfrm>
              <a:off x="610615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rc2580"/>
            <p:cNvSpPr/>
            <p:nvPr/>
          </p:nvSpPr>
          <p:spPr>
            <a:xfrm>
              <a:off x="610615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rc2581"/>
            <p:cNvSpPr/>
            <p:nvPr/>
          </p:nvSpPr>
          <p:spPr>
            <a:xfrm>
              <a:off x="610615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rc2582"/>
            <p:cNvSpPr/>
            <p:nvPr/>
          </p:nvSpPr>
          <p:spPr>
            <a:xfrm>
              <a:off x="610615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rc2583"/>
            <p:cNvSpPr/>
            <p:nvPr/>
          </p:nvSpPr>
          <p:spPr>
            <a:xfrm>
              <a:off x="610615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rc2584"/>
            <p:cNvSpPr/>
            <p:nvPr/>
          </p:nvSpPr>
          <p:spPr>
            <a:xfrm>
              <a:off x="6161382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rc2585"/>
            <p:cNvSpPr/>
            <p:nvPr/>
          </p:nvSpPr>
          <p:spPr>
            <a:xfrm>
              <a:off x="6161382" y="7150342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rc2586"/>
            <p:cNvSpPr/>
            <p:nvPr/>
          </p:nvSpPr>
          <p:spPr>
            <a:xfrm>
              <a:off x="6161382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rc2587"/>
            <p:cNvSpPr/>
            <p:nvPr/>
          </p:nvSpPr>
          <p:spPr>
            <a:xfrm>
              <a:off x="616138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rc2588"/>
            <p:cNvSpPr/>
            <p:nvPr/>
          </p:nvSpPr>
          <p:spPr>
            <a:xfrm>
              <a:off x="6161382" y="7468556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rc2589"/>
            <p:cNvSpPr/>
            <p:nvPr/>
          </p:nvSpPr>
          <p:spPr>
            <a:xfrm>
              <a:off x="616138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rc2590"/>
            <p:cNvSpPr/>
            <p:nvPr/>
          </p:nvSpPr>
          <p:spPr>
            <a:xfrm>
              <a:off x="6161382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rc2591"/>
            <p:cNvSpPr/>
            <p:nvPr/>
          </p:nvSpPr>
          <p:spPr>
            <a:xfrm>
              <a:off x="616138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rc2592"/>
            <p:cNvSpPr/>
            <p:nvPr/>
          </p:nvSpPr>
          <p:spPr>
            <a:xfrm>
              <a:off x="6161382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rc2593"/>
            <p:cNvSpPr/>
            <p:nvPr/>
          </p:nvSpPr>
          <p:spPr>
            <a:xfrm>
              <a:off x="6161382" y="7998914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rc2594"/>
            <p:cNvSpPr/>
            <p:nvPr/>
          </p:nvSpPr>
          <p:spPr>
            <a:xfrm>
              <a:off x="6161382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rc2595"/>
            <p:cNvSpPr/>
            <p:nvPr/>
          </p:nvSpPr>
          <p:spPr>
            <a:xfrm>
              <a:off x="6161382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rc2596"/>
            <p:cNvSpPr/>
            <p:nvPr/>
          </p:nvSpPr>
          <p:spPr>
            <a:xfrm>
              <a:off x="6216614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rc2597"/>
            <p:cNvSpPr/>
            <p:nvPr/>
          </p:nvSpPr>
          <p:spPr>
            <a:xfrm>
              <a:off x="6216614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rc2598"/>
            <p:cNvSpPr/>
            <p:nvPr/>
          </p:nvSpPr>
          <p:spPr>
            <a:xfrm>
              <a:off x="621661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rc2599"/>
            <p:cNvSpPr/>
            <p:nvPr/>
          </p:nvSpPr>
          <p:spPr>
            <a:xfrm>
              <a:off x="621661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rc2600"/>
            <p:cNvSpPr/>
            <p:nvPr/>
          </p:nvSpPr>
          <p:spPr>
            <a:xfrm>
              <a:off x="6216614" y="7468556"/>
              <a:ext cx="55232" cy="106071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rc2601"/>
            <p:cNvSpPr/>
            <p:nvPr/>
          </p:nvSpPr>
          <p:spPr>
            <a:xfrm>
              <a:off x="621661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rc2602"/>
            <p:cNvSpPr/>
            <p:nvPr/>
          </p:nvSpPr>
          <p:spPr>
            <a:xfrm>
              <a:off x="621661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rc2603"/>
            <p:cNvSpPr/>
            <p:nvPr/>
          </p:nvSpPr>
          <p:spPr>
            <a:xfrm>
              <a:off x="621661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rc2604"/>
            <p:cNvSpPr/>
            <p:nvPr/>
          </p:nvSpPr>
          <p:spPr>
            <a:xfrm>
              <a:off x="621661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rc2605"/>
            <p:cNvSpPr/>
            <p:nvPr/>
          </p:nvSpPr>
          <p:spPr>
            <a:xfrm>
              <a:off x="6216614" y="7998914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rc2606"/>
            <p:cNvSpPr/>
            <p:nvPr/>
          </p:nvSpPr>
          <p:spPr>
            <a:xfrm>
              <a:off x="621661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rc2607"/>
            <p:cNvSpPr/>
            <p:nvPr/>
          </p:nvSpPr>
          <p:spPr>
            <a:xfrm>
              <a:off x="621661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rc2608"/>
            <p:cNvSpPr/>
            <p:nvPr/>
          </p:nvSpPr>
          <p:spPr>
            <a:xfrm>
              <a:off x="6271847" y="7044270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rc2609"/>
            <p:cNvSpPr/>
            <p:nvPr/>
          </p:nvSpPr>
          <p:spPr>
            <a:xfrm>
              <a:off x="6271847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rc2610"/>
            <p:cNvSpPr/>
            <p:nvPr/>
          </p:nvSpPr>
          <p:spPr>
            <a:xfrm>
              <a:off x="6271847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rc2611"/>
            <p:cNvSpPr/>
            <p:nvPr/>
          </p:nvSpPr>
          <p:spPr>
            <a:xfrm>
              <a:off x="627184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rc2612"/>
            <p:cNvSpPr/>
            <p:nvPr/>
          </p:nvSpPr>
          <p:spPr>
            <a:xfrm>
              <a:off x="6271847" y="7468556"/>
              <a:ext cx="55232" cy="106071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rc2613"/>
            <p:cNvSpPr/>
            <p:nvPr/>
          </p:nvSpPr>
          <p:spPr>
            <a:xfrm>
              <a:off x="627184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rc2614"/>
            <p:cNvSpPr/>
            <p:nvPr/>
          </p:nvSpPr>
          <p:spPr>
            <a:xfrm>
              <a:off x="6271847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rc2615"/>
            <p:cNvSpPr/>
            <p:nvPr/>
          </p:nvSpPr>
          <p:spPr>
            <a:xfrm>
              <a:off x="627184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rc2616"/>
            <p:cNvSpPr/>
            <p:nvPr/>
          </p:nvSpPr>
          <p:spPr>
            <a:xfrm>
              <a:off x="627184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rc2617"/>
            <p:cNvSpPr/>
            <p:nvPr/>
          </p:nvSpPr>
          <p:spPr>
            <a:xfrm>
              <a:off x="627184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rc2618"/>
            <p:cNvSpPr/>
            <p:nvPr/>
          </p:nvSpPr>
          <p:spPr>
            <a:xfrm>
              <a:off x="627184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rc2619"/>
            <p:cNvSpPr/>
            <p:nvPr/>
          </p:nvSpPr>
          <p:spPr>
            <a:xfrm>
              <a:off x="6271847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rc2620"/>
            <p:cNvSpPr/>
            <p:nvPr/>
          </p:nvSpPr>
          <p:spPr>
            <a:xfrm>
              <a:off x="6327079" y="7044270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rc2621"/>
            <p:cNvSpPr/>
            <p:nvPr/>
          </p:nvSpPr>
          <p:spPr>
            <a:xfrm>
              <a:off x="6327079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rc2622"/>
            <p:cNvSpPr/>
            <p:nvPr/>
          </p:nvSpPr>
          <p:spPr>
            <a:xfrm>
              <a:off x="6327079" y="7256413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rc2623"/>
            <p:cNvSpPr/>
            <p:nvPr/>
          </p:nvSpPr>
          <p:spPr>
            <a:xfrm>
              <a:off x="632707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rc2624"/>
            <p:cNvSpPr/>
            <p:nvPr/>
          </p:nvSpPr>
          <p:spPr>
            <a:xfrm>
              <a:off x="6327079" y="7468556"/>
              <a:ext cx="55232" cy="106071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rc2625"/>
            <p:cNvSpPr/>
            <p:nvPr/>
          </p:nvSpPr>
          <p:spPr>
            <a:xfrm>
              <a:off x="632707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rc2626"/>
            <p:cNvSpPr/>
            <p:nvPr/>
          </p:nvSpPr>
          <p:spPr>
            <a:xfrm>
              <a:off x="6327079" y="7680699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rc2627"/>
            <p:cNvSpPr/>
            <p:nvPr/>
          </p:nvSpPr>
          <p:spPr>
            <a:xfrm>
              <a:off x="632707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rc2628"/>
            <p:cNvSpPr/>
            <p:nvPr/>
          </p:nvSpPr>
          <p:spPr>
            <a:xfrm>
              <a:off x="632707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rc2629"/>
            <p:cNvSpPr/>
            <p:nvPr/>
          </p:nvSpPr>
          <p:spPr>
            <a:xfrm>
              <a:off x="6327079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rc2630"/>
            <p:cNvSpPr/>
            <p:nvPr/>
          </p:nvSpPr>
          <p:spPr>
            <a:xfrm>
              <a:off x="6327079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rc2631"/>
            <p:cNvSpPr/>
            <p:nvPr/>
          </p:nvSpPr>
          <p:spPr>
            <a:xfrm>
              <a:off x="6327079" y="8211057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rc2632"/>
            <p:cNvSpPr/>
            <p:nvPr/>
          </p:nvSpPr>
          <p:spPr>
            <a:xfrm>
              <a:off x="6382312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rc2633"/>
            <p:cNvSpPr/>
            <p:nvPr/>
          </p:nvSpPr>
          <p:spPr>
            <a:xfrm>
              <a:off x="6382312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rc2634"/>
            <p:cNvSpPr/>
            <p:nvPr/>
          </p:nvSpPr>
          <p:spPr>
            <a:xfrm>
              <a:off x="6382312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rc2635"/>
            <p:cNvSpPr/>
            <p:nvPr/>
          </p:nvSpPr>
          <p:spPr>
            <a:xfrm>
              <a:off x="638231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rc2636"/>
            <p:cNvSpPr/>
            <p:nvPr/>
          </p:nvSpPr>
          <p:spPr>
            <a:xfrm>
              <a:off x="6382312" y="7468556"/>
              <a:ext cx="55232" cy="106071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rc2637"/>
            <p:cNvSpPr/>
            <p:nvPr/>
          </p:nvSpPr>
          <p:spPr>
            <a:xfrm>
              <a:off x="638231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rc2638"/>
            <p:cNvSpPr/>
            <p:nvPr/>
          </p:nvSpPr>
          <p:spPr>
            <a:xfrm>
              <a:off x="6382312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rc2639"/>
            <p:cNvSpPr/>
            <p:nvPr/>
          </p:nvSpPr>
          <p:spPr>
            <a:xfrm>
              <a:off x="638231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rc2640"/>
            <p:cNvSpPr/>
            <p:nvPr/>
          </p:nvSpPr>
          <p:spPr>
            <a:xfrm>
              <a:off x="6382312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rc2641"/>
            <p:cNvSpPr/>
            <p:nvPr/>
          </p:nvSpPr>
          <p:spPr>
            <a:xfrm>
              <a:off x="6382312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rc2642"/>
            <p:cNvSpPr/>
            <p:nvPr/>
          </p:nvSpPr>
          <p:spPr>
            <a:xfrm>
              <a:off x="6382312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rc2643"/>
            <p:cNvSpPr/>
            <p:nvPr/>
          </p:nvSpPr>
          <p:spPr>
            <a:xfrm>
              <a:off x="6382312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rc2644"/>
            <p:cNvSpPr/>
            <p:nvPr/>
          </p:nvSpPr>
          <p:spPr>
            <a:xfrm>
              <a:off x="6437544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rc2645"/>
            <p:cNvSpPr/>
            <p:nvPr/>
          </p:nvSpPr>
          <p:spPr>
            <a:xfrm>
              <a:off x="6437544" y="7150342"/>
              <a:ext cx="55232" cy="106071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rc2646"/>
            <p:cNvSpPr/>
            <p:nvPr/>
          </p:nvSpPr>
          <p:spPr>
            <a:xfrm>
              <a:off x="6437544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rc2647"/>
            <p:cNvSpPr/>
            <p:nvPr/>
          </p:nvSpPr>
          <p:spPr>
            <a:xfrm>
              <a:off x="6437544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rc2648"/>
            <p:cNvSpPr/>
            <p:nvPr/>
          </p:nvSpPr>
          <p:spPr>
            <a:xfrm>
              <a:off x="6437544" y="7468556"/>
              <a:ext cx="55232" cy="106071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rc2649"/>
            <p:cNvSpPr/>
            <p:nvPr/>
          </p:nvSpPr>
          <p:spPr>
            <a:xfrm>
              <a:off x="6437544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rc2650"/>
            <p:cNvSpPr/>
            <p:nvPr/>
          </p:nvSpPr>
          <p:spPr>
            <a:xfrm>
              <a:off x="6437544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rc2651"/>
            <p:cNvSpPr/>
            <p:nvPr/>
          </p:nvSpPr>
          <p:spPr>
            <a:xfrm>
              <a:off x="6437544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rc2652"/>
            <p:cNvSpPr/>
            <p:nvPr/>
          </p:nvSpPr>
          <p:spPr>
            <a:xfrm>
              <a:off x="6437544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rc2653"/>
            <p:cNvSpPr/>
            <p:nvPr/>
          </p:nvSpPr>
          <p:spPr>
            <a:xfrm>
              <a:off x="6437544" y="7998914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rc2654"/>
            <p:cNvSpPr/>
            <p:nvPr/>
          </p:nvSpPr>
          <p:spPr>
            <a:xfrm>
              <a:off x="6437544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rc2655"/>
            <p:cNvSpPr/>
            <p:nvPr/>
          </p:nvSpPr>
          <p:spPr>
            <a:xfrm>
              <a:off x="6437544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rc2656"/>
            <p:cNvSpPr/>
            <p:nvPr/>
          </p:nvSpPr>
          <p:spPr>
            <a:xfrm>
              <a:off x="6492776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rc2657"/>
            <p:cNvSpPr/>
            <p:nvPr/>
          </p:nvSpPr>
          <p:spPr>
            <a:xfrm>
              <a:off x="6492776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rc2658"/>
            <p:cNvSpPr/>
            <p:nvPr/>
          </p:nvSpPr>
          <p:spPr>
            <a:xfrm>
              <a:off x="6492776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rc2659"/>
            <p:cNvSpPr/>
            <p:nvPr/>
          </p:nvSpPr>
          <p:spPr>
            <a:xfrm>
              <a:off x="6492776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rc2660"/>
            <p:cNvSpPr/>
            <p:nvPr/>
          </p:nvSpPr>
          <p:spPr>
            <a:xfrm>
              <a:off x="6492776" y="7468556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rc2661"/>
            <p:cNvSpPr/>
            <p:nvPr/>
          </p:nvSpPr>
          <p:spPr>
            <a:xfrm>
              <a:off x="6492776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rc2662"/>
            <p:cNvSpPr/>
            <p:nvPr/>
          </p:nvSpPr>
          <p:spPr>
            <a:xfrm>
              <a:off x="649277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rc2663"/>
            <p:cNvSpPr/>
            <p:nvPr/>
          </p:nvSpPr>
          <p:spPr>
            <a:xfrm>
              <a:off x="649277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rc2664"/>
            <p:cNvSpPr/>
            <p:nvPr/>
          </p:nvSpPr>
          <p:spPr>
            <a:xfrm>
              <a:off x="649277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rc2665"/>
            <p:cNvSpPr/>
            <p:nvPr/>
          </p:nvSpPr>
          <p:spPr>
            <a:xfrm>
              <a:off x="6492776" y="7998914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rc2666"/>
            <p:cNvSpPr/>
            <p:nvPr/>
          </p:nvSpPr>
          <p:spPr>
            <a:xfrm>
              <a:off x="6492776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rc2667"/>
            <p:cNvSpPr/>
            <p:nvPr/>
          </p:nvSpPr>
          <p:spPr>
            <a:xfrm>
              <a:off x="6492776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rc2668"/>
            <p:cNvSpPr/>
            <p:nvPr/>
          </p:nvSpPr>
          <p:spPr>
            <a:xfrm>
              <a:off x="6548009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rc2669"/>
            <p:cNvSpPr/>
            <p:nvPr/>
          </p:nvSpPr>
          <p:spPr>
            <a:xfrm>
              <a:off x="6548009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rc2670"/>
            <p:cNvSpPr/>
            <p:nvPr/>
          </p:nvSpPr>
          <p:spPr>
            <a:xfrm>
              <a:off x="6548009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rc2671"/>
            <p:cNvSpPr/>
            <p:nvPr/>
          </p:nvSpPr>
          <p:spPr>
            <a:xfrm>
              <a:off x="654800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rc2672"/>
            <p:cNvSpPr/>
            <p:nvPr/>
          </p:nvSpPr>
          <p:spPr>
            <a:xfrm>
              <a:off x="6548009" y="7468556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rc2673"/>
            <p:cNvSpPr/>
            <p:nvPr/>
          </p:nvSpPr>
          <p:spPr>
            <a:xfrm>
              <a:off x="654800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rc2674"/>
            <p:cNvSpPr/>
            <p:nvPr/>
          </p:nvSpPr>
          <p:spPr>
            <a:xfrm>
              <a:off x="6548009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rc2675"/>
            <p:cNvSpPr/>
            <p:nvPr/>
          </p:nvSpPr>
          <p:spPr>
            <a:xfrm>
              <a:off x="654800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rc2676"/>
            <p:cNvSpPr/>
            <p:nvPr/>
          </p:nvSpPr>
          <p:spPr>
            <a:xfrm>
              <a:off x="654800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rc2677"/>
            <p:cNvSpPr/>
            <p:nvPr/>
          </p:nvSpPr>
          <p:spPr>
            <a:xfrm>
              <a:off x="6548009" y="7998914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rc2678"/>
            <p:cNvSpPr/>
            <p:nvPr/>
          </p:nvSpPr>
          <p:spPr>
            <a:xfrm>
              <a:off x="6548009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rc2679"/>
            <p:cNvSpPr/>
            <p:nvPr/>
          </p:nvSpPr>
          <p:spPr>
            <a:xfrm>
              <a:off x="6548009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rc2680"/>
            <p:cNvSpPr/>
            <p:nvPr/>
          </p:nvSpPr>
          <p:spPr>
            <a:xfrm>
              <a:off x="6603241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rc2681"/>
            <p:cNvSpPr/>
            <p:nvPr/>
          </p:nvSpPr>
          <p:spPr>
            <a:xfrm>
              <a:off x="6603241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rc2682"/>
            <p:cNvSpPr/>
            <p:nvPr/>
          </p:nvSpPr>
          <p:spPr>
            <a:xfrm>
              <a:off x="6603241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rc2683"/>
            <p:cNvSpPr/>
            <p:nvPr/>
          </p:nvSpPr>
          <p:spPr>
            <a:xfrm>
              <a:off x="6603241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rc2684"/>
            <p:cNvSpPr/>
            <p:nvPr/>
          </p:nvSpPr>
          <p:spPr>
            <a:xfrm>
              <a:off x="6603241" y="7468556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rc2685"/>
            <p:cNvSpPr/>
            <p:nvPr/>
          </p:nvSpPr>
          <p:spPr>
            <a:xfrm>
              <a:off x="6603241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rc2686"/>
            <p:cNvSpPr/>
            <p:nvPr/>
          </p:nvSpPr>
          <p:spPr>
            <a:xfrm>
              <a:off x="6603241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rc2687"/>
            <p:cNvSpPr/>
            <p:nvPr/>
          </p:nvSpPr>
          <p:spPr>
            <a:xfrm>
              <a:off x="6603241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rc2688"/>
            <p:cNvSpPr/>
            <p:nvPr/>
          </p:nvSpPr>
          <p:spPr>
            <a:xfrm>
              <a:off x="6603241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rc2689"/>
            <p:cNvSpPr/>
            <p:nvPr/>
          </p:nvSpPr>
          <p:spPr>
            <a:xfrm>
              <a:off x="6603241" y="7998914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rc2690"/>
            <p:cNvSpPr/>
            <p:nvPr/>
          </p:nvSpPr>
          <p:spPr>
            <a:xfrm>
              <a:off x="6603241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rc2691"/>
            <p:cNvSpPr/>
            <p:nvPr/>
          </p:nvSpPr>
          <p:spPr>
            <a:xfrm>
              <a:off x="6603241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rc2692"/>
            <p:cNvSpPr/>
            <p:nvPr/>
          </p:nvSpPr>
          <p:spPr>
            <a:xfrm>
              <a:off x="6658473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rc2693"/>
            <p:cNvSpPr/>
            <p:nvPr/>
          </p:nvSpPr>
          <p:spPr>
            <a:xfrm>
              <a:off x="6658473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rc2694"/>
            <p:cNvSpPr/>
            <p:nvPr/>
          </p:nvSpPr>
          <p:spPr>
            <a:xfrm>
              <a:off x="665847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rc2695"/>
            <p:cNvSpPr/>
            <p:nvPr/>
          </p:nvSpPr>
          <p:spPr>
            <a:xfrm>
              <a:off x="665847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rc2696"/>
            <p:cNvSpPr/>
            <p:nvPr/>
          </p:nvSpPr>
          <p:spPr>
            <a:xfrm>
              <a:off x="6658473" y="7468556"/>
              <a:ext cx="55232" cy="106071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rc2697"/>
            <p:cNvSpPr/>
            <p:nvPr/>
          </p:nvSpPr>
          <p:spPr>
            <a:xfrm>
              <a:off x="665847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rc2698"/>
            <p:cNvSpPr/>
            <p:nvPr/>
          </p:nvSpPr>
          <p:spPr>
            <a:xfrm>
              <a:off x="665847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rc2699"/>
            <p:cNvSpPr/>
            <p:nvPr/>
          </p:nvSpPr>
          <p:spPr>
            <a:xfrm>
              <a:off x="665847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rc2700"/>
            <p:cNvSpPr/>
            <p:nvPr/>
          </p:nvSpPr>
          <p:spPr>
            <a:xfrm>
              <a:off x="665847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rc2701"/>
            <p:cNvSpPr/>
            <p:nvPr/>
          </p:nvSpPr>
          <p:spPr>
            <a:xfrm>
              <a:off x="6658473" y="7998914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rc2702"/>
            <p:cNvSpPr/>
            <p:nvPr/>
          </p:nvSpPr>
          <p:spPr>
            <a:xfrm>
              <a:off x="6658473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rc2703"/>
            <p:cNvSpPr/>
            <p:nvPr/>
          </p:nvSpPr>
          <p:spPr>
            <a:xfrm>
              <a:off x="665847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rc2704"/>
            <p:cNvSpPr/>
            <p:nvPr/>
          </p:nvSpPr>
          <p:spPr>
            <a:xfrm>
              <a:off x="6713706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rc2705"/>
            <p:cNvSpPr/>
            <p:nvPr/>
          </p:nvSpPr>
          <p:spPr>
            <a:xfrm>
              <a:off x="6713706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rc2706"/>
            <p:cNvSpPr/>
            <p:nvPr/>
          </p:nvSpPr>
          <p:spPr>
            <a:xfrm>
              <a:off x="6713706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rc2707"/>
            <p:cNvSpPr/>
            <p:nvPr/>
          </p:nvSpPr>
          <p:spPr>
            <a:xfrm>
              <a:off x="6713706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rc2708"/>
            <p:cNvSpPr/>
            <p:nvPr/>
          </p:nvSpPr>
          <p:spPr>
            <a:xfrm>
              <a:off x="6713706" y="7468556"/>
              <a:ext cx="55232" cy="106071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rc2709"/>
            <p:cNvSpPr/>
            <p:nvPr/>
          </p:nvSpPr>
          <p:spPr>
            <a:xfrm>
              <a:off x="6713706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rc2710"/>
            <p:cNvSpPr/>
            <p:nvPr/>
          </p:nvSpPr>
          <p:spPr>
            <a:xfrm>
              <a:off x="6713706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rc2711"/>
            <p:cNvSpPr/>
            <p:nvPr/>
          </p:nvSpPr>
          <p:spPr>
            <a:xfrm>
              <a:off x="6713706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rc2712"/>
            <p:cNvSpPr/>
            <p:nvPr/>
          </p:nvSpPr>
          <p:spPr>
            <a:xfrm>
              <a:off x="6713706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rc2713"/>
            <p:cNvSpPr/>
            <p:nvPr/>
          </p:nvSpPr>
          <p:spPr>
            <a:xfrm>
              <a:off x="6713706" y="7998914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rc2714"/>
            <p:cNvSpPr/>
            <p:nvPr/>
          </p:nvSpPr>
          <p:spPr>
            <a:xfrm>
              <a:off x="6713706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rc2715"/>
            <p:cNvSpPr/>
            <p:nvPr/>
          </p:nvSpPr>
          <p:spPr>
            <a:xfrm>
              <a:off x="6713706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rc2716"/>
            <p:cNvSpPr/>
            <p:nvPr/>
          </p:nvSpPr>
          <p:spPr>
            <a:xfrm>
              <a:off x="6768938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rc2717"/>
            <p:cNvSpPr/>
            <p:nvPr/>
          </p:nvSpPr>
          <p:spPr>
            <a:xfrm>
              <a:off x="6768938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rc2718"/>
            <p:cNvSpPr/>
            <p:nvPr/>
          </p:nvSpPr>
          <p:spPr>
            <a:xfrm>
              <a:off x="6768938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rc2719"/>
            <p:cNvSpPr/>
            <p:nvPr/>
          </p:nvSpPr>
          <p:spPr>
            <a:xfrm>
              <a:off x="6768938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rc2720"/>
            <p:cNvSpPr/>
            <p:nvPr/>
          </p:nvSpPr>
          <p:spPr>
            <a:xfrm>
              <a:off x="6768938" y="7468556"/>
              <a:ext cx="55232" cy="106071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rc2721"/>
            <p:cNvSpPr/>
            <p:nvPr/>
          </p:nvSpPr>
          <p:spPr>
            <a:xfrm>
              <a:off x="6768938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rc2722"/>
            <p:cNvSpPr/>
            <p:nvPr/>
          </p:nvSpPr>
          <p:spPr>
            <a:xfrm>
              <a:off x="6768938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rc2723"/>
            <p:cNvSpPr/>
            <p:nvPr/>
          </p:nvSpPr>
          <p:spPr>
            <a:xfrm>
              <a:off x="6768938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rc2724"/>
            <p:cNvSpPr/>
            <p:nvPr/>
          </p:nvSpPr>
          <p:spPr>
            <a:xfrm>
              <a:off x="6768938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rc2725"/>
            <p:cNvSpPr/>
            <p:nvPr/>
          </p:nvSpPr>
          <p:spPr>
            <a:xfrm>
              <a:off x="6768938" y="7998914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rc2726"/>
            <p:cNvSpPr/>
            <p:nvPr/>
          </p:nvSpPr>
          <p:spPr>
            <a:xfrm>
              <a:off x="6768938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rc2727"/>
            <p:cNvSpPr/>
            <p:nvPr/>
          </p:nvSpPr>
          <p:spPr>
            <a:xfrm>
              <a:off x="6768938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rc2728"/>
            <p:cNvSpPr/>
            <p:nvPr/>
          </p:nvSpPr>
          <p:spPr>
            <a:xfrm>
              <a:off x="6824170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rc2729"/>
            <p:cNvSpPr/>
            <p:nvPr/>
          </p:nvSpPr>
          <p:spPr>
            <a:xfrm>
              <a:off x="6824170" y="7150342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rc2730"/>
            <p:cNvSpPr/>
            <p:nvPr/>
          </p:nvSpPr>
          <p:spPr>
            <a:xfrm>
              <a:off x="6824170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rc2731"/>
            <p:cNvSpPr/>
            <p:nvPr/>
          </p:nvSpPr>
          <p:spPr>
            <a:xfrm>
              <a:off x="682417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rc2732"/>
            <p:cNvSpPr/>
            <p:nvPr/>
          </p:nvSpPr>
          <p:spPr>
            <a:xfrm>
              <a:off x="6824170" y="7468556"/>
              <a:ext cx="55232" cy="106071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rc2733"/>
            <p:cNvSpPr/>
            <p:nvPr/>
          </p:nvSpPr>
          <p:spPr>
            <a:xfrm>
              <a:off x="6824170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rc2734"/>
            <p:cNvSpPr/>
            <p:nvPr/>
          </p:nvSpPr>
          <p:spPr>
            <a:xfrm>
              <a:off x="6824170" y="7680699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rc2735"/>
            <p:cNvSpPr/>
            <p:nvPr/>
          </p:nvSpPr>
          <p:spPr>
            <a:xfrm>
              <a:off x="682417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rc2736"/>
            <p:cNvSpPr/>
            <p:nvPr/>
          </p:nvSpPr>
          <p:spPr>
            <a:xfrm>
              <a:off x="682417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rc2737"/>
            <p:cNvSpPr/>
            <p:nvPr/>
          </p:nvSpPr>
          <p:spPr>
            <a:xfrm>
              <a:off x="6824170" y="7998914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rc2738"/>
            <p:cNvSpPr/>
            <p:nvPr/>
          </p:nvSpPr>
          <p:spPr>
            <a:xfrm>
              <a:off x="6824170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rc2739"/>
            <p:cNvSpPr/>
            <p:nvPr/>
          </p:nvSpPr>
          <p:spPr>
            <a:xfrm>
              <a:off x="6824170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rc2740"/>
            <p:cNvSpPr/>
            <p:nvPr/>
          </p:nvSpPr>
          <p:spPr>
            <a:xfrm>
              <a:off x="6879403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rc2741"/>
            <p:cNvSpPr/>
            <p:nvPr/>
          </p:nvSpPr>
          <p:spPr>
            <a:xfrm>
              <a:off x="6879403" y="7150342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rc2742"/>
            <p:cNvSpPr/>
            <p:nvPr/>
          </p:nvSpPr>
          <p:spPr>
            <a:xfrm>
              <a:off x="6879403" y="7256413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rc2743"/>
            <p:cNvSpPr/>
            <p:nvPr/>
          </p:nvSpPr>
          <p:spPr>
            <a:xfrm>
              <a:off x="6879403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rc2744"/>
            <p:cNvSpPr/>
            <p:nvPr/>
          </p:nvSpPr>
          <p:spPr>
            <a:xfrm>
              <a:off x="6879403" y="7468556"/>
              <a:ext cx="55232" cy="106071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rc2745"/>
            <p:cNvSpPr/>
            <p:nvPr/>
          </p:nvSpPr>
          <p:spPr>
            <a:xfrm>
              <a:off x="6879403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rc2746"/>
            <p:cNvSpPr/>
            <p:nvPr/>
          </p:nvSpPr>
          <p:spPr>
            <a:xfrm>
              <a:off x="6879403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rc2747"/>
            <p:cNvSpPr/>
            <p:nvPr/>
          </p:nvSpPr>
          <p:spPr>
            <a:xfrm>
              <a:off x="6879403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rc2748"/>
            <p:cNvSpPr/>
            <p:nvPr/>
          </p:nvSpPr>
          <p:spPr>
            <a:xfrm>
              <a:off x="6879403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rc2749"/>
            <p:cNvSpPr/>
            <p:nvPr/>
          </p:nvSpPr>
          <p:spPr>
            <a:xfrm>
              <a:off x="6879403" y="7998914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rc2750"/>
            <p:cNvSpPr/>
            <p:nvPr/>
          </p:nvSpPr>
          <p:spPr>
            <a:xfrm>
              <a:off x="6879403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rc2751"/>
            <p:cNvSpPr/>
            <p:nvPr/>
          </p:nvSpPr>
          <p:spPr>
            <a:xfrm>
              <a:off x="6879403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rc2752"/>
            <p:cNvSpPr/>
            <p:nvPr/>
          </p:nvSpPr>
          <p:spPr>
            <a:xfrm>
              <a:off x="6934635" y="7044270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rc2753"/>
            <p:cNvSpPr/>
            <p:nvPr/>
          </p:nvSpPr>
          <p:spPr>
            <a:xfrm>
              <a:off x="6934635" y="7150342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rc2754"/>
            <p:cNvSpPr/>
            <p:nvPr/>
          </p:nvSpPr>
          <p:spPr>
            <a:xfrm>
              <a:off x="6934635" y="7256413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rc2755"/>
            <p:cNvSpPr/>
            <p:nvPr/>
          </p:nvSpPr>
          <p:spPr>
            <a:xfrm>
              <a:off x="6934635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rc2756"/>
            <p:cNvSpPr/>
            <p:nvPr/>
          </p:nvSpPr>
          <p:spPr>
            <a:xfrm>
              <a:off x="6934635" y="7468556"/>
              <a:ext cx="55232" cy="106071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rc2757"/>
            <p:cNvSpPr/>
            <p:nvPr/>
          </p:nvSpPr>
          <p:spPr>
            <a:xfrm>
              <a:off x="6934635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rc2758"/>
            <p:cNvSpPr/>
            <p:nvPr/>
          </p:nvSpPr>
          <p:spPr>
            <a:xfrm>
              <a:off x="6934635" y="7680699"/>
              <a:ext cx="55232" cy="106071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rc2759"/>
            <p:cNvSpPr/>
            <p:nvPr/>
          </p:nvSpPr>
          <p:spPr>
            <a:xfrm>
              <a:off x="6934635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rc2760"/>
            <p:cNvSpPr/>
            <p:nvPr/>
          </p:nvSpPr>
          <p:spPr>
            <a:xfrm>
              <a:off x="6934635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rc2761"/>
            <p:cNvSpPr/>
            <p:nvPr/>
          </p:nvSpPr>
          <p:spPr>
            <a:xfrm>
              <a:off x="6934635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rc2762"/>
            <p:cNvSpPr/>
            <p:nvPr/>
          </p:nvSpPr>
          <p:spPr>
            <a:xfrm>
              <a:off x="6934635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rc2763"/>
            <p:cNvSpPr/>
            <p:nvPr/>
          </p:nvSpPr>
          <p:spPr>
            <a:xfrm>
              <a:off x="6934635" y="8211057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rc2764"/>
            <p:cNvSpPr/>
            <p:nvPr/>
          </p:nvSpPr>
          <p:spPr>
            <a:xfrm>
              <a:off x="6989867" y="7044270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rc2765"/>
            <p:cNvSpPr/>
            <p:nvPr/>
          </p:nvSpPr>
          <p:spPr>
            <a:xfrm>
              <a:off x="6989867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rc2766"/>
            <p:cNvSpPr/>
            <p:nvPr/>
          </p:nvSpPr>
          <p:spPr>
            <a:xfrm>
              <a:off x="6989867" y="7256413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rc2767"/>
            <p:cNvSpPr/>
            <p:nvPr/>
          </p:nvSpPr>
          <p:spPr>
            <a:xfrm>
              <a:off x="6989867" y="7362485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rc2768"/>
            <p:cNvSpPr/>
            <p:nvPr/>
          </p:nvSpPr>
          <p:spPr>
            <a:xfrm>
              <a:off x="6989867" y="7468556"/>
              <a:ext cx="55232" cy="106071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rc2769"/>
            <p:cNvSpPr/>
            <p:nvPr/>
          </p:nvSpPr>
          <p:spPr>
            <a:xfrm>
              <a:off x="698986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rc2770"/>
            <p:cNvSpPr/>
            <p:nvPr/>
          </p:nvSpPr>
          <p:spPr>
            <a:xfrm>
              <a:off x="6989867" y="7680699"/>
              <a:ext cx="55232" cy="106071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rc2771"/>
            <p:cNvSpPr/>
            <p:nvPr/>
          </p:nvSpPr>
          <p:spPr>
            <a:xfrm>
              <a:off x="698986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rc2772"/>
            <p:cNvSpPr/>
            <p:nvPr/>
          </p:nvSpPr>
          <p:spPr>
            <a:xfrm>
              <a:off x="698986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rc2773"/>
            <p:cNvSpPr/>
            <p:nvPr/>
          </p:nvSpPr>
          <p:spPr>
            <a:xfrm>
              <a:off x="698986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rc2774"/>
            <p:cNvSpPr/>
            <p:nvPr/>
          </p:nvSpPr>
          <p:spPr>
            <a:xfrm>
              <a:off x="698986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rc2775"/>
            <p:cNvSpPr/>
            <p:nvPr/>
          </p:nvSpPr>
          <p:spPr>
            <a:xfrm>
              <a:off x="6989867" y="8211057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rc2776"/>
            <p:cNvSpPr/>
            <p:nvPr/>
          </p:nvSpPr>
          <p:spPr>
            <a:xfrm>
              <a:off x="7045100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rc2777"/>
            <p:cNvSpPr/>
            <p:nvPr/>
          </p:nvSpPr>
          <p:spPr>
            <a:xfrm>
              <a:off x="7045100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rc2778"/>
            <p:cNvSpPr/>
            <p:nvPr/>
          </p:nvSpPr>
          <p:spPr>
            <a:xfrm>
              <a:off x="7045100" y="7256413"/>
              <a:ext cx="55232" cy="106071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rc2779"/>
            <p:cNvSpPr/>
            <p:nvPr/>
          </p:nvSpPr>
          <p:spPr>
            <a:xfrm>
              <a:off x="7045100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rc2780"/>
            <p:cNvSpPr/>
            <p:nvPr/>
          </p:nvSpPr>
          <p:spPr>
            <a:xfrm>
              <a:off x="7045100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rc2781"/>
            <p:cNvSpPr/>
            <p:nvPr/>
          </p:nvSpPr>
          <p:spPr>
            <a:xfrm>
              <a:off x="7045100" y="7574628"/>
              <a:ext cx="55232" cy="106071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rc2782"/>
            <p:cNvSpPr/>
            <p:nvPr/>
          </p:nvSpPr>
          <p:spPr>
            <a:xfrm>
              <a:off x="7045100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rc2783"/>
            <p:cNvSpPr/>
            <p:nvPr/>
          </p:nvSpPr>
          <p:spPr>
            <a:xfrm>
              <a:off x="7045100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rc2784"/>
            <p:cNvSpPr/>
            <p:nvPr/>
          </p:nvSpPr>
          <p:spPr>
            <a:xfrm>
              <a:off x="7045100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rc2785"/>
            <p:cNvSpPr/>
            <p:nvPr/>
          </p:nvSpPr>
          <p:spPr>
            <a:xfrm>
              <a:off x="7045100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rc2786"/>
            <p:cNvSpPr/>
            <p:nvPr/>
          </p:nvSpPr>
          <p:spPr>
            <a:xfrm>
              <a:off x="7045100" y="8104985"/>
              <a:ext cx="55232" cy="106071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rc2787"/>
            <p:cNvSpPr/>
            <p:nvPr/>
          </p:nvSpPr>
          <p:spPr>
            <a:xfrm>
              <a:off x="7045100" y="8211057"/>
              <a:ext cx="55232" cy="106071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rc2788"/>
            <p:cNvSpPr/>
            <p:nvPr/>
          </p:nvSpPr>
          <p:spPr>
            <a:xfrm>
              <a:off x="7100332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rc2789"/>
            <p:cNvSpPr/>
            <p:nvPr/>
          </p:nvSpPr>
          <p:spPr>
            <a:xfrm>
              <a:off x="7100332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rc2790"/>
            <p:cNvSpPr/>
            <p:nvPr/>
          </p:nvSpPr>
          <p:spPr>
            <a:xfrm>
              <a:off x="7100332" y="7256413"/>
              <a:ext cx="55232" cy="106071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rc2791"/>
            <p:cNvSpPr/>
            <p:nvPr/>
          </p:nvSpPr>
          <p:spPr>
            <a:xfrm>
              <a:off x="710033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rc2792"/>
            <p:cNvSpPr/>
            <p:nvPr/>
          </p:nvSpPr>
          <p:spPr>
            <a:xfrm>
              <a:off x="7100332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rc2793"/>
            <p:cNvSpPr/>
            <p:nvPr/>
          </p:nvSpPr>
          <p:spPr>
            <a:xfrm>
              <a:off x="710033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rc2794"/>
            <p:cNvSpPr/>
            <p:nvPr/>
          </p:nvSpPr>
          <p:spPr>
            <a:xfrm>
              <a:off x="7100332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rc2795"/>
            <p:cNvSpPr/>
            <p:nvPr/>
          </p:nvSpPr>
          <p:spPr>
            <a:xfrm>
              <a:off x="710033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rc2796"/>
            <p:cNvSpPr/>
            <p:nvPr/>
          </p:nvSpPr>
          <p:spPr>
            <a:xfrm>
              <a:off x="7100332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rc2797"/>
            <p:cNvSpPr/>
            <p:nvPr/>
          </p:nvSpPr>
          <p:spPr>
            <a:xfrm>
              <a:off x="7100332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rc2798"/>
            <p:cNvSpPr/>
            <p:nvPr/>
          </p:nvSpPr>
          <p:spPr>
            <a:xfrm>
              <a:off x="7100332" y="8104985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rc2799"/>
            <p:cNvSpPr/>
            <p:nvPr/>
          </p:nvSpPr>
          <p:spPr>
            <a:xfrm>
              <a:off x="7100332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rc2800"/>
            <p:cNvSpPr/>
            <p:nvPr/>
          </p:nvSpPr>
          <p:spPr>
            <a:xfrm>
              <a:off x="7155565" y="7044270"/>
              <a:ext cx="55232" cy="106071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rc2801"/>
            <p:cNvSpPr/>
            <p:nvPr/>
          </p:nvSpPr>
          <p:spPr>
            <a:xfrm>
              <a:off x="7155565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rc2802"/>
            <p:cNvSpPr/>
            <p:nvPr/>
          </p:nvSpPr>
          <p:spPr>
            <a:xfrm>
              <a:off x="7155565" y="7256413"/>
              <a:ext cx="55232" cy="106071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rc2803"/>
            <p:cNvSpPr/>
            <p:nvPr/>
          </p:nvSpPr>
          <p:spPr>
            <a:xfrm>
              <a:off x="7155565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rc2804"/>
            <p:cNvSpPr/>
            <p:nvPr/>
          </p:nvSpPr>
          <p:spPr>
            <a:xfrm>
              <a:off x="7155565" y="7468556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rc2805"/>
            <p:cNvSpPr/>
            <p:nvPr/>
          </p:nvSpPr>
          <p:spPr>
            <a:xfrm>
              <a:off x="7155565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rc2806"/>
            <p:cNvSpPr/>
            <p:nvPr/>
          </p:nvSpPr>
          <p:spPr>
            <a:xfrm>
              <a:off x="7155565" y="7680699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rc2807"/>
            <p:cNvSpPr/>
            <p:nvPr/>
          </p:nvSpPr>
          <p:spPr>
            <a:xfrm>
              <a:off x="7155565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rc2808"/>
            <p:cNvSpPr/>
            <p:nvPr/>
          </p:nvSpPr>
          <p:spPr>
            <a:xfrm>
              <a:off x="7155565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rc2809"/>
            <p:cNvSpPr/>
            <p:nvPr/>
          </p:nvSpPr>
          <p:spPr>
            <a:xfrm>
              <a:off x="7155565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rc2810"/>
            <p:cNvSpPr/>
            <p:nvPr/>
          </p:nvSpPr>
          <p:spPr>
            <a:xfrm>
              <a:off x="7155565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rc2811"/>
            <p:cNvSpPr/>
            <p:nvPr/>
          </p:nvSpPr>
          <p:spPr>
            <a:xfrm>
              <a:off x="7155565" y="8211057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rc2812"/>
            <p:cNvSpPr/>
            <p:nvPr/>
          </p:nvSpPr>
          <p:spPr>
            <a:xfrm>
              <a:off x="7210797" y="7044270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rc2813"/>
            <p:cNvSpPr/>
            <p:nvPr/>
          </p:nvSpPr>
          <p:spPr>
            <a:xfrm>
              <a:off x="7210797" y="7150342"/>
              <a:ext cx="55232" cy="106071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rc2814"/>
            <p:cNvSpPr/>
            <p:nvPr/>
          </p:nvSpPr>
          <p:spPr>
            <a:xfrm>
              <a:off x="7210797" y="7256413"/>
              <a:ext cx="55232" cy="106071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rc2815"/>
            <p:cNvSpPr/>
            <p:nvPr/>
          </p:nvSpPr>
          <p:spPr>
            <a:xfrm>
              <a:off x="7210797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rc2816"/>
            <p:cNvSpPr/>
            <p:nvPr/>
          </p:nvSpPr>
          <p:spPr>
            <a:xfrm>
              <a:off x="7210797" y="7468556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rc2817"/>
            <p:cNvSpPr/>
            <p:nvPr/>
          </p:nvSpPr>
          <p:spPr>
            <a:xfrm>
              <a:off x="7210797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rc2818"/>
            <p:cNvSpPr/>
            <p:nvPr/>
          </p:nvSpPr>
          <p:spPr>
            <a:xfrm>
              <a:off x="7210797" y="7680699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rc2819"/>
            <p:cNvSpPr/>
            <p:nvPr/>
          </p:nvSpPr>
          <p:spPr>
            <a:xfrm>
              <a:off x="7210797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rc2820"/>
            <p:cNvSpPr/>
            <p:nvPr/>
          </p:nvSpPr>
          <p:spPr>
            <a:xfrm>
              <a:off x="7210797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rc2821"/>
            <p:cNvSpPr/>
            <p:nvPr/>
          </p:nvSpPr>
          <p:spPr>
            <a:xfrm>
              <a:off x="7210797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rc2822"/>
            <p:cNvSpPr/>
            <p:nvPr/>
          </p:nvSpPr>
          <p:spPr>
            <a:xfrm>
              <a:off x="7210797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rc2823"/>
            <p:cNvSpPr/>
            <p:nvPr/>
          </p:nvSpPr>
          <p:spPr>
            <a:xfrm>
              <a:off x="7210797" y="8211057"/>
              <a:ext cx="55232" cy="106071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rc2824"/>
            <p:cNvSpPr/>
            <p:nvPr/>
          </p:nvSpPr>
          <p:spPr>
            <a:xfrm>
              <a:off x="7266029" y="7044270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rc2825"/>
            <p:cNvSpPr/>
            <p:nvPr/>
          </p:nvSpPr>
          <p:spPr>
            <a:xfrm>
              <a:off x="7266029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rc2826"/>
            <p:cNvSpPr/>
            <p:nvPr/>
          </p:nvSpPr>
          <p:spPr>
            <a:xfrm>
              <a:off x="7266029" y="7256413"/>
              <a:ext cx="55232" cy="106071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rc2827"/>
            <p:cNvSpPr/>
            <p:nvPr/>
          </p:nvSpPr>
          <p:spPr>
            <a:xfrm>
              <a:off x="7266029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rc2828"/>
            <p:cNvSpPr/>
            <p:nvPr/>
          </p:nvSpPr>
          <p:spPr>
            <a:xfrm>
              <a:off x="7266029" y="7468556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rc2829"/>
            <p:cNvSpPr/>
            <p:nvPr/>
          </p:nvSpPr>
          <p:spPr>
            <a:xfrm>
              <a:off x="7266029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rc2830"/>
            <p:cNvSpPr/>
            <p:nvPr/>
          </p:nvSpPr>
          <p:spPr>
            <a:xfrm>
              <a:off x="7266029" y="7680699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rc2831"/>
            <p:cNvSpPr/>
            <p:nvPr/>
          </p:nvSpPr>
          <p:spPr>
            <a:xfrm>
              <a:off x="7266029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rc2832"/>
            <p:cNvSpPr/>
            <p:nvPr/>
          </p:nvSpPr>
          <p:spPr>
            <a:xfrm>
              <a:off x="7266029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rc2833"/>
            <p:cNvSpPr/>
            <p:nvPr/>
          </p:nvSpPr>
          <p:spPr>
            <a:xfrm>
              <a:off x="7266029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rc2834"/>
            <p:cNvSpPr/>
            <p:nvPr/>
          </p:nvSpPr>
          <p:spPr>
            <a:xfrm>
              <a:off x="7266029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rc2835"/>
            <p:cNvSpPr/>
            <p:nvPr/>
          </p:nvSpPr>
          <p:spPr>
            <a:xfrm>
              <a:off x="7266029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rc2836"/>
            <p:cNvSpPr/>
            <p:nvPr/>
          </p:nvSpPr>
          <p:spPr>
            <a:xfrm>
              <a:off x="7321262" y="7044270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rc2837"/>
            <p:cNvSpPr/>
            <p:nvPr/>
          </p:nvSpPr>
          <p:spPr>
            <a:xfrm>
              <a:off x="7321262" y="71503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rc2838"/>
            <p:cNvSpPr/>
            <p:nvPr/>
          </p:nvSpPr>
          <p:spPr>
            <a:xfrm>
              <a:off x="7321262" y="7256413"/>
              <a:ext cx="55232" cy="106071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rc2839"/>
            <p:cNvSpPr/>
            <p:nvPr/>
          </p:nvSpPr>
          <p:spPr>
            <a:xfrm>
              <a:off x="7321262" y="73624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rc2840"/>
            <p:cNvSpPr/>
            <p:nvPr/>
          </p:nvSpPr>
          <p:spPr>
            <a:xfrm>
              <a:off x="7321262" y="7468556"/>
              <a:ext cx="55232" cy="106071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rc2841"/>
            <p:cNvSpPr/>
            <p:nvPr/>
          </p:nvSpPr>
          <p:spPr>
            <a:xfrm>
              <a:off x="7321262" y="7574628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rc2842"/>
            <p:cNvSpPr/>
            <p:nvPr/>
          </p:nvSpPr>
          <p:spPr>
            <a:xfrm>
              <a:off x="7321262" y="7680699"/>
              <a:ext cx="55232" cy="106071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rc2843"/>
            <p:cNvSpPr/>
            <p:nvPr/>
          </p:nvSpPr>
          <p:spPr>
            <a:xfrm>
              <a:off x="7321262" y="7786771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rc2844"/>
            <p:cNvSpPr/>
            <p:nvPr/>
          </p:nvSpPr>
          <p:spPr>
            <a:xfrm>
              <a:off x="7321262" y="7892842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rc2845"/>
            <p:cNvSpPr/>
            <p:nvPr/>
          </p:nvSpPr>
          <p:spPr>
            <a:xfrm>
              <a:off x="7321262" y="7998914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rc2846"/>
            <p:cNvSpPr/>
            <p:nvPr/>
          </p:nvSpPr>
          <p:spPr>
            <a:xfrm>
              <a:off x="7321262" y="8104985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rc2847"/>
            <p:cNvSpPr/>
            <p:nvPr/>
          </p:nvSpPr>
          <p:spPr>
            <a:xfrm>
              <a:off x="7321262" y="8211057"/>
              <a:ext cx="55232" cy="106071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tx2848"/>
            <p:cNvSpPr/>
            <p:nvPr/>
          </p:nvSpPr>
          <p:spPr>
            <a:xfrm rot="-16200000">
              <a:off x="3231328" y="8422300"/>
              <a:ext cx="17117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mYC_2</a:t>
              </a:r>
            </a:p>
          </p:txBody>
        </p:sp>
        <p:sp>
          <p:nvSpPr>
            <p:cNvPr id="2849" name="tx2849"/>
            <p:cNvSpPr/>
            <p:nvPr/>
          </p:nvSpPr>
          <p:spPr>
            <a:xfrm rot="-16200000">
              <a:off x="3286880" y="842198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mYE_3</a:t>
              </a:r>
            </a:p>
          </p:txBody>
        </p:sp>
        <p:sp>
          <p:nvSpPr>
            <p:cNvPr id="2850" name="tx2850"/>
            <p:cNvSpPr/>
            <p:nvPr/>
          </p:nvSpPr>
          <p:spPr>
            <a:xfrm rot="-16200000">
              <a:off x="3378871" y="8385221"/>
              <a:ext cx="9701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pCF</a:t>
              </a:r>
            </a:p>
          </p:txBody>
        </p:sp>
        <p:sp>
          <p:nvSpPr>
            <p:cNvPr id="2851" name="tx2851"/>
            <p:cNvSpPr/>
            <p:nvPr/>
          </p:nvSpPr>
          <p:spPr>
            <a:xfrm rot="-16200000">
              <a:off x="3397116" y="8422208"/>
              <a:ext cx="17099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mRL_3</a:t>
              </a:r>
            </a:p>
          </p:txBody>
        </p:sp>
        <p:sp>
          <p:nvSpPr>
            <p:cNvPr id="2852" name="tx2852"/>
            <p:cNvSpPr/>
            <p:nvPr/>
          </p:nvSpPr>
          <p:spPr>
            <a:xfrm rot="-16200000">
              <a:off x="3447045" y="8427512"/>
              <a:ext cx="18159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mGB_2</a:t>
              </a:r>
            </a:p>
          </p:txBody>
        </p:sp>
        <p:sp>
          <p:nvSpPr>
            <p:cNvPr id="2853" name="tx2853"/>
            <p:cNvSpPr/>
            <p:nvPr/>
          </p:nvSpPr>
          <p:spPr>
            <a:xfrm rot="-16200000">
              <a:off x="3485270" y="8444520"/>
              <a:ext cx="21561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mGCK_3</a:t>
              </a:r>
            </a:p>
          </p:txBody>
        </p:sp>
        <p:sp>
          <p:nvSpPr>
            <p:cNvPr id="2854" name="tx2854"/>
            <p:cNvSpPr/>
            <p:nvPr/>
          </p:nvSpPr>
          <p:spPr>
            <a:xfrm rot="-16200000">
              <a:off x="3540502" y="8444520"/>
              <a:ext cx="21561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mGCK_2</a:t>
              </a:r>
            </a:p>
          </p:txBody>
        </p:sp>
        <p:sp>
          <p:nvSpPr>
            <p:cNvPr id="2855" name="tx2855"/>
            <p:cNvSpPr/>
            <p:nvPr/>
          </p:nvSpPr>
          <p:spPr>
            <a:xfrm rot="-16200000">
              <a:off x="3595003" y="8445251"/>
              <a:ext cx="21707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mGCZ_3</a:t>
              </a:r>
            </a:p>
          </p:txBody>
        </p:sp>
        <p:sp>
          <p:nvSpPr>
            <p:cNvPr id="2856" name="tx2856"/>
            <p:cNvSpPr/>
            <p:nvPr/>
          </p:nvSpPr>
          <p:spPr>
            <a:xfrm rot="-16200000">
              <a:off x="3650235" y="8445251"/>
              <a:ext cx="21707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mGCZ_2</a:t>
              </a:r>
            </a:p>
          </p:txBody>
        </p:sp>
        <p:sp>
          <p:nvSpPr>
            <p:cNvPr id="2857" name="tx2857"/>
            <p:cNvSpPr/>
            <p:nvPr/>
          </p:nvSpPr>
          <p:spPr>
            <a:xfrm rot="-16200000">
              <a:off x="3728510" y="8422208"/>
              <a:ext cx="17099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mRL_2</a:t>
              </a:r>
            </a:p>
          </p:txBody>
        </p:sp>
        <p:sp>
          <p:nvSpPr>
            <p:cNvPr id="2858" name="tx2858"/>
            <p:cNvSpPr/>
            <p:nvPr/>
          </p:nvSpPr>
          <p:spPr>
            <a:xfrm rot="-16200000">
              <a:off x="3783743" y="8422208"/>
              <a:ext cx="17099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mRL_1</a:t>
              </a:r>
            </a:p>
          </p:txBody>
        </p:sp>
        <p:sp>
          <p:nvSpPr>
            <p:cNvPr id="2859" name="tx2859"/>
            <p:cNvSpPr/>
            <p:nvPr/>
          </p:nvSpPr>
          <p:spPr>
            <a:xfrm rot="-16200000">
              <a:off x="3836918" y="8424266"/>
              <a:ext cx="17510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mSC_3</a:t>
              </a:r>
            </a:p>
          </p:txBody>
        </p:sp>
        <p:sp>
          <p:nvSpPr>
            <p:cNvPr id="2860" name="tx2860"/>
            <p:cNvSpPr/>
            <p:nvPr/>
          </p:nvSpPr>
          <p:spPr>
            <a:xfrm rot="-16200000">
              <a:off x="3892150" y="8424266"/>
              <a:ext cx="17510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mSC_2</a:t>
              </a:r>
            </a:p>
          </p:txBody>
        </p:sp>
        <p:sp>
          <p:nvSpPr>
            <p:cNvPr id="2861" name="tx2861"/>
            <p:cNvSpPr/>
            <p:nvPr/>
          </p:nvSpPr>
          <p:spPr>
            <a:xfrm rot="-16200000">
              <a:off x="3944868" y="8426780"/>
              <a:ext cx="18013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mGK_1</a:t>
              </a:r>
            </a:p>
          </p:txBody>
        </p:sp>
        <p:sp>
          <p:nvSpPr>
            <p:cNvPr id="2862" name="tx2862"/>
            <p:cNvSpPr/>
            <p:nvPr/>
          </p:nvSpPr>
          <p:spPr>
            <a:xfrm rot="-16200000">
              <a:off x="4000100" y="8426780"/>
              <a:ext cx="18013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mGK_3</a:t>
              </a:r>
            </a:p>
          </p:txBody>
        </p:sp>
        <p:sp>
          <p:nvSpPr>
            <p:cNvPr id="2863" name="tx2863"/>
            <p:cNvSpPr/>
            <p:nvPr/>
          </p:nvSpPr>
          <p:spPr>
            <a:xfrm rot="-16200000">
              <a:off x="4059356" y="8422757"/>
              <a:ext cx="17209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mCF_1</a:t>
              </a:r>
            </a:p>
          </p:txBody>
        </p:sp>
        <p:sp>
          <p:nvSpPr>
            <p:cNvPr id="2864" name="tx2864"/>
            <p:cNvSpPr/>
            <p:nvPr/>
          </p:nvSpPr>
          <p:spPr>
            <a:xfrm rot="-16200000">
              <a:off x="4114588" y="8422757"/>
              <a:ext cx="17209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mCF_2</a:t>
              </a:r>
            </a:p>
          </p:txBody>
        </p:sp>
        <p:sp>
          <p:nvSpPr>
            <p:cNvPr id="2865" name="tx2865"/>
            <p:cNvSpPr/>
            <p:nvPr/>
          </p:nvSpPr>
          <p:spPr>
            <a:xfrm rot="-16200000">
              <a:off x="4147326" y="8445251"/>
              <a:ext cx="21707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mGCZ_1</a:t>
              </a:r>
            </a:p>
          </p:txBody>
        </p:sp>
        <p:sp>
          <p:nvSpPr>
            <p:cNvPr id="2866" name="tx2866"/>
            <p:cNvSpPr/>
            <p:nvPr/>
          </p:nvSpPr>
          <p:spPr>
            <a:xfrm rot="-16200000">
              <a:off x="4261080" y="8386729"/>
              <a:ext cx="1000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pSC</a:t>
              </a:r>
            </a:p>
          </p:txBody>
        </p:sp>
        <p:sp>
          <p:nvSpPr>
            <p:cNvPr id="2867" name="tx2867"/>
            <p:cNvSpPr/>
            <p:nvPr/>
          </p:nvSpPr>
          <p:spPr>
            <a:xfrm rot="-16200000">
              <a:off x="4275211" y="842783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mXQ_2</a:t>
              </a:r>
            </a:p>
          </p:txBody>
        </p:sp>
        <p:sp>
          <p:nvSpPr>
            <p:cNvPr id="2868" name="tx2868"/>
            <p:cNvSpPr/>
            <p:nvPr/>
          </p:nvSpPr>
          <p:spPr>
            <a:xfrm rot="-16200000">
              <a:off x="4330443" y="842783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mGC_2</a:t>
              </a:r>
            </a:p>
          </p:txBody>
        </p:sp>
        <p:sp>
          <p:nvSpPr>
            <p:cNvPr id="2869" name="tx2869"/>
            <p:cNvSpPr/>
            <p:nvPr/>
          </p:nvSpPr>
          <p:spPr>
            <a:xfrm rot="-16200000">
              <a:off x="4388007" y="8425500"/>
              <a:ext cx="17757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mYD_3</a:t>
              </a:r>
            </a:p>
          </p:txBody>
        </p:sp>
        <p:sp>
          <p:nvSpPr>
            <p:cNvPr id="2870" name="tx2870"/>
            <p:cNvSpPr/>
            <p:nvPr/>
          </p:nvSpPr>
          <p:spPr>
            <a:xfrm rot="-16200000">
              <a:off x="4446303" y="8422437"/>
              <a:ext cx="17145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mZF_2</a:t>
              </a:r>
            </a:p>
          </p:txBody>
        </p:sp>
        <p:sp>
          <p:nvSpPr>
            <p:cNvPr id="2871" name="tx2871"/>
            <p:cNvSpPr/>
            <p:nvPr/>
          </p:nvSpPr>
          <p:spPr>
            <a:xfrm rot="-16200000">
              <a:off x="4499706" y="8424266"/>
              <a:ext cx="17510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mSC_1</a:t>
              </a:r>
            </a:p>
          </p:txBody>
        </p:sp>
        <p:sp>
          <p:nvSpPr>
            <p:cNvPr id="2872" name="tx2872"/>
            <p:cNvSpPr/>
            <p:nvPr/>
          </p:nvSpPr>
          <p:spPr>
            <a:xfrm rot="-16200000">
              <a:off x="4553704" y="8425500"/>
              <a:ext cx="17757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mYD_1</a:t>
              </a:r>
            </a:p>
          </p:txBody>
        </p:sp>
        <p:sp>
          <p:nvSpPr>
            <p:cNvPr id="2873" name="tx2873"/>
            <p:cNvSpPr/>
            <p:nvPr/>
          </p:nvSpPr>
          <p:spPr>
            <a:xfrm rot="-16200000">
              <a:off x="4612457" y="842198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mYE_2</a:t>
              </a:r>
            </a:p>
          </p:txBody>
        </p:sp>
        <p:sp>
          <p:nvSpPr>
            <p:cNvPr id="2874" name="tx2874"/>
            <p:cNvSpPr/>
            <p:nvPr/>
          </p:nvSpPr>
          <p:spPr>
            <a:xfrm rot="-16200000">
              <a:off x="4656488" y="8433181"/>
              <a:ext cx="19293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mWR_2</a:t>
              </a:r>
            </a:p>
          </p:txBody>
        </p:sp>
        <p:sp>
          <p:nvSpPr>
            <p:cNvPr id="2875" name="tx2875"/>
            <p:cNvSpPr/>
            <p:nvPr/>
          </p:nvSpPr>
          <p:spPr>
            <a:xfrm rot="-16200000">
              <a:off x="4718121" y="8426780"/>
              <a:ext cx="18013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mGK_2</a:t>
              </a:r>
            </a:p>
          </p:txBody>
        </p:sp>
        <p:sp>
          <p:nvSpPr>
            <p:cNvPr id="2876" name="tx2876"/>
            <p:cNvSpPr/>
            <p:nvPr/>
          </p:nvSpPr>
          <p:spPr>
            <a:xfrm rot="-16200000">
              <a:off x="4774633" y="8425500"/>
              <a:ext cx="17757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mYD_2</a:t>
              </a:r>
            </a:p>
          </p:txBody>
        </p:sp>
        <p:sp>
          <p:nvSpPr>
            <p:cNvPr id="2877" name="tx2877"/>
            <p:cNvSpPr/>
            <p:nvPr/>
          </p:nvSpPr>
          <p:spPr>
            <a:xfrm rot="-16200000">
              <a:off x="4827534" y="842783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mGC_1</a:t>
              </a:r>
            </a:p>
          </p:txBody>
        </p:sp>
        <p:sp>
          <p:nvSpPr>
            <p:cNvPr id="2878" name="tx2878"/>
            <p:cNvSpPr/>
            <p:nvPr/>
          </p:nvSpPr>
          <p:spPr>
            <a:xfrm rot="-16200000">
              <a:off x="4888619" y="842198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mYE_1</a:t>
              </a:r>
            </a:p>
          </p:txBody>
        </p:sp>
        <p:sp>
          <p:nvSpPr>
            <p:cNvPr id="2879" name="tx2879"/>
            <p:cNvSpPr/>
            <p:nvPr/>
          </p:nvSpPr>
          <p:spPr>
            <a:xfrm rot="-16200000">
              <a:off x="4937999" y="842783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mGC_3</a:t>
              </a:r>
            </a:p>
          </p:txBody>
        </p:sp>
        <p:sp>
          <p:nvSpPr>
            <p:cNvPr id="2880" name="tx2880"/>
            <p:cNvSpPr/>
            <p:nvPr/>
          </p:nvSpPr>
          <p:spPr>
            <a:xfrm rot="-16200000">
              <a:off x="5031087" y="8389976"/>
              <a:ext cx="10652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pGB</a:t>
              </a:r>
            </a:p>
          </p:txBody>
        </p:sp>
        <p:sp>
          <p:nvSpPr>
            <p:cNvPr id="2881" name="tx2881"/>
            <p:cNvSpPr/>
            <p:nvPr/>
          </p:nvSpPr>
          <p:spPr>
            <a:xfrm rot="-16200000">
              <a:off x="5091852" y="8384443"/>
              <a:ext cx="9546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pXL</a:t>
              </a:r>
            </a:p>
          </p:txBody>
        </p:sp>
        <p:sp>
          <p:nvSpPr>
            <p:cNvPr id="2882" name="tx2882"/>
            <p:cNvSpPr/>
            <p:nvPr/>
          </p:nvSpPr>
          <p:spPr>
            <a:xfrm rot="-16200000">
              <a:off x="5098347" y="8433181"/>
              <a:ext cx="19293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mWR_1</a:t>
              </a:r>
            </a:p>
          </p:txBody>
        </p:sp>
        <p:sp>
          <p:nvSpPr>
            <p:cNvPr id="2883" name="tx2883"/>
            <p:cNvSpPr/>
            <p:nvPr/>
          </p:nvSpPr>
          <p:spPr>
            <a:xfrm rot="-16200000">
              <a:off x="5158928" y="842783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mXQ_1</a:t>
              </a:r>
            </a:p>
          </p:txBody>
        </p:sp>
        <p:sp>
          <p:nvSpPr>
            <p:cNvPr id="2884" name="tx2884"/>
            <p:cNvSpPr/>
            <p:nvPr/>
          </p:nvSpPr>
          <p:spPr>
            <a:xfrm rot="-16200000">
              <a:off x="5208811" y="8433181"/>
              <a:ext cx="192938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mWR_3</a:t>
              </a:r>
            </a:p>
          </p:txBody>
        </p:sp>
        <p:sp>
          <p:nvSpPr>
            <p:cNvPr id="2885" name="tx2885"/>
            <p:cNvSpPr/>
            <p:nvPr/>
          </p:nvSpPr>
          <p:spPr>
            <a:xfrm rot="-16200000">
              <a:off x="5269713" y="8427512"/>
              <a:ext cx="18159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mGB_1</a:t>
              </a:r>
            </a:p>
          </p:txBody>
        </p:sp>
        <p:sp>
          <p:nvSpPr>
            <p:cNvPr id="2886" name="tx2886"/>
            <p:cNvSpPr/>
            <p:nvPr/>
          </p:nvSpPr>
          <p:spPr>
            <a:xfrm rot="-16200000">
              <a:off x="5362161" y="8390296"/>
              <a:ext cx="10716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pXQ</a:t>
              </a:r>
            </a:p>
          </p:txBody>
        </p:sp>
        <p:sp>
          <p:nvSpPr>
            <p:cNvPr id="2887" name="tx2887"/>
            <p:cNvSpPr/>
            <p:nvPr/>
          </p:nvSpPr>
          <p:spPr>
            <a:xfrm rot="-16200000">
              <a:off x="5385253" y="8422437"/>
              <a:ext cx="17145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mZF_1</a:t>
              </a:r>
            </a:p>
          </p:txBody>
        </p:sp>
        <p:sp>
          <p:nvSpPr>
            <p:cNvPr id="2888" name="tx2888"/>
            <p:cNvSpPr/>
            <p:nvPr/>
          </p:nvSpPr>
          <p:spPr>
            <a:xfrm rot="-16200000">
              <a:off x="5478021" y="8384901"/>
              <a:ext cx="9637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pZF</a:t>
              </a:r>
            </a:p>
          </p:txBody>
        </p:sp>
        <p:sp>
          <p:nvSpPr>
            <p:cNvPr id="2889" name="tx2889"/>
            <p:cNvSpPr/>
            <p:nvPr/>
          </p:nvSpPr>
          <p:spPr>
            <a:xfrm rot="-16200000">
              <a:off x="5473635" y="8444520"/>
              <a:ext cx="21561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mGCK_1</a:t>
              </a:r>
            </a:p>
          </p:txBody>
        </p:sp>
        <p:sp>
          <p:nvSpPr>
            <p:cNvPr id="2890" name="tx2890"/>
            <p:cNvSpPr/>
            <p:nvPr/>
          </p:nvSpPr>
          <p:spPr>
            <a:xfrm rot="-16200000">
              <a:off x="5545555" y="8427832"/>
              <a:ext cx="18223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mXQ_3</a:t>
              </a:r>
            </a:p>
          </p:txBody>
        </p:sp>
        <p:sp>
          <p:nvSpPr>
            <p:cNvPr id="2891" name="tx2891"/>
            <p:cNvSpPr/>
            <p:nvPr/>
          </p:nvSpPr>
          <p:spPr>
            <a:xfrm rot="-16200000">
              <a:off x="5606182" y="8422437"/>
              <a:ext cx="17145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mZF_3</a:t>
              </a:r>
            </a:p>
          </p:txBody>
        </p:sp>
        <p:sp>
          <p:nvSpPr>
            <p:cNvPr id="2892" name="tx2892"/>
            <p:cNvSpPr/>
            <p:nvPr/>
          </p:nvSpPr>
          <p:spPr>
            <a:xfrm rot="-16200000">
              <a:off x="5661094" y="8422757"/>
              <a:ext cx="17209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mCF_3</a:t>
              </a:r>
            </a:p>
          </p:txBody>
        </p:sp>
        <p:sp>
          <p:nvSpPr>
            <p:cNvPr id="2893" name="tx2893"/>
            <p:cNvSpPr/>
            <p:nvPr/>
          </p:nvSpPr>
          <p:spPr>
            <a:xfrm rot="-16200000">
              <a:off x="5717104" y="842198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mXL_1</a:t>
              </a:r>
            </a:p>
          </p:txBody>
        </p:sp>
        <p:sp>
          <p:nvSpPr>
            <p:cNvPr id="2894" name="tx2894"/>
            <p:cNvSpPr/>
            <p:nvPr/>
          </p:nvSpPr>
          <p:spPr>
            <a:xfrm rot="-16200000">
              <a:off x="5772336" y="842198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mXL_2</a:t>
              </a:r>
            </a:p>
          </p:txBody>
        </p:sp>
        <p:sp>
          <p:nvSpPr>
            <p:cNvPr id="2895" name="tx2895"/>
            <p:cNvSpPr/>
            <p:nvPr/>
          </p:nvSpPr>
          <p:spPr>
            <a:xfrm rot="-16200000">
              <a:off x="5822037" y="8427512"/>
              <a:ext cx="18159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mGB_3</a:t>
              </a:r>
            </a:p>
          </p:txBody>
        </p:sp>
        <p:sp>
          <p:nvSpPr>
            <p:cNvPr id="2896" name="tx2896"/>
            <p:cNvSpPr/>
            <p:nvPr/>
          </p:nvSpPr>
          <p:spPr>
            <a:xfrm rot="-16200000">
              <a:off x="5882481" y="8422300"/>
              <a:ext cx="17117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mYC_1</a:t>
              </a:r>
            </a:p>
          </p:txBody>
        </p:sp>
        <p:sp>
          <p:nvSpPr>
            <p:cNvPr id="2897" name="tx2897"/>
            <p:cNvSpPr/>
            <p:nvPr/>
          </p:nvSpPr>
          <p:spPr>
            <a:xfrm rot="-16200000">
              <a:off x="5972918" y="8387095"/>
              <a:ext cx="10076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sGB</a:t>
              </a:r>
            </a:p>
          </p:txBody>
        </p:sp>
        <p:sp>
          <p:nvSpPr>
            <p:cNvPr id="2898" name="tx2898"/>
            <p:cNvSpPr/>
            <p:nvPr/>
          </p:nvSpPr>
          <p:spPr>
            <a:xfrm rot="-16200000">
              <a:off x="6027830" y="8387415"/>
              <a:ext cx="10140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sXQ</a:t>
              </a:r>
            </a:p>
          </p:txBody>
        </p:sp>
        <p:sp>
          <p:nvSpPr>
            <p:cNvPr id="2899" name="tx2899"/>
            <p:cNvSpPr/>
            <p:nvPr/>
          </p:nvSpPr>
          <p:spPr>
            <a:xfrm rot="-16200000">
              <a:off x="6081234" y="8389244"/>
              <a:ext cx="10506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pGK</a:t>
              </a:r>
            </a:p>
          </p:txBody>
        </p:sp>
        <p:sp>
          <p:nvSpPr>
            <p:cNvPr id="2900" name="tx2900"/>
            <p:cNvSpPr/>
            <p:nvPr/>
          </p:nvSpPr>
          <p:spPr>
            <a:xfrm rot="-16200000">
              <a:off x="6138295" y="8387415"/>
              <a:ext cx="10140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</a:t>
              </a:r>
            </a:p>
          </p:txBody>
        </p:sp>
        <p:sp>
          <p:nvSpPr>
            <p:cNvPr id="2901" name="tx2901"/>
            <p:cNvSpPr/>
            <p:nvPr/>
          </p:nvSpPr>
          <p:spPr>
            <a:xfrm rot="-16200000">
              <a:off x="6199379" y="8381563"/>
              <a:ext cx="8970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sYE</a:t>
              </a:r>
            </a:p>
          </p:txBody>
        </p:sp>
        <p:sp>
          <p:nvSpPr>
            <p:cNvPr id="2902" name="tx2902"/>
            <p:cNvSpPr/>
            <p:nvPr/>
          </p:nvSpPr>
          <p:spPr>
            <a:xfrm rot="-16200000">
              <a:off x="6245879" y="8390296"/>
              <a:ext cx="10716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</a:t>
              </a:r>
            </a:p>
          </p:txBody>
        </p:sp>
        <p:sp>
          <p:nvSpPr>
            <p:cNvPr id="2903" name="tx2903"/>
            <p:cNvSpPr/>
            <p:nvPr/>
          </p:nvSpPr>
          <p:spPr>
            <a:xfrm rot="-16200000">
              <a:off x="6306735" y="8384672"/>
              <a:ext cx="95920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pRL</a:t>
              </a:r>
            </a:p>
          </p:txBody>
        </p:sp>
        <p:sp>
          <p:nvSpPr>
            <p:cNvPr id="2904" name="tx2904"/>
            <p:cNvSpPr/>
            <p:nvPr/>
          </p:nvSpPr>
          <p:spPr>
            <a:xfrm rot="-16200000">
              <a:off x="6362790" y="8383849"/>
              <a:ext cx="9427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sSC</a:t>
              </a:r>
            </a:p>
          </p:txBody>
        </p:sp>
        <p:sp>
          <p:nvSpPr>
            <p:cNvPr id="2905" name="tx2905"/>
            <p:cNvSpPr/>
            <p:nvPr/>
          </p:nvSpPr>
          <p:spPr>
            <a:xfrm rot="-16200000">
              <a:off x="6409107" y="8392764"/>
              <a:ext cx="11210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sWR</a:t>
              </a:r>
            </a:p>
          </p:txBody>
        </p:sp>
        <p:sp>
          <p:nvSpPr>
            <p:cNvPr id="2906" name="tx2906"/>
            <p:cNvSpPr/>
            <p:nvPr/>
          </p:nvSpPr>
          <p:spPr>
            <a:xfrm rot="-16200000">
              <a:off x="6474764" y="8382340"/>
              <a:ext cx="9125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sCF</a:t>
              </a:r>
            </a:p>
          </p:txBody>
        </p:sp>
        <p:sp>
          <p:nvSpPr>
            <p:cNvPr id="2907" name="tx2907"/>
            <p:cNvSpPr/>
            <p:nvPr/>
          </p:nvSpPr>
          <p:spPr>
            <a:xfrm rot="-16200000">
              <a:off x="6530545" y="8381792"/>
              <a:ext cx="90159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sRL</a:t>
              </a:r>
            </a:p>
          </p:txBody>
        </p:sp>
        <p:sp>
          <p:nvSpPr>
            <p:cNvPr id="2908" name="tx2908"/>
            <p:cNvSpPr/>
            <p:nvPr/>
          </p:nvSpPr>
          <p:spPr>
            <a:xfrm rot="-16200000">
              <a:off x="6562734" y="8404835"/>
              <a:ext cx="13624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sGCZ</a:t>
              </a:r>
            </a:p>
          </p:txBody>
        </p:sp>
        <p:sp>
          <p:nvSpPr>
            <p:cNvPr id="2909" name="tx2909"/>
            <p:cNvSpPr/>
            <p:nvPr/>
          </p:nvSpPr>
          <p:spPr>
            <a:xfrm rot="-16200000">
              <a:off x="6636438" y="8386364"/>
              <a:ext cx="9930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sGK</a:t>
              </a:r>
            </a:p>
          </p:txBody>
        </p:sp>
        <p:sp>
          <p:nvSpPr>
            <p:cNvPr id="2910" name="tx2910"/>
            <p:cNvSpPr/>
            <p:nvPr/>
          </p:nvSpPr>
          <p:spPr>
            <a:xfrm rot="-16200000">
              <a:off x="6696013" y="8382020"/>
              <a:ext cx="90617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sZF</a:t>
              </a:r>
            </a:p>
          </p:txBody>
        </p:sp>
        <p:sp>
          <p:nvSpPr>
            <p:cNvPr id="2911" name="tx2911"/>
            <p:cNvSpPr/>
            <p:nvPr/>
          </p:nvSpPr>
          <p:spPr>
            <a:xfrm rot="-16200000">
              <a:off x="6751383" y="8381883"/>
              <a:ext cx="9034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sYC</a:t>
              </a:r>
            </a:p>
          </p:txBody>
        </p:sp>
        <p:sp>
          <p:nvSpPr>
            <p:cNvPr id="2912" name="tx2912"/>
            <p:cNvSpPr/>
            <p:nvPr/>
          </p:nvSpPr>
          <p:spPr>
            <a:xfrm rot="-16200000">
              <a:off x="6806935" y="8381563"/>
              <a:ext cx="89702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sXL</a:t>
              </a:r>
            </a:p>
          </p:txBody>
        </p:sp>
        <p:sp>
          <p:nvSpPr>
            <p:cNvPr id="2913" name="tx2913"/>
            <p:cNvSpPr/>
            <p:nvPr/>
          </p:nvSpPr>
          <p:spPr>
            <a:xfrm rot="-16200000">
              <a:off x="6858647" y="8385084"/>
              <a:ext cx="9674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sYD</a:t>
              </a:r>
            </a:p>
          </p:txBody>
        </p:sp>
        <p:sp>
          <p:nvSpPr>
            <p:cNvPr id="2914" name="tx2914"/>
            <p:cNvSpPr/>
            <p:nvPr/>
          </p:nvSpPr>
          <p:spPr>
            <a:xfrm rot="-16200000">
              <a:off x="6903318" y="8395645"/>
              <a:ext cx="117866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pWR</a:t>
              </a:r>
            </a:p>
          </p:txBody>
        </p:sp>
        <p:sp>
          <p:nvSpPr>
            <p:cNvPr id="2915" name="tx2915"/>
            <p:cNvSpPr/>
            <p:nvPr/>
          </p:nvSpPr>
          <p:spPr>
            <a:xfrm rot="-16200000">
              <a:off x="6969432" y="8384763"/>
              <a:ext cx="9610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pYC</a:t>
              </a:r>
            </a:p>
          </p:txBody>
        </p:sp>
        <p:sp>
          <p:nvSpPr>
            <p:cNvPr id="2916" name="tx2916"/>
            <p:cNvSpPr/>
            <p:nvPr/>
          </p:nvSpPr>
          <p:spPr>
            <a:xfrm rot="-16200000">
              <a:off x="6987448" y="8421980"/>
              <a:ext cx="17053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mXL_3</a:t>
              </a:r>
            </a:p>
          </p:txBody>
        </p:sp>
        <p:sp>
          <p:nvSpPr>
            <p:cNvPr id="2917" name="tx2917"/>
            <p:cNvSpPr/>
            <p:nvPr/>
          </p:nvSpPr>
          <p:spPr>
            <a:xfrm rot="-16200000">
              <a:off x="7057677" y="8406983"/>
              <a:ext cx="14054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pGCK</a:t>
              </a:r>
            </a:p>
          </p:txBody>
        </p:sp>
        <p:sp>
          <p:nvSpPr>
            <p:cNvPr id="2918" name="tx2918"/>
            <p:cNvSpPr/>
            <p:nvPr/>
          </p:nvSpPr>
          <p:spPr>
            <a:xfrm rot="-16200000">
              <a:off x="7135449" y="8384443"/>
              <a:ext cx="95463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pYE</a:t>
              </a:r>
            </a:p>
          </p:txBody>
        </p:sp>
        <p:sp>
          <p:nvSpPr>
            <p:cNvPr id="2919" name="tx2919"/>
            <p:cNvSpPr/>
            <p:nvPr/>
          </p:nvSpPr>
          <p:spPr>
            <a:xfrm rot="-16200000">
              <a:off x="7187161" y="8387964"/>
              <a:ext cx="10250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pYD</a:t>
              </a:r>
            </a:p>
          </p:txBody>
        </p:sp>
        <p:sp>
          <p:nvSpPr>
            <p:cNvPr id="2920" name="tx2920"/>
            <p:cNvSpPr/>
            <p:nvPr/>
          </p:nvSpPr>
          <p:spPr>
            <a:xfrm rot="-16200000">
              <a:off x="7208058" y="8422300"/>
              <a:ext cx="171175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mYC_3</a:t>
              </a:r>
            </a:p>
          </p:txBody>
        </p:sp>
        <p:sp>
          <p:nvSpPr>
            <p:cNvPr id="2921" name="tx2921"/>
            <p:cNvSpPr/>
            <p:nvPr/>
          </p:nvSpPr>
          <p:spPr>
            <a:xfrm rot="-16200000">
              <a:off x="7277920" y="8407669"/>
              <a:ext cx="141914" cy="37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pGCA</a:t>
              </a:r>
            </a:p>
          </p:txBody>
        </p:sp>
        <p:sp>
          <p:nvSpPr>
            <p:cNvPr id="2922" name="tx2922"/>
            <p:cNvSpPr/>
            <p:nvPr/>
          </p:nvSpPr>
          <p:spPr>
            <a:xfrm>
              <a:off x="7414594" y="7060273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923" name="tx2923"/>
            <p:cNvSpPr/>
            <p:nvPr/>
          </p:nvSpPr>
          <p:spPr>
            <a:xfrm>
              <a:off x="7414594" y="7166344"/>
              <a:ext cx="6487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924" name="tx2924"/>
            <p:cNvSpPr/>
            <p:nvPr/>
          </p:nvSpPr>
          <p:spPr>
            <a:xfrm>
              <a:off x="7414594" y="7272416"/>
              <a:ext cx="6238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Lactococcus</a:t>
              </a:r>
            </a:p>
          </p:txBody>
        </p:sp>
        <p:sp>
          <p:nvSpPr>
            <p:cNvPr id="2925" name="tx2925"/>
            <p:cNvSpPr/>
            <p:nvPr/>
          </p:nvSpPr>
          <p:spPr>
            <a:xfrm>
              <a:off x="7414594" y="7378487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2926" name="tx2926"/>
            <p:cNvSpPr/>
            <p:nvPr/>
          </p:nvSpPr>
          <p:spPr>
            <a:xfrm>
              <a:off x="7414594" y="7484559"/>
              <a:ext cx="7532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2927" name="tx2927"/>
            <p:cNvSpPr/>
            <p:nvPr/>
          </p:nvSpPr>
          <p:spPr>
            <a:xfrm>
              <a:off x="7414594" y="7590630"/>
              <a:ext cx="706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2928" name="tx2928"/>
            <p:cNvSpPr/>
            <p:nvPr/>
          </p:nvSpPr>
          <p:spPr>
            <a:xfrm>
              <a:off x="7414594" y="7696702"/>
              <a:ext cx="40288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Massilia</a:t>
              </a:r>
            </a:p>
          </p:txBody>
        </p:sp>
        <p:sp>
          <p:nvSpPr>
            <p:cNvPr id="2929" name="tx2929"/>
            <p:cNvSpPr/>
            <p:nvPr/>
          </p:nvSpPr>
          <p:spPr>
            <a:xfrm>
              <a:off x="7414594" y="7802773"/>
              <a:ext cx="61456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Phytobacter</a:t>
              </a:r>
            </a:p>
          </p:txBody>
        </p:sp>
        <p:sp>
          <p:nvSpPr>
            <p:cNvPr id="2930" name="tx2930"/>
            <p:cNvSpPr/>
            <p:nvPr/>
          </p:nvSpPr>
          <p:spPr>
            <a:xfrm>
              <a:off x="7414594" y="7908845"/>
              <a:ext cx="5208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Acidisoma</a:t>
              </a:r>
            </a:p>
          </p:txBody>
        </p:sp>
        <p:sp>
          <p:nvSpPr>
            <p:cNvPr id="2931" name="tx2931"/>
            <p:cNvSpPr/>
            <p:nvPr/>
          </p:nvSpPr>
          <p:spPr>
            <a:xfrm>
              <a:off x="7414594" y="8014916"/>
              <a:ext cx="47192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Ellin6067</a:t>
              </a:r>
            </a:p>
          </p:txBody>
        </p:sp>
        <p:sp>
          <p:nvSpPr>
            <p:cNvPr id="2932" name="tx2932"/>
            <p:cNvSpPr/>
            <p:nvPr/>
          </p:nvSpPr>
          <p:spPr>
            <a:xfrm>
              <a:off x="7414594" y="8120988"/>
              <a:ext cx="4844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2933" name="tx2933"/>
            <p:cNvSpPr/>
            <p:nvPr/>
          </p:nvSpPr>
          <p:spPr>
            <a:xfrm>
              <a:off x="7414594" y="8227059"/>
              <a:ext cx="65882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2934" name="rc2934"/>
            <p:cNvSpPr/>
            <p:nvPr/>
          </p:nvSpPr>
          <p:spPr>
            <a:xfrm>
              <a:off x="328930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rc2935"/>
            <p:cNvSpPr/>
            <p:nvPr/>
          </p:nvSpPr>
          <p:spPr>
            <a:xfrm>
              <a:off x="3344532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rc2936"/>
            <p:cNvSpPr/>
            <p:nvPr/>
          </p:nvSpPr>
          <p:spPr>
            <a:xfrm>
              <a:off x="3399764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rc2937"/>
            <p:cNvSpPr/>
            <p:nvPr/>
          </p:nvSpPr>
          <p:spPr>
            <a:xfrm>
              <a:off x="3454997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rc2938"/>
            <p:cNvSpPr/>
            <p:nvPr/>
          </p:nvSpPr>
          <p:spPr>
            <a:xfrm>
              <a:off x="3510229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rc2939"/>
            <p:cNvSpPr/>
            <p:nvPr/>
          </p:nvSpPr>
          <p:spPr>
            <a:xfrm>
              <a:off x="3565461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rc2940"/>
            <p:cNvSpPr/>
            <p:nvPr/>
          </p:nvSpPr>
          <p:spPr>
            <a:xfrm>
              <a:off x="3620694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rc2941"/>
            <p:cNvSpPr/>
            <p:nvPr/>
          </p:nvSpPr>
          <p:spPr>
            <a:xfrm>
              <a:off x="3675926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rc2942"/>
            <p:cNvSpPr/>
            <p:nvPr/>
          </p:nvSpPr>
          <p:spPr>
            <a:xfrm>
              <a:off x="3731158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rc2943"/>
            <p:cNvSpPr/>
            <p:nvPr/>
          </p:nvSpPr>
          <p:spPr>
            <a:xfrm>
              <a:off x="3786391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rc2944"/>
            <p:cNvSpPr/>
            <p:nvPr/>
          </p:nvSpPr>
          <p:spPr>
            <a:xfrm>
              <a:off x="3841623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rc2945"/>
            <p:cNvSpPr/>
            <p:nvPr/>
          </p:nvSpPr>
          <p:spPr>
            <a:xfrm>
              <a:off x="3896855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rc2946"/>
            <p:cNvSpPr/>
            <p:nvPr/>
          </p:nvSpPr>
          <p:spPr>
            <a:xfrm>
              <a:off x="3952088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rc2947"/>
            <p:cNvSpPr/>
            <p:nvPr/>
          </p:nvSpPr>
          <p:spPr>
            <a:xfrm>
              <a:off x="400732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rc2948"/>
            <p:cNvSpPr/>
            <p:nvPr/>
          </p:nvSpPr>
          <p:spPr>
            <a:xfrm>
              <a:off x="4062553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rc2949"/>
            <p:cNvSpPr/>
            <p:nvPr/>
          </p:nvSpPr>
          <p:spPr>
            <a:xfrm>
              <a:off x="4117785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rc2950"/>
            <p:cNvSpPr/>
            <p:nvPr/>
          </p:nvSpPr>
          <p:spPr>
            <a:xfrm>
              <a:off x="4173017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rc2951"/>
            <p:cNvSpPr/>
            <p:nvPr/>
          </p:nvSpPr>
          <p:spPr>
            <a:xfrm>
              <a:off x="422825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rc2952"/>
            <p:cNvSpPr/>
            <p:nvPr/>
          </p:nvSpPr>
          <p:spPr>
            <a:xfrm>
              <a:off x="4283482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rc2953"/>
            <p:cNvSpPr/>
            <p:nvPr/>
          </p:nvSpPr>
          <p:spPr>
            <a:xfrm>
              <a:off x="4338714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rc2954"/>
            <p:cNvSpPr/>
            <p:nvPr/>
          </p:nvSpPr>
          <p:spPr>
            <a:xfrm>
              <a:off x="4393947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rc2955"/>
            <p:cNvSpPr/>
            <p:nvPr/>
          </p:nvSpPr>
          <p:spPr>
            <a:xfrm>
              <a:off x="4449179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rc2956"/>
            <p:cNvSpPr/>
            <p:nvPr/>
          </p:nvSpPr>
          <p:spPr>
            <a:xfrm>
              <a:off x="4504411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rc2957"/>
            <p:cNvSpPr/>
            <p:nvPr/>
          </p:nvSpPr>
          <p:spPr>
            <a:xfrm>
              <a:off x="4559644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rc2958"/>
            <p:cNvSpPr/>
            <p:nvPr/>
          </p:nvSpPr>
          <p:spPr>
            <a:xfrm>
              <a:off x="4614876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rc2959"/>
            <p:cNvSpPr/>
            <p:nvPr/>
          </p:nvSpPr>
          <p:spPr>
            <a:xfrm>
              <a:off x="4670108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rc2960"/>
            <p:cNvSpPr/>
            <p:nvPr/>
          </p:nvSpPr>
          <p:spPr>
            <a:xfrm>
              <a:off x="4725341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rc2961"/>
            <p:cNvSpPr/>
            <p:nvPr/>
          </p:nvSpPr>
          <p:spPr>
            <a:xfrm>
              <a:off x="4780573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rc2962"/>
            <p:cNvSpPr/>
            <p:nvPr/>
          </p:nvSpPr>
          <p:spPr>
            <a:xfrm>
              <a:off x="4835806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rc2963"/>
            <p:cNvSpPr/>
            <p:nvPr/>
          </p:nvSpPr>
          <p:spPr>
            <a:xfrm>
              <a:off x="4891038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rc2964"/>
            <p:cNvSpPr/>
            <p:nvPr/>
          </p:nvSpPr>
          <p:spPr>
            <a:xfrm>
              <a:off x="494627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rc2965"/>
            <p:cNvSpPr/>
            <p:nvPr/>
          </p:nvSpPr>
          <p:spPr>
            <a:xfrm>
              <a:off x="5001503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rc2966"/>
            <p:cNvSpPr/>
            <p:nvPr/>
          </p:nvSpPr>
          <p:spPr>
            <a:xfrm>
              <a:off x="5056735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rc2967"/>
            <p:cNvSpPr/>
            <p:nvPr/>
          </p:nvSpPr>
          <p:spPr>
            <a:xfrm>
              <a:off x="5111967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rc2968"/>
            <p:cNvSpPr/>
            <p:nvPr/>
          </p:nvSpPr>
          <p:spPr>
            <a:xfrm>
              <a:off x="516720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rc2969"/>
            <p:cNvSpPr/>
            <p:nvPr/>
          </p:nvSpPr>
          <p:spPr>
            <a:xfrm>
              <a:off x="5222432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rc2970"/>
            <p:cNvSpPr/>
            <p:nvPr/>
          </p:nvSpPr>
          <p:spPr>
            <a:xfrm>
              <a:off x="5277664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rc2971"/>
            <p:cNvSpPr/>
            <p:nvPr/>
          </p:nvSpPr>
          <p:spPr>
            <a:xfrm>
              <a:off x="5332897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rc2972"/>
            <p:cNvSpPr/>
            <p:nvPr/>
          </p:nvSpPr>
          <p:spPr>
            <a:xfrm>
              <a:off x="5388129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rc2973"/>
            <p:cNvSpPr/>
            <p:nvPr/>
          </p:nvSpPr>
          <p:spPr>
            <a:xfrm>
              <a:off x="5443361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rc2974"/>
            <p:cNvSpPr/>
            <p:nvPr/>
          </p:nvSpPr>
          <p:spPr>
            <a:xfrm>
              <a:off x="5498594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rc2975"/>
            <p:cNvSpPr/>
            <p:nvPr/>
          </p:nvSpPr>
          <p:spPr>
            <a:xfrm>
              <a:off x="5553826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rc2976"/>
            <p:cNvSpPr/>
            <p:nvPr/>
          </p:nvSpPr>
          <p:spPr>
            <a:xfrm>
              <a:off x="5609059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rc2977"/>
            <p:cNvSpPr/>
            <p:nvPr/>
          </p:nvSpPr>
          <p:spPr>
            <a:xfrm>
              <a:off x="5664291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rc2978"/>
            <p:cNvSpPr/>
            <p:nvPr/>
          </p:nvSpPr>
          <p:spPr>
            <a:xfrm>
              <a:off x="5719523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rc2979"/>
            <p:cNvSpPr/>
            <p:nvPr/>
          </p:nvSpPr>
          <p:spPr>
            <a:xfrm>
              <a:off x="5774756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rc2980"/>
            <p:cNvSpPr/>
            <p:nvPr/>
          </p:nvSpPr>
          <p:spPr>
            <a:xfrm>
              <a:off x="5829988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rc2981"/>
            <p:cNvSpPr/>
            <p:nvPr/>
          </p:nvSpPr>
          <p:spPr>
            <a:xfrm>
              <a:off x="588522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rc2982"/>
            <p:cNvSpPr/>
            <p:nvPr/>
          </p:nvSpPr>
          <p:spPr>
            <a:xfrm>
              <a:off x="5940453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rc2983"/>
            <p:cNvSpPr/>
            <p:nvPr/>
          </p:nvSpPr>
          <p:spPr>
            <a:xfrm>
              <a:off x="5995685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rc2984"/>
            <p:cNvSpPr/>
            <p:nvPr/>
          </p:nvSpPr>
          <p:spPr>
            <a:xfrm>
              <a:off x="6050917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rc2985"/>
            <p:cNvSpPr/>
            <p:nvPr/>
          </p:nvSpPr>
          <p:spPr>
            <a:xfrm>
              <a:off x="6106150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rc2986"/>
            <p:cNvSpPr/>
            <p:nvPr/>
          </p:nvSpPr>
          <p:spPr>
            <a:xfrm>
              <a:off x="6161382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rc2987"/>
            <p:cNvSpPr/>
            <p:nvPr/>
          </p:nvSpPr>
          <p:spPr>
            <a:xfrm>
              <a:off x="6216614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rc2988"/>
            <p:cNvSpPr/>
            <p:nvPr/>
          </p:nvSpPr>
          <p:spPr>
            <a:xfrm>
              <a:off x="6271847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rc2989"/>
            <p:cNvSpPr/>
            <p:nvPr/>
          </p:nvSpPr>
          <p:spPr>
            <a:xfrm>
              <a:off x="6327079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rc2990"/>
            <p:cNvSpPr/>
            <p:nvPr/>
          </p:nvSpPr>
          <p:spPr>
            <a:xfrm>
              <a:off x="6382312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rc2991"/>
            <p:cNvSpPr/>
            <p:nvPr/>
          </p:nvSpPr>
          <p:spPr>
            <a:xfrm>
              <a:off x="6437544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rc2992"/>
            <p:cNvSpPr/>
            <p:nvPr/>
          </p:nvSpPr>
          <p:spPr>
            <a:xfrm>
              <a:off x="6492776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rc2993"/>
            <p:cNvSpPr/>
            <p:nvPr/>
          </p:nvSpPr>
          <p:spPr>
            <a:xfrm>
              <a:off x="6548009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rc2994"/>
            <p:cNvSpPr/>
            <p:nvPr/>
          </p:nvSpPr>
          <p:spPr>
            <a:xfrm>
              <a:off x="6603241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rc2995"/>
            <p:cNvSpPr/>
            <p:nvPr/>
          </p:nvSpPr>
          <p:spPr>
            <a:xfrm>
              <a:off x="6658473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rc2996"/>
            <p:cNvSpPr/>
            <p:nvPr/>
          </p:nvSpPr>
          <p:spPr>
            <a:xfrm>
              <a:off x="6713706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rc2997"/>
            <p:cNvSpPr/>
            <p:nvPr/>
          </p:nvSpPr>
          <p:spPr>
            <a:xfrm>
              <a:off x="6768938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rc2998"/>
            <p:cNvSpPr/>
            <p:nvPr/>
          </p:nvSpPr>
          <p:spPr>
            <a:xfrm>
              <a:off x="6824170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rc2999"/>
            <p:cNvSpPr/>
            <p:nvPr/>
          </p:nvSpPr>
          <p:spPr>
            <a:xfrm>
              <a:off x="6879403" y="6904570"/>
              <a:ext cx="55232" cy="1016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rc3000"/>
            <p:cNvSpPr/>
            <p:nvPr/>
          </p:nvSpPr>
          <p:spPr>
            <a:xfrm>
              <a:off x="6934635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rc3001"/>
            <p:cNvSpPr/>
            <p:nvPr/>
          </p:nvSpPr>
          <p:spPr>
            <a:xfrm>
              <a:off x="6989867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rc3002"/>
            <p:cNvSpPr/>
            <p:nvPr/>
          </p:nvSpPr>
          <p:spPr>
            <a:xfrm>
              <a:off x="7045100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rc3003"/>
            <p:cNvSpPr/>
            <p:nvPr/>
          </p:nvSpPr>
          <p:spPr>
            <a:xfrm>
              <a:off x="7100332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rc3004"/>
            <p:cNvSpPr/>
            <p:nvPr/>
          </p:nvSpPr>
          <p:spPr>
            <a:xfrm>
              <a:off x="7155565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rc3005"/>
            <p:cNvSpPr/>
            <p:nvPr/>
          </p:nvSpPr>
          <p:spPr>
            <a:xfrm>
              <a:off x="7210797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rc3006"/>
            <p:cNvSpPr/>
            <p:nvPr/>
          </p:nvSpPr>
          <p:spPr>
            <a:xfrm>
              <a:off x="7266029" y="6904570"/>
              <a:ext cx="55232" cy="1016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rc3007"/>
            <p:cNvSpPr/>
            <p:nvPr/>
          </p:nvSpPr>
          <p:spPr>
            <a:xfrm>
              <a:off x="7321262" y="6904570"/>
              <a:ext cx="55232" cy="10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tx3008"/>
            <p:cNvSpPr/>
            <p:nvPr/>
          </p:nvSpPr>
          <p:spPr>
            <a:xfrm>
              <a:off x="7414594" y="6918337"/>
              <a:ext cx="25639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type</a:t>
              </a:r>
            </a:p>
          </p:txBody>
        </p:sp>
        <p:sp>
          <p:nvSpPr>
            <p:cNvPr id="3009" name="tx3009"/>
            <p:cNvSpPr/>
            <p:nvPr/>
          </p:nvSpPr>
          <p:spPr>
            <a:xfrm>
              <a:off x="8709440" y="6891870"/>
              <a:ext cx="25639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type</a:t>
              </a:r>
            </a:p>
          </p:txBody>
        </p:sp>
        <p:sp>
          <p:nvSpPr>
            <p:cNvPr id="3010" name="rc3010"/>
            <p:cNvSpPr/>
            <p:nvPr/>
          </p:nvSpPr>
          <p:spPr>
            <a:xfrm>
              <a:off x="8709440" y="7002970"/>
              <a:ext cx="148132" cy="1481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rc3011"/>
            <p:cNvSpPr/>
            <p:nvPr/>
          </p:nvSpPr>
          <p:spPr>
            <a:xfrm>
              <a:off x="8709440" y="7151102"/>
              <a:ext cx="148132" cy="1481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rc3012"/>
            <p:cNvSpPr/>
            <p:nvPr/>
          </p:nvSpPr>
          <p:spPr>
            <a:xfrm>
              <a:off x="8709440" y="7299235"/>
              <a:ext cx="148132" cy="1481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tx3013"/>
            <p:cNvSpPr/>
            <p:nvPr/>
          </p:nvSpPr>
          <p:spPr>
            <a:xfrm>
              <a:off x="8887199" y="7040003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3014" name="tx3014"/>
            <p:cNvSpPr/>
            <p:nvPr/>
          </p:nvSpPr>
          <p:spPr>
            <a:xfrm>
              <a:off x="8887199" y="7188136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3015" name="tx3015"/>
            <p:cNvSpPr/>
            <p:nvPr/>
          </p:nvSpPr>
          <p:spPr>
            <a:xfrm>
              <a:off x="8887199" y="7336268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3016" name="rc3016"/>
            <p:cNvSpPr/>
            <p:nvPr/>
          </p:nvSpPr>
          <p:spPr>
            <a:xfrm>
              <a:off x="8301034" y="8642065"/>
              <a:ext cx="127000" cy="17678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7" name="rc3017"/>
            <p:cNvSpPr/>
            <p:nvPr/>
          </p:nvSpPr>
          <p:spPr>
            <a:xfrm>
              <a:off x="8301034" y="8624386"/>
              <a:ext cx="127000" cy="17678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8" name="rc3018"/>
            <p:cNvSpPr/>
            <p:nvPr/>
          </p:nvSpPr>
          <p:spPr>
            <a:xfrm>
              <a:off x="8301034" y="8606708"/>
              <a:ext cx="127000" cy="17678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9" name="rc3019"/>
            <p:cNvSpPr/>
            <p:nvPr/>
          </p:nvSpPr>
          <p:spPr>
            <a:xfrm>
              <a:off x="8301034" y="8589029"/>
              <a:ext cx="127000" cy="17678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0" name="rc3020"/>
            <p:cNvSpPr/>
            <p:nvPr/>
          </p:nvSpPr>
          <p:spPr>
            <a:xfrm>
              <a:off x="8301034" y="8571350"/>
              <a:ext cx="127000" cy="17678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1" name="rc3021"/>
            <p:cNvSpPr/>
            <p:nvPr/>
          </p:nvSpPr>
          <p:spPr>
            <a:xfrm>
              <a:off x="8301034" y="8553671"/>
              <a:ext cx="127000" cy="17678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2" name="rc3022"/>
            <p:cNvSpPr/>
            <p:nvPr/>
          </p:nvSpPr>
          <p:spPr>
            <a:xfrm>
              <a:off x="8301034" y="8535993"/>
              <a:ext cx="127000" cy="17678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3" name="rc3023"/>
            <p:cNvSpPr/>
            <p:nvPr/>
          </p:nvSpPr>
          <p:spPr>
            <a:xfrm>
              <a:off x="8301034" y="8518314"/>
              <a:ext cx="127000" cy="17678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4" name="rc3024"/>
            <p:cNvSpPr/>
            <p:nvPr/>
          </p:nvSpPr>
          <p:spPr>
            <a:xfrm>
              <a:off x="8301034" y="8500635"/>
              <a:ext cx="127000" cy="17678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5" name="rc3025"/>
            <p:cNvSpPr/>
            <p:nvPr/>
          </p:nvSpPr>
          <p:spPr>
            <a:xfrm>
              <a:off x="8301034" y="8482956"/>
              <a:ext cx="127000" cy="17678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6" name="rc3026"/>
            <p:cNvSpPr/>
            <p:nvPr/>
          </p:nvSpPr>
          <p:spPr>
            <a:xfrm>
              <a:off x="8301034" y="8465278"/>
              <a:ext cx="127000" cy="17678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7" name="rc3027"/>
            <p:cNvSpPr/>
            <p:nvPr/>
          </p:nvSpPr>
          <p:spPr>
            <a:xfrm>
              <a:off x="8301034" y="8447599"/>
              <a:ext cx="127000" cy="17678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8" name="rc3028"/>
            <p:cNvSpPr/>
            <p:nvPr/>
          </p:nvSpPr>
          <p:spPr>
            <a:xfrm>
              <a:off x="8301034" y="8429920"/>
              <a:ext cx="127000" cy="17678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9" name="rc3029"/>
            <p:cNvSpPr/>
            <p:nvPr/>
          </p:nvSpPr>
          <p:spPr>
            <a:xfrm>
              <a:off x="8301034" y="8412242"/>
              <a:ext cx="127000" cy="17678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0" name="rc3030"/>
            <p:cNvSpPr/>
            <p:nvPr/>
          </p:nvSpPr>
          <p:spPr>
            <a:xfrm>
              <a:off x="8301034" y="8394563"/>
              <a:ext cx="127000" cy="17678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1" name="rc3031"/>
            <p:cNvSpPr/>
            <p:nvPr/>
          </p:nvSpPr>
          <p:spPr>
            <a:xfrm>
              <a:off x="8301034" y="8376884"/>
              <a:ext cx="127000" cy="17678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2" name="rc3032"/>
            <p:cNvSpPr/>
            <p:nvPr/>
          </p:nvSpPr>
          <p:spPr>
            <a:xfrm>
              <a:off x="8301034" y="8359205"/>
              <a:ext cx="127000" cy="17678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3" name="rc3033"/>
            <p:cNvSpPr/>
            <p:nvPr/>
          </p:nvSpPr>
          <p:spPr>
            <a:xfrm>
              <a:off x="8301034" y="8341527"/>
              <a:ext cx="127000" cy="17678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4" name="rc3034"/>
            <p:cNvSpPr/>
            <p:nvPr/>
          </p:nvSpPr>
          <p:spPr>
            <a:xfrm>
              <a:off x="8301034" y="8323848"/>
              <a:ext cx="127000" cy="17678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5" name="rc3035"/>
            <p:cNvSpPr/>
            <p:nvPr/>
          </p:nvSpPr>
          <p:spPr>
            <a:xfrm>
              <a:off x="8301034" y="8306169"/>
              <a:ext cx="127000" cy="17678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6" name="rc3036"/>
            <p:cNvSpPr/>
            <p:nvPr/>
          </p:nvSpPr>
          <p:spPr>
            <a:xfrm>
              <a:off x="8301034" y="8288490"/>
              <a:ext cx="127000" cy="17678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7" name="rc3037"/>
            <p:cNvSpPr/>
            <p:nvPr/>
          </p:nvSpPr>
          <p:spPr>
            <a:xfrm>
              <a:off x="8301034" y="8270812"/>
              <a:ext cx="127000" cy="17678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8" name="rc3038"/>
            <p:cNvSpPr/>
            <p:nvPr/>
          </p:nvSpPr>
          <p:spPr>
            <a:xfrm>
              <a:off x="8301034" y="8253133"/>
              <a:ext cx="127000" cy="17678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9" name="rc3039"/>
            <p:cNvSpPr/>
            <p:nvPr/>
          </p:nvSpPr>
          <p:spPr>
            <a:xfrm>
              <a:off x="8301034" y="8235454"/>
              <a:ext cx="127000" cy="17678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0" name="rc3040"/>
            <p:cNvSpPr/>
            <p:nvPr/>
          </p:nvSpPr>
          <p:spPr>
            <a:xfrm>
              <a:off x="8301034" y="8217775"/>
              <a:ext cx="127000" cy="17678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1" name="rc3041"/>
            <p:cNvSpPr/>
            <p:nvPr/>
          </p:nvSpPr>
          <p:spPr>
            <a:xfrm>
              <a:off x="8301034" y="8200097"/>
              <a:ext cx="127000" cy="17678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2" name="rc3042"/>
            <p:cNvSpPr/>
            <p:nvPr/>
          </p:nvSpPr>
          <p:spPr>
            <a:xfrm>
              <a:off x="8301034" y="8182418"/>
              <a:ext cx="127000" cy="17678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3" name="rc3043"/>
            <p:cNvSpPr/>
            <p:nvPr/>
          </p:nvSpPr>
          <p:spPr>
            <a:xfrm>
              <a:off x="8301034" y="8164739"/>
              <a:ext cx="127000" cy="17678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4" name="rc3044"/>
            <p:cNvSpPr/>
            <p:nvPr/>
          </p:nvSpPr>
          <p:spPr>
            <a:xfrm>
              <a:off x="8301034" y="8147060"/>
              <a:ext cx="127000" cy="17678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5" name="rc3045"/>
            <p:cNvSpPr/>
            <p:nvPr/>
          </p:nvSpPr>
          <p:spPr>
            <a:xfrm>
              <a:off x="8301034" y="8129382"/>
              <a:ext cx="127000" cy="17678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6" name="rc3046"/>
            <p:cNvSpPr/>
            <p:nvPr/>
          </p:nvSpPr>
          <p:spPr>
            <a:xfrm>
              <a:off x="8301034" y="8111703"/>
              <a:ext cx="127000" cy="17678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7" name="rc3047"/>
            <p:cNvSpPr/>
            <p:nvPr/>
          </p:nvSpPr>
          <p:spPr>
            <a:xfrm>
              <a:off x="8301034" y="8094024"/>
              <a:ext cx="127000" cy="17678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8" name="rc3048"/>
            <p:cNvSpPr/>
            <p:nvPr/>
          </p:nvSpPr>
          <p:spPr>
            <a:xfrm>
              <a:off x="8301034" y="8076346"/>
              <a:ext cx="127000" cy="17678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9" name="rc3049"/>
            <p:cNvSpPr/>
            <p:nvPr/>
          </p:nvSpPr>
          <p:spPr>
            <a:xfrm>
              <a:off x="8301034" y="8058667"/>
              <a:ext cx="127000" cy="17678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0" name="rc3050"/>
            <p:cNvSpPr/>
            <p:nvPr/>
          </p:nvSpPr>
          <p:spPr>
            <a:xfrm>
              <a:off x="8301034" y="8040988"/>
              <a:ext cx="127000" cy="17678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1" name="rc3051"/>
            <p:cNvSpPr/>
            <p:nvPr/>
          </p:nvSpPr>
          <p:spPr>
            <a:xfrm>
              <a:off x="8301034" y="8023309"/>
              <a:ext cx="127000" cy="17678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2" name="rc3052"/>
            <p:cNvSpPr/>
            <p:nvPr/>
          </p:nvSpPr>
          <p:spPr>
            <a:xfrm>
              <a:off x="8301034" y="8005631"/>
              <a:ext cx="127000" cy="17678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3" name="rc3053"/>
            <p:cNvSpPr/>
            <p:nvPr/>
          </p:nvSpPr>
          <p:spPr>
            <a:xfrm>
              <a:off x="8301034" y="7987952"/>
              <a:ext cx="127000" cy="17678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4" name="rc3054"/>
            <p:cNvSpPr/>
            <p:nvPr/>
          </p:nvSpPr>
          <p:spPr>
            <a:xfrm>
              <a:off x="8301034" y="7970273"/>
              <a:ext cx="127000" cy="17678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5" name="rc3055"/>
            <p:cNvSpPr/>
            <p:nvPr/>
          </p:nvSpPr>
          <p:spPr>
            <a:xfrm>
              <a:off x="8301034" y="7952594"/>
              <a:ext cx="127000" cy="17678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6" name="rc3056"/>
            <p:cNvSpPr/>
            <p:nvPr/>
          </p:nvSpPr>
          <p:spPr>
            <a:xfrm>
              <a:off x="8301034" y="7934916"/>
              <a:ext cx="127000" cy="17678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7" name="rc3057"/>
            <p:cNvSpPr/>
            <p:nvPr/>
          </p:nvSpPr>
          <p:spPr>
            <a:xfrm>
              <a:off x="8301034" y="7917237"/>
              <a:ext cx="127000" cy="17678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8" name="rc3058"/>
            <p:cNvSpPr/>
            <p:nvPr/>
          </p:nvSpPr>
          <p:spPr>
            <a:xfrm>
              <a:off x="8301034" y="7899558"/>
              <a:ext cx="127000" cy="17678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9" name="rc3059"/>
            <p:cNvSpPr/>
            <p:nvPr/>
          </p:nvSpPr>
          <p:spPr>
            <a:xfrm>
              <a:off x="8301034" y="7881879"/>
              <a:ext cx="127000" cy="17678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0" name="rc3060"/>
            <p:cNvSpPr/>
            <p:nvPr/>
          </p:nvSpPr>
          <p:spPr>
            <a:xfrm>
              <a:off x="8301034" y="7864201"/>
              <a:ext cx="127000" cy="17678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1" name="rc3061"/>
            <p:cNvSpPr/>
            <p:nvPr/>
          </p:nvSpPr>
          <p:spPr>
            <a:xfrm>
              <a:off x="8301034" y="7846522"/>
              <a:ext cx="127000" cy="17678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" name="rc3062"/>
            <p:cNvSpPr/>
            <p:nvPr/>
          </p:nvSpPr>
          <p:spPr>
            <a:xfrm>
              <a:off x="8301034" y="7828843"/>
              <a:ext cx="127000" cy="17678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3" name="rc3063"/>
            <p:cNvSpPr/>
            <p:nvPr/>
          </p:nvSpPr>
          <p:spPr>
            <a:xfrm>
              <a:off x="8301034" y="7811164"/>
              <a:ext cx="127000" cy="17678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4" name="rc3064"/>
            <p:cNvSpPr/>
            <p:nvPr/>
          </p:nvSpPr>
          <p:spPr>
            <a:xfrm>
              <a:off x="8301034" y="7793486"/>
              <a:ext cx="127000" cy="17678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" name="rc3065"/>
            <p:cNvSpPr/>
            <p:nvPr/>
          </p:nvSpPr>
          <p:spPr>
            <a:xfrm>
              <a:off x="8301034" y="7775807"/>
              <a:ext cx="127000" cy="17678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6" name="rc3066"/>
            <p:cNvSpPr/>
            <p:nvPr/>
          </p:nvSpPr>
          <p:spPr>
            <a:xfrm>
              <a:off x="8301034" y="7758128"/>
              <a:ext cx="127000" cy="17678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7" name="rc3067"/>
            <p:cNvSpPr/>
            <p:nvPr/>
          </p:nvSpPr>
          <p:spPr>
            <a:xfrm>
              <a:off x="8301034" y="7740449"/>
              <a:ext cx="127000" cy="17678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8" name="rc3068"/>
            <p:cNvSpPr/>
            <p:nvPr/>
          </p:nvSpPr>
          <p:spPr>
            <a:xfrm>
              <a:off x="8301034" y="7722771"/>
              <a:ext cx="127000" cy="17678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9" name="rc3069"/>
            <p:cNvSpPr/>
            <p:nvPr/>
          </p:nvSpPr>
          <p:spPr>
            <a:xfrm>
              <a:off x="8301034" y="7705092"/>
              <a:ext cx="127000" cy="17678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0" name="rc3070"/>
            <p:cNvSpPr/>
            <p:nvPr/>
          </p:nvSpPr>
          <p:spPr>
            <a:xfrm>
              <a:off x="8301034" y="7687413"/>
              <a:ext cx="127000" cy="17678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" name="rc3071"/>
            <p:cNvSpPr/>
            <p:nvPr/>
          </p:nvSpPr>
          <p:spPr>
            <a:xfrm>
              <a:off x="8301034" y="7669735"/>
              <a:ext cx="127000" cy="17678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2" name="rc3072"/>
            <p:cNvSpPr/>
            <p:nvPr/>
          </p:nvSpPr>
          <p:spPr>
            <a:xfrm>
              <a:off x="8301034" y="7652056"/>
              <a:ext cx="127000" cy="17678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3" name="rc3073"/>
            <p:cNvSpPr/>
            <p:nvPr/>
          </p:nvSpPr>
          <p:spPr>
            <a:xfrm>
              <a:off x="8301034" y="7634377"/>
              <a:ext cx="127000" cy="17678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4" name="rc3074"/>
            <p:cNvSpPr/>
            <p:nvPr/>
          </p:nvSpPr>
          <p:spPr>
            <a:xfrm>
              <a:off x="8301034" y="7616698"/>
              <a:ext cx="127000" cy="17678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5" name="rc3075"/>
            <p:cNvSpPr/>
            <p:nvPr/>
          </p:nvSpPr>
          <p:spPr>
            <a:xfrm>
              <a:off x="8301034" y="7599020"/>
              <a:ext cx="127000" cy="17678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6" name="rc3076"/>
            <p:cNvSpPr/>
            <p:nvPr/>
          </p:nvSpPr>
          <p:spPr>
            <a:xfrm>
              <a:off x="8301034" y="7581341"/>
              <a:ext cx="127000" cy="17678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7" name="rc3077"/>
            <p:cNvSpPr/>
            <p:nvPr/>
          </p:nvSpPr>
          <p:spPr>
            <a:xfrm>
              <a:off x="8301034" y="7563662"/>
              <a:ext cx="127000" cy="17678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8" name="rc3078"/>
            <p:cNvSpPr/>
            <p:nvPr/>
          </p:nvSpPr>
          <p:spPr>
            <a:xfrm>
              <a:off x="8301034" y="7545983"/>
              <a:ext cx="127000" cy="17678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9" name="rc3079"/>
            <p:cNvSpPr/>
            <p:nvPr/>
          </p:nvSpPr>
          <p:spPr>
            <a:xfrm>
              <a:off x="8301034" y="7528305"/>
              <a:ext cx="127000" cy="17678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0" name="rc3080"/>
            <p:cNvSpPr/>
            <p:nvPr/>
          </p:nvSpPr>
          <p:spPr>
            <a:xfrm>
              <a:off x="8301034" y="7510626"/>
              <a:ext cx="127000" cy="17678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1" name="rc3081"/>
            <p:cNvSpPr/>
            <p:nvPr/>
          </p:nvSpPr>
          <p:spPr>
            <a:xfrm>
              <a:off x="8301034" y="7492947"/>
              <a:ext cx="127000" cy="17678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2" name="rc3082"/>
            <p:cNvSpPr/>
            <p:nvPr/>
          </p:nvSpPr>
          <p:spPr>
            <a:xfrm>
              <a:off x="8301034" y="7475268"/>
              <a:ext cx="127000" cy="17678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3" name="rc3083"/>
            <p:cNvSpPr/>
            <p:nvPr/>
          </p:nvSpPr>
          <p:spPr>
            <a:xfrm>
              <a:off x="8301034" y="7457590"/>
              <a:ext cx="127000" cy="17678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4" name="rc3084"/>
            <p:cNvSpPr/>
            <p:nvPr/>
          </p:nvSpPr>
          <p:spPr>
            <a:xfrm>
              <a:off x="8301034" y="7439911"/>
              <a:ext cx="127000" cy="17678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5" name="rc3085"/>
            <p:cNvSpPr/>
            <p:nvPr/>
          </p:nvSpPr>
          <p:spPr>
            <a:xfrm>
              <a:off x="8301034" y="7422232"/>
              <a:ext cx="127000" cy="17678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6" name="rc3086"/>
            <p:cNvSpPr/>
            <p:nvPr/>
          </p:nvSpPr>
          <p:spPr>
            <a:xfrm>
              <a:off x="8301034" y="7404553"/>
              <a:ext cx="127000" cy="17678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7" name="rc3087"/>
            <p:cNvSpPr/>
            <p:nvPr/>
          </p:nvSpPr>
          <p:spPr>
            <a:xfrm>
              <a:off x="8301034" y="7386875"/>
              <a:ext cx="127000" cy="17678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8" name="rc3088"/>
            <p:cNvSpPr/>
            <p:nvPr/>
          </p:nvSpPr>
          <p:spPr>
            <a:xfrm>
              <a:off x="8301034" y="7369196"/>
              <a:ext cx="127000" cy="17678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9" name="rc3089"/>
            <p:cNvSpPr/>
            <p:nvPr/>
          </p:nvSpPr>
          <p:spPr>
            <a:xfrm>
              <a:off x="8301034" y="7351517"/>
              <a:ext cx="127000" cy="17678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0" name="rc3090"/>
            <p:cNvSpPr/>
            <p:nvPr/>
          </p:nvSpPr>
          <p:spPr>
            <a:xfrm>
              <a:off x="8301034" y="7333838"/>
              <a:ext cx="127000" cy="17678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1" name="rc3091"/>
            <p:cNvSpPr/>
            <p:nvPr/>
          </p:nvSpPr>
          <p:spPr>
            <a:xfrm>
              <a:off x="8301034" y="7316160"/>
              <a:ext cx="127000" cy="17678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2" name="rc3092"/>
            <p:cNvSpPr/>
            <p:nvPr/>
          </p:nvSpPr>
          <p:spPr>
            <a:xfrm>
              <a:off x="8301034" y="7298481"/>
              <a:ext cx="127000" cy="17678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" name="rc3093"/>
            <p:cNvSpPr/>
            <p:nvPr/>
          </p:nvSpPr>
          <p:spPr>
            <a:xfrm>
              <a:off x="8301034" y="7280802"/>
              <a:ext cx="127000" cy="17678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4" name="rc3094"/>
            <p:cNvSpPr/>
            <p:nvPr/>
          </p:nvSpPr>
          <p:spPr>
            <a:xfrm>
              <a:off x="8301034" y="7263124"/>
              <a:ext cx="127000" cy="17678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5" name="rc3095"/>
            <p:cNvSpPr/>
            <p:nvPr/>
          </p:nvSpPr>
          <p:spPr>
            <a:xfrm>
              <a:off x="8301034" y="7245445"/>
              <a:ext cx="127000" cy="17678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6" name="rc3096"/>
            <p:cNvSpPr/>
            <p:nvPr/>
          </p:nvSpPr>
          <p:spPr>
            <a:xfrm>
              <a:off x="8301034" y="7227766"/>
              <a:ext cx="127000" cy="17678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7" name="rc3097"/>
            <p:cNvSpPr/>
            <p:nvPr/>
          </p:nvSpPr>
          <p:spPr>
            <a:xfrm>
              <a:off x="8301034" y="7210087"/>
              <a:ext cx="127000" cy="17678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8" name="rc3098"/>
            <p:cNvSpPr/>
            <p:nvPr/>
          </p:nvSpPr>
          <p:spPr>
            <a:xfrm>
              <a:off x="8301034" y="7192409"/>
              <a:ext cx="127000" cy="17678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9" name="rc3099"/>
            <p:cNvSpPr/>
            <p:nvPr/>
          </p:nvSpPr>
          <p:spPr>
            <a:xfrm>
              <a:off x="8301034" y="7174730"/>
              <a:ext cx="127000" cy="17678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0" name="rc3100"/>
            <p:cNvSpPr/>
            <p:nvPr/>
          </p:nvSpPr>
          <p:spPr>
            <a:xfrm>
              <a:off x="8301034" y="7157051"/>
              <a:ext cx="127000" cy="17678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1" name="rc3101"/>
            <p:cNvSpPr/>
            <p:nvPr/>
          </p:nvSpPr>
          <p:spPr>
            <a:xfrm>
              <a:off x="8301034" y="7139372"/>
              <a:ext cx="127000" cy="17678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2" name="rc3102"/>
            <p:cNvSpPr/>
            <p:nvPr/>
          </p:nvSpPr>
          <p:spPr>
            <a:xfrm>
              <a:off x="8301034" y="7121694"/>
              <a:ext cx="127000" cy="17678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3" name="rc3103"/>
            <p:cNvSpPr/>
            <p:nvPr/>
          </p:nvSpPr>
          <p:spPr>
            <a:xfrm>
              <a:off x="8301034" y="7104015"/>
              <a:ext cx="127000" cy="17678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4" name="rc3104"/>
            <p:cNvSpPr/>
            <p:nvPr/>
          </p:nvSpPr>
          <p:spPr>
            <a:xfrm>
              <a:off x="8301034" y="7086336"/>
              <a:ext cx="127000" cy="17678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5" name="rc3105"/>
            <p:cNvSpPr/>
            <p:nvPr/>
          </p:nvSpPr>
          <p:spPr>
            <a:xfrm>
              <a:off x="8301034" y="7068657"/>
              <a:ext cx="127000" cy="17678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6" name="rc3106"/>
            <p:cNvSpPr/>
            <p:nvPr/>
          </p:nvSpPr>
          <p:spPr>
            <a:xfrm>
              <a:off x="8301034" y="7050979"/>
              <a:ext cx="127000" cy="17678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7" name="rc3107"/>
            <p:cNvSpPr/>
            <p:nvPr/>
          </p:nvSpPr>
          <p:spPr>
            <a:xfrm>
              <a:off x="8301034" y="7033300"/>
              <a:ext cx="127000" cy="17678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8" name="rc3108"/>
            <p:cNvSpPr/>
            <p:nvPr/>
          </p:nvSpPr>
          <p:spPr>
            <a:xfrm>
              <a:off x="8301034" y="7015621"/>
              <a:ext cx="127000" cy="17678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9" name="rc3109"/>
            <p:cNvSpPr/>
            <p:nvPr/>
          </p:nvSpPr>
          <p:spPr>
            <a:xfrm>
              <a:off x="8301034" y="6997942"/>
              <a:ext cx="127000" cy="17678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0" name="rc3110"/>
            <p:cNvSpPr/>
            <p:nvPr/>
          </p:nvSpPr>
          <p:spPr>
            <a:xfrm>
              <a:off x="8301034" y="6980264"/>
              <a:ext cx="127000" cy="17678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1" name="rc3111"/>
            <p:cNvSpPr/>
            <p:nvPr/>
          </p:nvSpPr>
          <p:spPr>
            <a:xfrm>
              <a:off x="8301034" y="6962585"/>
              <a:ext cx="127000" cy="17678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2" name="rc3112"/>
            <p:cNvSpPr/>
            <p:nvPr/>
          </p:nvSpPr>
          <p:spPr>
            <a:xfrm>
              <a:off x="8301034" y="6944906"/>
              <a:ext cx="127000" cy="17678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3" name="rc3113"/>
            <p:cNvSpPr/>
            <p:nvPr/>
          </p:nvSpPr>
          <p:spPr>
            <a:xfrm>
              <a:off x="8301034" y="6927228"/>
              <a:ext cx="127000" cy="17678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4" name="rc3114"/>
            <p:cNvSpPr/>
            <p:nvPr/>
          </p:nvSpPr>
          <p:spPr>
            <a:xfrm>
              <a:off x="8301034" y="6909549"/>
              <a:ext cx="127000" cy="17678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5" name="rc3115"/>
            <p:cNvSpPr/>
            <p:nvPr/>
          </p:nvSpPr>
          <p:spPr>
            <a:xfrm>
              <a:off x="8301034" y="6891870"/>
              <a:ext cx="127000" cy="17678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6" name="tx3116"/>
            <p:cNvSpPr/>
            <p:nvPr/>
          </p:nvSpPr>
          <p:spPr>
            <a:xfrm>
              <a:off x="8478834" y="8622711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117" name="tx3117"/>
            <p:cNvSpPr/>
            <p:nvPr/>
          </p:nvSpPr>
          <p:spPr>
            <a:xfrm>
              <a:off x="8478834" y="826913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3118" name="tx3118"/>
            <p:cNvSpPr/>
            <p:nvPr/>
          </p:nvSpPr>
          <p:spPr>
            <a:xfrm>
              <a:off x="8478834" y="791556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3119" name="tx3119"/>
            <p:cNvSpPr/>
            <p:nvPr/>
          </p:nvSpPr>
          <p:spPr>
            <a:xfrm>
              <a:off x="8478834" y="756198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3120" name="tx3120"/>
            <p:cNvSpPr/>
            <p:nvPr/>
          </p:nvSpPr>
          <p:spPr>
            <a:xfrm>
              <a:off x="8478834" y="720841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3121" name="tx3121"/>
            <p:cNvSpPr/>
            <p:nvPr/>
          </p:nvSpPr>
          <p:spPr>
            <a:xfrm>
              <a:off x="8478834" y="6854837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3122" name="tx3122"/>
            <p:cNvSpPr/>
            <p:nvPr/>
          </p:nvSpPr>
          <p:spPr>
            <a:xfrm>
              <a:off x="3046186" y="6633066"/>
              <a:ext cx="148772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</a:t>
              </a:r>
            </a:p>
          </p:txBody>
        </p:sp>
        <p:sp>
          <p:nvSpPr>
            <p:cNvPr id="3123" name="rc3123"/>
            <p:cNvSpPr/>
            <p:nvPr/>
          </p:nvSpPr>
          <p:spPr>
            <a:xfrm>
              <a:off x="9067800" y="6568281"/>
              <a:ext cx="3047999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rc3124"/>
            <p:cNvSpPr/>
            <p:nvPr/>
          </p:nvSpPr>
          <p:spPr>
            <a:xfrm>
              <a:off x="10139703" y="6637870"/>
              <a:ext cx="1906507" cy="20218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10409284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10775125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11140967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11506808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11872650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10226363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10592204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10958046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11323887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11689729" y="6637870"/>
              <a:ext cx="0" cy="2021873"/>
            </a:xfrm>
            <a:custGeom>
              <a:avLst/>
              <a:pathLst>
                <a:path w="0" h="2021873">
                  <a:moveTo>
                    <a:pt x="0" y="20218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10355944" y="7519200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10236073" y="7532160"/>
              <a:ext cx="119870" cy="0"/>
            </a:xfrm>
            <a:custGeom>
              <a:avLst/>
              <a:pathLst>
                <a:path w="119870" h="0">
                  <a:moveTo>
                    <a:pt x="11987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10236073" y="7519200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11699377" y="6741556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11427385" y="6754517"/>
              <a:ext cx="271991" cy="0"/>
            </a:xfrm>
            <a:custGeom>
              <a:avLst/>
              <a:pathLst>
                <a:path w="271991" h="0">
                  <a:moveTo>
                    <a:pt x="271991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11427385" y="6741556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10226485" y="7130378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10226363" y="7143338"/>
              <a:ext cx="122" cy="0"/>
            </a:xfrm>
            <a:custGeom>
              <a:avLst/>
              <a:pathLst>
                <a:path w="122" h="0">
                  <a:moveTo>
                    <a:pt x="122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10226363" y="7130378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10226363" y="8296843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10226363" y="8309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10226363" y="8296843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10382410" y="7908022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10262618" y="7920982"/>
              <a:ext cx="119791" cy="0"/>
            </a:xfrm>
            <a:custGeom>
              <a:avLst/>
              <a:pathLst>
                <a:path w="119791" h="0">
                  <a:moveTo>
                    <a:pt x="119791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10262618" y="7908022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11141819" y="7635846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10698350" y="7648807"/>
              <a:ext cx="443468" cy="0"/>
            </a:xfrm>
            <a:custGeom>
              <a:avLst/>
              <a:pathLst>
                <a:path w="443468" h="0">
                  <a:moveTo>
                    <a:pt x="443468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10698350" y="7635846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10777776" y="6858202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10476303" y="6871163"/>
              <a:ext cx="301472" cy="0"/>
            </a:xfrm>
            <a:custGeom>
              <a:avLst/>
              <a:pathLst>
                <a:path w="301472" h="0">
                  <a:moveTo>
                    <a:pt x="301472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10476303" y="6858202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11390208" y="7247024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10881914" y="7259985"/>
              <a:ext cx="508294" cy="0"/>
            </a:xfrm>
            <a:custGeom>
              <a:avLst/>
              <a:pathLst>
                <a:path w="508294" h="0">
                  <a:moveTo>
                    <a:pt x="508294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10881914" y="7247024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10285919" y="8413490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10227351" y="8426451"/>
              <a:ext cx="58567" cy="0"/>
            </a:xfrm>
            <a:custGeom>
              <a:avLst/>
              <a:pathLst>
                <a:path w="58567" h="0">
                  <a:moveTo>
                    <a:pt x="58567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10227351" y="8413490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10443457" y="8024668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10314100" y="8037629"/>
              <a:ext cx="129357" cy="0"/>
            </a:xfrm>
            <a:custGeom>
              <a:avLst/>
              <a:pathLst>
                <a:path w="129357" h="0">
                  <a:moveTo>
                    <a:pt x="129357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10314100" y="8024668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11801988" y="7752493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11443675" y="7765454"/>
              <a:ext cx="358313" cy="0"/>
            </a:xfrm>
            <a:custGeom>
              <a:avLst/>
              <a:pathLst>
                <a:path w="358313" h="0">
                  <a:moveTo>
                    <a:pt x="358313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11443675" y="7752493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10462660" y="6974849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10303432" y="6987810"/>
              <a:ext cx="159227" cy="0"/>
            </a:xfrm>
            <a:custGeom>
              <a:avLst/>
              <a:pathLst>
                <a:path w="159227" h="0">
                  <a:moveTo>
                    <a:pt x="159227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10303432" y="6974849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10314075" y="7363671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10257404" y="7376632"/>
              <a:ext cx="56671" cy="0"/>
            </a:xfrm>
            <a:custGeom>
              <a:avLst/>
              <a:pathLst>
                <a:path w="56671" h="0">
                  <a:moveTo>
                    <a:pt x="56671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10257404" y="7363671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10463666" y="8530137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10279253" y="8543097"/>
              <a:ext cx="184412" cy="0"/>
            </a:xfrm>
            <a:custGeom>
              <a:avLst/>
              <a:pathLst>
                <a:path w="184412" h="0">
                  <a:moveTo>
                    <a:pt x="184412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10279253" y="8530137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10312001" y="8141315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10243568" y="8154275"/>
              <a:ext cx="68433" cy="0"/>
            </a:xfrm>
            <a:custGeom>
              <a:avLst/>
              <a:pathLst>
                <a:path w="68433" h="0">
                  <a:moveTo>
                    <a:pt x="68433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10243568" y="8141315"/>
              <a:ext cx="0" cy="25921"/>
            </a:xfrm>
            <a:custGeom>
              <a:avLst/>
              <a:pathLst>
                <a:path w="0" h="25921">
                  <a:moveTo>
                    <a:pt x="0" y="25921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10271182" y="7507334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11538555" y="6729691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10201598" y="7118513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10201537" y="8284978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10297688" y="7896156"/>
              <a:ext cx="49651" cy="49651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9000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10895258" y="7623981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10602213" y="6846337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11111235" y="7235159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10231809" y="8401625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10353953" y="8012803"/>
              <a:ext cx="49651" cy="49651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9000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11598006" y="7740628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10358220" y="6962984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10260913" y="7351806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10346633" y="8518271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10252959" y="8129449"/>
              <a:ext cx="49651" cy="49651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9000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tx3195"/>
            <p:cNvSpPr/>
            <p:nvPr/>
          </p:nvSpPr>
          <p:spPr>
            <a:xfrm>
              <a:off x="11854486" y="6820094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3196" name="tx3196"/>
            <p:cNvSpPr/>
            <p:nvPr/>
          </p:nvSpPr>
          <p:spPr>
            <a:xfrm>
              <a:off x="11854486" y="7208916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3197" name="tx3197"/>
            <p:cNvSpPr/>
            <p:nvPr/>
          </p:nvSpPr>
          <p:spPr>
            <a:xfrm>
              <a:off x="11854486" y="7597738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3198" name="tx3198"/>
            <p:cNvSpPr/>
            <p:nvPr/>
          </p:nvSpPr>
          <p:spPr>
            <a:xfrm>
              <a:off x="11854486" y="7986560"/>
              <a:ext cx="21012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***</a:t>
              </a:r>
            </a:p>
          </p:txBody>
        </p:sp>
        <p:sp>
          <p:nvSpPr>
            <p:cNvPr id="3199" name="tx3199"/>
            <p:cNvSpPr/>
            <p:nvPr/>
          </p:nvSpPr>
          <p:spPr>
            <a:xfrm>
              <a:off x="11889508" y="8375381"/>
              <a:ext cx="140086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**</a:t>
              </a:r>
            </a:p>
          </p:txBody>
        </p:sp>
        <p:sp>
          <p:nvSpPr>
            <p:cNvPr id="3200" name="rc3200"/>
            <p:cNvSpPr/>
            <p:nvPr/>
          </p:nvSpPr>
          <p:spPr>
            <a:xfrm>
              <a:off x="10139703" y="6637870"/>
              <a:ext cx="1906507" cy="2021873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tx3201"/>
            <p:cNvSpPr/>
            <p:nvPr/>
          </p:nvSpPr>
          <p:spPr>
            <a:xfrm>
              <a:off x="9279534" y="8389418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3202" name="tx3202"/>
            <p:cNvSpPr/>
            <p:nvPr/>
          </p:nvSpPr>
          <p:spPr>
            <a:xfrm>
              <a:off x="9674189" y="8000596"/>
              <a:ext cx="40288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Massilia</a:t>
              </a:r>
            </a:p>
          </p:txBody>
        </p:sp>
        <p:sp>
          <p:nvSpPr>
            <p:cNvPr id="3203" name="tx3203"/>
            <p:cNvSpPr/>
            <p:nvPr/>
          </p:nvSpPr>
          <p:spPr>
            <a:xfrm>
              <a:off x="9666873" y="7611774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3204" name="tx3204"/>
            <p:cNvSpPr/>
            <p:nvPr/>
          </p:nvSpPr>
          <p:spPr>
            <a:xfrm>
              <a:off x="9453178" y="7222952"/>
              <a:ext cx="6238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Lactococcus</a:t>
              </a:r>
            </a:p>
          </p:txBody>
        </p:sp>
        <p:sp>
          <p:nvSpPr>
            <p:cNvPr id="3205" name="tx3205"/>
            <p:cNvSpPr/>
            <p:nvPr/>
          </p:nvSpPr>
          <p:spPr>
            <a:xfrm>
              <a:off x="9323791" y="6834130"/>
              <a:ext cx="7532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3206" name="pl3206"/>
            <p:cNvSpPr/>
            <p:nvPr/>
          </p:nvSpPr>
          <p:spPr>
            <a:xfrm>
              <a:off x="10104909" y="84264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10104909" y="80376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10104909" y="76488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10104909" y="72599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10104909" y="6871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10226363" y="86597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10592204" y="86597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10958046" y="86597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11323887" y="86597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11689729" y="86597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tx3216"/>
            <p:cNvSpPr/>
            <p:nvPr/>
          </p:nvSpPr>
          <p:spPr>
            <a:xfrm>
              <a:off x="10170356" y="8722374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3217" name="tx3217"/>
            <p:cNvSpPr/>
            <p:nvPr/>
          </p:nvSpPr>
          <p:spPr>
            <a:xfrm>
              <a:off x="10536197" y="8722374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3218" name="tx3218"/>
            <p:cNvSpPr/>
            <p:nvPr/>
          </p:nvSpPr>
          <p:spPr>
            <a:xfrm>
              <a:off x="10902039" y="8722374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3219" name="tx3219"/>
            <p:cNvSpPr/>
            <p:nvPr/>
          </p:nvSpPr>
          <p:spPr>
            <a:xfrm>
              <a:off x="11267880" y="8722374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3220" name="tx3220"/>
            <p:cNvSpPr/>
            <p:nvPr/>
          </p:nvSpPr>
          <p:spPr>
            <a:xfrm>
              <a:off x="11633722" y="8722374"/>
              <a:ext cx="112014" cy="512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6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3221" name="tx3221"/>
            <p:cNvSpPr/>
            <p:nvPr/>
          </p:nvSpPr>
          <p:spPr>
            <a:xfrm>
              <a:off x="10526578" y="8828644"/>
              <a:ext cx="113275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</a:t>
              </a:r>
            </a:p>
          </p:txBody>
        </p:sp>
        <p:sp>
          <p:nvSpPr>
            <p:cNvPr id="3222" name="tx3222"/>
            <p:cNvSpPr/>
            <p:nvPr/>
          </p:nvSpPr>
          <p:spPr>
            <a:xfrm>
              <a:off x="9100855" y="6633066"/>
              <a:ext cx="66111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2026-10-14T10:33:52Z</dcterms:modified>
</cp:coreProperties>
</file>