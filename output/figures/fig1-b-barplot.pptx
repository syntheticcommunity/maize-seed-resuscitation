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2409825"/>
            <a:ext cx="7315200" cy="2743200"/>
            <a:chOff x="1691481" y="2409825"/>
            <a:chExt cx="7315200" cy="2743200"/>
          </a:xfrm>
        </p:grpSpPr>
        <p:sp>
          <p:nvSpPr>
            <p:cNvPr id="3" name="rc3"/>
            <p:cNvSpPr/>
            <p:nvPr/>
          </p:nvSpPr>
          <p:spPr>
            <a:xfrm>
              <a:off x="1691481" y="2409825"/>
              <a:ext cx="7315200" cy="2743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2409825"/>
              <a:ext cx="7315200" cy="2743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88661" y="2567511"/>
              <a:ext cx="1095402" cy="22870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088661" y="4854371"/>
              <a:ext cx="1095402" cy="0"/>
            </a:xfrm>
            <a:custGeom>
              <a:avLst/>
              <a:pathLst>
                <a:path w="1095402" h="0">
                  <a:moveTo>
                    <a:pt x="0" y="0"/>
                  </a:moveTo>
                  <a:lnTo>
                    <a:pt x="1095402" y="0"/>
                  </a:lnTo>
                  <a:lnTo>
                    <a:pt x="109540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088661" y="4282713"/>
              <a:ext cx="1095402" cy="0"/>
            </a:xfrm>
            <a:custGeom>
              <a:avLst/>
              <a:pathLst>
                <a:path w="1095402" h="0">
                  <a:moveTo>
                    <a:pt x="0" y="0"/>
                  </a:moveTo>
                  <a:lnTo>
                    <a:pt x="1095402" y="0"/>
                  </a:lnTo>
                  <a:lnTo>
                    <a:pt x="109540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88661" y="3711055"/>
              <a:ext cx="1095402" cy="0"/>
            </a:xfrm>
            <a:custGeom>
              <a:avLst/>
              <a:pathLst>
                <a:path w="1095402" h="0">
                  <a:moveTo>
                    <a:pt x="0" y="0"/>
                  </a:moveTo>
                  <a:lnTo>
                    <a:pt x="1095402" y="0"/>
                  </a:lnTo>
                  <a:lnTo>
                    <a:pt x="109540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88661" y="3139397"/>
              <a:ext cx="1095402" cy="0"/>
            </a:xfrm>
            <a:custGeom>
              <a:avLst/>
              <a:pathLst>
                <a:path w="1095402" h="0">
                  <a:moveTo>
                    <a:pt x="0" y="0"/>
                  </a:moveTo>
                  <a:lnTo>
                    <a:pt x="1095402" y="0"/>
                  </a:lnTo>
                  <a:lnTo>
                    <a:pt x="109540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88661" y="2567740"/>
              <a:ext cx="1095402" cy="0"/>
            </a:xfrm>
            <a:custGeom>
              <a:avLst/>
              <a:pathLst>
                <a:path w="1095402" h="0">
                  <a:moveTo>
                    <a:pt x="0" y="0"/>
                  </a:moveTo>
                  <a:lnTo>
                    <a:pt x="1095402" y="0"/>
                  </a:lnTo>
                  <a:lnTo>
                    <a:pt x="109540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134945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212086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289227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366369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43510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20651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97792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74933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52074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829215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906356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983497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060638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137779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00232" y="2567740"/>
              <a:ext cx="69426" cy="216495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177373" y="2567740"/>
              <a:ext cx="69426" cy="213353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254514" y="2567740"/>
              <a:ext cx="69426" cy="213248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331655" y="2567740"/>
              <a:ext cx="69426" cy="21680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408796" y="2567740"/>
              <a:ext cx="69426" cy="213350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485937" y="2567740"/>
              <a:ext cx="69426" cy="21699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563078" y="2567740"/>
              <a:ext cx="69426" cy="210846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640219" y="2567740"/>
              <a:ext cx="69426" cy="199976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2717360" y="2567740"/>
              <a:ext cx="69426" cy="17813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794501" y="2567740"/>
              <a:ext cx="69426" cy="205128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871642" y="2567740"/>
              <a:ext cx="69426" cy="17799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948783" y="2567740"/>
              <a:ext cx="69426" cy="186478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025924" y="2567740"/>
              <a:ext cx="69426" cy="20475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103065" y="2567740"/>
              <a:ext cx="69426" cy="212604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2100232" y="4732693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77373" y="4701278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254514" y="4700230"/>
              <a:ext cx="69426" cy="10967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331655" y="4735773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408796" y="4701248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485937" y="4737722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563078" y="4676204"/>
              <a:ext cx="69426" cy="1772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640219" y="4567508"/>
              <a:ext cx="69426" cy="2638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717360" y="4349139"/>
              <a:ext cx="69426" cy="2124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794501" y="4619025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2871642" y="4347686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948783" y="4432527"/>
              <a:ext cx="69426" cy="175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025924" y="4615273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3103065" y="4693780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2100232" y="4732693"/>
              <a:ext cx="69426" cy="1583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177373" y="4701278"/>
              <a:ext cx="69426" cy="522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2254514" y="4711197"/>
              <a:ext cx="69426" cy="1561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2331655" y="4735773"/>
              <a:ext cx="69426" cy="565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408796" y="4701248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2485937" y="4737722"/>
              <a:ext cx="69426" cy="354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2563078" y="4677977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2640219" y="4570147"/>
              <a:ext cx="69426" cy="4064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2717360" y="4351263"/>
              <a:ext cx="69426" cy="241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2794501" y="4619025"/>
              <a:ext cx="69426" cy="71299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2871642" y="4347686"/>
              <a:ext cx="69426" cy="14177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2948783" y="4432703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3025924" y="4615273"/>
              <a:ext cx="69426" cy="727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3103065" y="4693780"/>
              <a:ext cx="69426" cy="3345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2100232" y="4734277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2177373" y="4706506"/>
              <a:ext cx="69426" cy="402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254514" y="4726809"/>
              <a:ext cx="69426" cy="108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2331655" y="4736338"/>
              <a:ext cx="69426" cy="204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2408796" y="4701248"/>
              <a:ext cx="69426" cy="1200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2485937" y="4741264"/>
              <a:ext cx="69426" cy="1511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2563078" y="4677977"/>
              <a:ext cx="69426" cy="405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2640219" y="4574211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2717360" y="4375394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2794501" y="4690325"/>
              <a:ext cx="69426" cy="571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2871642" y="4361863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2948783" y="4432703"/>
              <a:ext cx="69426" cy="615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3025924" y="4616000"/>
              <a:ext cx="69426" cy="105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3103065" y="4697126"/>
              <a:ext cx="69426" cy="186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2100232" y="4734277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2177373" y="4710535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2254514" y="4727896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2331655" y="4738387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2408796" y="4713251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2485937" y="4756376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2563078" y="4682028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2640219" y="4574211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2717360" y="4375394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2794501" y="4696039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2871642" y="4361863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2948783" y="4438860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3025924" y="4617051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3103065" y="4698993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2100232" y="4734277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2177373" y="4710535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254514" y="4727896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2331655" y="4738387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2408796" y="4713251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2485937" y="4756376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2563078" y="4682028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2640219" y="4574211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717360" y="4375394"/>
              <a:ext cx="69426" cy="16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2794501" y="4696039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2871642" y="4361863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2948783" y="4438860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3025924" y="4617051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3103065" y="4698993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2100232" y="4734277"/>
              <a:ext cx="69426" cy="11403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2177373" y="4710535"/>
              <a:ext cx="69426" cy="13646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2254514" y="4727896"/>
              <a:ext cx="69426" cy="6570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2331655" y="4738387"/>
              <a:ext cx="69426" cy="11344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2408796" y="4713251"/>
              <a:ext cx="69426" cy="13941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2485937" y="4756376"/>
              <a:ext cx="69426" cy="9799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2563078" y="4682028"/>
              <a:ext cx="69426" cy="16373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2640219" y="4574211"/>
              <a:ext cx="69426" cy="15387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2717360" y="4375564"/>
              <a:ext cx="69426" cy="40692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2794501" y="4696039"/>
              <a:ext cx="69426" cy="8802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2871642" y="4361863"/>
              <a:ext cx="69426" cy="48501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2948783" y="4438860"/>
              <a:ext cx="69426" cy="32509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3025924" y="4617051"/>
              <a:ext cx="69426" cy="23392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3103065" y="4698993"/>
              <a:ext cx="69426" cy="1540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2100232" y="4848315"/>
              <a:ext cx="69426" cy="19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2177373" y="4846999"/>
              <a:ext cx="69426" cy="445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2254514" y="4793604"/>
              <a:ext cx="69426" cy="5869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2331655" y="4851828"/>
              <a:ext cx="69426" cy="169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2408796" y="4852668"/>
              <a:ext cx="69426" cy="170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2485937" y="4854371"/>
              <a:ext cx="69426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2563078" y="4845762"/>
              <a:ext cx="69426" cy="860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2640219" y="4728089"/>
              <a:ext cx="69426" cy="12521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2717360" y="4782486"/>
              <a:ext cx="69426" cy="7078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2794501" y="4784065"/>
              <a:ext cx="69426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2871642" y="4846876"/>
              <a:ext cx="69426" cy="586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2948783" y="4763951"/>
              <a:ext cx="69426" cy="8742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3025924" y="4850976"/>
              <a:ext cx="69426" cy="121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3103065" y="4853048"/>
              <a:ext cx="69426" cy="13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2100232" y="4850272"/>
              <a:ext cx="69426" cy="409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2177373" y="4851457"/>
              <a:ext cx="69426" cy="291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2254514" y="4852296"/>
              <a:ext cx="69426" cy="207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2331655" y="4853524"/>
              <a:ext cx="69426" cy="84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2408796" y="4854371"/>
              <a:ext cx="69426" cy="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2485937" y="4854371"/>
              <a:ext cx="69426" cy="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2563078" y="4854371"/>
              <a:ext cx="69426" cy="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2640219" y="4853302"/>
              <a:ext cx="69426" cy="106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2717360" y="4853267"/>
              <a:ext cx="69426" cy="110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2794501" y="4784065"/>
              <a:ext cx="69426" cy="7030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2871642" y="4852746"/>
              <a:ext cx="69426" cy="162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2948783" y="4851381"/>
              <a:ext cx="69426" cy="299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3025924" y="4852189"/>
              <a:ext cx="69426" cy="218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3103065" y="4854371"/>
              <a:ext cx="69426" cy="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3234673" y="2567511"/>
              <a:ext cx="1172543" cy="22870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3234673" y="4854371"/>
              <a:ext cx="1172543" cy="0"/>
            </a:xfrm>
            <a:custGeom>
              <a:avLst/>
              <a:pathLst>
                <a:path w="1172543" h="0">
                  <a:moveTo>
                    <a:pt x="0" y="0"/>
                  </a:moveTo>
                  <a:lnTo>
                    <a:pt x="1172543" y="0"/>
                  </a:lnTo>
                  <a:lnTo>
                    <a:pt x="117254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234673" y="4282713"/>
              <a:ext cx="1172543" cy="0"/>
            </a:xfrm>
            <a:custGeom>
              <a:avLst/>
              <a:pathLst>
                <a:path w="1172543" h="0">
                  <a:moveTo>
                    <a:pt x="0" y="0"/>
                  </a:moveTo>
                  <a:lnTo>
                    <a:pt x="1172543" y="0"/>
                  </a:lnTo>
                  <a:lnTo>
                    <a:pt x="117254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234673" y="3711055"/>
              <a:ext cx="1172543" cy="0"/>
            </a:xfrm>
            <a:custGeom>
              <a:avLst/>
              <a:pathLst>
                <a:path w="1172543" h="0">
                  <a:moveTo>
                    <a:pt x="0" y="0"/>
                  </a:moveTo>
                  <a:lnTo>
                    <a:pt x="1172543" y="0"/>
                  </a:lnTo>
                  <a:lnTo>
                    <a:pt x="117254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234673" y="3139397"/>
              <a:ext cx="1172543" cy="0"/>
            </a:xfrm>
            <a:custGeom>
              <a:avLst/>
              <a:pathLst>
                <a:path w="1172543" h="0">
                  <a:moveTo>
                    <a:pt x="0" y="0"/>
                  </a:moveTo>
                  <a:lnTo>
                    <a:pt x="1172543" y="0"/>
                  </a:lnTo>
                  <a:lnTo>
                    <a:pt x="117254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234673" y="2567740"/>
              <a:ext cx="1172543" cy="0"/>
            </a:xfrm>
            <a:custGeom>
              <a:avLst/>
              <a:pathLst>
                <a:path w="1172543" h="0">
                  <a:moveTo>
                    <a:pt x="0" y="0"/>
                  </a:moveTo>
                  <a:lnTo>
                    <a:pt x="1172543" y="0"/>
                  </a:lnTo>
                  <a:lnTo>
                    <a:pt x="117254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3280958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3358099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435240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512381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3589522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666663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743804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3820945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3898086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3975227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4052368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4129509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4206650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4283791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4360932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3246245" y="2567740"/>
              <a:ext cx="69426" cy="46165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3323386" y="2567740"/>
              <a:ext cx="69426" cy="4979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3400527" y="2567740"/>
              <a:ext cx="69426" cy="199180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3477668" y="2567740"/>
              <a:ext cx="69426" cy="18573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3554809" y="2567740"/>
              <a:ext cx="69426" cy="152118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3631950" y="2567740"/>
              <a:ext cx="69426" cy="22267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3709091" y="2567740"/>
              <a:ext cx="69426" cy="204532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3786232" y="2567740"/>
              <a:ext cx="69426" cy="9130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3863373" y="2567740"/>
              <a:ext cx="69426" cy="17027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3940514" y="2567740"/>
              <a:ext cx="69426" cy="8266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4017655" y="2567740"/>
              <a:ext cx="69426" cy="139308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4094796" y="2567740"/>
              <a:ext cx="69426" cy="157629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4171937" y="2567740"/>
              <a:ext cx="69426" cy="141406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4249078" y="2567740"/>
              <a:ext cx="69426" cy="145341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4326219" y="2567740"/>
              <a:ext cx="69426" cy="88651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3246245" y="3029391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3323386" y="3065686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3400527" y="4559546"/>
              <a:ext cx="69426" cy="153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3477668" y="4425050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3554809" y="4088923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3631950" y="4794488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3709091" y="4613063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3786232" y="3480839"/>
              <a:ext cx="69426" cy="23737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3863373" y="4270450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3940514" y="3394439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4017655" y="3960827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4094796" y="4144031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4171937" y="3981804"/>
              <a:ext cx="69426" cy="6253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4249078" y="4021155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4326219" y="3454259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3246245" y="3029391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3323386" y="3065686"/>
              <a:ext cx="69426" cy="359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3400527" y="4559700"/>
              <a:ext cx="69426" cy="153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3477668" y="4425050"/>
              <a:ext cx="69426" cy="30745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3554809" y="4088923"/>
              <a:ext cx="69426" cy="1443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3631950" y="4794488"/>
              <a:ext cx="69426" cy="153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3709091" y="4613063"/>
              <a:ext cx="69426" cy="3353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3786232" y="3504577"/>
              <a:ext cx="69426" cy="8543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3863373" y="4270450"/>
              <a:ext cx="69426" cy="208982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3940514" y="3394439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4017655" y="3960827"/>
              <a:ext cx="69426" cy="590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4094796" y="4144031"/>
              <a:ext cx="69426" cy="136977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4171937" y="3988058"/>
              <a:ext cx="69426" cy="31319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4249078" y="4021155"/>
              <a:ext cx="69426" cy="72346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4326219" y="3454259"/>
              <a:ext cx="69426" cy="2077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3246245" y="3029391"/>
              <a:ext cx="69426" cy="10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3323386" y="3066045"/>
              <a:ext cx="69426" cy="102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3400527" y="4559853"/>
              <a:ext cx="69426" cy="884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3477668" y="4455795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3554809" y="4090366"/>
              <a:ext cx="69426" cy="61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3631950" y="4796026"/>
              <a:ext cx="69426" cy="6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3709091" y="4646601"/>
              <a:ext cx="69426" cy="166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3786232" y="3513120"/>
              <a:ext cx="69426" cy="38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3863373" y="4479433"/>
              <a:ext cx="69426" cy="72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3940514" y="3394439"/>
              <a:ext cx="69426" cy="90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4017655" y="3966735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4094796" y="4281008"/>
              <a:ext cx="69426" cy="1336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4171937" y="4019377"/>
              <a:ext cx="69426" cy="109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4249078" y="4093501"/>
              <a:ext cx="69426" cy="708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4326219" y="3456337"/>
              <a:ext cx="69426" cy="897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3246245" y="3030422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3323386" y="3067071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3400527" y="4568696"/>
              <a:ext cx="69426" cy="40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3477668" y="4455795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3554809" y="4090977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3631950" y="4796095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3709091" y="4648264"/>
              <a:ext cx="69426" cy="22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3786232" y="3513508"/>
              <a:ext cx="69426" cy="77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3863373" y="4480153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3940514" y="3395348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4017655" y="3966735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4094796" y="4294373"/>
              <a:ext cx="69426" cy="9161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4171937" y="4020472"/>
              <a:ext cx="69426" cy="99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4249078" y="4100590"/>
              <a:ext cx="69426" cy="85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4326219" y="3465311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3246245" y="3030422"/>
              <a:ext cx="69426" cy="34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3323386" y="3067071"/>
              <a:ext cx="69426" cy="177749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3400527" y="4569104"/>
              <a:ext cx="69426" cy="1144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3477668" y="4455795"/>
              <a:ext cx="69426" cy="28508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3554809" y="4090977"/>
              <a:ext cx="69426" cy="75262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3631950" y="4796095"/>
              <a:ext cx="69426" cy="1100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3709091" y="4648486"/>
              <a:ext cx="69426" cy="2627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3786232" y="3514285"/>
              <a:ext cx="69426" cy="16218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3863373" y="4480153"/>
              <a:ext cx="69426" cy="10629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3940514" y="3395348"/>
              <a:ext cx="69426" cy="145791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4017655" y="3966735"/>
              <a:ext cx="69426" cy="21347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4094796" y="4385987"/>
              <a:ext cx="69426" cy="4996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4171937" y="4021462"/>
              <a:ext cx="69426" cy="38604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4249078" y="4101445"/>
              <a:ext cx="69426" cy="50134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4326219" y="3465311"/>
              <a:ext cx="69426" cy="1021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3246245" y="3030765"/>
              <a:ext cx="69426" cy="131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3323386" y="4844570"/>
              <a:ext cx="69426" cy="56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3400527" y="4580554"/>
              <a:ext cx="69426" cy="16790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3477668" y="4740880"/>
              <a:ext cx="69426" cy="8618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3554809" y="4843603"/>
              <a:ext cx="69426" cy="666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3631950" y="4807100"/>
              <a:ext cx="69426" cy="936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3709091" y="4674762"/>
              <a:ext cx="69426" cy="13309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3786232" y="3676468"/>
              <a:ext cx="69426" cy="2800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3863373" y="4586446"/>
              <a:ext cx="69426" cy="18350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3940514" y="4853268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4017655" y="4180206"/>
              <a:ext cx="69426" cy="968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4094796" y="4435953"/>
              <a:ext cx="69426" cy="35952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4171937" y="4407509"/>
              <a:ext cx="69426" cy="8436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4249078" y="4602792"/>
              <a:ext cx="69426" cy="4208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4326219" y="3475523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3246245" y="3032078"/>
              <a:ext cx="69426" cy="1756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3323386" y="4845135"/>
              <a:ext cx="69426" cy="12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3400527" y="4748463"/>
              <a:ext cx="69426" cy="526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3477668" y="4827063"/>
              <a:ext cx="69426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3554809" y="4850264"/>
              <a:ext cx="69426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3631950" y="4816466"/>
              <a:ext cx="69426" cy="1162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3709091" y="4807861"/>
              <a:ext cx="69426" cy="1258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3786232" y="3704478"/>
              <a:ext cx="69426" cy="68247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3863373" y="4769953"/>
              <a:ext cx="69426" cy="2501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3940514" y="4853268"/>
              <a:ext cx="69426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4017655" y="4189886"/>
              <a:ext cx="69426" cy="484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4094796" y="4795477"/>
              <a:ext cx="69426" cy="244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4171937" y="4491879"/>
              <a:ext cx="69426" cy="3078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4249078" y="4644873"/>
              <a:ext cx="69426" cy="517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4326219" y="3475523"/>
              <a:ext cx="69426" cy="37319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3246245" y="3049639"/>
              <a:ext cx="69426" cy="180473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3323386" y="4846366"/>
              <a:ext cx="69426" cy="800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3400527" y="4753728"/>
              <a:ext cx="69426" cy="10064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3477668" y="4827063"/>
              <a:ext cx="69426" cy="2730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3554809" y="4850264"/>
              <a:ext cx="69426" cy="410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3631950" y="4828087"/>
              <a:ext cx="69426" cy="2628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3709091" y="4820445"/>
              <a:ext cx="69426" cy="3392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3786232" y="4386948"/>
              <a:ext cx="69426" cy="4674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3863373" y="4794970"/>
              <a:ext cx="69426" cy="594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3940514" y="4853268"/>
              <a:ext cx="69426" cy="110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4017655" y="4194726"/>
              <a:ext cx="69426" cy="65964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4094796" y="4797917"/>
              <a:ext cx="69426" cy="5645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4171937" y="4799705"/>
              <a:ext cx="69426" cy="5466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4249078" y="4650051"/>
              <a:ext cx="69426" cy="2043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4326219" y="3848715"/>
              <a:ext cx="69426" cy="100565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4457827" y="2567511"/>
              <a:ext cx="3486773" cy="22870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4457827" y="4854371"/>
              <a:ext cx="3486773" cy="0"/>
            </a:xfrm>
            <a:custGeom>
              <a:avLst/>
              <a:pathLst>
                <a:path w="3486773" h="0">
                  <a:moveTo>
                    <a:pt x="0" y="0"/>
                  </a:moveTo>
                  <a:lnTo>
                    <a:pt x="3486773" y="0"/>
                  </a:lnTo>
                  <a:lnTo>
                    <a:pt x="348677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4457827" y="4282713"/>
              <a:ext cx="3486773" cy="0"/>
            </a:xfrm>
            <a:custGeom>
              <a:avLst/>
              <a:pathLst>
                <a:path w="3486773" h="0">
                  <a:moveTo>
                    <a:pt x="0" y="0"/>
                  </a:moveTo>
                  <a:lnTo>
                    <a:pt x="3486773" y="0"/>
                  </a:lnTo>
                  <a:lnTo>
                    <a:pt x="348677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4457827" y="3711055"/>
              <a:ext cx="3486773" cy="0"/>
            </a:xfrm>
            <a:custGeom>
              <a:avLst/>
              <a:pathLst>
                <a:path w="3486773" h="0">
                  <a:moveTo>
                    <a:pt x="0" y="0"/>
                  </a:moveTo>
                  <a:lnTo>
                    <a:pt x="3486773" y="0"/>
                  </a:lnTo>
                  <a:lnTo>
                    <a:pt x="348677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4457827" y="3139397"/>
              <a:ext cx="3486773" cy="0"/>
            </a:xfrm>
            <a:custGeom>
              <a:avLst/>
              <a:pathLst>
                <a:path w="3486773" h="0">
                  <a:moveTo>
                    <a:pt x="0" y="0"/>
                  </a:moveTo>
                  <a:lnTo>
                    <a:pt x="3486773" y="0"/>
                  </a:lnTo>
                  <a:lnTo>
                    <a:pt x="348677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4457827" y="2567740"/>
              <a:ext cx="3486773" cy="0"/>
            </a:xfrm>
            <a:custGeom>
              <a:avLst/>
              <a:pathLst>
                <a:path w="3486773" h="0">
                  <a:moveTo>
                    <a:pt x="0" y="0"/>
                  </a:moveTo>
                  <a:lnTo>
                    <a:pt x="3486773" y="0"/>
                  </a:lnTo>
                  <a:lnTo>
                    <a:pt x="348677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4504111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4581252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4658393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4735534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4812675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4889816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4966957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5044098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5121239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5198380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5275522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5352663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5429804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5506945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5584086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5661227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5738368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5815509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5892650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5969791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6046932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6124073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6201214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6278355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6355496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6432637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6509778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6586919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6664060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6741201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6818342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6895483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6972624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7049765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7126906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7204047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7281188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7358329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7435470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7512611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7589752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7666893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7744034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7821175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7898316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4469398" y="2567740"/>
              <a:ext cx="69426" cy="13839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4546539" y="2567740"/>
              <a:ext cx="69426" cy="113026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4623680" y="2567740"/>
              <a:ext cx="69426" cy="77788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4700821" y="2567740"/>
              <a:ext cx="69426" cy="142280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4777962" y="2567740"/>
              <a:ext cx="69426" cy="24233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4855103" y="2567740"/>
              <a:ext cx="69426" cy="186899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5163667" y="2567740"/>
              <a:ext cx="69426" cy="118105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5240808" y="2567740"/>
              <a:ext cx="69426" cy="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5317949" y="2567740"/>
              <a:ext cx="69426" cy="1826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5395090" y="2567740"/>
              <a:ext cx="69426" cy="175391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5472231" y="2567740"/>
              <a:ext cx="69426" cy="1044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5549372" y="2567740"/>
              <a:ext cx="69426" cy="145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4932244" y="2567740"/>
              <a:ext cx="69426" cy="4121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5009385" y="2567740"/>
              <a:ext cx="69426" cy="11923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5086526" y="2567740"/>
              <a:ext cx="69426" cy="412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5626513" y="2567740"/>
              <a:ext cx="69426" cy="35168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5703654" y="2567740"/>
              <a:ext cx="69426" cy="33256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5780795" y="2567740"/>
              <a:ext cx="69426" cy="64385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5857936" y="2567740"/>
              <a:ext cx="69426" cy="276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5935077" y="2567740"/>
              <a:ext cx="69426" cy="7598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6012218" y="2567740"/>
              <a:ext cx="69426" cy="561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6089359" y="2567740"/>
              <a:ext cx="69426" cy="10808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6166500" y="2567740"/>
              <a:ext cx="69426" cy="370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6243641" y="2567740"/>
              <a:ext cx="69426" cy="4394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6320782" y="2567740"/>
              <a:ext cx="69426" cy="57502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6397923" y="2567740"/>
              <a:ext cx="69426" cy="2330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rc384"/>
            <p:cNvSpPr/>
            <p:nvPr/>
          </p:nvSpPr>
          <p:spPr>
            <a:xfrm>
              <a:off x="6475064" y="2567740"/>
              <a:ext cx="69426" cy="46645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6552205" y="2567740"/>
              <a:ext cx="69426" cy="113842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6629346" y="2567740"/>
              <a:ext cx="69426" cy="114198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6706487" y="2567740"/>
              <a:ext cx="69426" cy="163786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6783628" y="2567740"/>
              <a:ext cx="69426" cy="56372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6860769" y="2567740"/>
              <a:ext cx="69426" cy="32646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6937910" y="2567740"/>
              <a:ext cx="69426" cy="9149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7015051" y="2567740"/>
              <a:ext cx="69426" cy="116418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7092192" y="2567740"/>
              <a:ext cx="69426" cy="20203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rc393"/>
            <p:cNvSpPr/>
            <p:nvPr/>
          </p:nvSpPr>
          <p:spPr>
            <a:xfrm>
              <a:off x="7169333" y="2567740"/>
              <a:ext cx="69426" cy="203355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7246474" y="2567740"/>
              <a:ext cx="69426" cy="8100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7323615" y="2567740"/>
              <a:ext cx="69426" cy="29523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7400756" y="2567740"/>
              <a:ext cx="69426" cy="38639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7477897" y="2567740"/>
              <a:ext cx="69426" cy="1642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7555038" y="2567740"/>
              <a:ext cx="69426" cy="12517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7632179" y="2567740"/>
              <a:ext cx="69426" cy="69488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7709320" y="2567740"/>
              <a:ext cx="69426" cy="78563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7786461" y="2567740"/>
              <a:ext cx="69426" cy="19013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7863602" y="2567740"/>
              <a:ext cx="69426" cy="9061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4469398" y="3951688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4546539" y="3698000"/>
              <a:ext cx="69426" cy="228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4623680" y="3345629"/>
              <a:ext cx="69426" cy="552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4700821" y="3990548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4777962" y="2810070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4855103" y="4436737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5163667" y="3748799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5240808" y="2567740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5317949" y="2586004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5395090" y="4321656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5472231" y="2578181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5549372" y="2569192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4932244" y="2608955"/>
              <a:ext cx="69426" cy="934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5009385" y="2686977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5086526" y="2571864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5626513" y="2919429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5703654" y="2900307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5780795" y="3211592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5857936" y="2570508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5935077" y="2643722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6012218" y="2573356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6089359" y="2675824"/>
              <a:ext cx="69426" cy="448715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6166500" y="2604786"/>
              <a:ext cx="69426" cy="61334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6243641" y="2611683"/>
              <a:ext cx="69426" cy="219577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6320782" y="3142765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6397923" y="2800839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6475064" y="3034190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6552205" y="3706164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6629346" y="3709725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6706487" y="4205607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6783628" y="3131464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6860769" y="2894209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6937910" y="3482716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7015051" y="3731924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7092192" y="2769776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7169333" y="4601291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7246474" y="2648749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7323615" y="2862974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7400756" y="2954134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7477897" y="2584165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7555038" y="2692914"/>
              <a:ext cx="69426" cy="482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7632179" y="3262624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7709320" y="3353372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7786461" y="2757878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7863602" y="3473897"/>
              <a:ext cx="69426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4469398" y="3951688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4546539" y="3698228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4623680" y="3351150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4700821" y="3990548"/>
              <a:ext cx="69426" cy="15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4777962" y="2810070"/>
              <a:ext cx="69426" cy="2705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4855103" y="4436737"/>
              <a:ext cx="69426" cy="192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5163667" y="3748799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5240808" y="2567740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5317949" y="2586004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5395090" y="4321656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5472231" y="2578181"/>
              <a:ext cx="69426" cy="815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5549372" y="2569192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4932244" y="2609889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5009385" y="2686977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5086526" y="2571864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5626513" y="2919429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5703654" y="2900307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5780795" y="3211592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5857936" y="2570508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5935077" y="2643722"/>
              <a:ext cx="69426" cy="39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6012218" y="2573356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6089359" y="3124539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6166500" y="3218127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6243641" y="2831260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6320782" y="3142765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6397923" y="2800839"/>
              <a:ext cx="69426" cy="1301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6475064" y="3034190"/>
              <a:ext cx="69426" cy="126739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6552205" y="3706164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6629346" y="3709725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6706487" y="4205607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6783628" y="3131464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6860769" y="2894209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6937910" y="3482716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7015051" y="3731924"/>
              <a:ext cx="69426" cy="693389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7092192" y="2769776"/>
              <a:ext cx="69426" cy="396473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7169333" y="4601291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7246474" y="2648749"/>
              <a:ext cx="69426" cy="755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7323615" y="2862974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7400756" y="2954134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7477897" y="2584165"/>
              <a:ext cx="69426" cy="4074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7555038" y="2697735"/>
              <a:ext cx="69426" cy="76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7632179" y="3262624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7709320" y="3353372"/>
              <a:ext cx="69426" cy="1064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7786461" y="2757878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7863602" y="3473897"/>
              <a:ext cx="69426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4469398" y="3951688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4546539" y="3698228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4623680" y="3351150"/>
              <a:ext cx="69426" cy="76530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4700821" y="3990698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4777962" y="2812775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4855103" y="4436930"/>
              <a:ext cx="69426" cy="19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5163667" y="3748799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5240808" y="2567740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5317949" y="2586004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5395090" y="4321656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5472231" y="2578996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5549372" y="2569192"/>
              <a:ext cx="69426" cy="10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4932244" y="2609889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5009385" y="2686977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5086526" y="2571864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5626513" y="2919429"/>
              <a:ext cx="69426" cy="85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5703654" y="2900307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5780795" y="3211592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5857936" y="2570508"/>
              <a:ext cx="69426" cy="56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5935077" y="2644120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6012218" y="2573356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6089359" y="3124539"/>
              <a:ext cx="69426" cy="484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6166500" y="3218127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6243641" y="2831260"/>
              <a:ext cx="69426" cy="210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6320782" y="3142765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6397923" y="2813851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6475064" y="3160930"/>
              <a:ext cx="69426" cy="55037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6552205" y="3706164"/>
              <a:ext cx="69426" cy="98616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6629346" y="3709725"/>
              <a:ext cx="69426" cy="101714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6706487" y="4205607"/>
              <a:ext cx="69426" cy="35235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6783628" y="3131464"/>
              <a:ext cx="69426" cy="38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6860769" y="2894209"/>
              <a:ext cx="69426" cy="198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6937910" y="3482716"/>
              <a:ext cx="69426" cy="826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7015051" y="4425314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7092192" y="3166249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7169333" y="4601291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7246474" y="2649505"/>
              <a:ext cx="69426" cy="29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7323615" y="2862974"/>
              <a:ext cx="69426" cy="55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7400756" y="2954134"/>
              <a:ext cx="69426" cy="42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7477897" y="2588239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7555038" y="2698497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7632179" y="3262624"/>
              <a:ext cx="69426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7709320" y="3354437"/>
              <a:ext cx="69426" cy="1183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7786461" y="2757878"/>
              <a:ext cx="69426" cy="1114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7863602" y="3473897"/>
              <a:ext cx="69426" cy="6537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4469398" y="3951688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4546539" y="3698228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4623680" y="4116452"/>
              <a:ext cx="69426" cy="1468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4700821" y="3990698"/>
              <a:ext cx="69426" cy="5829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4777962" y="2812775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4855103" y="4437123"/>
              <a:ext cx="69426" cy="186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5163667" y="3748799"/>
              <a:ext cx="69426" cy="3733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5240808" y="2567740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5317949" y="2586004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5395090" y="4321656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5472231" y="2578996"/>
              <a:ext cx="69426" cy="6214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5549372" y="2569295"/>
              <a:ext cx="69426" cy="110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4932244" y="2609889"/>
              <a:ext cx="69426" cy="224207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5009385" y="2686977"/>
              <a:ext cx="69426" cy="367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5086526" y="2571864"/>
              <a:ext cx="69426" cy="2643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5626513" y="2920281"/>
              <a:ext cx="69426" cy="45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5703654" y="2900307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5780795" y="3211592"/>
              <a:ext cx="69426" cy="32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5857936" y="2571069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rc557"/>
            <p:cNvSpPr/>
            <p:nvPr/>
          </p:nvSpPr>
          <p:spPr>
            <a:xfrm>
              <a:off x="5935077" y="2644120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" name="rc558"/>
            <p:cNvSpPr/>
            <p:nvPr/>
          </p:nvSpPr>
          <p:spPr>
            <a:xfrm>
              <a:off x="6012218" y="2573356"/>
              <a:ext cx="69426" cy="274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" name="rc559"/>
            <p:cNvSpPr/>
            <p:nvPr/>
          </p:nvSpPr>
          <p:spPr>
            <a:xfrm>
              <a:off x="6089359" y="3129384"/>
              <a:ext cx="69426" cy="109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" name="rc560"/>
            <p:cNvSpPr/>
            <p:nvPr/>
          </p:nvSpPr>
          <p:spPr>
            <a:xfrm>
              <a:off x="6166500" y="3218127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" name="rc561"/>
            <p:cNvSpPr/>
            <p:nvPr/>
          </p:nvSpPr>
          <p:spPr>
            <a:xfrm>
              <a:off x="6243641" y="2833361"/>
              <a:ext cx="69426" cy="18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" name="rc562"/>
            <p:cNvSpPr/>
            <p:nvPr/>
          </p:nvSpPr>
          <p:spPr>
            <a:xfrm>
              <a:off x="6320782" y="3142765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" name="rc563"/>
            <p:cNvSpPr/>
            <p:nvPr/>
          </p:nvSpPr>
          <p:spPr>
            <a:xfrm>
              <a:off x="6397923" y="2813851"/>
              <a:ext cx="69426" cy="401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" name="rc564"/>
            <p:cNvSpPr/>
            <p:nvPr/>
          </p:nvSpPr>
          <p:spPr>
            <a:xfrm>
              <a:off x="6475064" y="3711306"/>
              <a:ext cx="69426" cy="50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" name="rc565"/>
            <p:cNvSpPr/>
            <p:nvPr/>
          </p:nvSpPr>
          <p:spPr>
            <a:xfrm>
              <a:off x="6552205" y="4692327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rc566"/>
            <p:cNvSpPr/>
            <p:nvPr/>
          </p:nvSpPr>
          <p:spPr>
            <a:xfrm>
              <a:off x="6629346" y="4726867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6706487" y="4557958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rc568"/>
            <p:cNvSpPr/>
            <p:nvPr/>
          </p:nvSpPr>
          <p:spPr>
            <a:xfrm>
              <a:off x="6783628" y="3131848"/>
              <a:ext cx="69426" cy="10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6860769" y="2896198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6937910" y="3490979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rc571"/>
            <p:cNvSpPr/>
            <p:nvPr/>
          </p:nvSpPr>
          <p:spPr>
            <a:xfrm>
              <a:off x="7015051" y="4425314"/>
              <a:ext cx="69426" cy="2162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rc572"/>
            <p:cNvSpPr/>
            <p:nvPr/>
          </p:nvSpPr>
          <p:spPr>
            <a:xfrm>
              <a:off x="7092192" y="3166249"/>
              <a:ext cx="69426" cy="29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7169333" y="4601291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rc574"/>
            <p:cNvSpPr/>
            <p:nvPr/>
          </p:nvSpPr>
          <p:spPr>
            <a:xfrm>
              <a:off x="7246474" y="2649795"/>
              <a:ext cx="69426" cy="69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rc575"/>
            <p:cNvSpPr/>
            <p:nvPr/>
          </p:nvSpPr>
          <p:spPr>
            <a:xfrm>
              <a:off x="7323615" y="2863529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7400756" y="2954555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7477897" y="2588239"/>
              <a:ext cx="69426" cy="129029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7555038" y="2698497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7632179" y="3262624"/>
              <a:ext cx="69426" cy="951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7709320" y="3366273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rc581"/>
            <p:cNvSpPr/>
            <p:nvPr/>
          </p:nvSpPr>
          <p:spPr>
            <a:xfrm>
              <a:off x="7786461" y="2769025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rc582"/>
            <p:cNvSpPr/>
            <p:nvPr/>
          </p:nvSpPr>
          <p:spPr>
            <a:xfrm>
              <a:off x="7863602" y="3539274"/>
              <a:ext cx="69426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rc583"/>
            <p:cNvSpPr/>
            <p:nvPr/>
          </p:nvSpPr>
          <p:spPr>
            <a:xfrm>
              <a:off x="4469398" y="3951688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rc584"/>
            <p:cNvSpPr/>
            <p:nvPr/>
          </p:nvSpPr>
          <p:spPr>
            <a:xfrm>
              <a:off x="4546539" y="3698228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rc585"/>
            <p:cNvSpPr/>
            <p:nvPr/>
          </p:nvSpPr>
          <p:spPr>
            <a:xfrm>
              <a:off x="4623680" y="4131138"/>
              <a:ext cx="69426" cy="187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rc586"/>
            <p:cNvSpPr/>
            <p:nvPr/>
          </p:nvSpPr>
          <p:spPr>
            <a:xfrm>
              <a:off x="4700821" y="4048994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rc587"/>
            <p:cNvSpPr/>
            <p:nvPr/>
          </p:nvSpPr>
          <p:spPr>
            <a:xfrm>
              <a:off x="4777962" y="2812775"/>
              <a:ext cx="69426" cy="56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rc588"/>
            <p:cNvSpPr/>
            <p:nvPr/>
          </p:nvSpPr>
          <p:spPr>
            <a:xfrm>
              <a:off x="4855103" y="4438988"/>
              <a:ext cx="69426" cy="353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rc589"/>
            <p:cNvSpPr/>
            <p:nvPr/>
          </p:nvSpPr>
          <p:spPr>
            <a:xfrm>
              <a:off x="5163667" y="3786132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" name="rc590"/>
            <p:cNvSpPr/>
            <p:nvPr/>
          </p:nvSpPr>
          <p:spPr>
            <a:xfrm>
              <a:off x="5240808" y="2567740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5317949" y="2586004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5395090" y="4321656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rc593"/>
            <p:cNvSpPr/>
            <p:nvPr/>
          </p:nvSpPr>
          <p:spPr>
            <a:xfrm>
              <a:off x="5472231" y="2641139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rc594"/>
            <p:cNvSpPr/>
            <p:nvPr/>
          </p:nvSpPr>
          <p:spPr>
            <a:xfrm>
              <a:off x="5549372" y="2570402"/>
              <a:ext cx="69426" cy="31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rc595"/>
            <p:cNvSpPr/>
            <p:nvPr/>
          </p:nvSpPr>
          <p:spPr>
            <a:xfrm>
              <a:off x="4932244" y="4851968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5009385" y="2690651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rc597"/>
            <p:cNvSpPr/>
            <p:nvPr/>
          </p:nvSpPr>
          <p:spPr>
            <a:xfrm>
              <a:off x="5086526" y="2836196"/>
              <a:ext cx="69426" cy="58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rc598"/>
            <p:cNvSpPr/>
            <p:nvPr/>
          </p:nvSpPr>
          <p:spPr>
            <a:xfrm>
              <a:off x="5626513" y="2920736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rc599"/>
            <p:cNvSpPr/>
            <p:nvPr/>
          </p:nvSpPr>
          <p:spPr>
            <a:xfrm>
              <a:off x="5703654" y="2900307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rc600"/>
            <p:cNvSpPr/>
            <p:nvPr/>
          </p:nvSpPr>
          <p:spPr>
            <a:xfrm>
              <a:off x="5780795" y="3211916"/>
              <a:ext cx="69426" cy="346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rc601"/>
            <p:cNvSpPr/>
            <p:nvPr/>
          </p:nvSpPr>
          <p:spPr>
            <a:xfrm>
              <a:off x="5857936" y="2571069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rc602"/>
            <p:cNvSpPr/>
            <p:nvPr/>
          </p:nvSpPr>
          <p:spPr>
            <a:xfrm>
              <a:off x="5935077" y="2644120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rc603"/>
            <p:cNvSpPr/>
            <p:nvPr/>
          </p:nvSpPr>
          <p:spPr>
            <a:xfrm>
              <a:off x="6012218" y="2576099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rc604"/>
            <p:cNvSpPr/>
            <p:nvPr/>
          </p:nvSpPr>
          <p:spPr>
            <a:xfrm>
              <a:off x="6089359" y="3130476"/>
              <a:ext cx="69426" cy="20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rc605"/>
            <p:cNvSpPr/>
            <p:nvPr/>
          </p:nvSpPr>
          <p:spPr>
            <a:xfrm>
              <a:off x="6166500" y="3218127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rc606"/>
            <p:cNvSpPr/>
            <p:nvPr/>
          </p:nvSpPr>
          <p:spPr>
            <a:xfrm>
              <a:off x="6243641" y="2833544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rc607"/>
            <p:cNvSpPr/>
            <p:nvPr/>
          </p:nvSpPr>
          <p:spPr>
            <a:xfrm>
              <a:off x="6320782" y="3142765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rc608"/>
            <p:cNvSpPr/>
            <p:nvPr/>
          </p:nvSpPr>
          <p:spPr>
            <a:xfrm>
              <a:off x="6397923" y="2817865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6475064" y="3711807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rc610"/>
            <p:cNvSpPr/>
            <p:nvPr/>
          </p:nvSpPr>
          <p:spPr>
            <a:xfrm>
              <a:off x="6552205" y="4692327"/>
              <a:ext cx="69426" cy="9614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rc611"/>
            <p:cNvSpPr/>
            <p:nvPr/>
          </p:nvSpPr>
          <p:spPr>
            <a:xfrm>
              <a:off x="6629346" y="4726867"/>
              <a:ext cx="69426" cy="9186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rc612"/>
            <p:cNvSpPr/>
            <p:nvPr/>
          </p:nvSpPr>
          <p:spPr>
            <a:xfrm>
              <a:off x="6706487" y="4557958"/>
              <a:ext cx="69426" cy="28204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rc613"/>
            <p:cNvSpPr/>
            <p:nvPr/>
          </p:nvSpPr>
          <p:spPr>
            <a:xfrm>
              <a:off x="6783628" y="3131958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6860769" y="2896198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6937910" y="3490979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7015051" y="4446942"/>
              <a:ext cx="69426" cy="34266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7092192" y="3166540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rc618"/>
            <p:cNvSpPr/>
            <p:nvPr/>
          </p:nvSpPr>
          <p:spPr>
            <a:xfrm>
              <a:off x="7169333" y="4601291"/>
              <a:ext cx="69426" cy="25096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rc619"/>
            <p:cNvSpPr/>
            <p:nvPr/>
          </p:nvSpPr>
          <p:spPr>
            <a:xfrm>
              <a:off x="7246474" y="2650493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rc620"/>
            <p:cNvSpPr/>
            <p:nvPr/>
          </p:nvSpPr>
          <p:spPr>
            <a:xfrm>
              <a:off x="7323615" y="2863529"/>
              <a:ext cx="69426" cy="37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rc621"/>
            <p:cNvSpPr/>
            <p:nvPr/>
          </p:nvSpPr>
          <p:spPr>
            <a:xfrm>
              <a:off x="7400756" y="2954555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7477897" y="3878539"/>
              <a:ext cx="69426" cy="84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7555038" y="2698497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rc624"/>
            <p:cNvSpPr/>
            <p:nvPr/>
          </p:nvSpPr>
          <p:spPr>
            <a:xfrm>
              <a:off x="7632179" y="3272138"/>
              <a:ext cx="69426" cy="29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rc625"/>
            <p:cNvSpPr/>
            <p:nvPr/>
          </p:nvSpPr>
          <p:spPr>
            <a:xfrm>
              <a:off x="7709320" y="3366273"/>
              <a:ext cx="69426" cy="519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rc626"/>
            <p:cNvSpPr/>
            <p:nvPr/>
          </p:nvSpPr>
          <p:spPr>
            <a:xfrm>
              <a:off x="7786461" y="2769025"/>
              <a:ext cx="69426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rc627"/>
            <p:cNvSpPr/>
            <p:nvPr/>
          </p:nvSpPr>
          <p:spPr>
            <a:xfrm>
              <a:off x="7863602" y="3539274"/>
              <a:ext cx="69426" cy="891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rc628"/>
            <p:cNvSpPr/>
            <p:nvPr/>
          </p:nvSpPr>
          <p:spPr>
            <a:xfrm>
              <a:off x="4469398" y="3951688"/>
              <a:ext cx="69426" cy="63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rc629"/>
            <p:cNvSpPr/>
            <p:nvPr/>
          </p:nvSpPr>
          <p:spPr>
            <a:xfrm>
              <a:off x="4546539" y="3698228"/>
              <a:ext cx="69426" cy="17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rc630"/>
            <p:cNvSpPr/>
            <p:nvPr/>
          </p:nvSpPr>
          <p:spPr>
            <a:xfrm>
              <a:off x="4623680" y="4133015"/>
              <a:ext cx="69426" cy="209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rc631"/>
            <p:cNvSpPr/>
            <p:nvPr/>
          </p:nvSpPr>
          <p:spPr>
            <a:xfrm>
              <a:off x="4700821" y="4048994"/>
              <a:ext cx="69426" cy="195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rc632"/>
            <p:cNvSpPr/>
            <p:nvPr/>
          </p:nvSpPr>
          <p:spPr>
            <a:xfrm>
              <a:off x="4777962" y="2813340"/>
              <a:ext cx="69426" cy="20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rc633"/>
            <p:cNvSpPr/>
            <p:nvPr/>
          </p:nvSpPr>
          <p:spPr>
            <a:xfrm>
              <a:off x="4855103" y="4442527"/>
              <a:ext cx="69426" cy="1338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rc634"/>
            <p:cNvSpPr/>
            <p:nvPr/>
          </p:nvSpPr>
          <p:spPr>
            <a:xfrm>
              <a:off x="5163667" y="3786132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rc635"/>
            <p:cNvSpPr/>
            <p:nvPr/>
          </p:nvSpPr>
          <p:spPr>
            <a:xfrm>
              <a:off x="5240808" y="2567740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5317949" y="2586004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5395090" y="4321656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rc638"/>
            <p:cNvSpPr/>
            <p:nvPr/>
          </p:nvSpPr>
          <p:spPr>
            <a:xfrm>
              <a:off x="5472231" y="2641139"/>
              <a:ext cx="69426" cy="1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rc639"/>
            <p:cNvSpPr/>
            <p:nvPr/>
          </p:nvSpPr>
          <p:spPr>
            <a:xfrm>
              <a:off x="5549372" y="2570713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rc640"/>
            <p:cNvSpPr/>
            <p:nvPr/>
          </p:nvSpPr>
          <p:spPr>
            <a:xfrm>
              <a:off x="4932244" y="4851968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rc641"/>
            <p:cNvSpPr/>
            <p:nvPr/>
          </p:nvSpPr>
          <p:spPr>
            <a:xfrm>
              <a:off x="5009385" y="2690651"/>
              <a:ext cx="69426" cy="1836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rc642"/>
            <p:cNvSpPr/>
            <p:nvPr/>
          </p:nvSpPr>
          <p:spPr>
            <a:xfrm>
              <a:off x="5086526" y="2836779"/>
              <a:ext cx="69426" cy="201611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rc643"/>
            <p:cNvSpPr/>
            <p:nvPr/>
          </p:nvSpPr>
          <p:spPr>
            <a:xfrm>
              <a:off x="5626513" y="2920736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rc644"/>
            <p:cNvSpPr/>
            <p:nvPr/>
          </p:nvSpPr>
          <p:spPr>
            <a:xfrm>
              <a:off x="5703654" y="2900307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" name="rc645"/>
            <p:cNvSpPr/>
            <p:nvPr/>
          </p:nvSpPr>
          <p:spPr>
            <a:xfrm>
              <a:off x="5780795" y="3215377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" name="rc646"/>
            <p:cNvSpPr/>
            <p:nvPr/>
          </p:nvSpPr>
          <p:spPr>
            <a:xfrm>
              <a:off x="5857936" y="2571069"/>
              <a:ext cx="69426" cy="14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" name="rc647"/>
            <p:cNvSpPr/>
            <p:nvPr/>
          </p:nvSpPr>
          <p:spPr>
            <a:xfrm>
              <a:off x="5935077" y="2644120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" name="rc648"/>
            <p:cNvSpPr/>
            <p:nvPr/>
          </p:nvSpPr>
          <p:spPr>
            <a:xfrm>
              <a:off x="6012218" y="2576099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" name="rc649"/>
            <p:cNvSpPr/>
            <p:nvPr/>
          </p:nvSpPr>
          <p:spPr>
            <a:xfrm>
              <a:off x="6089359" y="3130680"/>
              <a:ext cx="69426" cy="204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6166500" y="3218127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rc651"/>
            <p:cNvSpPr/>
            <p:nvPr/>
          </p:nvSpPr>
          <p:spPr>
            <a:xfrm>
              <a:off x="6243641" y="2833544"/>
              <a:ext cx="69426" cy="59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rc652"/>
            <p:cNvSpPr/>
            <p:nvPr/>
          </p:nvSpPr>
          <p:spPr>
            <a:xfrm>
              <a:off x="6320782" y="3142765"/>
              <a:ext cx="69426" cy="6611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rc653"/>
            <p:cNvSpPr/>
            <p:nvPr/>
          </p:nvSpPr>
          <p:spPr>
            <a:xfrm>
              <a:off x="6397923" y="2817865"/>
              <a:ext cx="69426" cy="8886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" name="rc654"/>
            <p:cNvSpPr/>
            <p:nvPr/>
          </p:nvSpPr>
          <p:spPr>
            <a:xfrm>
              <a:off x="6475064" y="3711807"/>
              <a:ext cx="69426" cy="15100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rc655"/>
            <p:cNvSpPr/>
            <p:nvPr/>
          </p:nvSpPr>
          <p:spPr>
            <a:xfrm>
              <a:off x="6552205" y="4788473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rc656"/>
            <p:cNvSpPr/>
            <p:nvPr/>
          </p:nvSpPr>
          <p:spPr>
            <a:xfrm>
              <a:off x="6629346" y="4818735"/>
              <a:ext cx="69426" cy="196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" name="rc657"/>
            <p:cNvSpPr/>
            <p:nvPr/>
          </p:nvSpPr>
          <p:spPr>
            <a:xfrm>
              <a:off x="6706487" y="4840004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" name="rc658"/>
            <p:cNvSpPr/>
            <p:nvPr/>
          </p:nvSpPr>
          <p:spPr>
            <a:xfrm>
              <a:off x="6783628" y="3131958"/>
              <a:ext cx="69426" cy="73175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rc659"/>
            <p:cNvSpPr/>
            <p:nvPr/>
          </p:nvSpPr>
          <p:spPr>
            <a:xfrm>
              <a:off x="6860769" y="2896198"/>
              <a:ext cx="69426" cy="4415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rc660"/>
            <p:cNvSpPr/>
            <p:nvPr/>
          </p:nvSpPr>
          <p:spPr>
            <a:xfrm>
              <a:off x="6937910" y="3490979"/>
              <a:ext cx="69426" cy="9475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rc661"/>
            <p:cNvSpPr/>
            <p:nvPr/>
          </p:nvSpPr>
          <p:spPr>
            <a:xfrm>
              <a:off x="7015051" y="4789603"/>
              <a:ext cx="69426" cy="2981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rc662"/>
            <p:cNvSpPr/>
            <p:nvPr/>
          </p:nvSpPr>
          <p:spPr>
            <a:xfrm>
              <a:off x="7092192" y="3166540"/>
              <a:ext cx="69426" cy="24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rc663"/>
            <p:cNvSpPr/>
            <p:nvPr/>
          </p:nvSpPr>
          <p:spPr>
            <a:xfrm>
              <a:off x="7169333" y="4852253"/>
              <a:ext cx="69426" cy="1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rc664"/>
            <p:cNvSpPr/>
            <p:nvPr/>
          </p:nvSpPr>
          <p:spPr>
            <a:xfrm>
              <a:off x="7246474" y="2650493"/>
              <a:ext cx="69426" cy="238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rc665"/>
            <p:cNvSpPr/>
            <p:nvPr/>
          </p:nvSpPr>
          <p:spPr>
            <a:xfrm>
              <a:off x="7323615" y="2863899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7400756" y="2954555"/>
              <a:ext cx="69426" cy="10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7477897" y="3879379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rc668"/>
            <p:cNvSpPr/>
            <p:nvPr/>
          </p:nvSpPr>
          <p:spPr>
            <a:xfrm>
              <a:off x="7555038" y="2698497"/>
              <a:ext cx="69426" cy="25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rc669"/>
            <p:cNvSpPr/>
            <p:nvPr/>
          </p:nvSpPr>
          <p:spPr>
            <a:xfrm>
              <a:off x="7632179" y="3272432"/>
              <a:ext cx="69426" cy="42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rc670"/>
            <p:cNvSpPr/>
            <p:nvPr/>
          </p:nvSpPr>
          <p:spPr>
            <a:xfrm>
              <a:off x="7709320" y="3371471"/>
              <a:ext cx="69426" cy="17146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rc671"/>
            <p:cNvSpPr/>
            <p:nvPr/>
          </p:nvSpPr>
          <p:spPr>
            <a:xfrm>
              <a:off x="7786461" y="2769025"/>
              <a:ext cx="69426" cy="3783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rc672"/>
            <p:cNvSpPr/>
            <p:nvPr/>
          </p:nvSpPr>
          <p:spPr>
            <a:xfrm>
              <a:off x="7863602" y="3548192"/>
              <a:ext cx="69426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rc673"/>
            <p:cNvSpPr/>
            <p:nvPr/>
          </p:nvSpPr>
          <p:spPr>
            <a:xfrm>
              <a:off x="4469398" y="3952324"/>
              <a:ext cx="69426" cy="82394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rc674"/>
            <p:cNvSpPr/>
            <p:nvPr/>
          </p:nvSpPr>
          <p:spPr>
            <a:xfrm>
              <a:off x="4546539" y="3698400"/>
              <a:ext cx="69426" cy="108415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rc675"/>
            <p:cNvSpPr/>
            <p:nvPr/>
          </p:nvSpPr>
          <p:spPr>
            <a:xfrm>
              <a:off x="4623680" y="4135113"/>
              <a:ext cx="69426" cy="40964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rc676"/>
            <p:cNvSpPr/>
            <p:nvPr/>
          </p:nvSpPr>
          <p:spPr>
            <a:xfrm>
              <a:off x="4700821" y="4050945"/>
              <a:ext cx="69426" cy="470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4777962" y="2813542"/>
              <a:ext cx="69426" cy="64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4855103" y="4455907"/>
              <a:ext cx="69426" cy="77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5163667" y="3786132"/>
              <a:ext cx="69426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5240808" y="2567740"/>
              <a:ext cx="69426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5317949" y="2586004"/>
              <a:ext cx="69426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5395090" y="4321656"/>
              <a:ext cx="69426" cy="53174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5472231" y="2641294"/>
              <a:ext cx="69426" cy="25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5549372" y="2570713"/>
              <a:ext cx="69426" cy="179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4932244" y="4851968"/>
              <a:ext cx="69426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5009385" y="2874264"/>
              <a:ext cx="69426" cy="82514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5086526" y="4852892"/>
              <a:ext cx="69426" cy="17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5626513" y="2920736"/>
              <a:ext cx="69426" cy="156080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5703654" y="2900307"/>
              <a:ext cx="69426" cy="138281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5780795" y="3215377"/>
              <a:ext cx="69426" cy="151320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5857936" y="2571218"/>
              <a:ext cx="69426" cy="228315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5935077" y="2644120"/>
              <a:ext cx="69426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6012218" y="2576099"/>
              <a:ext cx="69426" cy="39785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6089359" y="3132728"/>
              <a:ext cx="69426" cy="98504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6166500" y="3218127"/>
              <a:ext cx="69426" cy="163134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6243641" y="2834138"/>
              <a:ext cx="69426" cy="201781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6320782" y="3803921"/>
              <a:ext cx="69426" cy="3329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6397923" y="2906731"/>
              <a:ext cx="69426" cy="127291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6475064" y="3862812"/>
              <a:ext cx="69426" cy="1654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rc700"/>
            <p:cNvSpPr/>
            <p:nvPr/>
          </p:nvSpPr>
          <p:spPr>
            <a:xfrm>
              <a:off x="6552205" y="4788473"/>
              <a:ext cx="69426" cy="64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rc701"/>
            <p:cNvSpPr/>
            <p:nvPr/>
          </p:nvSpPr>
          <p:spPr>
            <a:xfrm>
              <a:off x="6629346" y="4820702"/>
              <a:ext cx="69426" cy="53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rc702"/>
            <p:cNvSpPr/>
            <p:nvPr/>
          </p:nvSpPr>
          <p:spPr>
            <a:xfrm>
              <a:off x="6706487" y="4840004"/>
              <a:ext cx="69426" cy="317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rc703"/>
            <p:cNvSpPr/>
            <p:nvPr/>
          </p:nvSpPr>
          <p:spPr>
            <a:xfrm>
              <a:off x="6783628" y="3863715"/>
              <a:ext cx="69426" cy="416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rc704"/>
            <p:cNvSpPr/>
            <p:nvPr/>
          </p:nvSpPr>
          <p:spPr>
            <a:xfrm>
              <a:off x="6860769" y="2940352"/>
              <a:ext cx="69426" cy="105218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rc705"/>
            <p:cNvSpPr/>
            <p:nvPr/>
          </p:nvSpPr>
          <p:spPr>
            <a:xfrm>
              <a:off x="6937910" y="3585737"/>
              <a:ext cx="69426" cy="1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7015051" y="4819415"/>
              <a:ext cx="69426" cy="105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7092192" y="3166782"/>
              <a:ext cx="69426" cy="43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rc708"/>
            <p:cNvSpPr/>
            <p:nvPr/>
          </p:nvSpPr>
          <p:spPr>
            <a:xfrm>
              <a:off x="7169333" y="4852373"/>
              <a:ext cx="69426" cy="59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rc709"/>
            <p:cNvSpPr/>
            <p:nvPr/>
          </p:nvSpPr>
          <p:spPr>
            <a:xfrm>
              <a:off x="7246474" y="2652875"/>
              <a:ext cx="69426" cy="140133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rc710"/>
            <p:cNvSpPr/>
            <p:nvPr/>
          </p:nvSpPr>
          <p:spPr>
            <a:xfrm>
              <a:off x="7323615" y="2863899"/>
              <a:ext cx="69426" cy="139550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rc711"/>
            <p:cNvSpPr/>
            <p:nvPr/>
          </p:nvSpPr>
          <p:spPr>
            <a:xfrm>
              <a:off x="7400756" y="2954660"/>
              <a:ext cx="69426" cy="80752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rc712"/>
            <p:cNvSpPr/>
            <p:nvPr/>
          </p:nvSpPr>
          <p:spPr>
            <a:xfrm>
              <a:off x="7477897" y="3879379"/>
              <a:ext cx="69426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rc713"/>
            <p:cNvSpPr/>
            <p:nvPr/>
          </p:nvSpPr>
          <p:spPr>
            <a:xfrm>
              <a:off x="7555038" y="2698750"/>
              <a:ext cx="69426" cy="14487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rc714"/>
            <p:cNvSpPr/>
            <p:nvPr/>
          </p:nvSpPr>
          <p:spPr>
            <a:xfrm>
              <a:off x="7632179" y="3272853"/>
              <a:ext cx="69426" cy="711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rc715"/>
            <p:cNvSpPr/>
            <p:nvPr/>
          </p:nvSpPr>
          <p:spPr>
            <a:xfrm>
              <a:off x="7709320" y="3542938"/>
              <a:ext cx="69426" cy="29114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rc716"/>
            <p:cNvSpPr/>
            <p:nvPr/>
          </p:nvSpPr>
          <p:spPr>
            <a:xfrm>
              <a:off x="7786461" y="2806862"/>
              <a:ext cx="69426" cy="8534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" name="rc717"/>
            <p:cNvSpPr/>
            <p:nvPr/>
          </p:nvSpPr>
          <p:spPr>
            <a:xfrm>
              <a:off x="7863602" y="3548192"/>
              <a:ext cx="69426" cy="7134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" name="rc718"/>
            <p:cNvSpPr/>
            <p:nvPr/>
          </p:nvSpPr>
          <p:spPr>
            <a:xfrm>
              <a:off x="4469398" y="4776269"/>
              <a:ext cx="69426" cy="7810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" name="rc719"/>
            <p:cNvSpPr/>
            <p:nvPr/>
          </p:nvSpPr>
          <p:spPr>
            <a:xfrm>
              <a:off x="4546539" y="4782551"/>
              <a:ext cx="69426" cy="718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" name="rc720"/>
            <p:cNvSpPr/>
            <p:nvPr/>
          </p:nvSpPr>
          <p:spPr>
            <a:xfrm>
              <a:off x="4623680" y="4544761"/>
              <a:ext cx="69426" cy="30961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" name="rc721"/>
            <p:cNvSpPr/>
            <p:nvPr/>
          </p:nvSpPr>
          <p:spPr>
            <a:xfrm>
              <a:off x="4700821" y="4055649"/>
              <a:ext cx="69426" cy="79872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" name="rc722"/>
            <p:cNvSpPr/>
            <p:nvPr/>
          </p:nvSpPr>
          <p:spPr>
            <a:xfrm>
              <a:off x="4777962" y="2814188"/>
              <a:ext cx="69426" cy="20401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" name="rc723"/>
            <p:cNvSpPr/>
            <p:nvPr/>
          </p:nvSpPr>
          <p:spPr>
            <a:xfrm>
              <a:off x="4855103" y="4456679"/>
              <a:ext cx="69426" cy="3976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" name="rc724"/>
            <p:cNvSpPr/>
            <p:nvPr/>
          </p:nvSpPr>
          <p:spPr>
            <a:xfrm>
              <a:off x="5163667" y="3786132"/>
              <a:ext cx="69426" cy="106823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" name="rc725"/>
            <p:cNvSpPr/>
            <p:nvPr/>
          </p:nvSpPr>
          <p:spPr>
            <a:xfrm>
              <a:off x="5240808" y="2567740"/>
              <a:ext cx="69426" cy="22866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" name="rc726"/>
            <p:cNvSpPr/>
            <p:nvPr/>
          </p:nvSpPr>
          <p:spPr>
            <a:xfrm>
              <a:off x="5317949" y="2586004"/>
              <a:ext cx="69426" cy="226836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" name="rc727"/>
            <p:cNvSpPr/>
            <p:nvPr/>
          </p:nvSpPr>
          <p:spPr>
            <a:xfrm>
              <a:off x="5395090" y="4853396"/>
              <a:ext cx="69426" cy="97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" name="rc728"/>
            <p:cNvSpPr/>
            <p:nvPr/>
          </p:nvSpPr>
          <p:spPr>
            <a:xfrm>
              <a:off x="5472231" y="2643817"/>
              <a:ext cx="69426" cy="221055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" name="rc729"/>
            <p:cNvSpPr/>
            <p:nvPr/>
          </p:nvSpPr>
          <p:spPr>
            <a:xfrm>
              <a:off x="5549372" y="2572511"/>
              <a:ext cx="69426" cy="22818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" name="rc730"/>
            <p:cNvSpPr/>
            <p:nvPr/>
          </p:nvSpPr>
          <p:spPr>
            <a:xfrm>
              <a:off x="4932244" y="4851968"/>
              <a:ext cx="69426" cy="240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" name="rc731"/>
            <p:cNvSpPr/>
            <p:nvPr/>
          </p:nvSpPr>
          <p:spPr>
            <a:xfrm>
              <a:off x="5009385" y="3699407"/>
              <a:ext cx="69426" cy="115496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" name="rc732"/>
            <p:cNvSpPr/>
            <p:nvPr/>
          </p:nvSpPr>
          <p:spPr>
            <a:xfrm>
              <a:off x="5086526" y="4853071"/>
              <a:ext cx="69426" cy="13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" name="rc733"/>
            <p:cNvSpPr/>
            <p:nvPr/>
          </p:nvSpPr>
          <p:spPr>
            <a:xfrm>
              <a:off x="5626513" y="4481543"/>
              <a:ext cx="69426" cy="3728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" name="rc734"/>
            <p:cNvSpPr/>
            <p:nvPr/>
          </p:nvSpPr>
          <p:spPr>
            <a:xfrm>
              <a:off x="5703654" y="4283124"/>
              <a:ext cx="69426" cy="57124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" name="rc735"/>
            <p:cNvSpPr/>
            <p:nvPr/>
          </p:nvSpPr>
          <p:spPr>
            <a:xfrm>
              <a:off x="5780795" y="4728586"/>
              <a:ext cx="69426" cy="12578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" name="rc736"/>
            <p:cNvSpPr/>
            <p:nvPr/>
          </p:nvSpPr>
          <p:spPr>
            <a:xfrm>
              <a:off x="5857936" y="4854371"/>
              <a:ext cx="69426" cy="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" name="rc737"/>
            <p:cNvSpPr/>
            <p:nvPr/>
          </p:nvSpPr>
          <p:spPr>
            <a:xfrm>
              <a:off x="5935077" y="2644120"/>
              <a:ext cx="69426" cy="221025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" name="rc738"/>
            <p:cNvSpPr/>
            <p:nvPr/>
          </p:nvSpPr>
          <p:spPr>
            <a:xfrm>
              <a:off x="6012218" y="2973952"/>
              <a:ext cx="69426" cy="18804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" name="rc739"/>
            <p:cNvSpPr/>
            <p:nvPr/>
          </p:nvSpPr>
          <p:spPr>
            <a:xfrm>
              <a:off x="6089359" y="4117772"/>
              <a:ext cx="69426" cy="73659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" name="rc740"/>
            <p:cNvSpPr/>
            <p:nvPr/>
          </p:nvSpPr>
          <p:spPr>
            <a:xfrm>
              <a:off x="6166500" y="4849470"/>
              <a:ext cx="69426" cy="49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" name="rc741"/>
            <p:cNvSpPr/>
            <p:nvPr/>
          </p:nvSpPr>
          <p:spPr>
            <a:xfrm>
              <a:off x="6243641" y="4851950"/>
              <a:ext cx="69426" cy="242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" name="rc742"/>
            <p:cNvSpPr/>
            <p:nvPr/>
          </p:nvSpPr>
          <p:spPr>
            <a:xfrm>
              <a:off x="6320782" y="3837216"/>
              <a:ext cx="69426" cy="101715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" name="rc743"/>
            <p:cNvSpPr/>
            <p:nvPr/>
          </p:nvSpPr>
          <p:spPr>
            <a:xfrm>
              <a:off x="6397923" y="4179642"/>
              <a:ext cx="69426" cy="67472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" name="rc744"/>
            <p:cNvSpPr/>
            <p:nvPr/>
          </p:nvSpPr>
          <p:spPr>
            <a:xfrm>
              <a:off x="6475064" y="3879357"/>
              <a:ext cx="69426" cy="97501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" name="rc745"/>
            <p:cNvSpPr/>
            <p:nvPr/>
          </p:nvSpPr>
          <p:spPr>
            <a:xfrm>
              <a:off x="6552205" y="4789116"/>
              <a:ext cx="69426" cy="6525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" name="rc746"/>
            <p:cNvSpPr/>
            <p:nvPr/>
          </p:nvSpPr>
          <p:spPr>
            <a:xfrm>
              <a:off x="6629346" y="4826024"/>
              <a:ext cx="69426" cy="2834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" name="rc747"/>
            <p:cNvSpPr/>
            <p:nvPr/>
          </p:nvSpPr>
          <p:spPr>
            <a:xfrm>
              <a:off x="6706487" y="4843184"/>
              <a:ext cx="69426" cy="1118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" name="rc748"/>
            <p:cNvSpPr/>
            <p:nvPr/>
          </p:nvSpPr>
          <p:spPr>
            <a:xfrm>
              <a:off x="6783628" y="3867880"/>
              <a:ext cx="69426" cy="9864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" name="rc749"/>
            <p:cNvSpPr/>
            <p:nvPr/>
          </p:nvSpPr>
          <p:spPr>
            <a:xfrm>
              <a:off x="6860769" y="3992536"/>
              <a:ext cx="69426" cy="86183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" name="rc750"/>
            <p:cNvSpPr/>
            <p:nvPr/>
          </p:nvSpPr>
          <p:spPr>
            <a:xfrm>
              <a:off x="6937910" y="3585872"/>
              <a:ext cx="69426" cy="126849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" name="rc751"/>
            <p:cNvSpPr/>
            <p:nvPr/>
          </p:nvSpPr>
          <p:spPr>
            <a:xfrm>
              <a:off x="7015051" y="4820467"/>
              <a:ext cx="69426" cy="3390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" name="rc752"/>
            <p:cNvSpPr/>
            <p:nvPr/>
          </p:nvSpPr>
          <p:spPr>
            <a:xfrm>
              <a:off x="7092192" y="3167217"/>
              <a:ext cx="69426" cy="168715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" name="rc753"/>
            <p:cNvSpPr/>
            <p:nvPr/>
          </p:nvSpPr>
          <p:spPr>
            <a:xfrm>
              <a:off x="7169333" y="4852972"/>
              <a:ext cx="69426" cy="13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" name="rc754"/>
            <p:cNvSpPr/>
            <p:nvPr/>
          </p:nvSpPr>
          <p:spPr>
            <a:xfrm>
              <a:off x="7246474" y="4054213"/>
              <a:ext cx="69426" cy="80015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" name="rc755"/>
            <p:cNvSpPr/>
            <p:nvPr/>
          </p:nvSpPr>
          <p:spPr>
            <a:xfrm>
              <a:off x="7323615" y="4259400"/>
              <a:ext cx="69426" cy="59497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" name="rc756"/>
            <p:cNvSpPr/>
            <p:nvPr/>
          </p:nvSpPr>
          <p:spPr>
            <a:xfrm>
              <a:off x="7400756" y="3762183"/>
              <a:ext cx="69426" cy="109218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" name="rc757"/>
            <p:cNvSpPr/>
            <p:nvPr/>
          </p:nvSpPr>
          <p:spPr>
            <a:xfrm>
              <a:off x="7477897" y="3879379"/>
              <a:ext cx="69426" cy="9749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" name="rc758"/>
            <p:cNvSpPr/>
            <p:nvPr/>
          </p:nvSpPr>
          <p:spPr>
            <a:xfrm>
              <a:off x="7555038" y="4147483"/>
              <a:ext cx="69426" cy="70688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" name="rc759"/>
            <p:cNvSpPr/>
            <p:nvPr/>
          </p:nvSpPr>
          <p:spPr>
            <a:xfrm>
              <a:off x="7632179" y="3279968"/>
              <a:ext cx="69426" cy="157440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" name="rc760"/>
            <p:cNvSpPr/>
            <p:nvPr/>
          </p:nvSpPr>
          <p:spPr>
            <a:xfrm>
              <a:off x="7709320" y="3834082"/>
              <a:ext cx="69426" cy="10202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" name="rc761"/>
            <p:cNvSpPr/>
            <p:nvPr/>
          </p:nvSpPr>
          <p:spPr>
            <a:xfrm>
              <a:off x="7786461" y="3660288"/>
              <a:ext cx="69426" cy="11940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" name="rc762"/>
            <p:cNvSpPr/>
            <p:nvPr/>
          </p:nvSpPr>
          <p:spPr>
            <a:xfrm>
              <a:off x="7863602" y="3619532"/>
              <a:ext cx="69426" cy="123483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" name="rc763"/>
            <p:cNvSpPr/>
            <p:nvPr/>
          </p:nvSpPr>
          <p:spPr>
            <a:xfrm>
              <a:off x="2088661" y="2460435"/>
              <a:ext cx="1095402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" name="tx764"/>
            <p:cNvSpPr/>
            <p:nvPr/>
          </p:nvSpPr>
          <p:spPr>
            <a:xfrm>
              <a:off x="2539893" y="2472322"/>
              <a:ext cx="19293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soil</a:t>
              </a:r>
            </a:p>
          </p:txBody>
        </p:sp>
        <p:sp>
          <p:nvSpPr>
            <p:cNvPr id="765" name="rc765"/>
            <p:cNvSpPr/>
            <p:nvPr/>
          </p:nvSpPr>
          <p:spPr>
            <a:xfrm>
              <a:off x="3234673" y="2460435"/>
              <a:ext cx="1172543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" name="tx766"/>
            <p:cNvSpPr/>
            <p:nvPr/>
          </p:nvSpPr>
          <p:spPr>
            <a:xfrm>
              <a:off x="3736043" y="2472322"/>
              <a:ext cx="169804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OC</a:t>
              </a:r>
            </a:p>
          </p:txBody>
        </p:sp>
        <p:sp>
          <p:nvSpPr>
            <p:cNvPr id="767" name="rc767"/>
            <p:cNvSpPr/>
            <p:nvPr/>
          </p:nvSpPr>
          <p:spPr>
            <a:xfrm>
              <a:off x="4457827" y="2460435"/>
              <a:ext cx="3486773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124404" y="2472322"/>
              <a:ext cx="153619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RC</a:t>
              </a:r>
            </a:p>
          </p:txBody>
        </p:sp>
        <p:sp>
          <p:nvSpPr>
            <p:cNvPr id="769" name="pl769"/>
            <p:cNvSpPr/>
            <p:nvPr/>
          </p:nvSpPr>
          <p:spPr>
            <a:xfrm>
              <a:off x="2088661" y="4854600"/>
              <a:ext cx="1095402" cy="0"/>
            </a:xfrm>
            <a:custGeom>
              <a:avLst/>
              <a:pathLst>
                <a:path w="1095402" h="0">
                  <a:moveTo>
                    <a:pt x="0" y="0"/>
                  </a:moveTo>
                  <a:lnTo>
                    <a:pt x="1095402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2134945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2212086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2289227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2366369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2443510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2520651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l776"/>
            <p:cNvSpPr/>
            <p:nvPr/>
          </p:nvSpPr>
          <p:spPr>
            <a:xfrm>
              <a:off x="2597792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2674933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2752074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2829215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2906356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2983497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3060638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3137779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tx784"/>
            <p:cNvSpPr/>
            <p:nvPr/>
          </p:nvSpPr>
          <p:spPr>
            <a:xfrm>
              <a:off x="2043780" y="4900149"/>
              <a:ext cx="18233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sCF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111411" y="4900149"/>
              <a:ext cx="20135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sGB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2187912" y="4900149"/>
              <a:ext cx="20263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sGC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2230260" y="4900149"/>
              <a:ext cx="27221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sGCZ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2344343" y="4900149"/>
              <a:ext cx="19833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sGK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2430582" y="4900149"/>
              <a:ext cx="18013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sRL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2503608" y="4900149"/>
              <a:ext cx="18836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sSC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2562919" y="4900149"/>
              <a:ext cx="22402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sWR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2662508" y="4900149"/>
              <a:ext cx="1791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sXL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2727990" y="4900149"/>
              <a:ext cx="2024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sXQ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2816150" y="4900149"/>
              <a:ext cx="1804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sYC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2886890" y="4900149"/>
              <a:ext cx="19321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sYD</a:t>
              </a:r>
            </a:p>
          </p:txBody>
        </p:sp>
        <p:sp>
          <p:nvSpPr>
            <p:cNvPr id="796" name="tx796"/>
            <p:cNvSpPr/>
            <p:nvPr/>
          </p:nvSpPr>
          <p:spPr>
            <a:xfrm>
              <a:off x="2971026" y="4900149"/>
              <a:ext cx="179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sYE</a:t>
              </a:r>
            </a:p>
          </p:txBody>
        </p:sp>
        <p:sp>
          <p:nvSpPr>
            <p:cNvPr id="797" name="tx797"/>
            <p:cNvSpPr/>
            <p:nvPr/>
          </p:nvSpPr>
          <p:spPr>
            <a:xfrm>
              <a:off x="3047299" y="4900149"/>
              <a:ext cx="18095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sZF</a:t>
              </a:r>
            </a:p>
          </p:txBody>
        </p:sp>
        <p:sp>
          <p:nvSpPr>
            <p:cNvPr id="798" name="pl798"/>
            <p:cNvSpPr/>
            <p:nvPr/>
          </p:nvSpPr>
          <p:spPr>
            <a:xfrm>
              <a:off x="3234673" y="4854600"/>
              <a:ext cx="1172543" cy="0"/>
            </a:xfrm>
            <a:custGeom>
              <a:avLst/>
              <a:pathLst>
                <a:path w="1172543" h="0">
                  <a:moveTo>
                    <a:pt x="0" y="0"/>
                  </a:moveTo>
                  <a:lnTo>
                    <a:pt x="1172543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3280958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3358099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3435240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3512381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3589522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3666663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3743804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3820945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3898086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3975227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4052368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4129509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4206650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4283791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4360932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tx814"/>
            <p:cNvSpPr/>
            <p:nvPr/>
          </p:nvSpPr>
          <p:spPr>
            <a:xfrm>
              <a:off x="3184032" y="4900149"/>
              <a:ext cx="19385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pCF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3251663" y="4900149"/>
              <a:ext cx="21287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pGB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3328164" y="4900149"/>
              <a:ext cx="21415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pGC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3370558" y="4900149"/>
              <a:ext cx="28364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pGCA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3449116" y="4900149"/>
              <a:ext cx="28081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pGCK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3561736" y="4900149"/>
              <a:ext cx="20985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pGK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3647975" y="4900149"/>
              <a:ext cx="19165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pRL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721001" y="4900149"/>
              <a:ext cx="19988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pSC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780311" y="4900149"/>
              <a:ext cx="23554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pWR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879901" y="4900149"/>
              <a:ext cx="19065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pXL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945383" y="4900149"/>
              <a:ext cx="21396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pXQ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033543" y="4900149"/>
              <a:ext cx="19193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pYC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104283" y="4900149"/>
              <a:ext cx="20473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pYD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188419" y="4900149"/>
              <a:ext cx="19074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pYE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264691" y="4900149"/>
              <a:ext cx="19248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pZF</a:t>
              </a:r>
            </a:p>
          </p:txBody>
        </p:sp>
        <p:sp>
          <p:nvSpPr>
            <p:cNvPr id="829" name="pl829"/>
            <p:cNvSpPr/>
            <p:nvPr/>
          </p:nvSpPr>
          <p:spPr>
            <a:xfrm>
              <a:off x="4457827" y="4854600"/>
              <a:ext cx="3486773" cy="0"/>
            </a:xfrm>
            <a:custGeom>
              <a:avLst/>
              <a:pathLst>
                <a:path w="3486773" h="0">
                  <a:moveTo>
                    <a:pt x="0" y="0"/>
                  </a:moveTo>
                  <a:lnTo>
                    <a:pt x="3486773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4504111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l831"/>
            <p:cNvSpPr/>
            <p:nvPr/>
          </p:nvSpPr>
          <p:spPr>
            <a:xfrm>
              <a:off x="4581252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4658393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4735534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4812675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4889816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4966957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5044098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5121239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l839"/>
            <p:cNvSpPr/>
            <p:nvPr/>
          </p:nvSpPr>
          <p:spPr>
            <a:xfrm>
              <a:off x="5198380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l840"/>
            <p:cNvSpPr/>
            <p:nvPr/>
          </p:nvSpPr>
          <p:spPr>
            <a:xfrm>
              <a:off x="5275522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5352663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5429804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5506945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5584086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5"/>
            <p:cNvSpPr/>
            <p:nvPr/>
          </p:nvSpPr>
          <p:spPr>
            <a:xfrm>
              <a:off x="5661227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l846"/>
            <p:cNvSpPr/>
            <p:nvPr/>
          </p:nvSpPr>
          <p:spPr>
            <a:xfrm>
              <a:off x="5738368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l847"/>
            <p:cNvSpPr/>
            <p:nvPr/>
          </p:nvSpPr>
          <p:spPr>
            <a:xfrm>
              <a:off x="5815509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l848"/>
            <p:cNvSpPr/>
            <p:nvPr/>
          </p:nvSpPr>
          <p:spPr>
            <a:xfrm>
              <a:off x="5892650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l849"/>
            <p:cNvSpPr/>
            <p:nvPr/>
          </p:nvSpPr>
          <p:spPr>
            <a:xfrm>
              <a:off x="5969791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l850"/>
            <p:cNvSpPr/>
            <p:nvPr/>
          </p:nvSpPr>
          <p:spPr>
            <a:xfrm>
              <a:off x="6046932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l851"/>
            <p:cNvSpPr/>
            <p:nvPr/>
          </p:nvSpPr>
          <p:spPr>
            <a:xfrm>
              <a:off x="6124073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l852"/>
            <p:cNvSpPr/>
            <p:nvPr/>
          </p:nvSpPr>
          <p:spPr>
            <a:xfrm>
              <a:off x="6201214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l853"/>
            <p:cNvSpPr/>
            <p:nvPr/>
          </p:nvSpPr>
          <p:spPr>
            <a:xfrm>
              <a:off x="6278355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l854"/>
            <p:cNvSpPr/>
            <p:nvPr/>
          </p:nvSpPr>
          <p:spPr>
            <a:xfrm>
              <a:off x="6355496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l855"/>
            <p:cNvSpPr/>
            <p:nvPr/>
          </p:nvSpPr>
          <p:spPr>
            <a:xfrm>
              <a:off x="6432637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l856"/>
            <p:cNvSpPr/>
            <p:nvPr/>
          </p:nvSpPr>
          <p:spPr>
            <a:xfrm>
              <a:off x="6509778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l857"/>
            <p:cNvSpPr/>
            <p:nvPr/>
          </p:nvSpPr>
          <p:spPr>
            <a:xfrm>
              <a:off x="6586919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l858"/>
            <p:cNvSpPr/>
            <p:nvPr/>
          </p:nvSpPr>
          <p:spPr>
            <a:xfrm>
              <a:off x="6664060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9"/>
            <p:cNvSpPr/>
            <p:nvPr/>
          </p:nvSpPr>
          <p:spPr>
            <a:xfrm>
              <a:off x="6741201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60"/>
            <p:cNvSpPr/>
            <p:nvPr/>
          </p:nvSpPr>
          <p:spPr>
            <a:xfrm>
              <a:off x="6818342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1"/>
            <p:cNvSpPr/>
            <p:nvPr/>
          </p:nvSpPr>
          <p:spPr>
            <a:xfrm>
              <a:off x="6895483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2"/>
            <p:cNvSpPr/>
            <p:nvPr/>
          </p:nvSpPr>
          <p:spPr>
            <a:xfrm>
              <a:off x="6972624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3"/>
            <p:cNvSpPr/>
            <p:nvPr/>
          </p:nvSpPr>
          <p:spPr>
            <a:xfrm>
              <a:off x="7049765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l864"/>
            <p:cNvSpPr/>
            <p:nvPr/>
          </p:nvSpPr>
          <p:spPr>
            <a:xfrm>
              <a:off x="7126906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l865"/>
            <p:cNvSpPr/>
            <p:nvPr/>
          </p:nvSpPr>
          <p:spPr>
            <a:xfrm>
              <a:off x="7204047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l866"/>
            <p:cNvSpPr/>
            <p:nvPr/>
          </p:nvSpPr>
          <p:spPr>
            <a:xfrm>
              <a:off x="7281188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l867"/>
            <p:cNvSpPr/>
            <p:nvPr/>
          </p:nvSpPr>
          <p:spPr>
            <a:xfrm>
              <a:off x="7358329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l868"/>
            <p:cNvSpPr/>
            <p:nvPr/>
          </p:nvSpPr>
          <p:spPr>
            <a:xfrm>
              <a:off x="7435470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l869"/>
            <p:cNvSpPr/>
            <p:nvPr/>
          </p:nvSpPr>
          <p:spPr>
            <a:xfrm>
              <a:off x="7512611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l870"/>
            <p:cNvSpPr/>
            <p:nvPr/>
          </p:nvSpPr>
          <p:spPr>
            <a:xfrm>
              <a:off x="7589752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l871"/>
            <p:cNvSpPr/>
            <p:nvPr/>
          </p:nvSpPr>
          <p:spPr>
            <a:xfrm>
              <a:off x="7666893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l872"/>
            <p:cNvSpPr/>
            <p:nvPr/>
          </p:nvSpPr>
          <p:spPr>
            <a:xfrm>
              <a:off x="7744034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l873"/>
            <p:cNvSpPr/>
            <p:nvPr/>
          </p:nvSpPr>
          <p:spPr>
            <a:xfrm>
              <a:off x="7821175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l874"/>
            <p:cNvSpPr/>
            <p:nvPr/>
          </p:nvSpPr>
          <p:spPr>
            <a:xfrm>
              <a:off x="7898316" y="48546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tx875"/>
            <p:cNvSpPr/>
            <p:nvPr/>
          </p:nvSpPr>
          <p:spPr>
            <a:xfrm>
              <a:off x="4332204" y="4900149"/>
              <a:ext cx="3438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mCF_1</a:t>
              </a:r>
            </a:p>
          </p:txBody>
        </p:sp>
        <p:sp>
          <p:nvSpPr>
            <p:cNvPr id="876" name="tx876"/>
            <p:cNvSpPr/>
            <p:nvPr/>
          </p:nvSpPr>
          <p:spPr>
            <a:xfrm>
              <a:off x="4409345" y="4900149"/>
              <a:ext cx="3438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mCF_2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4486486" y="4900149"/>
              <a:ext cx="3438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mCF_3</a:t>
              </a:r>
            </a:p>
          </p:txBody>
        </p:sp>
        <p:sp>
          <p:nvSpPr>
            <p:cNvPr id="878" name="tx878"/>
            <p:cNvSpPr/>
            <p:nvPr/>
          </p:nvSpPr>
          <p:spPr>
            <a:xfrm>
              <a:off x="4554118" y="4900149"/>
              <a:ext cx="36283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mGB_1</a:t>
              </a:r>
            </a:p>
          </p:txBody>
        </p:sp>
        <p:sp>
          <p:nvSpPr>
            <p:cNvPr id="879" name="tx879"/>
            <p:cNvSpPr/>
            <p:nvPr/>
          </p:nvSpPr>
          <p:spPr>
            <a:xfrm>
              <a:off x="4631259" y="4900149"/>
              <a:ext cx="36283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mGB_2</a:t>
              </a:r>
            </a:p>
          </p:txBody>
        </p:sp>
        <p:sp>
          <p:nvSpPr>
            <p:cNvPr id="880" name="tx880"/>
            <p:cNvSpPr/>
            <p:nvPr/>
          </p:nvSpPr>
          <p:spPr>
            <a:xfrm>
              <a:off x="4708400" y="4900149"/>
              <a:ext cx="36283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mGB_3</a:t>
              </a:r>
            </a:p>
          </p:txBody>
        </p:sp>
        <p:sp>
          <p:nvSpPr>
            <p:cNvPr id="881" name="tx881"/>
            <p:cNvSpPr/>
            <p:nvPr/>
          </p:nvSpPr>
          <p:spPr>
            <a:xfrm>
              <a:off x="4784900" y="4900149"/>
              <a:ext cx="3641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mGC_1</a:t>
              </a:r>
            </a:p>
          </p:txBody>
        </p:sp>
        <p:sp>
          <p:nvSpPr>
            <p:cNvPr id="882" name="tx882"/>
            <p:cNvSpPr/>
            <p:nvPr/>
          </p:nvSpPr>
          <p:spPr>
            <a:xfrm>
              <a:off x="4862041" y="4900149"/>
              <a:ext cx="3641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mGC_2</a:t>
              </a:r>
            </a:p>
          </p:txBody>
        </p:sp>
        <p:sp>
          <p:nvSpPr>
            <p:cNvPr id="883" name="tx883"/>
            <p:cNvSpPr/>
            <p:nvPr/>
          </p:nvSpPr>
          <p:spPr>
            <a:xfrm>
              <a:off x="4939182" y="4900149"/>
              <a:ext cx="3641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mGC_3</a:t>
              </a:r>
            </a:p>
          </p:txBody>
        </p:sp>
        <p:sp>
          <p:nvSpPr>
            <p:cNvPr id="884" name="tx884"/>
            <p:cNvSpPr/>
            <p:nvPr/>
          </p:nvSpPr>
          <p:spPr>
            <a:xfrm>
              <a:off x="4982994" y="4900149"/>
              <a:ext cx="43077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mGCK_1</a:t>
              </a:r>
            </a:p>
          </p:txBody>
        </p:sp>
        <p:sp>
          <p:nvSpPr>
            <p:cNvPr id="885" name="tx885"/>
            <p:cNvSpPr/>
            <p:nvPr/>
          </p:nvSpPr>
          <p:spPr>
            <a:xfrm>
              <a:off x="5060135" y="4900149"/>
              <a:ext cx="43077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mGCK_2</a:t>
              </a:r>
            </a:p>
          </p:txBody>
        </p:sp>
        <p:sp>
          <p:nvSpPr>
            <p:cNvPr id="886" name="tx886"/>
            <p:cNvSpPr/>
            <p:nvPr/>
          </p:nvSpPr>
          <p:spPr>
            <a:xfrm>
              <a:off x="5137276" y="4900149"/>
              <a:ext cx="43077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mGCK_3</a:t>
              </a:r>
            </a:p>
          </p:txBody>
        </p:sp>
        <p:sp>
          <p:nvSpPr>
            <p:cNvPr id="887" name="tx887"/>
            <p:cNvSpPr/>
            <p:nvPr/>
          </p:nvSpPr>
          <p:spPr>
            <a:xfrm>
              <a:off x="5212954" y="4900149"/>
              <a:ext cx="43369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mGCZ_1</a:t>
              </a:r>
            </a:p>
          </p:txBody>
        </p:sp>
        <p:sp>
          <p:nvSpPr>
            <p:cNvPr id="888" name="tx888"/>
            <p:cNvSpPr/>
            <p:nvPr/>
          </p:nvSpPr>
          <p:spPr>
            <a:xfrm>
              <a:off x="5290095" y="4900149"/>
              <a:ext cx="43369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mGCZ_2</a:t>
              </a:r>
            </a:p>
          </p:txBody>
        </p:sp>
        <p:sp>
          <p:nvSpPr>
            <p:cNvPr id="889" name="tx889"/>
            <p:cNvSpPr/>
            <p:nvPr/>
          </p:nvSpPr>
          <p:spPr>
            <a:xfrm>
              <a:off x="5367236" y="4900149"/>
              <a:ext cx="43369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mGCZ_3</a:t>
              </a:r>
            </a:p>
          </p:txBody>
        </p:sp>
        <p:sp>
          <p:nvSpPr>
            <p:cNvPr id="890" name="tx890"/>
            <p:cNvSpPr/>
            <p:nvPr/>
          </p:nvSpPr>
          <p:spPr>
            <a:xfrm>
              <a:off x="5481318" y="4900149"/>
              <a:ext cx="35981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mGK_1</a:t>
              </a:r>
            </a:p>
          </p:txBody>
        </p:sp>
        <p:sp>
          <p:nvSpPr>
            <p:cNvPr id="891" name="tx891"/>
            <p:cNvSpPr/>
            <p:nvPr/>
          </p:nvSpPr>
          <p:spPr>
            <a:xfrm>
              <a:off x="5558459" y="4900149"/>
              <a:ext cx="35981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mGK_2</a:t>
              </a:r>
            </a:p>
          </p:txBody>
        </p:sp>
        <p:sp>
          <p:nvSpPr>
            <p:cNvPr id="892" name="tx892"/>
            <p:cNvSpPr/>
            <p:nvPr/>
          </p:nvSpPr>
          <p:spPr>
            <a:xfrm>
              <a:off x="5635600" y="4900149"/>
              <a:ext cx="35981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mGK_3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5721840" y="4900149"/>
              <a:ext cx="3416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mRL_1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5798981" y="4900149"/>
              <a:ext cx="3416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mRL_2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5876122" y="4900149"/>
              <a:ext cx="3416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mRL_3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5949148" y="4900149"/>
              <a:ext cx="34984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mSC_1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6026289" y="4900149"/>
              <a:ext cx="34984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mSC_2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6103430" y="4900149"/>
              <a:ext cx="34984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mSC_3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162740" y="4900149"/>
              <a:ext cx="3855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mWR_1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239881" y="4900149"/>
              <a:ext cx="3855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mWR_2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317022" y="4900149"/>
              <a:ext cx="3855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mWR_3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6416612" y="4900149"/>
              <a:ext cx="3406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mXL_1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6493753" y="4900149"/>
              <a:ext cx="3406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mXL_2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6570894" y="4900149"/>
              <a:ext cx="3406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mXL_3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6636376" y="4900149"/>
              <a:ext cx="36393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mXQ_1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6713517" y="4900149"/>
              <a:ext cx="36393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mXQ_2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6790658" y="4900149"/>
              <a:ext cx="36393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mXQ_3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6878818" y="4900149"/>
              <a:ext cx="34189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mYC_1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6955959" y="4900149"/>
              <a:ext cx="34189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mYC_2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7033100" y="4900149"/>
              <a:ext cx="34189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mYC_3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7103840" y="4900149"/>
              <a:ext cx="3546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mYD_1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7180981" y="4900149"/>
              <a:ext cx="3546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mYD_2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7258122" y="4900149"/>
              <a:ext cx="3546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mYD_3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7342258" y="4900149"/>
              <a:ext cx="34070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mYE_1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7419399" y="4900149"/>
              <a:ext cx="34070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mYE_2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7496540" y="4900149"/>
              <a:ext cx="34070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mYE_3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7572812" y="4900149"/>
              <a:ext cx="34244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mZF_1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7649953" y="4900149"/>
              <a:ext cx="34244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mZF_2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7727094" y="4900149"/>
              <a:ext cx="34244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mZF_3</a:t>
              </a:r>
            </a:p>
          </p:txBody>
        </p:sp>
        <p:sp>
          <p:nvSpPr>
            <p:cNvPr id="920" name="pl920"/>
            <p:cNvSpPr/>
            <p:nvPr/>
          </p:nvSpPr>
          <p:spPr>
            <a:xfrm>
              <a:off x="2088661" y="2567511"/>
              <a:ext cx="0" cy="2287088"/>
            </a:xfrm>
            <a:custGeom>
              <a:avLst/>
              <a:pathLst>
                <a:path w="0" h="2287088">
                  <a:moveTo>
                    <a:pt x="0" y="2287088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tx921"/>
            <p:cNvSpPr/>
            <p:nvPr/>
          </p:nvSpPr>
          <p:spPr>
            <a:xfrm>
              <a:off x="1978464" y="4817338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1913816" y="4245680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25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1913816" y="3674022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1913816" y="3102364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1849167" y="2530706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926" name="pl926"/>
            <p:cNvSpPr/>
            <p:nvPr/>
          </p:nvSpPr>
          <p:spPr>
            <a:xfrm>
              <a:off x="2063356" y="485437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2063356" y="428271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2063356" y="371105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2063356" y="313939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2063356" y="256774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tx931"/>
            <p:cNvSpPr/>
            <p:nvPr/>
          </p:nvSpPr>
          <p:spPr>
            <a:xfrm rot="-5400000">
              <a:off x="1074969" y="3669404"/>
              <a:ext cx="136693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Relative abundance (%)</a:t>
              </a:r>
            </a:p>
          </p:txBody>
        </p:sp>
        <p:sp>
          <p:nvSpPr>
            <p:cNvPr id="932" name="rc932"/>
            <p:cNvSpPr/>
            <p:nvPr/>
          </p:nvSpPr>
          <p:spPr>
            <a:xfrm>
              <a:off x="8045821" y="3212687"/>
              <a:ext cx="910250" cy="9967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3" name="tx933"/>
            <p:cNvSpPr/>
            <p:nvPr/>
          </p:nvSpPr>
          <p:spPr>
            <a:xfrm>
              <a:off x="8096431" y="3273859"/>
              <a:ext cx="32296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Genus</a:t>
              </a:r>
            </a:p>
          </p:txBody>
        </p:sp>
        <p:sp>
          <p:nvSpPr>
            <p:cNvPr id="934" name="rc934"/>
            <p:cNvSpPr/>
            <p:nvPr/>
          </p:nvSpPr>
          <p:spPr>
            <a:xfrm>
              <a:off x="8096431" y="3409097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5" name="rc935"/>
            <p:cNvSpPr/>
            <p:nvPr/>
          </p:nvSpPr>
          <p:spPr>
            <a:xfrm>
              <a:off x="8102976" y="3415642"/>
              <a:ext cx="47641" cy="702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6" name="rc936"/>
            <p:cNvSpPr/>
            <p:nvPr/>
          </p:nvSpPr>
          <p:spPr>
            <a:xfrm>
              <a:off x="8096431" y="3492399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7" name="rc937"/>
            <p:cNvSpPr/>
            <p:nvPr/>
          </p:nvSpPr>
          <p:spPr>
            <a:xfrm>
              <a:off x="8102976" y="3498944"/>
              <a:ext cx="47641" cy="7021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8" name="rc938"/>
            <p:cNvSpPr/>
            <p:nvPr/>
          </p:nvSpPr>
          <p:spPr>
            <a:xfrm>
              <a:off x="8096431" y="3575700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9" name="rc939"/>
            <p:cNvSpPr/>
            <p:nvPr/>
          </p:nvSpPr>
          <p:spPr>
            <a:xfrm>
              <a:off x="8102976" y="3582246"/>
              <a:ext cx="47641" cy="7021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0" name="rc940"/>
            <p:cNvSpPr/>
            <p:nvPr/>
          </p:nvSpPr>
          <p:spPr>
            <a:xfrm>
              <a:off x="8096431" y="3659002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1" name="rc941"/>
            <p:cNvSpPr/>
            <p:nvPr/>
          </p:nvSpPr>
          <p:spPr>
            <a:xfrm>
              <a:off x="8102976" y="3665548"/>
              <a:ext cx="47641" cy="7021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2" name="rc942"/>
            <p:cNvSpPr/>
            <p:nvPr/>
          </p:nvSpPr>
          <p:spPr>
            <a:xfrm>
              <a:off x="8096431" y="3742304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3" name="rc943"/>
            <p:cNvSpPr/>
            <p:nvPr/>
          </p:nvSpPr>
          <p:spPr>
            <a:xfrm>
              <a:off x="8102976" y="3748850"/>
              <a:ext cx="47641" cy="7021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4" name="rc944"/>
            <p:cNvSpPr/>
            <p:nvPr/>
          </p:nvSpPr>
          <p:spPr>
            <a:xfrm>
              <a:off x="8096431" y="3825606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5" name="rc945"/>
            <p:cNvSpPr/>
            <p:nvPr/>
          </p:nvSpPr>
          <p:spPr>
            <a:xfrm>
              <a:off x="8102976" y="3832151"/>
              <a:ext cx="47641" cy="7021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6" name="rc946"/>
            <p:cNvSpPr/>
            <p:nvPr/>
          </p:nvSpPr>
          <p:spPr>
            <a:xfrm>
              <a:off x="8096431" y="3908908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7" name="rc947"/>
            <p:cNvSpPr/>
            <p:nvPr/>
          </p:nvSpPr>
          <p:spPr>
            <a:xfrm>
              <a:off x="8102976" y="3915453"/>
              <a:ext cx="47641" cy="7021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8" name="rc948"/>
            <p:cNvSpPr/>
            <p:nvPr/>
          </p:nvSpPr>
          <p:spPr>
            <a:xfrm>
              <a:off x="8096431" y="3992210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9" name="rc949"/>
            <p:cNvSpPr/>
            <p:nvPr/>
          </p:nvSpPr>
          <p:spPr>
            <a:xfrm>
              <a:off x="8102976" y="3998755"/>
              <a:ext cx="47641" cy="7021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0" name="rc950"/>
            <p:cNvSpPr/>
            <p:nvPr/>
          </p:nvSpPr>
          <p:spPr>
            <a:xfrm>
              <a:off x="8096431" y="4075511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1" name="rc951"/>
            <p:cNvSpPr/>
            <p:nvPr/>
          </p:nvSpPr>
          <p:spPr>
            <a:xfrm>
              <a:off x="8102976" y="4082057"/>
              <a:ext cx="47641" cy="7021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2" name="tx952"/>
            <p:cNvSpPr/>
            <p:nvPr/>
          </p:nvSpPr>
          <p:spPr>
            <a:xfrm>
              <a:off x="8207773" y="3418332"/>
              <a:ext cx="29864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Others</a:t>
              </a:r>
            </a:p>
          </p:txBody>
        </p:sp>
        <p:sp>
          <p:nvSpPr>
            <p:cNvPr id="953" name="tx953"/>
            <p:cNvSpPr/>
            <p:nvPr/>
          </p:nvSpPr>
          <p:spPr>
            <a:xfrm>
              <a:off x="8207773" y="3501634"/>
              <a:ext cx="45564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Acidisoma</a:t>
              </a:r>
            </a:p>
          </p:txBody>
        </p:sp>
        <p:sp>
          <p:nvSpPr>
            <p:cNvPr id="954" name="tx954"/>
            <p:cNvSpPr/>
            <p:nvPr/>
          </p:nvSpPr>
          <p:spPr>
            <a:xfrm>
              <a:off x="8207773" y="3584936"/>
              <a:ext cx="352318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Massilia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8207773" y="3668238"/>
              <a:ext cx="61822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Pseudomonas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8207773" y="3751540"/>
              <a:ext cx="697687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8207773" y="3834841"/>
              <a:ext cx="54562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Lactococcus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8207773" y="3918143"/>
              <a:ext cx="65909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8207773" y="4001445"/>
              <a:ext cx="56765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8207773" y="4084747"/>
              <a:ext cx="35881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2026-10-14T10:32:20Z</dcterms:modified>
</cp:coreProperties>
</file>