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511381" y="3913982"/>
              <a:ext cx="802338" cy="395863"/>
            </a:xfrm>
            <a:custGeom>
              <a:avLst/>
              <a:pathLst>
                <a:path w="802338" h="395863">
                  <a:moveTo>
                    <a:pt x="802338" y="0"/>
                  </a:moveTo>
                  <a:lnTo>
                    <a:pt x="794234" y="3998"/>
                  </a:lnTo>
                  <a:lnTo>
                    <a:pt x="786130" y="7997"/>
                  </a:lnTo>
                  <a:lnTo>
                    <a:pt x="778025" y="11995"/>
                  </a:lnTo>
                  <a:lnTo>
                    <a:pt x="769921" y="15994"/>
                  </a:lnTo>
                  <a:lnTo>
                    <a:pt x="761816" y="19993"/>
                  </a:lnTo>
                  <a:lnTo>
                    <a:pt x="753712" y="23991"/>
                  </a:lnTo>
                  <a:lnTo>
                    <a:pt x="745607" y="27990"/>
                  </a:lnTo>
                  <a:lnTo>
                    <a:pt x="737503" y="31988"/>
                  </a:lnTo>
                  <a:lnTo>
                    <a:pt x="729399" y="35987"/>
                  </a:lnTo>
                  <a:lnTo>
                    <a:pt x="721294" y="39986"/>
                  </a:lnTo>
                  <a:lnTo>
                    <a:pt x="713190" y="43984"/>
                  </a:lnTo>
                  <a:lnTo>
                    <a:pt x="705085" y="47983"/>
                  </a:lnTo>
                  <a:lnTo>
                    <a:pt x="696981" y="51982"/>
                  </a:lnTo>
                  <a:lnTo>
                    <a:pt x="688876" y="55980"/>
                  </a:lnTo>
                  <a:lnTo>
                    <a:pt x="680772" y="59979"/>
                  </a:lnTo>
                  <a:lnTo>
                    <a:pt x="672668" y="63977"/>
                  </a:lnTo>
                  <a:lnTo>
                    <a:pt x="664563" y="67976"/>
                  </a:lnTo>
                  <a:lnTo>
                    <a:pt x="656459" y="71975"/>
                  </a:lnTo>
                  <a:lnTo>
                    <a:pt x="648354" y="75973"/>
                  </a:lnTo>
                  <a:lnTo>
                    <a:pt x="640250" y="79972"/>
                  </a:lnTo>
                  <a:lnTo>
                    <a:pt x="632145" y="83971"/>
                  </a:lnTo>
                  <a:lnTo>
                    <a:pt x="624041" y="87969"/>
                  </a:lnTo>
                  <a:lnTo>
                    <a:pt x="615936" y="91968"/>
                  </a:lnTo>
                  <a:lnTo>
                    <a:pt x="607832" y="95966"/>
                  </a:lnTo>
                  <a:lnTo>
                    <a:pt x="599728" y="99965"/>
                  </a:lnTo>
                  <a:lnTo>
                    <a:pt x="591623" y="103964"/>
                  </a:lnTo>
                  <a:lnTo>
                    <a:pt x="583519" y="107962"/>
                  </a:lnTo>
                  <a:lnTo>
                    <a:pt x="575414" y="111961"/>
                  </a:lnTo>
                  <a:lnTo>
                    <a:pt x="567310" y="115960"/>
                  </a:lnTo>
                  <a:lnTo>
                    <a:pt x="559205" y="119958"/>
                  </a:lnTo>
                  <a:lnTo>
                    <a:pt x="551101" y="123957"/>
                  </a:lnTo>
                  <a:lnTo>
                    <a:pt x="542997" y="127955"/>
                  </a:lnTo>
                  <a:lnTo>
                    <a:pt x="534892" y="131954"/>
                  </a:lnTo>
                  <a:lnTo>
                    <a:pt x="526788" y="135953"/>
                  </a:lnTo>
                  <a:lnTo>
                    <a:pt x="518683" y="139951"/>
                  </a:lnTo>
                  <a:lnTo>
                    <a:pt x="510579" y="143950"/>
                  </a:lnTo>
                  <a:lnTo>
                    <a:pt x="502474" y="147949"/>
                  </a:lnTo>
                  <a:lnTo>
                    <a:pt x="494370" y="151947"/>
                  </a:lnTo>
                  <a:lnTo>
                    <a:pt x="486266" y="155946"/>
                  </a:lnTo>
                  <a:lnTo>
                    <a:pt x="478161" y="159944"/>
                  </a:lnTo>
                  <a:lnTo>
                    <a:pt x="470057" y="163943"/>
                  </a:lnTo>
                  <a:lnTo>
                    <a:pt x="461952" y="167942"/>
                  </a:lnTo>
                  <a:lnTo>
                    <a:pt x="453848" y="171940"/>
                  </a:lnTo>
                  <a:lnTo>
                    <a:pt x="445743" y="175939"/>
                  </a:lnTo>
                  <a:lnTo>
                    <a:pt x="437639" y="179937"/>
                  </a:lnTo>
                  <a:lnTo>
                    <a:pt x="429535" y="183936"/>
                  </a:lnTo>
                  <a:lnTo>
                    <a:pt x="421430" y="187935"/>
                  </a:lnTo>
                  <a:lnTo>
                    <a:pt x="413326" y="191933"/>
                  </a:lnTo>
                  <a:lnTo>
                    <a:pt x="405221" y="195932"/>
                  </a:lnTo>
                  <a:lnTo>
                    <a:pt x="397117" y="199931"/>
                  </a:lnTo>
                  <a:lnTo>
                    <a:pt x="389012" y="203929"/>
                  </a:lnTo>
                  <a:lnTo>
                    <a:pt x="380908" y="207928"/>
                  </a:lnTo>
                  <a:lnTo>
                    <a:pt x="372803" y="211926"/>
                  </a:lnTo>
                  <a:lnTo>
                    <a:pt x="364699" y="215925"/>
                  </a:lnTo>
                  <a:lnTo>
                    <a:pt x="356595" y="219924"/>
                  </a:lnTo>
                  <a:lnTo>
                    <a:pt x="348490" y="223922"/>
                  </a:lnTo>
                  <a:lnTo>
                    <a:pt x="340386" y="227921"/>
                  </a:lnTo>
                  <a:lnTo>
                    <a:pt x="332281" y="231920"/>
                  </a:lnTo>
                  <a:lnTo>
                    <a:pt x="324177" y="235918"/>
                  </a:lnTo>
                  <a:lnTo>
                    <a:pt x="316072" y="239917"/>
                  </a:lnTo>
                  <a:lnTo>
                    <a:pt x="307968" y="243915"/>
                  </a:lnTo>
                  <a:lnTo>
                    <a:pt x="299864" y="247914"/>
                  </a:lnTo>
                  <a:lnTo>
                    <a:pt x="291759" y="251913"/>
                  </a:lnTo>
                  <a:lnTo>
                    <a:pt x="283655" y="255911"/>
                  </a:lnTo>
                  <a:lnTo>
                    <a:pt x="275550" y="259910"/>
                  </a:lnTo>
                  <a:lnTo>
                    <a:pt x="267446" y="263909"/>
                  </a:lnTo>
                  <a:lnTo>
                    <a:pt x="259341" y="267907"/>
                  </a:lnTo>
                  <a:lnTo>
                    <a:pt x="251237" y="271906"/>
                  </a:lnTo>
                  <a:lnTo>
                    <a:pt x="243133" y="275904"/>
                  </a:lnTo>
                  <a:lnTo>
                    <a:pt x="235028" y="279903"/>
                  </a:lnTo>
                  <a:lnTo>
                    <a:pt x="226924" y="283902"/>
                  </a:lnTo>
                  <a:lnTo>
                    <a:pt x="218819" y="287900"/>
                  </a:lnTo>
                  <a:lnTo>
                    <a:pt x="210715" y="291899"/>
                  </a:lnTo>
                  <a:lnTo>
                    <a:pt x="202610" y="295898"/>
                  </a:lnTo>
                  <a:lnTo>
                    <a:pt x="194506" y="299896"/>
                  </a:lnTo>
                  <a:lnTo>
                    <a:pt x="186401" y="303895"/>
                  </a:lnTo>
                  <a:lnTo>
                    <a:pt x="178297" y="307893"/>
                  </a:lnTo>
                  <a:lnTo>
                    <a:pt x="170193" y="311892"/>
                  </a:lnTo>
                  <a:lnTo>
                    <a:pt x="162088" y="315891"/>
                  </a:lnTo>
                  <a:lnTo>
                    <a:pt x="153984" y="319889"/>
                  </a:lnTo>
                  <a:lnTo>
                    <a:pt x="145879" y="323888"/>
                  </a:lnTo>
                  <a:lnTo>
                    <a:pt x="137775" y="327887"/>
                  </a:lnTo>
                  <a:lnTo>
                    <a:pt x="129670" y="331885"/>
                  </a:lnTo>
                  <a:lnTo>
                    <a:pt x="121566" y="335884"/>
                  </a:lnTo>
                  <a:lnTo>
                    <a:pt x="113462" y="339882"/>
                  </a:lnTo>
                  <a:lnTo>
                    <a:pt x="105357" y="343881"/>
                  </a:lnTo>
                  <a:lnTo>
                    <a:pt x="97253" y="347880"/>
                  </a:lnTo>
                  <a:lnTo>
                    <a:pt x="89148" y="351878"/>
                  </a:lnTo>
                  <a:lnTo>
                    <a:pt x="81044" y="355877"/>
                  </a:lnTo>
                  <a:lnTo>
                    <a:pt x="72939" y="359875"/>
                  </a:lnTo>
                  <a:lnTo>
                    <a:pt x="64835" y="363874"/>
                  </a:lnTo>
                  <a:lnTo>
                    <a:pt x="56731" y="367873"/>
                  </a:lnTo>
                  <a:lnTo>
                    <a:pt x="48626" y="371871"/>
                  </a:lnTo>
                  <a:lnTo>
                    <a:pt x="40522" y="375870"/>
                  </a:lnTo>
                  <a:lnTo>
                    <a:pt x="32417" y="379869"/>
                  </a:lnTo>
                  <a:lnTo>
                    <a:pt x="24313" y="383867"/>
                  </a:lnTo>
                  <a:lnTo>
                    <a:pt x="16208" y="387866"/>
                  </a:lnTo>
                  <a:lnTo>
                    <a:pt x="8104" y="391864"/>
                  </a:lnTo>
                  <a:lnTo>
                    <a:pt x="0" y="395863"/>
                  </a:lnTo>
                </a:path>
              </a:pathLst>
            </a:custGeom>
            <a:ln w="44011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829020" y="3007636"/>
              <a:ext cx="484699" cy="906346"/>
            </a:xfrm>
            <a:custGeom>
              <a:avLst/>
              <a:pathLst>
                <a:path w="484699" h="906346">
                  <a:moveTo>
                    <a:pt x="484699" y="906346"/>
                  </a:moveTo>
                  <a:lnTo>
                    <a:pt x="479803" y="897191"/>
                  </a:lnTo>
                  <a:lnTo>
                    <a:pt x="474907" y="888036"/>
                  </a:lnTo>
                  <a:lnTo>
                    <a:pt x="470011" y="878881"/>
                  </a:lnTo>
                  <a:lnTo>
                    <a:pt x="465115" y="869726"/>
                  </a:lnTo>
                  <a:lnTo>
                    <a:pt x="460219" y="860571"/>
                  </a:lnTo>
                  <a:lnTo>
                    <a:pt x="455323" y="851416"/>
                  </a:lnTo>
                  <a:lnTo>
                    <a:pt x="450427" y="842261"/>
                  </a:lnTo>
                  <a:lnTo>
                    <a:pt x="445531" y="833106"/>
                  </a:lnTo>
                  <a:lnTo>
                    <a:pt x="440635" y="823951"/>
                  </a:lnTo>
                  <a:lnTo>
                    <a:pt x="435740" y="814796"/>
                  </a:lnTo>
                  <a:lnTo>
                    <a:pt x="430844" y="805641"/>
                  </a:lnTo>
                  <a:lnTo>
                    <a:pt x="425948" y="796486"/>
                  </a:lnTo>
                  <a:lnTo>
                    <a:pt x="421052" y="787331"/>
                  </a:lnTo>
                  <a:lnTo>
                    <a:pt x="416156" y="778176"/>
                  </a:lnTo>
                  <a:lnTo>
                    <a:pt x="411260" y="769021"/>
                  </a:lnTo>
                  <a:lnTo>
                    <a:pt x="406364" y="759866"/>
                  </a:lnTo>
                  <a:lnTo>
                    <a:pt x="401468" y="750711"/>
                  </a:lnTo>
                  <a:lnTo>
                    <a:pt x="396572" y="741556"/>
                  </a:lnTo>
                  <a:lnTo>
                    <a:pt x="391676" y="732401"/>
                  </a:lnTo>
                  <a:lnTo>
                    <a:pt x="386780" y="723246"/>
                  </a:lnTo>
                  <a:lnTo>
                    <a:pt x="381884" y="714091"/>
                  </a:lnTo>
                  <a:lnTo>
                    <a:pt x="376988" y="704936"/>
                  </a:lnTo>
                  <a:lnTo>
                    <a:pt x="372092" y="695781"/>
                  </a:lnTo>
                  <a:lnTo>
                    <a:pt x="367196" y="686626"/>
                  </a:lnTo>
                  <a:lnTo>
                    <a:pt x="362300" y="677471"/>
                  </a:lnTo>
                  <a:lnTo>
                    <a:pt x="357404" y="668316"/>
                  </a:lnTo>
                  <a:lnTo>
                    <a:pt x="352508" y="659161"/>
                  </a:lnTo>
                  <a:lnTo>
                    <a:pt x="347612" y="650006"/>
                  </a:lnTo>
                  <a:lnTo>
                    <a:pt x="342716" y="640851"/>
                  </a:lnTo>
                  <a:lnTo>
                    <a:pt x="337820" y="631695"/>
                  </a:lnTo>
                  <a:lnTo>
                    <a:pt x="332924" y="622540"/>
                  </a:lnTo>
                  <a:lnTo>
                    <a:pt x="328029" y="613385"/>
                  </a:lnTo>
                  <a:lnTo>
                    <a:pt x="323133" y="604230"/>
                  </a:lnTo>
                  <a:lnTo>
                    <a:pt x="318237" y="595075"/>
                  </a:lnTo>
                  <a:lnTo>
                    <a:pt x="313341" y="585920"/>
                  </a:lnTo>
                  <a:lnTo>
                    <a:pt x="308445" y="576765"/>
                  </a:lnTo>
                  <a:lnTo>
                    <a:pt x="303549" y="567610"/>
                  </a:lnTo>
                  <a:lnTo>
                    <a:pt x="298653" y="558455"/>
                  </a:lnTo>
                  <a:lnTo>
                    <a:pt x="293757" y="549300"/>
                  </a:lnTo>
                  <a:lnTo>
                    <a:pt x="288861" y="540145"/>
                  </a:lnTo>
                  <a:lnTo>
                    <a:pt x="283965" y="530990"/>
                  </a:lnTo>
                  <a:lnTo>
                    <a:pt x="279069" y="521835"/>
                  </a:lnTo>
                  <a:lnTo>
                    <a:pt x="274173" y="512680"/>
                  </a:lnTo>
                  <a:lnTo>
                    <a:pt x="269277" y="503525"/>
                  </a:lnTo>
                  <a:lnTo>
                    <a:pt x="264381" y="494370"/>
                  </a:lnTo>
                  <a:lnTo>
                    <a:pt x="259485" y="485215"/>
                  </a:lnTo>
                  <a:lnTo>
                    <a:pt x="254589" y="476060"/>
                  </a:lnTo>
                  <a:lnTo>
                    <a:pt x="249693" y="466905"/>
                  </a:lnTo>
                  <a:lnTo>
                    <a:pt x="244797" y="457750"/>
                  </a:lnTo>
                  <a:lnTo>
                    <a:pt x="239901" y="448595"/>
                  </a:lnTo>
                  <a:lnTo>
                    <a:pt x="235005" y="439440"/>
                  </a:lnTo>
                  <a:lnTo>
                    <a:pt x="230109" y="430285"/>
                  </a:lnTo>
                  <a:lnTo>
                    <a:pt x="225213" y="421130"/>
                  </a:lnTo>
                  <a:lnTo>
                    <a:pt x="220317" y="411975"/>
                  </a:lnTo>
                  <a:lnTo>
                    <a:pt x="215422" y="402820"/>
                  </a:lnTo>
                  <a:lnTo>
                    <a:pt x="210526" y="393665"/>
                  </a:lnTo>
                  <a:lnTo>
                    <a:pt x="205630" y="384510"/>
                  </a:lnTo>
                  <a:lnTo>
                    <a:pt x="200734" y="375355"/>
                  </a:lnTo>
                  <a:lnTo>
                    <a:pt x="195838" y="366200"/>
                  </a:lnTo>
                  <a:lnTo>
                    <a:pt x="190942" y="357045"/>
                  </a:lnTo>
                  <a:lnTo>
                    <a:pt x="186046" y="347890"/>
                  </a:lnTo>
                  <a:lnTo>
                    <a:pt x="181150" y="338735"/>
                  </a:lnTo>
                  <a:lnTo>
                    <a:pt x="176254" y="329580"/>
                  </a:lnTo>
                  <a:lnTo>
                    <a:pt x="171358" y="320425"/>
                  </a:lnTo>
                  <a:lnTo>
                    <a:pt x="166462" y="311270"/>
                  </a:lnTo>
                  <a:lnTo>
                    <a:pt x="161566" y="302115"/>
                  </a:lnTo>
                  <a:lnTo>
                    <a:pt x="156670" y="292960"/>
                  </a:lnTo>
                  <a:lnTo>
                    <a:pt x="151774" y="283805"/>
                  </a:lnTo>
                  <a:lnTo>
                    <a:pt x="146878" y="274650"/>
                  </a:lnTo>
                  <a:lnTo>
                    <a:pt x="141982" y="265495"/>
                  </a:lnTo>
                  <a:lnTo>
                    <a:pt x="137086" y="256340"/>
                  </a:lnTo>
                  <a:lnTo>
                    <a:pt x="132190" y="247185"/>
                  </a:lnTo>
                  <a:lnTo>
                    <a:pt x="127294" y="238030"/>
                  </a:lnTo>
                  <a:lnTo>
                    <a:pt x="122398" y="228875"/>
                  </a:lnTo>
                  <a:lnTo>
                    <a:pt x="117502" y="219720"/>
                  </a:lnTo>
                  <a:lnTo>
                    <a:pt x="112606" y="210565"/>
                  </a:lnTo>
                  <a:lnTo>
                    <a:pt x="107711" y="201410"/>
                  </a:lnTo>
                  <a:lnTo>
                    <a:pt x="102815" y="192255"/>
                  </a:lnTo>
                  <a:lnTo>
                    <a:pt x="97919" y="183100"/>
                  </a:lnTo>
                  <a:lnTo>
                    <a:pt x="93023" y="173945"/>
                  </a:lnTo>
                  <a:lnTo>
                    <a:pt x="88127" y="164790"/>
                  </a:lnTo>
                  <a:lnTo>
                    <a:pt x="83231" y="155635"/>
                  </a:lnTo>
                  <a:lnTo>
                    <a:pt x="78335" y="146480"/>
                  </a:lnTo>
                  <a:lnTo>
                    <a:pt x="73439" y="137325"/>
                  </a:lnTo>
                  <a:lnTo>
                    <a:pt x="68543" y="128170"/>
                  </a:lnTo>
                  <a:lnTo>
                    <a:pt x="63647" y="119015"/>
                  </a:lnTo>
                  <a:lnTo>
                    <a:pt x="58751" y="109860"/>
                  </a:lnTo>
                  <a:lnTo>
                    <a:pt x="53855" y="100705"/>
                  </a:lnTo>
                  <a:lnTo>
                    <a:pt x="48959" y="91550"/>
                  </a:lnTo>
                  <a:lnTo>
                    <a:pt x="44063" y="82395"/>
                  </a:lnTo>
                  <a:lnTo>
                    <a:pt x="39167" y="73240"/>
                  </a:lnTo>
                  <a:lnTo>
                    <a:pt x="34271" y="64085"/>
                  </a:lnTo>
                  <a:lnTo>
                    <a:pt x="29375" y="54930"/>
                  </a:lnTo>
                  <a:lnTo>
                    <a:pt x="24479" y="45775"/>
                  </a:lnTo>
                  <a:lnTo>
                    <a:pt x="19583" y="36620"/>
                  </a:lnTo>
                  <a:lnTo>
                    <a:pt x="14687" y="27465"/>
                  </a:lnTo>
                  <a:lnTo>
                    <a:pt x="9791" y="18310"/>
                  </a:lnTo>
                  <a:lnTo>
                    <a:pt x="4895" y="9155"/>
                  </a:lnTo>
                  <a:lnTo>
                    <a:pt x="0" y="0"/>
                  </a:lnTo>
                </a:path>
              </a:pathLst>
            </a:custGeom>
            <a:ln w="29991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7313720" y="3693577"/>
              <a:ext cx="1285482" cy="220405"/>
            </a:xfrm>
            <a:custGeom>
              <a:avLst/>
              <a:pathLst>
                <a:path w="1285482" h="220405">
                  <a:moveTo>
                    <a:pt x="0" y="220405"/>
                  </a:moveTo>
                  <a:lnTo>
                    <a:pt x="12984" y="218178"/>
                  </a:lnTo>
                  <a:lnTo>
                    <a:pt x="25969" y="215952"/>
                  </a:lnTo>
                  <a:lnTo>
                    <a:pt x="38954" y="213726"/>
                  </a:lnTo>
                  <a:lnTo>
                    <a:pt x="51938" y="211499"/>
                  </a:lnTo>
                  <a:lnTo>
                    <a:pt x="64923" y="209273"/>
                  </a:lnTo>
                  <a:lnTo>
                    <a:pt x="77908" y="207047"/>
                  </a:lnTo>
                  <a:lnTo>
                    <a:pt x="90892" y="204820"/>
                  </a:lnTo>
                  <a:lnTo>
                    <a:pt x="103877" y="202594"/>
                  </a:lnTo>
                  <a:lnTo>
                    <a:pt x="116862" y="200368"/>
                  </a:lnTo>
                  <a:lnTo>
                    <a:pt x="129846" y="198141"/>
                  </a:lnTo>
                  <a:lnTo>
                    <a:pt x="142831" y="195915"/>
                  </a:lnTo>
                  <a:lnTo>
                    <a:pt x="155816" y="193689"/>
                  </a:lnTo>
                  <a:lnTo>
                    <a:pt x="168800" y="191463"/>
                  </a:lnTo>
                  <a:lnTo>
                    <a:pt x="181785" y="189236"/>
                  </a:lnTo>
                  <a:lnTo>
                    <a:pt x="194770" y="187010"/>
                  </a:lnTo>
                  <a:lnTo>
                    <a:pt x="207754" y="184784"/>
                  </a:lnTo>
                  <a:lnTo>
                    <a:pt x="220739" y="182557"/>
                  </a:lnTo>
                  <a:lnTo>
                    <a:pt x="233724" y="180331"/>
                  </a:lnTo>
                  <a:lnTo>
                    <a:pt x="246708" y="178105"/>
                  </a:lnTo>
                  <a:lnTo>
                    <a:pt x="259693" y="175878"/>
                  </a:lnTo>
                  <a:lnTo>
                    <a:pt x="272678" y="173652"/>
                  </a:lnTo>
                  <a:lnTo>
                    <a:pt x="285662" y="171426"/>
                  </a:lnTo>
                  <a:lnTo>
                    <a:pt x="298647" y="169199"/>
                  </a:lnTo>
                  <a:lnTo>
                    <a:pt x="311632" y="166973"/>
                  </a:lnTo>
                  <a:lnTo>
                    <a:pt x="324616" y="164747"/>
                  </a:lnTo>
                  <a:lnTo>
                    <a:pt x="337601" y="162520"/>
                  </a:lnTo>
                  <a:lnTo>
                    <a:pt x="350586" y="160294"/>
                  </a:lnTo>
                  <a:lnTo>
                    <a:pt x="363570" y="158068"/>
                  </a:lnTo>
                  <a:lnTo>
                    <a:pt x="376555" y="155841"/>
                  </a:lnTo>
                  <a:lnTo>
                    <a:pt x="389540" y="153615"/>
                  </a:lnTo>
                  <a:lnTo>
                    <a:pt x="402524" y="151389"/>
                  </a:lnTo>
                  <a:lnTo>
                    <a:pt x="415509" y="149163"/>
                  </a:lnTo>
                  <a:lnTo>
                    <a:pt x="428494" y="146936"/>
                  </a:lnTo>
                  <a:lnTo>
                    <a:pt x="441478" y="144710"/>
                  </a:lnTo>
                  <a:lnTo>
                    <a:pt x="454463" y="142484"/>
                  </a:lnTo>
                  <a:lnTo>
                    <a:pt x="467448" y="140257"/>
                  </a:lnTo>
                  <a:lnTo>
                    <a:pt x="480432" y="138031"/>
                  </a:lnTo>
                  <a:lnTo>
                    <a:pt x="493417" y="135805"/>
                  </a:lnTo>
                  <a:lnTo>
                    <a:pt x="506402" y="133578"/>
                  </a:lnTo>
                  <a:lnTo>
                    <a:pt x="519386" y="131352"/>
                  </a:lnTo>
                  <a:lnTo>
                    <a:pt x="532371" y="129126"/>
                  </a:lnTo>
                  <a:lnTo>
                    <a:pt x="545356" y="126899"/>
                  </a:lnTo>
                  <a:lnTo>
                    <a:pt x="558340" y="124673"/>
                  </a:lnTo>
                  <a:lnTo>
                    <a:pt x="571325" y="122447"/>
                  </a:lnTo>
                  <a:lnTo>
                    <a:pt x="584310" y="120220"/>
                  </a:lnTo>
                  <a:lnTo>
                    <a:pt x="597294" y="117994"/>
                  </a:lnTo>
                  <a:lnTo>
                    <a:pt x="610279" y="115768"/>
                  </a:lnTo>
                  <a:lnTo>
                    <a:pt x="623264" y="113542"/>
                  </a:lnTo>
                  <a:lnTo>
                    <a:pt x="636248" y="111315"/>
                  </a:lnTo>
                  <a:lnTo>
                    <a:pt x="649233" y="109089"/>
                  </a:lnTo>
                  <a:lnTo>
                    <a:pt x="662218" y="106863"/>
                  </a:lnTo>
                  <a:lnTo>
                    <a:pt x="675202" y="104636"/>
                  </a:lnTo>
                  <a:lnTo>
                    <a:pt x="688187" y="102410"/>
                  </a:lnTo>
                  <a:lnTo>
                    <a:pt x="701172" y="100184"/>
                  </a:lnTo>
                  <a:lnTo>
                    <a:pt x="714156" y="97957"/>
                  </a:lnTo>
                  <a:lnTo>
                    <a:pt x="727141" y="95731"/>
                  </a:lnTo>
                  <a:lnTo>
                    <a:pt x="740126" y="93505"/>
                  </a:lnTo>
                  <a:lnTo>
                    <a:pt x="753110" y="91278"/>
                  </a:lnTo>
                  <a:lnTo>
                    <a:pt x="766095" y="89052"/>
                  </a:lnTo>
                  <a:lnTo>
                    <a:pt x="779080" y="86826"/>
                  </a:lnTo>
                  <a:lnTo>
                    <a:pt x="792064" y="84599"/>
                  </a:lnTo>
                  <a:lnTo>
                    <a:pt x="805049" y="82373"/>
                  </a:lnTo>
                  <a:lnTo>
                    <a:pt x="818034" y="80147"/>
                  </a:lnTo>
                  <a:lnTo>
                    <a:pt x="831018" y="77920"/>
                  </a:lnTo>
                  <a:lnTo>
                    <a:pt x="844003" y="75694"/>
                  </a:lnTo>
                  <a:lnTo>
                    <a:pt x="856988" y="73468"/>
                  </a:lnTo>
                  <a:lnTo>
                    <a:pt x="869972" y="71242"/>
                  </a:lnTo>
                  <a:lnTo>
                    <a:pt x="882957" y="69015"/>
                  </a:lnTo>
                  <a:lnTo>
                    <a:pt x="895942" y="66789"/>
                  </a:lnTo>
                  <a:lnTo>
                    <a:pt x="908926" y="64563"/>
                  </a:lnTo>
                  <a:lnTo>
                    <a:pt x="921911" y="62336"/>
                  </a:lnTo>
                  <a:lnTo>
                    <a:pt x="934896" y="60110"/>
                  </a:lnTo>
                  <a:lnTo>
                    <a:pt x="947880" y="57884"/>
                  </a:lnTo>
                  <a:lnTo>
                    <a:pt x="960865" y="55657"/>
                  </a:lnTo>
                  <a:lnTo>
                    <a:pt x="973850" y="53431"/>
                  </a:lnTo>
                  <a:lnTo>
                    <a:pt x="986835" y="51205"/>
                  </a:lnTo>
                  <a:lnTo>
                    <a:pt x="999819" y="48978"/>
                  </a:lnTo>
                  <a:lnTo>
                    <a:pt x="1012804" y="46752"/>
                  </a:lnTo>
                  <a:lnTo>
                    <a:pt x="1025789" y="44526"/>
                  </a:lnTo>
                  <a:lnTo>
                    <a:pt x="1038773" y="42299"/>
                  </a:lnTo>
                  <a:lnTo>
                    <a:pt x="1051758" y="40073"/>
                  </a:lnTo>
                  <a:lnTo>
                    <a:pt x="1064743" y="37847"/>
                  </a:lnTo>
                  <a:lnTo>
                    <a:pt x="1077727" y="35621"/>
                  </a:lnTo>
                  <a:lnTo>
                    <a:pt x="1090712" y="33394"/>
                  </a:lnTo>
                  <a:lnTo>
                    <a:pt x="1103697" y="31168"/>
                  </a:lnTo>
                  <a:lnTo>
                    <a:pt x="1116681" y="28942"/>
                  </a:lnTo>
                  <a:lnTo>
                    <a:pt x="1129666" y="26715"/>
                  </a:lnTo>
                  <a:lnTo>
                    <a:pt x="1142651" y="24489"/>
                  </a:lnTo>
                  <a:lnTo>
                    <a:pt x="1155635" y="22263"/>
                  </a:lnTo>
                  <a:lnTo>
                    <a:pt x="1168620" y="20036"/>
                  </a:lnTo>
                  <a:lnTo>
                    <a:pt x="1181605" y="17810"/>
                  </a:lnTo>
                  <a:lnTo>
                    <a:pt x="1194589" y="15584"/>
                  </a:lnTo>
                  <a:lnTo>
                    <a:pt x="1207574" y="13357"/>
                  </a:lnTo>
                  <a:lnTo>
                    <a:pt x="1220559" y="11131"/>
                  </a:lnTo>
                  <a:lnTo>
                    <a:pt x="1233543" y="8905"/>
                  </a:lnTo>
                  <a:lnTo>
                    <a:pt x="1246528" y="6678"/>
                  </a:lnTo>
                  <a:lnTo>
                    <a:pt x="1259513" y="4452"/>
                  </a:lnTo>
                  <a:lnTo>
                    <a:pt x="1272497" y="2226"/>
                  </a:lnTo>
                  <a:lnTo>
                    <a:pt x="1285482" y="0"/>
                  </a:lnTo>
                </a:path>
              </a:pathLst>
            </a:custGeom>
            <a:ln w="29709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7313720" y="3913982"/>
              <a:ext cx="1069402" cy="758081"/>
            </a:xfrm>
            <a:custGeom>
              <a:avLst/>
              <a:pathLst>
                <a:path w="1069402" h="758081">
                  <a:moveTo>
                    <a:pt x="0" y="0"/>
                  </a:moveTo>
                  <a:lnTo>
                    <a:pt x="10802" y="7657"/>
                  </a:lnTo>
                  <a:lnTo>
                    <a:pt x="21604" y="15314"/>
                  </a:lnTo>
                  <a:lnTo>
                    <a:pt x="32406" y="22972"/>
                  </a:lnTo>
                  <a:lnTo>
                    <a:pt x="43208" y="30629"/>
                  </a:lnTo>
                  <a:lnTo>
                    <a:pt x="54010" y="38286"/>
                  </a:lnTo>
                  <a:lnTo>
                    <a:pt x="64812" y="45944"/>
                  </a:lnTo>
                  <a:lnTo>
                    <a:pt x="75614" y="53601"/>
                  </a:lnTo>
                  <a:lnTo>
                    <a:pt x="86416" y="61259"/>
                  </a:lnTo>
                  <a:lnTo>
                    <a:pt x="97218" y="68916"/>
                  </a:lnTo>
                  <a:lnTo>
                    <a:pt x="108020" y="76573"/>
                  </a:lnTo>
                  <a:lnTo>
                    <a:pt x="118822" y="84231"/>
                  </a:lnTo>
                  <a:lnTo>
                    <a:pt x="129624" y="91888"/>
                  </a:lnTo>
                  <a:lnTo>
                    <a:pt x="140426" y="99546"/>
                  </a:lnTo>
                  <a:lnTo>
                    <a:pt x="151228" y="107203"/>
                  </a:lnTo>
                  <a:lnTo>
                    <a:pt x="162030" y="114860"/>
                  </a:lnTo>
                  <a:lnTo>
                    <a:pt x="172832" y="122518"/>
                  </a:lnTo>
                  <a:lnTo>
                    <a:pt x="183634" y="130175"/>
                  </a:lnTo>
                  <a:lnTo>
                    <a:pt x="194436" y="137832"/>
                  </a:lnTo>
                  <a:lnTo>
                    <a:pt x="205238" y="145490"/>
                  </a:lnTo>
                  <a:lnTo>
                    <a:pt x="216040" y="153147"/>
                  </a:lnTo>
                  <a:lnTo>
                    <a:pt x="226842" y="160805"/>
                  </a:lnTo>
                  <a:lnTo>
                    <a:pt x="237644" y="168462"/>
                  </a:lnTo>
                  <a:lnTo>
                    <a:pt x="248446" y="176119"/>
                  </a:lnTo>
                  <a:lnTo>
                    <a:pt x="259249" y="183777"/>
                  </a:lnTo>
                  <a:lnTo>
                    <a:pt x="270051" y="191434"/>
                  </a:lnTo>
                  <a:lnTo>
                    <a:pt x="280853" y="199092"/>
                  </a:lnTo>
                  <a:lnTo>
                    <a:pt x="291655" y="206749"/>
                  </a:lnTo>
                  <a:lnTo>
                    <a:pt x="302457" y="214406"/>
                  </a:lnTo>
                  <a:lnTo>
                    <a:pt x="313259" y="222064"/>
                  </a:lnTo>
                  <a:lnTo>
                    <a:pt x="324061" y="229721"/>
                  </a:lnTo>
                  <a:lnTo>
                    <a:pt x="334863" y="237378"/>
                  </a:lnTo>
                  <a:lnTo>
                    <a:pt x="345665" y="245036"/>
                  </a:lnTo>
                  <a:lnTo>
                    <a:pt x="356467" y="252693"/>
                  </a:lnTo>
                  <a:lnTo>
                    <a:pt x="367269" y="260351"/>
                  </a:lnTo>
                  <a:lnTo>
                    <a:pt x="378071" y="268008"/>
                  </a:lnTo>
                  <a:lnTo>
                    <a:pt x="388873" y="275665"/>
                  </a:lnTo>
                  <a:lnTo>
                    <a:pt x="399675" y="283323"/>
                  </a:lnTo>
                  <a:lnTo>
                    <a:pt x="410477" y="290980"/>
                  </a:lnTo>
                  <a:lnTo>
                    <a:pt x="421279" y="298638"/>
                  </a:lnTo>
                  <a:lnTo>
                    <a:pt x="432081" y="306295"/>
                  </a:lnTo>
                  <a:lnTo>
                    <a:pt x="442883" y="313952"/>
                  </a:lnTo>
                  <a:lnTo>
                    <a:pt x="453685" y="321610"/>
                  </a:lnTo>
                  <a:lnTo>
                    <a:pt x="464487" y="329267"/>
                  </a:lnTo>
                  <a:lnTo>
                    <a:pt x="475289" y="336924"/>
                  </a:lnTo>
                  <a:lnTo>
                    <a:pt x="486091" y="344582"/>
                  </a:lnTo>
                  <a:lnTo>
                    <a:pt x="496893" y="352239"/>
                  </a:lnTo>
                  <a:lnTo>
                    <a:pt x="507696" y="359897"/>
                  </a:lnTo>
                  <a:lnTo>
                    <a:pt x="518498" y="367554"/>
                  </a:lnTo>
                  <a:lnTo>
                    <a:pt x="529300" y="375211"/>
                  </a:lnTo>
                  <a:lnTo>
                    <a:pt x="540102" y="382869"/>
                  </a:lnTo>
                  <a:lnTo>
                    <a:pt x="550904" y="390526"/>
                  </a:lnTo>
                  <a:lnTo>
                    <a:pt x="561706" y="398184"/>
                  </a:lnTo>
                  <a:lnTo>
                    <a:pt x="572508" y="405841"/>
                  </a:lnTo>
                  <a:lnTo>
                    <a:pt x="583310" y="413498"/>
                  </a:lnTo>
                  <a:lnTo>
                    <a:pt x="594112" y="421156"/>
                  </a:lnTo>
                  <a:lnTo>
                    <a:pt x="604914" y="428813"/>
                  </a:lnTo>
                  <a:lnTo>
                    <a:pt x="615716" y="436471"/>
                  </a:lnTo>
                  <a:lnTo>
                    <a:pt x="626518" y="444128"/>
                  </a:lnTo>
                  <a:lnTo>
                    <a:pt x="637320" y="451785"/>
                  </a:lnTo>
                  <a:lnTo>
                    <a:pt x="648122" y="459443"/>
                  </a:lnTo>
                  <a:lnTo>
                    <a:pt x="658924" y="467100"/>
                  </a:lnTo>
                  <a:lnTo>
                    <a:pt x="669726" y="474757"/>
                  </a:lnTo>
                  <a:lnTo>
                    <a:pt x="680528" y="482415"/>
                  </a:lnTo>
                  <a:lnTo>
                    <a:pt x="691330" y="490072"/>
                  </a:lnTo>
                  <a:lnTo>
                    <a:pt x="702132" y="497730"/>
                  </a:lnTo>
                  <a:lnTo>
                    <a:pt x="712934" y="505387"/>
                  </a:lnTo>
                  <a:lnTo>
                    <a:pt x="723736" y="513044"/>
                  </a:lnTo>
                  <a:lnTo>
                    <a:pt x="734538" y="520702"/>
                  </a:lnTo>
                  <a:lnTo>
                    <a:pt x="745340" y="528359"/>
                  </a:lnTo>
                  <a:lnTo>
                    <a:pt x="756142" y="536017"/>
                  </a:lnTo>
                  <a:lnTo>
                    <a:pt x="766945" y="543674"/>
                  </a:lnTo>
                  <a:lnTo>
                    <a:pt x="777747" y="551331"/>
                  </a:lnTo>
                  <a:lnTo>
                    <a:pt x="788549" y="558989"/>
                  </a:lnTo>
                  <a:lnTo>
                    <a:pt x="799351" y="566646"/>
                  </a:lnTo>
                  <a:lnTo>
                    <a:pt x="810153" y="574303"/>
                  </a:lnTo>
                  <a:lnTo>
                    <a:pt x="820955" y="581961"/>
                  </a:lnTo>
                  <a:lnTo>
                    <a:pt x="831757" y="589618"/>
                  </a:lnTo>
                  <a:lnTo>
                    <a:pt x="842559" y="597276"/>
                  </a:lnTo>
                  <a:lnTo>
                    <a:pt x="853361" y="604933"/>
                  </a:lnTo>
                  <a:lnTo>
                    <a:pt x="864163" y="612590"/>
                  </a:lnTo>
                  <a:lnTo>
                    <a:pt x="874965" y="620248"/>
                  </a:lnTo>
                  <a:lnTo>
                    <a:pt x="885767" y="627905"/>
                  </a:lnTo>
                  <a:lnTo>
                    <a:pt x="896569" y="635563"/>
                  </a:lnTo>
                  <a:lnTo>
                    <a:pt x="907371" y="643220"/>
                  </a:lnTo>
                  <a:lnTo>
                    <a:pt x="918173" y="650877"/>
                  </a:lnTo>
                  <a:lnTo>
                    <a:pt x="928975" y="658535"/>
                  </a:lnTo>
                  <a:lnTo>
                    <a:pt x="939777" y="666192"/>
                  </a:lnTo>
                  <a:lnTo>
                    <a:pt x="950579" y="673849"/>
                  </a:lnTo>
                  <a:lnTo>
                    <a:pt x="961381" y="681507"/>
                  </a:lnTo>
                  <a:lnTo>
                    <a:pt x="972183" y="689164"/>
                  </a:lnTo>
                  <a:lnTo>
                    <a:pt x="982985" y="696822"/>
                  </a:lnTo>
                  <a:lnTo>
                    <a:pt x="993787" y="704479"/>
                  </a:lnTo>
                  <a:lnTo>
                    <a:pt x="1004589" y="712136"/>
                  </a:lnTo>
                  <a:lnTo>
                    <a:pt x="1015392" y="719794"/>
                  </a:lnTo>
                  <a:lnTo>
                    <a:pt x="1026194" y="727451"/>
                  </a:lnTo>
                  <a:lnTo>
                    <a:pt x="1036996" y="735109"/>
                  </a:lnTo>
                  <a:lnTo>
                    <a:pt x="1047798" y="742766"/>
                  </a:lnTo>
                  <a:lnTo>
                    <a:pt x="1058600" y="750423"/>
                  </a:lnTo>
                  <a:lnTo>
                    <a:pt x="1069402" y="758081"/>
                  </a:lnTo>
                </a:path>
              </a:pathLst>
            </a:custGeom>
            <a:ln w="2197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851927" y="3508799"/>
              <a:ext cx="1461792" cy="405182"/>
            </a:xfrm>
            <a:custGeom>
              <a:avLst/>
              <a:pathLst>
                <a:path w="1461792" h="405182">
                  <a:moveTo>
                    <a:pt x="1461792" y="405182"/>
                  </a:moveTo>
                  <a:lnTo>
                    <a:pt x="1447027" y="401090"/>
                  </a:lnTo>
                  <a:lnTo>
                    <a:pt x="1432261" y="396997"/>
                  </a:lnTo>
                  <a:lnTo>
                    <a:pt x="1417495" y="392904"/>
                  </a:lnTo>
                  <a:lnTo>
                    <a:pt x="1402730" y="388811"/>
                  </a:lnTo>
                  <a:lnTo>
                    <a:pt x="1387964" y="384719"/>
                  </a:lnTo>
                  <a:lnTo>
                    <a:pt x="1373199" y="380626"/>
                  </a:lnTo>
                  <a:lnTo>
                    <a:pt x="1358433" y="376533"/>
                  </a:lnTo>
                  <a:lnTo>
                    <a:pt x="1343668" y="372440"/>
                  </a:lnTo>
                  <a:lnTo>
                    <a:pt x="1328902" y="368348"/>
                  </a:lnTo>
                  <a:lnTo>
                    <a:pt x="1314136" y="364255"/>
                  </a:lnTo>
                  <a:lnTo>
                    <a:pt x="1299371" y="360162"/>
                  </a:lnTo>
                  <a:lnTo>
                    <a:pt x="1284605" y="356069"/>
                  </a:lnTo>
                  <a:lnTo>
                    <a:pt x="1269840" y="351977"/>
                  </a:lnTo>
                  <a:lnTo>
                    <a:pt x="1255074" y="347884"/>
                  </a:lnTo>
                  <a:lnTo>
                    <a:pt x="1240308" y="343791"/>
                  </a:lnTo>
                  <a:lnTo>
                    <a:pt x="1225543" y="339698"/>
                  </a:lnTo>
                  <a:lnTo>
                    <a:pt x="1210777" y="335606"/>
                  </a:lnTo>
                  <a:lnTo>
                    <a:pt x="1196012" y="331513"/>
                  </a:lnTo>
                  <a:lnTo>
                    <a:pt x="1181246" y="327420"/>
                  </a:lnTo>
                  <a:lnTo>
                    <a:pt x="1166481" y="323327"/>
                  </a:lnTo>
                  <a:lnTo>
                    <a:pt x="1151715" y="319235"/>
                  </a:lnTo>
                  <a:lnTo>
                    <a:pt x="1136949" y="315142"/>
                  </a:lnTo>
                  <a:lnTo>
                    <a:pt x="1122184" y="311049"/>
                  </a:lnTo>
                  <a:lnTo>
                    <a:pt x="1107418" y="306956"/>
                  </a:lnTo>
                  <a:lnTo>
                    <a:pt x="1092653" y="302864"/>
                  </a:lnTo>
                  <a:lnTo>
                    <a:pt x="1077887" y="298771"/>
                  </a:lnTo>
                  <a:lnTo>
                    <a:pt x="1063121" y="294678"/>
                  </a:lnTo>
                  <a:lnTo>
                    <a:pt x="1048356" y="290585"/>
                  </a:lnTo>
                  <a:lnTo>
                    <a:pt x="1033590" y="286493"/>
                  </a:lnTo>
                  <a:lnTo>
                    <a:pt x="1018825" y="282400"/>
                  </a:lnTo>
                  <a:lnTo>
                    <a:pt x="1004059" y="278307"/>
                  </a:lnTo>
                  <a:lnTo>
                    <a:pt x="989294" y="274214"/>
                  </a:lnTo>
                  <a:lnTo>
                    <a:pt x="974528" y="270121"/>
                  </a:lnTo>
                  <a:lnTo>
                    <a:pt x="959762" y="266029"/>
                  </a:lnTo>
                  <a:lnTo>
                    <a:pt x="944997" y="261936"/>
                  </a:lnTo>
                  <a:lnTo>
                    <a:pt x="930231" y="257843"/>
                  </a:lnTo>
                  <a:lnTo>
                    <a:pt x="915466" y="253750"/>
                  </a:lnTo>
                  <a:lnTo>
                    <a:pt x="900700" y="249658"/>
                  </a:lnTo>
                  <a:lnTo>
                    <a:pt x="885934" y="245565"/>
                  </a:lnTo>
                  <a:lnTo>
                    <a:pt x="871169" y="241472"/>
                  </a:lnTo>
                  <a:lnTo>
                    <a:pt x="856403" y="237379"/>
                  </a:lnTo>
                  <a:lnTo>
                    <a:pt x="841638" y="233287"/>
                  </a:lnTo>
                  <a:lnTo>
                    <a:pt x="826872" y="229194"/>
                  </a:lnTo>
                  <a:lnTo>
                    <a:pt x="812107" y="225101"/>
                  </a:lnTo>
                  <a:lnTo>
                    <a:pt x="797341" y="221008"/>
                  </a:lnTo>
                  <a:lnTo>
                    <a:pt x="782575" y="216916"/>
                  </a:lnTo>
                  <a:lnTo>
                    <a:pt x="767810" y="212823"/>
                  </a:lnTo>
                  <a:lnTo>
                    <a:pt x="753044" y="208730"/>
                  </a:lnTo>
                  <a:lnTo>
                    <a:pt x="738279" y="204637"/>
                  </a:lnTo>
                  <a:lnTo>
                    <a:pt x="723513" y="200545"/>
                  </a:lnTo>
                  <a:lnTo>
                    <a:pt x="708747" y="196452"/>
                  </a:lnTo>
                  <a:lnTo>
                    <a:pt x="693982" y="192359"/>
                  </a:lnTo>
                  <a:lnTo>
                    <a:pt x="679216" y="188266"/>
                  </a:lnTo>
                  <a:lnTo>
                    <a:pt x="664451" y="184174"/>
                  </a:lnTo>
                  <a:lnTo>
                    <a:pt x="649685" y="180081"/>
                  </a:lnTo>
                  <a:lnTo>
                    <a:pt x="634920" y="175988"/>
                  </a:lnTo>
                  <a:lnTo>
                    <a:pt x="620154" y="171895"/>
                  </a:lnTo>
                  <a:lnTo>
                    <a:pt x="605388" y="167803"/>
                  </a:lnTo>
                  <a:lnTo>
                    <a:pt x="590623" y="163710"/>
                  </a:lnTo>
                  <a:lnTo>
                    <a:pt x="575857" y="159617"/>
                  </a:lnTo>
                  <a:lnTo>
                    <a:pt x="561092" y="155524"/>
                  </a:lnTo>
                  <a:lnTo>
                    <a:pt x="546326" y="151432"/>
                  </a:lnTo>
                  <a:lnTo>
                    <a:pt x="531560" y="147339"/>
                  </a:lnTo>
                  <a:lnTo>
                    <a:pt x="516795" y="143246"/>
                  </a:lnTo>
                  <a:lnTo>
                    <a:pt x="502029" y="139153"/>
                  </a:lnTo>
                  <a:lnTo>
                    <a:pt x="487264" y="135060"/>
                  </a:lnTo>
                  <a:lnTo>
                    <a:pt x="472498" y="130968"/>
                  </a:lnTo>
                  <a:lnTo>
                    <a:pt x="457733" y="126875"/>
                  </a:lnTo>
                  <a:lnTo>
                    <a:pt x="442967" y="122782"/>
                  </a:lnTo>
                  <a:lnTo>
                    <a:pt x="428201" y="118689"/>
                  </a:lnTo>
                  <a:lnTo>
                    <a:pt x="413436" y="114597"/>
                  </a:lnTo>
                  <a:lnTo>
                    <a:pt x="398670" y="110504"/>
                  </a:lnTo>
                  <a:lnTo>
                    <a:pt x="383905" y="106411"/>
                  </a:lnTo>
                  <a:lnTo>
                    <a:pt x="369139" y="102318"/>
                  </a:lnTo>
                  <a:lnTo>
                    <a:pt x="354373" y="98226"/>
                  </a:lnTo>
                  <a:lnTo>
                    <a:pt x="339608" y="94133"/>
                  </a:lnTo>
                  <a:lnTo>
                    <a:pt x="324842" y="90040"/>
                  </a:lnTo>
                  <a:lnTo>
                    <a:pt x="310077" y="85947"/>
                  </a:lnTo>
                  <a:lnTo>
                    <a:pt x="295311" y="81855"/>
                  </a:lnTo>
                  <a:lnTo>
                    <a:pt x="280546" y="77762"/>
                  </a:lnTo>
                  <a:lnTo>
                    <a:pt x="265780" y="73669"/>
                  </a:lnTo>
                  <a:lnTo>
                    <a:pt x="251014" y="69576"/>
                  </a:lnTo>
                  <a:lnTo>
                    <a:pt x="236249" y="65484"/>
                  </a:lnTo>
                  <a:lnTo>
                    <a:pt x="221483" y="61391"/>
                  </a:lnTo>
                  <a:lnTo>
                    <a:pt x="206718" y="57298"/>
                  </a:lnTo>
                  <a:lnTo>
                    <a:pt x="191952" y="53205"/>
                  </a:lnTo>
                  <a:lnTo>
                    <a:pt x="177186" y="49113"/>
                  </a:lnTo>
                  <a:lnTo>
                    <a:pt x="162421" y="45020"/>
                  </a:lnTo>
                  <a:lnTo>
                    <a:pt x="147655" y="40927"/>
                  </a:lnTo>
                  <a:lnTo>
                    <a:pt x="132890" y="36834"/>
                  </a:lnTo>
                  <a:lnTo>
                    <a:pt x="118124" y="32742"/>
                  </a:lnTo>
                  <a:lnTo>
                    <a:pt x="103359" y="28649"/>
                  </a:lnTo>
                  <a:lnTo>
                    <a:pt x="88593" y="24556"/>
                  </a:lnTo>
                  <a:lnTo>
                    <a:pt x="73827" y="20463"/>
                  </a:lnTo>
                  <a:lnTo>
                    <a:pt x="59062" y="16371"/>
                  </a:lnTo>
                  <a:lnTo>
                    <a:pt x="44296" y="12278"/>
                  </a:lnTo>
                  <a:lnTo>
                    <a:pt x="29531" y="8185"/>
                  </a:lnTo>
                  <a:lnTo>
                    <a:pt x="14765" y="4092"/>
                  </a:lnTo>
                  <a:lnTo>
                    <a:pt x="0" y="0"/>
                  </a:lnTo>
                </a:path>
              </a:pathLst>
            </a:custGeom>
            <a:ln w="24080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313720" y="3007719"/>
              <a:ext cx="665167" cy="906263"/>
            </a:xfrm>
            <a:custGeom>
              <a:avLst/>
              <a:pathLst>
                <a:path w="665167" h="906263">
                  <a:moveTo>
                    <a:pt x="0" y="906263"/>
                  </a:moveTo>
                  <a:lnTo>
                    <a:pt x="6718" y="897109"/>
                  </a:lnTo>
                  <a:lnTo>
                    <a:pt x="13437" y="887955"/>
                  </a:lnTo>
                  <a:lnTo>
                    <a:pt x="20156" y="878800"/>
                  </a:lnTo>
                  <a:lnTo>
                    <a:pt x="26875" y="869646"/>
                  </a:lnTo>
                  <a:lnTo>
                    <a:pt x="33594" y="860492"/>
                  </a:lnTo>
                  <a:lnTo>
                    <a:pt x="40313" y="851338"/>
                  </a:lnTo>
                  <a:lnTo>
                    <a:pt x="47032" y="842184"/>
                  </a:lnTo>
                  <a:lnTo>
                    <a:pt x="53750" y="833030"/>
                  </a:lnTo>
                  <a:lnTo>
                    <a:pt x="60469" y="823875"/>
                  </a:lnTo>
                  <a:lnTo>
                    <a:pt x="67188" y="814721"/>
                  </a:lnTo>
                  <a:lnTo>
                    <a:pt x="73907" y="805567"/>
                  </a:lnTo>
                  <a:lnTo>
                    <a:pt x="80626" y="796413"/>
                  </a:lnTo>
                  <a:lnTo>
                    <a:pt x="87345" y="787259"/>
                  </a:lnTo>
                  <a:lnTo>
                    <a:pt x="94064" y="778104"/>
                  </a:lnTo>
                  <a:lnTo>
                    <a:pt x="100782" y="768950"/>
                  </a:lnTo>
                  <a:lnTo>
                    <a:pt x="107501" y="759796"/>
                  </a:lnTo>
                  <a:lnTo>
                    <a:pt x="114220" y="750642"/>
                  </a:lnTo>
                  <a:lnTo>
                    <a:pt x="120939" y="741488"/>
                  </a:lnTo>
                  <a:lnTo>
                    <a:pt x="127658" y="732334"/>
                  </a:lnTo>
                  <a:lnTo>
                    <a:pt x="134377" y="723179"/>
                  </a:lnTo>
                  <a:lnTo>
                    <a:pt x="141096" y="714025"/>
                  </a:lnTo>
                  <a:lnTo>
                    <a:pt x="147814" y="704871"/>
                  </a:lnTo>
                  <a:lnTo>
                    <a:pt x="154533" y="695717"/>
                  </a:lnTo>
                  <a:lnTo>
                    <a:pt x="161252" y="686563"/>
                  </a:lnTo>
                  <a:lnTo>
                    <a:pt x="167971" y="677409"/>
                  </a:lnTo>
                  <a:lnTo>
                    <a:pt x="174690" y="668254"/>
                  </a:lnTo>
                  <a:lnTo>
                    <a:pt x="181409" y="659100"/>
                  </a:lnTo>
                  <a:lnTo>
                    <a:pt x="188128" y="649946"/>
                  </a:lnTo>
                  <a:lnTo>
                    <a:pt x="194847" y="640792"/>
                  </a:lnTo>
                  <a:lnTo>
                    <a:pt x="201565" y="631638"/>
                  </a:lnTo>
                  <a:lnTo>
                    <a:pt x="208284" y="622483"/>
                  </a:lnTo>
                  <a:lnTo>
                    <a:pt x="215003" y="613329"/>
                  </a:lnTo>
                  <a:lnTo>
                    <a:pt x="221722" y="604175"/>
                  </a:lnTo>
                  <a:lnTo>
                    <a:pt x="228441" y="595021"/>
                  </a:lnTo>
                  <a:lnTo>
                    <a:pt x="235160" y="585867"/>
                  </a:lnTo>
                  <a:lnTo>
                    <a:pt x="241879" y="576713"/>
                  </a:lnTo>
                  <a:lnTo>
                    <a:pt x="248597" y="567558"/>
                  </a:lnTo>
                  <a:lnTo>
                    <a:pt x="255316" y="558404"/>
                  </a:lnTo>
                  <a:lnTo>
                    <a:pt x="262035" y="549250"/>
                  </a:lnTo>
                  <a:lnTo>
                    <a:pt x="268754" y="540096"/>
                  </a:lnTo>
                  <a:lnTo>
                    <a:pt x="275473" y="530942"/>
                  </a:lnTo>
                  <a:lnTo>
                    <a:pt x="282192" y="521788"/>
                  </a:lnTo>
                  <a:lnTo>
                    <a:pt x="288911" y="512633"/>
                  </a:lnTo>
                  <a:lnTo>
                    <a:pt x="295629" y="503479"/>
                  </a:lnTo>
                  <a:lnTo>
                    <a:pt x="302348" y="494325"/>
                  </a:lnTo>
                  <a:lnTo>
                    <a:pt x="309067" y="485171"/>
                  </a:lnTo>
                  <a:lnTo>
                    <a:pt x="315786" y="476017"/>
                  </a:lnTo>
                  <a:lnTo>
                    <a:pt x="322505" y="466862"/>
                  </a:lnTo>
                  <a:lnTo>
                    <a:pt x="329224" y="457708"/>
                  </a:lnTo>
                  <a:lnTo>
                    <a:pt x="335943" y="448554"/>
                  </a:lnTo>
                  <a:lnTo>
                    <a:pt x="342662" y="439400"/>
                  </a:lnTo>
                  <a:lnTo>
                    <a:pt x="349380" y="430246"/>
                  </a:lnTo>
                  <a:lnTo>
                    <a:pt x="356099" y="421092"/>
                  </a:lnTo>
                  <a:lnTo>
                    <a:pt x="362818" y="411937"/>
                  </a:lnTo>
                  <a:lnTo>
                    <a:pt x="369537" y="402783"/>
                  </a:lnTo>
                  <a:lnTo>
                    <a:pt x="376256" y="393629"/>
                  </a:lnTo>
                  <a:lnTo>
                    <a:pt x="382975" y="384475"/>
                  </a:lnTo>
                  <a:lnTo>
                    <a:pt x="389694" y="375321"/>
                  </a:lnTo>
                  <a:lnTo>
                    <a:pt x="396412" y="366167"/>
                  </a:lnTo>
                  <a:lnTo>
                    <a:pt x="403131" y="357012"/>
                  </a:lnTo>
                  <a:lnTo>
                    <a:pt x="409850" y="347858"/>
                  </a:lnTo>
                  <a:lnTo>
                    <a:pt x="416569" y="338704"/>
                  </a:lnTo>
                  <a:lnTo>
                    <a:pt x="423288" y="329550"/>
                  </a:lnTo>
                  <a:lnTo>
                    <a:pt x="430007" y="320396"/>
                  </a:lnTo>
                  <a:lnTo>
                    <a:pt x="436726" y="311241"/>
                  </a:lnTo>
                  <a:lnTo>
                    <a:pt x="443444" y="302087"/>
                  </a:lnTo>
                  <a:lnTo>
                    <a:pt x="450163" y="292933"/>
                  </a:lnTo>
                  <a:lnTo>
                    <a:pt x="456882" y="283779"/>
                  </a:lnTo>
                  <a:lnTo>
                    <a:pt x="463601" y="274625"/>
                  </a:lnTo>
                  <a:lnTo>
                    <a:pt x="470320" y="265471"/>
                  </a:lnTo>
                  <a:lnTo>
                    <a:pt x="477039" y="256316"/>
                  </a:lnTo>
                  <a:lnTo>
                    <a:pt x="483758" y="247162"/>
                  </a:lnTo>
                  <a:lnTo>
                    <a:pt x="490477" y="238008"/>
                  </a:lnTo>
                  <a:lnTo>
                    <a:pt x="497195" y="228854"/>
                  </a:lnTo>
                  <a:lnTo>
                    <a:pt x="503914" y="219700"/>
                  </a:lnTo>
                  <a:lnTo>
                    <a:pt x="510633" y="210546"/>
                  </a:lnTo>
                  <a:lnTo>
                    <a:pt x="517352" y="201391"/>
                  </a:lnTo>
                  <a:lnTo>
                    <a:pt x="524071" y="192237"/>
                  </a:lnTo>
                  <a:lnTo>
                    <a:pt x="530790" y="183083"/>
                  </a:lnTo>
                  <a:lnTo>
                    <a:pt x="537509" y="173929"/>
                  </a:lnTo>
                  <a:lnTo>
                    <a:pt x="544227" y="164775"/>
                  </a:lnTo>
                  <a:lnTo>
                    <a:pt x="550946" y="155620"/>
                  </a:lnTo>
                  <a:lnTo>
                    <a:pt x="557665" y="146466"/>
                  </a:lnTo>
                  <a:lnTo>
                    <a:pt x="564384" y="137312"/>
                  </a:lnTo>
                  <a:lnTo>
                    <a:pt x="571103" y="128158"/>
                  </a:lnTo>
                  <a:lnTo>
                    <a:pt x="577822" y="119004"/>
                  </a:lnTo>
                  <a:lnTo>
                    <a:pt x="584541" y="109850"/>
                  </a:lnTo>
                  <a:lnTo>
                    <a:pt x="591259" y="100695"/>
                  </a:lnTo>
                  <a:lnTo>
                    <a:pt x="597978" y="91541"/>
                  </a:lnTo>
                  <a:lnTo>
                    <a:pt x="604697" y="82387"/>
                  </a:lnTo>
                  <a:lnTo>
                    <a:pt x="611416" y="73233"/>
                  </a:lnTo>
                  <a:lnTo>
                    <a:pt x="618135" y="64079"/>
                  </a:lnTo>
                  <a:lnTo>
                    <a:pt x="624854" y="54925"/>
                  </a:lnTo>
                  <a:lnTo>
                    <a:pt x="631573" y="45770"/>
                  </a:lnTo>
                  <a:lnTo>
                    <a:pt x="638292" y="36616"/>
                  </a:lnTo>
                  <a:lnTo>
                    <a:pt x="645010" y="27462"/>
                  </a:lnTo>
                  <a:lnTo>
                    <a:pt x="651729" y="18308"/>
                  </a:lnTo>
                  <a:lnTo>
                    <a:pt x="658448" y="9154"/>
                  </a:lnTo>
                  <a:lnTo>
                    <a:pt x="665167" y="0"/>
                  </a:lnTo>
                </a:path>
              </a:pathLst>
            </a:custGeom>
            <a:ln w="2439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112734" y="3913982"/>
              <a:ext cx="200985" cy="1390257"/>
            </a:xfrm>
            <a:custGeom>
              <a:avLst/>
              <a:pathLst>
                <a:path w="200985" h="1390257">
                  <a:moveTo>
                    <a:pt x="200985" y="0"/>
                  </a:moveTo>
                  <a:lnTo>
                    <a:pt x="198955" y="14043"/>
                  </a:lnTo>
                  <a:lnTo>
                    <a:pt x="196925" y="28086"/>
                  </a:lnTo>
                  <a:lnTo>
                    <a:pt x="194894" y="42129"/>
                  </a:lnTo>
                  <a:lnTo>
                    <a:pt x="192864" y="56172"/>
                  </a:lnTo>
                  <a:lnTo>
                    <a:pt x="190834" y="70215"/>
                  </a:lnTo>
                  <a:lnTo>
                    <a:pt x="188804" y="84258"/>
                  </a:lnTo>
                  <a:lnTo>
                    <a:pt x="186774" y="98301"/>
                  </a:lnTo>
                  <a:lnTo>
                    <a:pt x="184744" y="112344"/>
                  </a:lnTo>
                  <a:lnTo>
                    <a:pt x="182714" y="126387"/>
                  </a:lnTo>
                  <a:lnTo>
                    <a:pt x="180683" y="140430"/>
                  </a:lnTo>
                  <a:lnTo>
                    <a:pt x="178653" y="154473"/>
                  </a:lnTo>
                  <a:lnTo>
                    <a:pt x="176623" y="168516"/>
                  </a:lnTo>
                  <a:lnTo>
                    <a:pt x="174593" y="182559"/>
                  </a:lnTo>
                  <a:lnTo>
                    <a:pt x="172563" y="196602"/>
                  </a:lnTo>
                  <a:lnTo>
                    <a:pt x="170533" y="210645"/>
                  </a:lnTo>
                  <a:lnTo>
                    <a:pt x="168502" y="224688"/>
                  </a:lnTo>
                  <a:lnTo>
                    <a:pt x="166472" y="238731"/>
                  </a:lnTo>
                  <a:lnTo>
                    <a:pt x="164442" y="252774"/>
                  </a:lnTo>
                  <a:lnTo>
                    <a:pt x="162412" y="266817"/>
                  </a:lnTo>
                  <a:lnTo>
                    <a:pt x="160382" y="280860"/>
                  </a:lnTo>
                  <a:lnTo>
                    <a:pt x="158352" y="294903"/>
                  </a:lnTo>
                  <a:lnTo>
                    <a:pt x="156322" y="308946"/>
                  </a:lnTo>
                  <a:lnTo>
                    <a:pt x="154291" y="322989"/>
                  </a:lnTo>
                  <a:lnTo>
                    <a:pt x="152261" y="337032"/>
                  </a:lnTo>
                  <a:lnTo>
                    <a:pt x="150231" y="351075"/>
                  </a:lnTo>
                  <a:lnTo>
                    <a:pt x="148201" y="365118"/>
                  </a:lnTo>
                  <a:lnTo>
                    <a:pt x="146171" y="379161"/>
                  </a:lnTo>
                  <a:lnTo>
                    <a:pt x="144141" y="393204"/>
                  </a:lnTo>
                  <a:lnTo>
                    <a:pt x="142110" y="407247"/>
                  </a:lnTo>
                  <a:lnTo>
                    <a:pt x="140080" y="421290"/>
                  </a:lnTo>
                  <a:lnTo>
                    <a:pt x="138050" y="435333"/>
                  </a:lnTo>
                  <a:lnTo>
                    <a:pt x="136020" y="449376"/>
                  </a:lnTo>
                  <a:lnTo>
                    <a:pt x="133990" y="463419"/>
                  </a:lnTo>
                  <a:lnTo>
                    <a:pt x="131960" y="477462"/>
                  </a:lnTo>
                  <a:lnTo>
                    <a:pt x="129929" y="491505"/>
                  </a:lnTo>
                  <a:lnTo>
                    <a:pt x="127899" y="505548"/>
                  </a:lnTo>
                  <a:lnTo>
                    <a:pt x="125869" y="519591"/>
                  </a:lnTo>
                  <a:lnTo>
                    <a:pt x="123839" y="533634"/>
                  </a:lnTo>
                  <a:lnTo>
                    <a:pt x="121809" y="547677"/>
                  </a:lnTo>
                  <a:lnTo>
                    <a:pt x="119779" y="561720"/>
                  </a:lnTo>
                  <a:lnTo>
                    <a:pt x="117749" y="575763"/>
                  </a:lnTo>
                  <a:lnTo>
                    <a:pt x="115718" y="589806"/>
                  </a:lnTo>
                  <a:lnTo>
                    <a:pt x="113688" y="603849"/>
                  </a:lnTo>
                  <a:lnTo>
                    <a:pt x="111658" y="617892"/>
                  </a:lnTo>
                  <a:lnTo>
                    <a:pt x="109628" y="631935"/>
                  </a:lnTo>
                  <a:lnTo>
                    <a:pt x="107598" y="645978"/>
                  </a:lnTo>
                  <a:lnTo>
                    <a:pt x="105568" y="660021"/>
                  </a:lnTo>
                  <a:lnTo>
                    <a:pt x="103537" y="674064"/>
                  </a:lnTo>
                  <a:lnTo>
                    <a:pt x="101507" y="688107"/>
                  </a:lnTo>
                  <a:lnTo>
                    <a:pt x="99477" y="702150"/>
                  </a:lnTo>
                  <a:lnTo>
                    <a:pt x="97447" y="716193"/>
                  </a:lnTo>
                  <a:lnTo>
                    <a:pt x="95417" y="730236"/>
                  </a:lnTo>
                  <a:lnTo>
                    <a:pt x="93387" y="744279"/>
                  </a:lnTo>
                  <a:lnTo>
                    <a:pt x="91357" y="758322"/>
                  </a:lnTo>
                  <a:lnTo>
                    <a:pt x="89326" y="772365"/>
                  </a:lnTo>
                  <a:lnTo>
                    <a:pt x="87296" y="786408"/>
                  </a:lnTo>
                  <a:lnTo>
                    <a:pt x="85266" y="800451"/>
                  </a:lnTo>
                  <a:lnTo>
                    <a:pt x="83236" y="814494"/>
                  </a:lnTo>
                  <a:lnTo>
                    <a:pt x="81206" y="828537"/>
                  </a:lnTo>
                  <a:lnTo>
                    <a:pt x="79176" y="842580"/>
                  </a:lnTo>
                  <a:lnTo>
                    <a:pt x="77145" y="856623"/>
                  </a:lnTo>
                  <a:lnTo>
                    <a:pt x="75115" y="870666"/>
                  </a:lnTo>
                  <a:lnTo>
                    <a:pt x="73085" y="884709"/>
                  </a:lnTo>
                  <a:lnTo>
                    <a:pt x="71055" y="898752"/>
                  </a:lnTo>
                  <a:lnTo>
                    <a:pt x="69025" y="912795"/>
                  </a:lnTo>
                  <a:lnTo>
                    <a:pt x="66995" y="926838"/>
                  </a:lnTo>
                  <a:lnTo>
                    <a:pt x="64964" y="940881"/>
                  </a:lnTo>
                  <a:lnTo>
                    <a:pt x="62934" y="954924"/>
                  </a:lnTo>
                  <a:lnTo>
                    <a:pt x="60904" y="968967"/>
                  </a:lnTo>
                  <a:lnTo>
                    <a:pt x="58874" y="983010"/>
                  </a:lnTo>
                  <a:lnTo>
                    <a:pt x="56844" y="997053"/>
                  </a:lnTo>
                  <a:lnTo>
                    <a:pt x="54814" y="1011096"/>
                  </a:lnTo>
                  <a:lnTo>
                    <a:pt x="52784" y="1025139"/>
                  </a:lnTo>
                  <a:lnTo>
                    <a:pt x="50753" y="1039182"/>
                  </a:lnTo>
                  <a:lnTo>
                    <a:pt x="48723" y="1053225"/>
                  </a:lnTo>
                  <a:lnTo>
                    <a:pt x="46693" y="1067268"/>
                  </a:lnTo>
                  <a:lnTo>
                    <a:pt x="44663" y="1081311"/>
                  </a:lnTo>
                  <a:lnTo>
                    <a:pt x="42633" y="1095354"/>
                  </a:lnTo>
                  <a:lnTo>
                    <a:pt x="40603" y="1109397"/>
                  </a:lnTo>
                  <a:lnTo>
                    <a:pt x="38572" y="1123440"/>
                  </a:lnTo>
                  <a:lnTo>
                    <a:pt x="36542" y="1137483"/>
                  </a:lnTo>
                  <a:lnTo>
                    <a:pt x="34512" y="1151526"/>
                  </a:lnTo>
                  <a:lnTo>
                    <a:pt x="32482" y="1165569"/>
                  </a:lnTo>
                  <a:lnTo>
                    <a:pt x="30452" y="1179612"/>
                  </a:lnTo>
                  <a:lnTo>
                    <a:pt x="28422" y="1193655"/>
                  </a:lnTo>
                  <a:lnTo>
                    <a:pt x="26392" y="1207698"/>
                  </a:lnTo>
                  <a:lnTo>
                    <a:pt x="24361" y="1221741"/>
                  </a:lnTo>
                  <a:lnTo>
                    <a:pt x="22331" y="1235784"/>
                  </a:lnTo>
                  <a:lnTo>
                    <a:pt x="20301" y="1249827"/>
                  </a:lnTo>
                  <a:lnTo>
                    <a:pt x="18271" y="1263870"/>
                  </a:lnTo>
                  <a:lnTo>
                    <a:pt x="16241" y="1277913"/>
                  </a:lnTo>
                  <a:lnTo>
                    <a:pt x="14211" y="1291956"/>
                  </a:lnTo>
                  <a:lnTo>
                    <a:pt x="12180" y="1305999"/>
                  </a:lnTo>
                  <a:lnTo>
                    <a:pt x="10150" y="1320042"/>
                  </a:lnTo>
                  <a:lnTo>
                    <a:pt x="8120" y="1334085"/>
                  </a:lnTo>
                  <a:lnTo>
                    <a:pt x="6090" y="1348128"/>
                  </a:lnTo>
                  <a:lnTo>
                    <a:pt x="4060" y="1362171"/>
                  </a:lnTo>
                  <a:lnTo>
                    <a:pt x="2030" y="1376214"/>
                  </a:lnTo>
                  <a:lnTo>
                    <a:pt x="0" y="1390257"/>
                  </a:lnTo>
                </a:path>
              </a:pathLst>
            </a:custGeom>
            <a:ln w="23273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884001" y="3508799"/>
              <a:ext cx="967925" cy="262603"/>
            </a:xfrm>
            <a:custGeom>
              <a:avLst/>
              <a:pathLst>
                <a:path w="967925" h="262603">
                  <a:moveTo>
                    <a:pt x="967925" y="0"/>
                  </a:moveTo>
                  <a:lnTo>
                    <a:pt x="958148" y="2652"/>
                  </a:lnTo>
                  <a:lnTo>
                    <a:pt x="948371" y="5305"/>
                  </a:lnTo>
                  <a:lnTo>
                    <a:pt x="938594" y="7957"/>
                  </a:lnTo>
                  <a:lnTo>
                    <a:pt x="928817" y="10610"/>
                  </a:lnTo>
                  <a:lnTo>
                    <a:pt x="919040" y="13262"/>
                  </a:lnTo>
                  <a:lnTo>
                    <a:pt x="909263" y="15915"/>
                  </a:lnTo>
                  <a:lnTo>
                    <a:pt x="899486" y="18567"/>
                  </a:lnTo>
                  <a:lnTo>
                    <a:pt x="889709" y="21220"/>
                  </a:lnTo>
                  <a:lnTo>
                    <a:pt x="879932" y="23873"/>
                  </a:lnTo>
                  <a:lnTo>
                    <a:pt x="870155" y="26525"/>
                  </a:lnTo>
                  <a:lnTo>
                    <a:pt x="860378" y="29178"/>
                  </a:lnTo>
                  <a:lnTo>
                    <a:pt x="850601" y="31830"/>
                  </a:lnTo>
                  <a:lnTo>
                    <a:pt x="840824" y="34483"/>
                  </a:lnTo>
                  <a:lnTo>
                    <a:pt x="831047" y="37135"/>
                  </a:lnTo>
                  <a:lnTo>
                    <a:pt x="821270" y="39788"/>
                  </a:lnTo>
                  <a:lnTo>
                    <a:pt x="811493" y="42441"/>
                  </a:lnTo>
                  <a:lnTo>
                    <a:pt x="801716" y="45093"/>
                  </a:lnTo>
                  <a:lnTo>
                    <a:pt x="791939" y="47746"/>
                  </a:lnTo>
                  <a:lnTo>
                    <a:pt x="782162" y="50398"/>
                  </a:lnTo>
                  <a:lnTo>
                    <a:pt x="772385" y="53051"/>
                  </a:lnTo>
                  <a:lnTo>
                    <a:pt x="762608" y="55703"/>
                  </a:lnTo>
                  <a:lnTo>
                    <a:pt x="752831" y="58356"/>
                  </a:lnTo>
                  <a:lnTo>
                    <a:pt x="743054" y="61008"/>
                  </a:lnTo>
                  <a:lnTo>
                    <a:pt x="733277" y="63661"/>
                  </a:lnTo>
                  <a:lnTo>
                    <a:pt x="723499" y="66314"/>
                  </a:lnTo>
                  <a:lnTo>
                    <a:pt x="713722" y="68966"/>
                  </a:lnTo>
                  <a:lnTo>
                    <a:pt x="703945" y="71619"/>
                  </a:lnTo>
                  <a:lnTo>
                    <a:pt x="694168" y="74271"/>
                  </a:lnTo>
                  <a:lnTo>
                    <a:pt x="684391" y="76924"/>
                  </a:lnTo>
                  <a:lnTo>
                    <a:pt x="674614" y="79576"/>
                  </a:lnTo>
                  <a:lnTo>
                    <a:pt x="664837" y="82229"/>
                  </a:lnTo>
                  <a:lnTo>
                    <a:pt x="655060" y="84882"/>
                  </a:lnTo>
                  <a:lnTo>
                    <a:pt x="645283" y="87534"/>
                  </a:lnTo>
                  <a:lnTo>
                    <a:pt x="635506" y="90187"/>
                  </a:lnTo>
                  <a:lnTo>
                    <a:pt x="625729" y="92839"/>
                  </a:lnTo>
                  <a:lnTo>
                    <a:pt x="615952" y="95492"/>
                  </a:lnTo>
                  <a:lnTo>
                    <a:pt x="606175" y="98144"/>
                  </a:lnTo>
                  <a:lnTo>
                    <a:pt x="596398" y="100797"/>
                  </a:lnTo>
                  <a:lnTo>
                    <a:pt x="586621" y="103450"/>
                  </a:lnTo>
                  <a:lnTo>
                    <a:pt x="576844" y="106102"/>
                  </a:lnTo>
                  <a:lnTo>
                    <a:pt x="567067" y="108755"/>
                  </a:lnTo>
                  <a:lnTo>
                    <a:pt x="557290" y="111407"/>
                  </a:lnTo>
                  <a:lnTo>
                    <a:pt x="547513" y="114060"/>
                  </a:lnTo>
                  <a:lnTo>
                    <a:pt x="537736" y="116712"/>
                  </a:lnTo>
                  <a:lnTo>
                    <a:pt x="527959" y="119365"/>
                  </a:lnTo>
                  <a:lnTo>
                    <a:pt x="518182" y="122017"/>
                  </a:lnTo>
                  <a:lnTo>
                    <a:pt x="508405" y="124670"/>
                  </a:lnTo>
                  <a:lnTo>
                    <a:pt x="498628" y="127323"/>
                  </a:lnTo>
                  <a:lnTo>
                    <a:pt x="488851" y="129975"/>
                  </a:lnTo>
                  <a:lnTo>
                    <a:pt x="479074" y="132628"/>
                  </a:lnTo>
                  <a:lnTo>
                    <a:pt x="469297" y="135280"/>
                  </a:lnTo>
                  <a:lnTo>
                    <a:pt x="459520" y="137933"/>
                  </a:lnTo>
                  <a:lnTo>
                    <a:pt x="449743" y="140585"/>
                  </a:lnTo>
                  <a:lnTo>
                    <a:pt x="439966" y="143238"/>
                  </a:lnTo>
                  <a:lnTo>
                    <a:pt x="430189" y="145891"/>
                  </a:lnTo>
                  <a:lnTo>
                    <a:pt x="420412" y="148543"/>
                  </a:lnTo>
                  <a:lnTo>
                    <a:pt x="410635" y="151196"/>
                  </a:lnTo>
                  <a:lnTo>
                    <a:pt x="400858" y="153848"/>
                  </a:lnTo>
                  <a:lnTo>
                    <a:pt x="391081" y="156501"/>
                  </a:lnTo>
                  <a:lnTo>
                    <a:pt x="381304" y="159153"/>
                  </a:lnTo>
                  <a:lnTo>
                    <a:pt x="371527" y="161806"/>
                  </a:lnTo>
                  <a:lnTo>
                    <a:pt x="361749" y="164458"/>
                  </a:lnTo>
                  <a:lnTo>
                    <a:pt x="351972" y="167111"/>
                  </a:lnTo>
                  <a:lnTo>
                    <a:pt x="342195" y="169764"/>
                  </a:lnTo>
                  <a:lnTo>
                    <a:pt x="332418" y="172416"/>
                  </a:lnTo>
                  <a:lnTo>
                    <a:pt x="322641" y="175069"/>
                  </a:lnTo>
                  <a:lnTo>
                    <a:pt x="312864" y="177721"/>
                  </a:lnTo>
                  <a:lnTo>
                    <a:pt x="303087" y="180374"/>
                  </a:lnTo>
                  <a:lnTo>
                    <a:pt x="293310" y="183026"/>
                  </a:lnTo>
                  <a:lnTo>
                    <a:pt x="283533" y="185679"/>
                  </a:lnTo>
                  <a:lnTo>
                    <a:pt x="273756" y="188332"/>
                  </a:lnTo>
                  <a:lnTo>
                    <a:pt x="263979" y="190984"/>
                  </a:lnTo>
                  <a:lnTo>
                    <a:pt x="254202" y="193637"/>
                  </a:lnTo>
                  <a:lnTo>
                    <a:pt x="244425" y="196289"/>
                  </a:lnTo>
                  <a:lnTo>
                    <a:pt x="234648" y="198942"/>
                  </a:lnTo>
                  <a:lnTo>
                    <a:pt x="224871" y="201594"/>
                  </a:lnTo>
                  <a:lnTo>
                    <a:pt x="215094" y="204247"/>
                  </a:lnTo>
                  <a:lnTo>
                    <a:pt x="205317" y="206900"/>
                  </a:lnTo>
                  <a:lnTo>
                    <a:pt x="195540" y="209552"/>
                  </a:lnTo>
                  <a:lnTo>
                    <a:pt x="185763" y="212205"/>
                  </a:lnTo>
                  <a:lnTo>
                    <a:pt x="175986" y="214857"/>
                  </a:lnTo>
                  <a:lnTo>
                    <a:pt x="166209" y="217510"/>
                  </a:lnTo>
                  <a:lnTo>
                    <a:pt x="156432" y="220162"/>
                  </a:lnTo>
                  <a:lnTo>
                    <a:pt x="146655" y="222815"/>
                  </a:lnTo>
                  <a:lnTo>
                    <a:pt x="136878" y="225467"/>
                  </a:lnTo>
                  <a:lnTo>
                    <a:pt x="127101" y="228120"/>
                  </a:lnTo>
                  <a:lnTo>
                    <a:pt x="117324" y="230773"/>
                  </a:lnTo>
                  <a:lnTo>
                    <a:pt x="107547" y="233425"/>
                  </a:lnTo>
                  <a:lnTo>
                    <a:pt x="97770" y="236078"/>
                  </a:lnTo>
                  <a:lnTo>
                    <a:pt x="87993" y="238730"/>
                  </a:lnTo>
                  <a:lnTo>
                    <a:pt x="78216" y="241383"/>
                  </a:lnTo>
                  <a:lnTo>
                    <a:pt x="68439" y="244035"/>
                  </a:lnTo>
                  <a:lnTo>
                    <a:pt x="58662" y="246688"/>
                  </a:lnTo>
                  <a:lnTo>
                    <a:pt x="48885" y="249341"/>
                  </a:lnTo>
                  <a:lnTo>
                    <a:pt x="39108" y="251993"/>
                  </a:lnTo>
                  <a:lnTo>
                    <a:pt x="29331" y="254646"/>
                  </a:lnTo>
                  <a:lnTo>
                    <a:pt x="19554" y="257298"/>
                  </a:lnTo>
                  <a:lnTo>
                    <a:pt x="9777" y="259951"/>
                  </a:lnTo>
                  <a:lnTo>
                    <a:pt x="0" y="262603"/>
                  </a:lnTo>
                </a:path>
              </a:pathLst>
            </a:custGeom>
            <a:ln w="23306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65737" y="6270235"/>
              <a:ext cx="332319" cy="658846"/>
            </a:xfrm>
            <a:custGeom>
              <a:avLst/>
              <a:pathLst>
                <a:path w="332319" h="658846">
                  <a:moveTo>
                    <a:pt x="332319" y="0"/>
                  </a:moveTo>
                  <a:lnTo>
                    <a:pt x="328962" y="6655"/>
                  </a:lnTo>
                  <a:lnTo>
                    <a:pt x="325605" y="13310"/>
                  </a:lnTo>
                  <a:lnTo>
                    <a:pt x="322249" y="19965"/>
                  </a:lnTo>
                  <a:lnTo>
                    <a:pt x="318892" y="26620"/>
                  </a:lnTo>
                  <a:lnTo>
                    <a:pt x="315535" y="33275"/>
                  </a:lnTo>
                  <a:lnTo>
                    <a:pt x="312178" y="39930"/>
                  </a:lnTo>
                  <a:lnTo>
                    <a:pt x="308822" y="46585"/>
                  </a:lnTo>
                  <a:lnTo>
                    <a:pt x="305465" y="53240"/>
                  </a:lnTo>
                  <a:lnTo>
                    <a:pt x="302108" y="59895"/>
                  </a:lnTo>
                  <a:lnTo>
                    <a:pt x="298751" y="66550"/>
                  </a:lnTo>
                  <a:lnTo>
                    <a:pt x="295395" y="73205"/>
                  </a:lnTo>
                  <a:lnTo>
                    <a:pt x="292038" y="79860"/>
                  </a:lnTo>
                  <a:lnTo>
                    <a:pt x="288681" y="86515"/>
                  </a:lnTo>
                  <a:lnTo>
                    <a:pt x="285324" y="93170"/>
                  </a:lnTo>
                  <a:lnTo>
                    <a:pt x="281968" y="99825"/>
                  </a:lnTo>
                  <a:lnTo>
                    <a:pt x="278611" y="106480"/>
                  </a:lnTo>
                  <a:lnTo>
                    <a:pt x="275254" y="113135"/>
                  </a:lnTo>
                  <a:lnTo>
                    <a:pt x="271897" y="119790"/>
                  </a:lnTo>
                  <a:lnTo>
                    <a:pt x="268540" y="126445"/>
                  </a:lnTo>
                  <a:lnTo>
                    <a:pt x="265184" y="133100"/>
                  </a:lnTo>
                  <a:lnTo>
                    <a:pt x="261827" y="139755"/>
                  </a:lnTo>
                  <a:lnTo>
                    <a:pt x="258470" y="146410"/>
                  </a:lnTo>
                  <a:lnTo>
                    <a:pt x="255113" y="153065"/>
                  </a:lnTo>
                  <a:lnTo>
                    <a:pt x="251757" y="159720"/>
                  </a:lnTo>
                  <a:lnTo>
                    <a:pt x="248400" y="166375"/>
                  </a:lnTo>
                  <a:lnTo>
                    <a:pt x="245043" y="173030"/>
                  </a:lnTo>
                  <a:lnTo>
                    <a:pt x="241686" y="179685"/>
                  </a:lnTo>
                  <a:lnTo>
                    <a:pt x="238330" y="186340"/>
                  </a:lnTo>
                  <a:lnTo>
                    <a:pt x="234973" y="192995"/>
                  </a:lnTo>
                  <a:lnTo>
                    <a:pt x="231616" y="199650"/>
                  </a:lnTo>
                  <a:lnTo>
                    <a:pt x="228259" y="206305"/>
                  </a:lnTo>
                  <a:lnTo>
                    <a:pt x="224903" y="212960"/>
                  </a:lnTo>
                  <a:lnTo>
                    <a:pt x="221546" y="219615"/>
                  </a:lnTo>
                  <a:lnTo>
                    <a:pt x="218189" y="226270"/>
                  </a:lnTo>
                  <a:lnTo>
                    <a:pt x="214832" y="232925"/>
                  </a:lnTo>
                  <a:lnTo>
                    <a:pt x="211476" y="239580"/>
                  </a:lnTo>
                  <a:lnTo>
                    <a:pt x="208119" y="246235"/>
                  </a:lnTo>
                  <a:lnTo>
                    <a:pt x="204762" y="252890"/>
                  </a:lnTo>
                  <a:lnTo>
                    <a:pt x="201405" y="259545"/>
                  </a:lnTo>
                  <a:lnTo>
                    <a:pt x="198048" y="266200"/>
                  </a:lnTo>
                  <a:lnTo>
                    <a:pt x="194692" y="272855"/>
                  </a:lnTo>
                  <a:lnTo>
                    <a:pt x="191335" y="279510"/>
                  </a:lnTo>
                  <a:lnTo>
                    <a:pt x="187978" y="286165"/>
                  </a:lnTo>
                  <a:lnTo>
                    <a:pt x="184621" y="292820"/>
                  </a:lnTo>
                  <a:lnTo>
                    <a:pt x="181265" y="299475"/>
                  </a:lnTo>
                  <a:lnTo>
                    <a:pt x="177908" y="306130"/>
                  </a:lnTo>
                  <a:lnTo>
                    <a:pt x="174551" y="312785"/>
                  </a:lnTo>
                  <a:lnTo>
                    <a:pt x="171194" y="319440"/>
                  </a:lnTo>
                  <a:lnTo>
                    <a:pt x="167838" y="326095"/>
                  </a:lnTo>
                  <a:lnTo>
                    <a:pt x="164481" y="332750"/>
                  </a:lnTo>
                  <a:lnTo>
                    <a:pt x="161124" y="339405"/>
                  </a:lnTo>
                  <a:lnTo>
                    <a:pt x="157767" y="346060"/>
                  </a:lnTo>
                  <a:lnTo>
                    <a:pt x="154411" y="352715"/>
                  </a:lnTo>
                  <a:lnTo>
                    <a:pt x="151054" y="359370"/>
                  </a:lnTo>
                  <a:lnTo>
                    <a:pt x="147697" y="366025"/>
                  </a:lnTo>
                  <a:lnTo>
                    <a:pt x="144340" y="372680"/>
                  </a:lnTo>
                  <a:lnTo>
                    <a:pt x="140984" y="379335"/>
                  </a:lnTo>
                  <a:lnTo>
                    <a:pt x="137627" y="385990"/>
                  </a:lnTo>
                  <a:lnTo>
                    <a:pt x="134270" y="392645"/>
                  </a:lnTo>
                  <a:lnTo>
                    <a:pt x="130913" y="399300"/>
                  </a:lnTo>
                  <a:lnTo>
                    <a:pt x="127556" y="405955"/>
                  </a:lnTo>
                  <a:lnTo>
                    <a:pt x="124200" y="412610"/>
                  </a:lnTo>
                  <a:lnTo>
                    <a:pt x="120843" y="419265"/>
                  </a:lnTo>
                  <a:lnTo>
                    <a:pt x="117486" y="425920"/>
                  </a:lnTo>
                  <a:lnTo>
                    <a:pt x="114129" y="432575"/>
                  </a:lnTo>
                  <a:lnTo>
                    <a:pt x="110773" y="439230"/>
                  </a:lnTo>
                  <a:lnTo>
                    <a:pt x="107416" y="445885"/>
                  </a:lnTo>
                  <a:lnTo>
                    <a:pt x="104059" y="452540"/>
                  </a:lnTo>
                  <a:lnTo>
                    <a:pt x="100702" y="459195"/>
                  </a:lnTo>
                  <a:lnTo>
                    <a:pt x="97346" y="465850"/>
                  </a:lnTo>
                  <a:lnTo>
                    <a:pt x="93989" y="472505"/>
                  </a:lnTo>
                  <a:lnTo>
                    <a:pt x="90632" y="479160"/>
                  </a:lnTo>
                  <a:lnTo>
                    <a:pt x="87275" y="485815"/>
                  </a:lnTo>
                  <a:lnTo>
                    <a:pt x="83919" y="492470"/>
                  </a:lnTo>
                  <a:lnTo>
                    <a:pt x="80562" y="499125"/>
                  </a:lnTo>
                  <a:lnTo>
                    <a:pt x="77205" y="505780"/>
                  </a:lnTo>
                  <a:lnTo>
                    <a:pt x="73848" y="512435"/>
                  </a:lnTo>
                  <a:lnTo>
                    <a:pt x="70492" y="519090"/>
                  </a:lnTo>
                  <a:lnTo>
                    <a:pt x="67135" y="525745"/>
                  </a:lnTo>
                  <a:lnTo>
                    <a:pt x="63778" y="532400"/>
                  </a:lnTo>
                  <a:lnTo>
                    <a:pt x="60421" y="539055"/>
                  </a:lnTo>
                  <a:lnTo>
                    <a:pt x="57064" y="545710"/>
                  </a:lnTo>
                  <a:lnTo>
                    <a:pt x="53708" y="552365"/>
                  </a:lnTo>
                  <a:lnTo>
                    <a:pt x="50351" y="559020"/>
                  </a:lnTo>
                  <a:lnTo>
                    <a:pt x="46994" y="565675"/>
                  </a:lnTo>
                  <a:lnTo>
                    <a:pt x="43637" y="572330"/>
                  </a:lnTo>
                  <a:lnTo>
                    <a:pt x="40281" y="578985"/>
                  </a:lnTo>
                  <a:lnTo>
                    <a:pt x="36924" y="585640"/>
                  </a:lnTo>
                  <a:lnTo>
                    <a:pt x="33567" y="592295"/>
                  </a:lnTo>
                  <a:lnTo>
                    <a:pt x="30210" y="598950"/>
                  </a:lnTo>
                  <a:lnTo>
                    <a:pt x="26854" y="605605"/>
                  </a:lnTo>
                  <a:lnTo>
                    <a:pt x="23497" y="612260"/>
                  </a:lnTo>
                  <a:lnTo>
                    <a:pt x="20140" y="618915"/>
                  </a:lnTo>
                  <a:lnTo>
                    <a:pt x="16783" y="625570"/>
                  </a:lnTo>
                  <a:lnTo>
                    <a:pt x="13427" y="632226"/>
                  </a:lnTo>
                  <a:lnTo>
                    <a:pt x="10070" y="638881"/>
                  </a:lnTo>
                  <a:lnTo>
                    <a:pt x="6713" y="645536"/>
                  </a:lnTo>
                  <a:lnTo>
                    <a:pt x="3356" y="652191"/>
                  </a:lnTo>
                  <a:lnTo>
                    <a:pt x="0" y="658846"/>
                  </a:lnTo>
                </a:path>
              </a:pathLst>
            </a:custGeom>
            <a:ln w="36842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112734" y="5304240"/>
              <a:ext cx="660926" cy="933787"/>
            </a:xfrm>
            <a:custGeom>
              <a:avLst/>
              <a:pathLst>
                <a:path w="660926" h="933787">
                  <a:moveTo>
                    <a:pt x="0" y="0"/>
                  </a:moveTo>
                  <a:lnTo>
                    <a:pt x="6676" y="9432"/>
                  </a:lnTo>
                  <a:lnTo>
                    <a:pt x="13352" y="18864"/>
                  </a:lnTo>
                  <a:lnTo>
                    <a:pt x="20028" y="28296"/>
                  </a:lnTo>
                  <a:lnTo>
                    <a:pt x="26704" y="37728"/>
                  </a:lnTo>
                  <a:lnTo>
                    <a:pt x="33380" y="47161"/>
                  </a:lnTo>
                  <a:lnTo>
                    <a:pt x="40056" y="56593"/>
                  </a:lnTo>
                  <a:lnTo>
                    <a:pt x="46732" y="66025"/>
                  </a:lnTo>
                  <a:lnTo>
                    <a:pt x="53408" y="75457"/>
                  </a:lnTo>
                  <a:lnTo>
                    <a:pt x="60084" y="84889"/>
                  </a:lnTo>
                  <a:lnTo>
                    <a:pt x="66760" y="94322"/>
                  </a:lnTo>
                  <a:lnTo>
                    <a:pt x="73436" y="103754"/>
                  </a:lnTo>
                  <a:lnTo>
                    <a:pt x="80112" y="113186"/>
                  </a:lnTo>
                  <a:lnTo>
                    <a:pt x="86788" y="122618"/>
                  </a:lnTo>
                  <a:lnTo>
                    <a:pt x="93464" y="132050"/>
                  </a:lnTo>
                  <a:lnTo>
                    <a:pt x="100140" y="141483"/>
                  </a:lnTo>
                  <a:lnTo>
                    <a:pt x="106816" y="150915"/>
                  </a:lnTo>
                  <a:lnTo>
                    <a:pt x="113492" y="160347"/>
                  </a:lnTo>
                  <a:lnTo>
                    <a:pt x="120168" y="169779"/>
                  </a:lnTo>
                  <a:lnTo>
                    <a:pt x="126844" y="179211"/>
                  </a:lnTo>
                  <a:lnTo>
                    <a:pt x="133520" y="188644"/>
                  </a:lnTo>
                  <a:lnTo>
                    <a:pt x="140196" y="198076"/>
                  </a:lnTo>
                  <a:lnTo>
                    <a:pt x="146872" y="207508"/>
                  </a:lnTo>
                  <a:lnTo>
                    <a:pt x="153548" y="216940"/>
                  </a:lnTo>
                  <a:lnTo>
                    <a:pt x="160224" y="226372"/>
                  </a:lnTo>
                  <a:lnTo>
                    <a:pt x="166900" y="235805"/>
                  </a:lnTo>
                  <a:lnTo>
                    <a:pt x="173576" y="245237"/>
                  </a:lnTo>
                  <a:lnTo>
                    <a:pt x="180252" y="254669"/>
                  </a:lnTo>
                  <a:lnTo>
                    <a:pt x="186928" y="264101"/>
                  </a:lnTo>
                  <a:lnTo>
                    <a:pt x="193604" y="273533"/>
                  </a:lnTo>
                  <a:lnTo>
                    <a:pt x="200280" y="282966"/>
                  </a:lnTo>
                  <a:lnTo>
                    <a:pt x="206956" y="292398"/>
                  </a:lnTo>
                  <a:lnTo>
                    <a:pt x="213632" y="301830"/>
                  </a:lnTo>
                  <a:lnTo>
                    <a:pt x="220308" y="311262"/>
                  </a:lnTo>
                  <a:lnTo>
                    <a:pt x="226984" y="320694"/>
                  </a:lnTo>
                  <a:lnTo>
                    <a:pt x="233660" y="330127"/>
                  </a:lnTo>
                  <a:lnTo>
                    <a:pt x="240336" y="339559"/>
                  </a:lnTo>
                  <a:lnTo>
                    <a:pt x="247012" y="348991"/>
                  </a:lnTo>
                  <a:lnTo>
                    <a:pt x="253688" y="358423"/>
                  </a:lnTo>
                  <a:lnTo>
                    <a:pt x="260365" y="367855"/>
                  </a:lnTo>
                  <a:lnTo>
                    <a:pt x="267041" y="377288"/>
                  </a:lnTo>
                  <a:lnTo>
                    <a:pt x="273717" y="386720"/>
                  </a:lnTo>
                  <a:lnTo>
                    <a:pt x="280393" y="396152"/>
                  </a:lnTo>
                  <a:lnTo>
                    <a:pt x="287069" y="405584"/>
                  </a:lnTo>
                  <a:lnTo>
                    <a:pt x="293745" y="415016"/>
                  </a:lnTo>
                  <a:lnTo>
                    <a:pt x="300421" y="424449"/>
                  </a:lnTo>
                  <a:lnTo>
                    <a:pt x="307097" y="433881"/>
                  </a:lnTo>
                  <a:lnTo>
                    <a:pt x="313773" y="443313"/>
                  </a:lnTo>
                  <a:lnTo>
                    <a:pt x="320449" y="452745"/>
                  </a:lnTo>
                  <a:lnTo>
                    <a:pt x="327125" y="462177"/>
                  </a:lnTo>
                  <a:lnTo>
                    <a:pt x="333801" y="471610"/>
                  </a:lnTo>
                  <a:lnTo>
                    <a:pt x="340477" y="481042"/>
                  </a:lnTo>
                  <a:lnTo>
                    <a:pt x="347153" y="490474"/>
                  </a:lnTo>
                  <a:lnTo>
                    <a:pt x="353829" y="499906"/>
                  </a:lnTo>
                  <a:lnTo>
                    <a:pt x="360505" y="509338"/>
                  </a:lnTo>
                  <a:lnTo>
                    <a:pt x="367181" y="518771"/>
                  </a:lnTo>
                  <a:lnTo>
                    <a:pt x="373857" y="528203"/>
                  </a:lnTo>
                  <a:lnTo>
                    <a:pt x="380533" y="537635"/>
                  </a:lnTo>
                  <a:lnTo>
                    <a:pt x="387209" y="547067"/>
                  </a:lnTo>
                  <a:lnTo>
                    <a:pt x="393885" y="556499"/>
                  </a:lnTo>
                  <a:lnTo>
                    <a:pt x="400561" y="565932"/>
                  </a:lnTo>
                  <a:lnTo>
                    <a:pt x="407237" y="575364"/>
                  </a:lnTo>
                  <a:lnTo>
                    <a:pt x="413913" y="584796"/>
                  </a:lnTo>
                  <a:lnTo>
                    <a:pt x="420589" y="594228"/>
                  </a:lnTo>
                  <a:lnTo>
                    <a:pt x="427265" y="603660"/>
                  </a:lnTo>
                  <a:lnTo>
                    <a:pt x="433941" y="613093"/>
                  </a:lnTo>
                  <a:lnTo>
                    <a:pt x="440617" y="622525"/>
                  </a:lnTo>
                  <a:lnTo>
                    <a:pt x="447293" y="631957"/>
                  </a:lnTo>
                  <a:lnTo>
                    <a:pt x="453969" y="641389"/>
                  </a:lnTo>
                  <a:lnTo>
                    <a:pt x="460645" y="650821"/>
                  </a:lnTo>
                  <a:lnTo>
                    <a:pt x="467321" y="660254"/>
                  </a:lnTo>
                  <a:lnTo>
                    <a:pt x="473997" y="669686"/>
                  </a:lnTo>
                  <a:lnTo>
                    <a:pt x="480673" y="679118"/>
                  </a:lnTo>
                  <a:lnTo>
                    <a:pt x="487349" y="688550"/>
                  </a:lnTo>
                  <a:lnTo>
                    <a:pt x="494025" y="697982"/>
                  </a:lnTo>
                  <a:lnTo>
                    <a:pt x="500701" y="707415"/>
                  </a:lnTo>
                  <a:lnTo>
                    <a:pt x="507377" y="716847"/>
                  </a:lnTo>
                  <a:lnTo>
                    <a:pt x="514053" y="726279"/>
                  </a:lnTo>
                  <a:lnTo>
                    <a:pt x="520730" y="735711"/>
                  </a:lnTo>
                  <a:lnTo>
                    <a:pt x="527406" y="745143"/>
                  </a:lnTo>
                  <a:lnTo>
                    <a:pt x="534082" y="754576"/>
                  </a:lnTo>
                  <a:lnTo>
                    <a:pt x="540758" y="764008"/>
                  </a:lnTo>
                  <a:lnTo>
                    <a:pt x="547434" y="773440"/>
                  </a:lnTo>
                  <a:lnTo>
                    <a:pt x="554110" y="782872"/>
                  </a:lnTo>
                  <a:lnTo>
                    <a:pt x="560786" y="792304"/>
                  </a:lnTo>
                  <a:lnTo>
                    <a:pt x="567462" y="801737"/>
                  </a:lnTo>
                  <a:lnTo>
                    <a:pt x="574138" y="811169"/>
                  </a:lnTo>
                  <a:lnTo>
                    <a:pt x="580814" y="820601"/>
                  </a:lnTo>
                  <a:lnTo>
                    <a:pt x="587490" y="830033"/>
                  </a:lnTo>
                  <a:lnTo>
                    <a:pt x="594166" y="839465"/>
                  </a:lnTo>
                  <a:lnTo>
                    <a:pt x="600842" y="848898"/>
                  </a:lnTo>
                  <a:lnTo>
                    <a:pt x="607518" y="858330"/>
                  </a:lnTo>
                  <a:lnTo>
                    <a:pt x="614194" y="867762"/>
                  </a:lnTo>
                  <a:lnTo>
                    <a:pt x="620870" y="877194"/>
                  </a:lnTo>
                  <a:lnTo>
                    <a:pt x="627546" y="886626"/>
                  </a:lnTo>
                  <a:lnTo>
                    <a:pt x="634222" y="896059"/>
                  </a:lnTo>
                  <a:lnTo>
                    <a:pt x="640898" y="905491"/>
                  </a:lnTo>
                  <a:lnTo>
                    <a:pt x="647574" y="914923"/>
                  </a:lnTo>
                  <a:lnTo>
                    <a:pt x="654250" y="924355"/>
                  </a:lnTo>
                  <a:lnTo>
                    <a:pt x="660926" y="933787"/>
                  </a:lnTo>
                </a:path>
              </a:pathLst>
            </a:custGeom>
            <a:ln w="22581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243231" y="5304240"/>
              <a:ext cx="869502" cy="460800"/>
            </a:xfrm>
            <a:custGeom>
              <a:avLst/>
              <a:pathLst>
                <a:path w="869502" h="460800">
                  <a:moveTo>
                    <a:pt x="869502" y="0"/>
                  </a:moveTo>
                  <a:lnTo>
                    <a:pt x="860720" y="4654"/>
                  </a:lnTo>
                  <a:lnTo>
                    <a:pt x="851937" y="9309"/>
                  </a:lnTo>
                  <a:lnTo>
                    <a:pt x="843154" y="13963"/>
                  </a:lnTo>
                  <a:lnTo>
                    <a:pt x="834371" y="18618"/>
                  </a:lnTo>
                  <a:lnTo>
                    <a:pt x="825588" y="23272"/>
                  </a:lnTo>
                  <a:lnTo>
                    <a:pt x="816805" y="27927"/>
                  </a:lnTo>
                  <a:lnTo>
                    <a:pt x="808022" y="32581"/>
                  </a:lnTo>
                  <a:lnTo>
                    <a:pt x="799240" y="37236"/>
                  </a:lnTo>
                  <a:lnTo>
                    <a:pt x="790457" y="41890"/>
                  </a:lnTo>
                  <a:lnTo>
                    <a:pt x="781674" y="46545"/>
                  </a:lnTo>
                  <a:lnTo>
                    <a:pt x="772891" y="51200"/>
                  </a:lnTo>
                  <a:lnTo>
                    <a:pt x="764108" y="55854"/>
                  </a:lnTo>
                  <a:lnTo>
                    <a:pt x="755325" y="60509"/>
                  </a:lnTo>
                  <a:lnTo>
                    <a:pt x="746542" y="65163"/>
                  </a:lnTo>
                  <a:lnTo>
                    <a:pt x="737760" y="69818"/>
                  </a:lnTo>
                  <a:lnTo>
                    <a:pt x="728977" y="74472"/>
                  </a:lnTo>
                  <a:lnTo>
                    <a:pt x="720194" y="79127"/>
                  </a:lnTo>
                  <a:lnTo>
                    <a:pt x="711411" y="83781"/>
                  </a:lnTo>
                  <a:lnTo>
                    <a:pt x="702628" y="88436"/>
                  </a:lnTo>
                  <a:lnTo>
                    <a:pt x="693845" y="93090"/>
                  </a:lnTo>
                  <a:lnTo>
                    <a:pt x="685062" y="97745"/>
                  </a:lnTo>
                  <a:lnTo>
                    <a:pt x="676280" y="102400"/>
                  </a:lnTo>
                  <a:lnTo>
                    <a:pt x="667497" y="107054"/>
                  </a:lnTo>
                  <a:lnTo>
                    <a:pt x="658714" y="111709"/>
                  </a:lnTo>
                  <a:lnTo>
                    <a:pt x="649931" y="116363"/>
                  </a:lnTo>
                  <a:lnTo>
                    <a:pt x="641148" y="121018"/>
                  </a:lnTo>
                  <a:lnTo>
                    <a:pt x="632365" y="125672"/>
                  </a:lnTo>
                  <a:lnTo>
                    <a:pt x="623582" y="130327"/>
                  </a:lnTo>
                  <a:lnTo>
                    <a:pt x="614800" y="134981"/>
                  </a:lnTo>
                  <a:lnTo>
                    <a:pt x="606017" y="139636"/>
                  </a:lnTo>
                  <a:lnTo>
                    <a:pt x="597234" y="144290"/>
                  </a:lnTo>
                  <a:lnTo>
                    <a:pt x="588451" y="148945"/>
                  </a:lnTo>
                  <a:lnTo>
                    <a:pt x="579668" y="153600"/>
                  </a:lnTo>
                  <a:lnTo>
                    <a:pt x="570885" y="158254"/>
                  </a:lnTo>
                  <a:lnTo>
                    <a:pt x="562102" y="162909"/>
                  </a:lnTo>
                  <a:lnTo>
                    <a:pt x="553320" y="167563"/>
                  </a:lnTo>
                  <a:lnTo>
                    <a:pt x="544537" y="172218"/>
                  </a:lnTo>
                  <a:lnTo>
                    <a:pt x="535754" y="176872"/>
                  </a:lnTo>
                  <a:lnTo>
                    <a:pt x="526971" y="181527"/>
                  </a:lnTo>
                  <a:lnTo>
                    <a:pt x="518188" y="186181"/>
                  </a:lnTo>
                  <a:lnTo>
                    <a:pt x="509405" y="190836"/>
                  </a:lnTo>
                  <a:lnTo>
                    <a:pt x="500622" y="195490"/>
                  </a:lnTo>
                  <a:lnTo>
                    <a:pt x="491840" y="200145"/>
                  </a:lnTo>
                  <a:lnTo>
                    <a:pt x="483057" y="204800"/>
                  </a:lnTo>
                  <a:lnTo>
                    <a:pt x="474274" y="209454"/>
                  </a:lnTo>
                  <a:lnTo>
                    <a:pt x="465491" y="214109"/>
                  </a:lnTo>
                  <a:lnTo>
                    <a:pt x="456708" y="218763"/>
                  </a:lnTo>
                  <a:lnTo>
                    <a:pt x="447925" y="223418"/>
                  </a:lnTo>
                  <a:lnTo>
                    <a:pt x="439142" y="228072"/>
                  </a:lnTo>
                  <a:lnTo>
                    <a:pt x="430360" y="232727"/>
                  </a:lnTo>
                  <a:lnTo>
                    <a:pt x="421577" y="237381"/>
                  </a:lnTo>
                  <a:lnTo>
                    <a:pt x="412794" y="242036"/>
                  </a:lnTo>
                  <a:lnTo>
                    <a:pt x="404011" y="246690"/>
                  </a:lnTo>
                  <a:lnTo>
                    <a:pt x="395228" y="251345"/>
                  </a:lnTo>
                  <a:lnTo>
                    <a:pt x="386445" y="256000"/>
                  </a:lnTo>
                  <a:lnTo>
                    <a:pt x="377662" y="260654"/>
                  </a:lnTo>
                  <a:lnTo>
                    <a:pt x="368880" y="265309"/>
                  </a:lnTo>
                  <a:lnTo>
                    <a:pt x="360097" y="269963"/>
                  </a:lnTo>
                  <a:lnTo>
                    <a:pt x="351314" y="274618"/>
                  </a:lnTo>
                  <a:lnTo>
                    <a:pt x="342531" y="279272"/>
                  </a:lnTo>
                  <a:lnTo>
                    <a:pt x="333748" y="283927"/>
                  </a:lnTo>
                  <a:lnTo>
                    <a:pt x="324965" y="288581"/>
                  </a:lnTo>
                  <a:lnTo>
                    <a:pt x="316182" y="293236"/>
                  </a:lnTo>
                  <a:lnTo>
                    <a:pt x="307400" y="297891"/>
                  </a:lnTo>
                  <a:lnTo>
                    <a:pt x="298617" y="302545"/>
                  </a:lnTo>
                  <a:lnTo>
                    <a:pt x="289834" y="307200"/>
                  </a:lnTo>
                  <a:lnTo>
                    <a:pt x="281051" y="311854"/>
                  </a:lnTo>
                  <a:lnTo>
                    <a:pt x="272268" y="316509"/>
                  </a:lnTo>
                  <a:lnTo>
                    <a:pt x="263485" y="321163"/>
                  </a:lnTo>
                  <a:lnTo>
                    <a:pt x="254702" y="325818"/>
                  </a:lnTo>
                  <a:lnTo>
                    <a:pt x="245920" y="330472"/>
                  </a:lnTo>
                  <a:lnTo>
                    <a:pt x="237137" y="335127"/>
                  </a:lnTo>
                  <a:lnTo>
                    <a:pt x="228354" y="339781"/>
                  </a:lnTo>
                  <a:lnTo>
                    <a:pt x="219571" y="344436"/>
                  </a:lnTo>
                  <a:lnTo>
                    <a:pt x="210788" y="349091"/>
                  </a:lnTo>
                  <a:lnTo>
                    <a:pt x="202005" y="353745"/>
                  </a:lnTo>
                  <a:lnTo>
                    <a:pt x="193222" y="358400"/>
                  </a:lnTo>
                  <a:lnTo>
                    <a:pt x="184440" y="363054"/>
                  </a:lnTo>
                  <a:lnTo>
                    <a:pt x="175657" y="367709"/>
                  </a:lnTo>
                  <a:lnTo>
                    <a:pt x="166874" y="372363"/>
                  </a:lnTo>
                  <a:lnTo>
                    <a:pt x="158091" y="377018"/>
                  </a:lnTo>
                  <a:lnTo>
                    <a:pt x="149308" y="381672"/>
                  </a:lnTo>
                  <a:lnTo>
                    <a:pt x="140525" y="386327"/>
                  </a:lnTo>
                  <a:lnTo>
                    <a:pt x="131742" y="390981"/>
                  </a:lnTo>
                  <a:lnTo>
                    <a:pt x="122960" y="395636"/>
                  </a:lnTo>
                  <a:lnTo>
                    <a:pt x="114177" y="400291"/>
                  </a:lnTo>
                  <a:lnTo>
                    <a:pt x="105394" y="404945"/>
                  </a:lnTo>
                  <a:lnTo>
                    <a:pt x="96611" y="409600"/>
                  </a:lnTo>
                  <a:lnTo>
                    <a:pt x="87828" y="414254"/>
                  </a:lnTo>
                  <a:lnTo>
                    <a:pt x="79045" y="418909"/>
                  </a:lnTo>
                  <a:lnTo>
                    <a:pt x="70262" y="423563"/>
                  </a:lnTo>
                  <a:lnTo>
                    <a:pt x="61480" y="428218"/>
                  </a:lnTo>
                  <a:lnTo>
                    <a:pt x="52697" y="432872"/>
                  </a:lnTo>
                  <a:lnTo>
                    <a:pt x="43914" y="437527"/>
                  </a:lnTo>
                  <a:lnTo>
                    <a:pt x="35131" y="442181"/>
                  </a:lnTo>
                  <a:lnTo>
                    <a:pt x="26348" y="446836"/>
                  </a:lnTo>
                  <a:lnTo>
                    <a:pt x="17565" y="451491"/>
                  </a:lnTo>
                  <a:lnTo>
                    <a:pt x="8782" y="456145"/>
                  </a:lnTo>
                  <a:lnTo>
                    <a:pt x="0" y="460800"/>
                  </a:lnTo>
                </a:path>
              </a:pathLst>
            </a:custGeom>
            <a:ln w="34070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718073" y="6404130"/>
              <a:ext cx="538706" cy="495974"/>
            </a:xfrm>
            <a:custGeom>
              <a:avLst/>
              <a:pathLst>
                <a:path w="538706" h="495974">
                  <a:moveTo>
                    <a:pt x="538706" y="495974"/>
                  </a:moveTo>
                  <a:lnTo>
                    <a:pt x="533265" y="490964"/>
                  </a:lnTo>
                  <a:lnTo>
                    <a:pt x="527823" y="485954"/>
                  </a:lnTo>
                  <a:lnTo>
                    <a:pt x="522382" y="480944"/>
                  </a:lnTo>
                  <a:lnTo>
                    <a:pt x="516940" y="475934"/>
                  </a:lnTo>
                  <a:lnTo>
                    <a:pt x="511499" y="470925"/>
                  </a:lnTo>
                  <a:lnTo>
                    <a:pt x="506057" y="465915"/>
                  </a:lnTo>
                  <a:lnTo>
                    <a:pt x="500616" y="460905"/>
                  </a:lnTo>
                  <a:lnTo>
                    <a:pt x="495174" y="455895"/>
                  </a:lnTo>
                  <a:lnTo>
                    <a:pt x="489733" y="450885"/>
                  </a:lnTo>
                  <a:lnTo>
                    <a:pt x="484291" y="445875"/>
                  </a:lnTo>
                  <a:lnTo>
                    <a:pt x="478850" y="440866"/>
                  </a:lnTo>
                  <a:lnTo>
                    <a:pt x="473408" y="435856"/>
                  </a:lnTo>
                  <a:lnTo>
                    <a:pt x="467967" y="430846"/>
                  </a:lnTo>
                  <a:lnTo>
                    <a:pt x="462525" y="425836"/>
                  </a:lnTo>
                  <a:lnTo>
                    <a:pt x="457084" y="420826"/>
                  </a:lnTo>
                  <a:lnTo>
                    <a:pt x="451642" y="415816"/>
                  </a:lnTo>
                  <a:lnTo>
                    <a:pt x="446201" y="410806"/>
                  </a:lnTo>
                  <a:lnTo>
                    <a:pt x="440759" y="405797"/>
                  </a:lnTo>
                  <a:lnTo>
                    <a:pt x="435318" y="400787"/>
                  </a:lnTo>
                  <a:lnTo>
                    <a:pt x="429877" y="395777"/>
                  </a:lnTo>
                  <a:lnTo>
                    <a:pt x="424435" y="390767"/>
                  </a:lnTo>
                  <a:lnTo>
                    <a:pt x="418994" y="385757"/>
                  </a:lnTo>
                  <a:lnTo>
                    <a:pt x="413552" y="380747"/>
                  </a:lnTo>
                  <a:lnTo>
                    <a:pt x="408111" y="375738"/>
                  </a:lnTo>
                  <a:lnTo>
                    <a:pt x="402669" y="370728"/>
                  </a:lnTo>
                  <a:lnTo>
                    <a:pt x="397228" y="365718"/>
                  </a:lnTo>
                  <a:lnTo>
                    <a:pt x="391786" y="360708"/>
                  </a:lnTo>
                  <a:lnTo>
                    <a:pt x="386345" y="355698"/>
                  </a:lnTo>
                  <a:lnTo>
                    <a:pt x="380903" y="350688"/>
                  </a:lnTo>
                  <a:lnTo>
                    <a:pt x="375462" y="345679"/>
                  </a:lnTo>
                  <a:lnTo>
                    <a:pt x="370020" y="340669"/>
                  </a:lnTo>
                  <a:lnTo>
                    <a:pt x="364579" y="335659"/>
                  </a:lnTo>
                  <a:lnTo>
                    <a:pt x="359137" y="330649"/>
                  </a:lnTo>
                  <a:lnTo>
                    <a:pt x="353696" y="325639"/>
                  </a:lnTo>
                  <a:lnTo>
                    <a:pt x="348254" y="320629"/>
                  </a:lnTo>
                  <a:lnTo>
                    <a:pt x="342813" y="315620"/>
                  </a:lnTo>
                  <a:lnTo>
                    <a:pt x="337371" y="310610"/>
                  </a:lnTo>
                  <a:lnTo>
                    <a:pt x="331930" y="305600"/>
                  </a:lnTo>
                  <a:lnTo>
                    <a:pt x="326488" y="300590"/>
                  </a:lnTo>
                  <a:lnTo>
                    <a:pt x="321047" y="295580"/>
                  </a:lnTo>
                  <a:lnTo>
                    <a:pt x="315605" y="290570"/>
                  </a:lnTo>
                  <a:lnTo>
                    <a:pt x="310164" y="285560"/>
                  </a:lnTo>
                  <a:lnTo>
                    <a:pt x="304722" y="280551"/>
                  </a:lnTo>
                  <a:lnTo>
                    <a:pt x="299281" y="275541"/>
                  </a:lnTo>
                  <a:lnTo>
                    <a:pt x="293839" y="270531"/>
                  </a:lnTo>
                  <a:lnTo>
                    <a:pt x="288398" y="265521"/>
                  </a:lnTo>
                  <a:lnTo>
                    <a:pt x="282957" y="260511"/>
                  </a:lnTo>
                  <a:lnTo>
                    <a:pt x="277515" y="255501"/>
                  </a:lnTo>
                  <a:lnTo>
                    <a:pt x="272074" y="250492"/>
                  </a:lnTo>
                  <a:lnTo>
                    <a:pt x="266632" y="245482"/>
                  </a:lnTo>
                  <a:lnTo>
                    <a:pt x="261191" y="240472"/>
                  </a:lnTo>
                  <a:lnTo>
                    <a:pt x="255749" y="235462"/>
                  </a:lnTo>
                  <a:lnTo>
                    <a:pt x="250308" y="230452"/>
                  </a:lnTo>
                  <a:lnTo>
                    <a:pt x="244866" y="225442"/>
                  </a:lnTo>
                  <a:lnTo>
                    <a:pt x="239425" y="220433"/>
                  </a:lnTo>
                  <a:lnTo>
                    <a:pt x="233983" y="215423"/>
                  </a:lnTo>
                  <a:lnTo>
                    <a:pt x="228542" y="210413"/>
                  </a:lnTo>
                  <a:lnTo>
                    <a:pt x="223100" y="205403"/>
                  </a:lnTo>
                  <a:lnTo>
                    <a:pt x="217659" y="200393"/>
                  </a:lnTo>
                  <a:lnTo>
                    <a:pt x="212217" y="195383"/>
                  </a:lnTo>
                  <a:lnTo>
                    <a:pt x="206776" y="190373"/>
                  </a:lnTo>
                  <a:lnTo>
                    <a:pt x="201334" y="185364"/>
                  </a:lnTo>
                  <a:lnTo>
                    <a:pt x="195893" y="180354"/>
                  </a:lnTo>
                  <a:lnTo>
                    <a:pt x="190451" y="175344"/>
                  </a:lnTo>
                  <a:lnTo>
                    <a:pt x="185010" y="170334"/>
                  </a:lnTo>
                  <a:lnTo>
                    <a:pt x="179568" y="165324"/>
                  </a:lnTo>
                  <a:lnTo>
                    <a:pt x="174127" y="160314"/>
                  </a:lnTo>
                  <a:lnTo>
                    <a:pt x="168685" y="155305"/>
                  </a:lnTo>
                  <a:lnTo>
                    <a:pt x="163244" y="150295"/>
                  </a:lnTo>
                  <a:lnTo>
                    <a:pt x="157802" y="145285"/>
                  </a:lnTo>
                  <a:lnTo>
                    <a:pt x="152361" y="140275"/>
                  </a:lnTo>
                  <a:lnTo>
                    <a:pt x="146919" y="135265"/>
                  </a:lnTo>
                  <a:lnTo>
                    <a:pt x="141478" y="130255"/>
                  </a:lnTo>
                  <a:lnTo>
                    <a:pt x="136037" y="125246"/>
                  </a:lnTo>
                  <a:lnTo>
                    <a:pt x="130595" y="120236"/>
                  </a:lnTo>
                  <a:lnTo>
                    <a:pt x="125154" y="115226"/>
                  </a:lnTo>
                  <a:lnTo>
                    <a:pt x="119712" y="110216"/>
                  </a:lnTo>
                  <a:lnTo>
                    <a:pt x="114271" y="105206"/>
                  </a:lnTo>
                  <a:lnTo>
                    <a:pt x="108829" y="100196"/>
                  </a:lnTo>
                  <a:lnTo>
                    <a:pt x="103388" y="95186"/>
                  </a:lnTo>
                  <a:lnTo>
                    <a:pt x="97946" y="90177"/>
                  </a:lnTo>
                  <a:lnTo>
                    <a:pt x="92505" y="85167"/>
                  </a:lnTo>
                  <a:lnTo>
                    <a:pt x="87063" y="80157"/>
                  </a:lnTo>
                  <a:lnTo>
                    <a:pt x="81622" y="75147"/>
                  </a:lnTo>
                  <a:lnTo>
                    <a:pt x="76180" y="70137"/>
                  </a:lnTo>
                  <a:lnTo>
                    <a:pt x="70739" y="65127"/>
                  </a:lnTo>
                  <a:lnTo>
                    <a:pt x="65297" y="60118"/>
                  </a:lnTo>
                  <a:lnTo>
                    <a:pt x="59856" y="55108"/>
                  </a:lnTo>
                  <a:lnTo>
                    <a:pt x="54414" y="50098"/>
                  </a:lnTo>
                  <a:lnTo>
                    <a:pt x="48973" y="45088"/>
                  </a:lnTo>
                  <a:lnTo>
                    <a:pt x="43531" y="40078"/>
                  </a:lnTo>
                  <a:lnTo>
                    <a:pt x="38090" y="35068"/>
                  </a:lnTo>
                  <a:lnTo>
                    <a:pt x="32648" y="30059"/>
                  </a:lnTo>
                  <a:lnTo>
                    <a:pt x="27207" y="25049"/>
                  </a:lnTo>
                  <a:lnTo>
                    <a:pt x="21765" y="20039"/>
                  </a:lnTo>
                  <a:lnTo>
                    <a:pt x="16324" y="15029"/>
                  </a:lnTo>
                  <a:lnTo>
                    <a:pt x="10882" y="10019"/>
                  </a:lnTo>
                  <a:lnTo>
                    <a:pt x="5441" y="5009"/>
                  </a:lnTo>
                  <a:lnTo>
                    <a:pt x="0" y="0"/>
                  </a:lnTo>
                </a:path>
              </a:pathLst>
            </a:custGeom>
            <a:ln w="38183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8610" y="4482288"/>
              <a:ext cx="4119" cy="723174"/>
            </a:xfrm>
            <a:custGeom>
              <a:avLst/>
              <a:pathLst>
                <a:path w="4119" h="723174">
                  <a:moveTo>
                    <a:pt x="0" y="0"/>
                  </a:moveTo>
                  <a:lnTo>
                    <a:pt x="41" y="7304"/>
                  </a:lnTo>
                  <a:lnTo>
                    <a:pt x="83" y="14609"/>
                  </a:lnTo>
                  <a:lnTo>
                    <a:pt x="124" y="21914"/>
                  </a:lnTo>
                  <a:lnTo>
                    <a:pt x="166" y="29219"/>
                  </a:lnTo>
                  <a:lnTo>
                    <a:pt x="208" y="36523"/>
                  </a:lnTo>
                  <a:lnTo>
                    <a:pt x="249" y="43828"/>
                  </a:lnTo>
                  <a:lnTo>
                    <a:pt x="291" y="51133"/>
                  </a:lnTo>
                  <a:lnTo>
                    <a:pt x="332" y="58438"/>
                  </a:lnTo>
                  <a:lnTo>
                    <a:pt x="374" y="65743"/>
                  </a:lnTo>
                  <a:lnTo>
                    <a:pt x="416" y="73047"/>
                  </a:lnTo>
                  <a:lnTo>
                    <a:pt x="457" y="80352"/>
                  </a:lnTo>
                  <a:lnTo>
                    <a:pt x="499" y="87657"/>
                  </a:lnTo>
                  <a:lnTo>
                    <a:pt x="540" y="94962"/>
                  </a:lnTo>
                  <a:lnTo>
                    <a:pt x="582" y="102267"/>
                  </a:lnTo>
                  <a:lnTo>
                    <a:pt x="624" y="109571"/>
                  </a:lnTo>
                  <a:lnTo>
                    <a:pt x="665" y="116876"/>
                  </a:lnTo>
                  <a:lnTo>
                    <a:pt x="707" y="124181"/>
                  </a:lnTo>
                  <a:lnTo>
                    <a:pt x="748" y="131486"/>
                  </a:lnTo>
                  <a:lnTo>
                    <a:pt x="790" y="138791"/>
                  </a:lnTo>
                  <a:lnTo>
                    <a:pt x="832" y="146095"/>
                  </a:lnTo>
                  <a:lnTo>
                    <a:pt x="873" y="153400"/>
                  </a:lnTo>
                  <a:lnTo>
                    <a:pt x="915" y="160705"/>
                  </a:lnTo>
                  <a:lnTo>
                    <a:pt x="956" y="168010"/>
                  </a:lnTo>
                  <a:lnTo>
                    <a:pt x="998" y="175315"/>
                  </a:lnTo>
                  <a:lnTo>
                    <a:pt x="1040" y="182619"/>
                  </a:lnTo>
                  <a:lnTo>
                    <a:pt x="1081" y="189924"/>
                  </a:lnTo>
                  <a:lnTo>
                    <a:pt x="1123" y="197229"/>
                  </a:lnTo>
                  <a:lnTo>
                    <a:pt x="1164" y="204534"/>
                  </a:lnTo>
                  <a:lnTo>
                    <a:pt x="1206" y="211839"/>
                  </a:lnTo>
                  <a:lnTo>
                    <a:pt x="1248" y="219143"/>
                  </a:lnTo>
                  <a:lnTo>
                    <a:pt x="1289" y="226448"/>
                  </a:lnTo>
                  <a:lnTo>
                    <a:pt x="1331" y="233753"/>
                  </a:lnTo>
                  <a:lnTo>
                    <a:pt x="1373" y="241058"/>
                  </a:lnTo>
                  <a:lnTo>
                    <a:pt x="1414" y="248363"/>
                  </a:lnTo>
                  <a:lnTo>
                    <a:pt x="1456" y="255667"/>
                  </a:lnTo>
                  <a:lnTo>
                    <a:pt x="1497" y="262972"/>
                  </a:lnTo>
                  <a:lnTo>
                    <a:pt x="1539" y="270277"/>
                  </a:lnTo>
                  <a:lnTo>
                    <a:pt x="1581" y="277582"/>
                  </a:lnTo>
                  <a:lnTo>
                    <a:pt x="1622" y="284886"/>
                  </a:lnTo>
                  <a:lnTo>
                    <a:pt x="1664" y="292191"/>
                  </a:lnTo>
                  <a:lnTo>
                    <a:pt x="1705" y="299496"/>
                  </a:lnTo>
                  <a:lnTo>
                    <a:pt x="1747" y="306801"/>
                  </a:lnTo>
                  <a:lnTo>
                    <a:pt x="1789" y="314106"/>
                  </a:lnTo>
                  <a:lnTo>
                    <a:pt x="1830" y="321410"/>
                  </a:lnTo>
                  <a:lnTo>
                    <a:pt x="1872" y="328715"/>
                  </a:lnTo>
                  <a:lnTo>
                    <a:pt x="1913" y="336020"/>
                  </a:lnTo>
                  <a:lnTo>
                    <a:pt x="1955" y="343325"/>
                  </a:lnTo>
                  <a:lnTo>
                    <a:pt x="1997" y="350630"/>
                  </a:lnTo>
                  <a:lnTo>
                    <a:pt x="2038" y="357934"/>
                  </a:lnTo>
                  <a:lnTo>
                    <a:pt x="2080" y="365239"/>
                  </a:lnTo>
                  <a:lnTo>
                    <a:pt x="2121" y="372544"/>
                  </a:lnTo>
                  <a:lnTo>
                    <a:pt x="2163" y="379849"/>
                  </a:lnTo>
                  <a:lnTo>
                    <a:pt x="2205" y="387154"/>
                  </a:lnTo>
                  <a:lnTo>
                    <a:pt x="2246" y="394458"/>
                  </a:lnTo>
                  <a:lnTo>
                    <a:pt x="2288" y="401763"/>
                  </a:lnTo>
                  <a:lnTo>
                    <a:pt x="2329" y="409068"/>
                  </a:lnTo>
                  <a:lnTo>
                    <a:pt x="2371" y="416373"/>
                  </a:lnTo>
                  <a:lnTo>
                    <a:pt x="2413" y="423678"/>
                  </a:lnTo>
                  <a:lnTo>
                    <a:pt x="2454" y="430982"/>
                  </a:lnTo>
                  <a:lnTo>
                    <a:pt x="2496" y="438287"/>
                  </a:lnTo>
                  <a:lnTo>
                    <a:pt x="2538" y="445592"/>
                  </a:lnTo>
                  <a:lnTo>
                    <a:pt x="2579" y="452897"/>
                  </a:lnTo>
                  <a:lnTo>
                    <a:pt x="2621" y="460202"/>
                  </a:lnTo>
                  <a:lnTo>
                    <a:pt x="2662" y="467506"/>
                  </a:lnTo>
                  <a:lnTo>
                    <a:pt x="2704" y="474811"/>
                  </a:lnTo>
                  <a:lnTo>
                    <a:pt x="2746" y="482116"/>
                  </a:lnTo>
                  <a:lnTo>
                    <a:pt x="2787" y="489421"/>
                  </a:lnTo>
                  <a:lnTo>
                    <a:pt x="2829" y="496726"/>
                  </a:lnTo>
                  <a:lnTo>
                    <a:pt x="2870" y="504030"/>
                  </a:lnTo>
                  <a:lnTo>
                    <a:pt x="2912" y="511335"/>
                  </a:lnTo>
                  <a:lnTo>
                    <a:pt x="2954" y="518640"/>
                  </a:lnTo>
                  <a:lnTo>
                    <a:pt x="2995" y="525945"/>
                  </a:lnTo>
                  <a:lnTo>
                    <a:pt x="3037" y="533249"/>
                  </a:lnTo>
                  <a:lnTo>
                    <a:pt x="3078" y="540554"/>
                  </a:lnTo>
                  <a:lnTo>
                    <a:pt x="3120" y="547859"/>
                  </a:lnTo>
                  <a:lnTo>
                    <a:pt x="3162" y="555164"/>
                  </a:lnTo>
                  <a:lnTo>
                    <a:pt x="3203" y="562469"/>
                  </a:lnTo>
                  <a:lnTo>
                    <a:pt x="3245" y="569773"/>
                  </a:lnTo>
                  <a:lnTo>
                    <a:pt x="3286" y="577078"/>
                  </a:lnTo>
                  <a:lnTo>
                    <a:pt x="3328" y="584383"/>
                  </a:lnTo>
                  <a:lnTo>
                    <a:pt x="3370" y="591688"/>
                  </a:lnTo>
                  <a:lnTo>
                    <a:pt x="3411" y="598993"/>
                  </a:lnTo>
                  <a:lnTo>
                    <a:pt x="3453" y="606297"/>
                  </a:lnTo>
                  <a:lnTo>
                    <a:pt x="3494" y="613602"/>
                  </a:lnTo>
                  <a:lnTo>
                    <a:pt x="3536" y="620907"/>
                  </a:lnTo>
                  <a:lnTo>
                    <a:pt x="3578" y="628212"/>
                  </a:lnTo>
                  <a:lnTo>
                    <a:pt x="3619" y="635517"/>
                  </a:lnTo>
                  <a:lnTo>
                    <a:pt x="3661" y="642821"/>
                  </a:lnTo>
                  <a:lnTo>
                    <a:pt x="3702" y="650126"/>
                  </a:lnTo>
                  <a:lnTo>
                    <a:pt x="3744" y="657431"/>
                  </a:lnTo>
                  <a:lnTo>
                    <a:pt x="3786" y="664736"/>
                  </a:lnTo>
                  <a:lnTo>
                    <a:pt x="3827" y="672041"/>
                  </a:lnTo>
                  <a:lnTo>
                    <a:pt x="3869" y="679345"/>
                  </a:lnTo>
                  <a:lnTo>
                    <a:pt x="3911" y="686650"/>
                  </a:lnTo>
                  <a:lnTo>
                    <a:pt x="3952" y="693955"/>
                  </a:lnTo>
                  <a:lnTo>
                    <a:pt x="3994" y="701260"/>
                  </a:lnTo>
                  <a:lnTo>
                    <a:pt x="4035" y="708565"/>
                  </a:lnTo>
                  <a:lnTo>
                    <a:pt x="4077" y="715869"/>
                  </a:lnTo>
                  <a:lnTo>
                    <a:pt x="4119" y="723174"/>
                  </a:lnTo>
                </a:path>
              </a:pathLst>
            </a:custGeom>
            <a:ln w="35774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290717" y="7409392"/>
              <a:ext cx="925983" cy="281134"/>
            </a:xfrm>
            <a:custGeom>
              <a:avLst/>
              <a:pathLst>
                <a:path w="925983" h="281134">
                  <a:moveTo>
                    <a:pt x="0" y="0"/>
                  </a:moveTo>
                  <a:lnTo>
                    <a:pt x="9353" y="2839"/>
                  </a:lnTo>
                  <a:lnTo>
                    <a:pt x="18706" y="5679"/>
                  </a:lnTo>
                  <a:lnTo>
                    <a:pt x="28060" y="8519"/>
                  </a:lnTo>
                  <a:lnTo>
                    <a:pt x="37413" y="11358"/>
                  </a:lnTo>
                  <a:lnTo>
                    <a:pt x="46766" y="14198"/>
                  </a:lnTo>
                  <a:lnTo>
                    <a:pt x="56120" y="17038"/>
                  </a:lnTo>
                  <a:lnTo>
                    <a:pt x="65473" y="19878"/>
                  </a:lnTo>
                  <a:lnTo>
                    <a:pt x="74826" y="22717"/>
                  </a:lnTo>
                  <a:lnTo>
                    <a:pt x="84180" y="25557"/>
                  </a:lnTo>
                  <a:lnTo>
                    <a:pt x="93533" y="28397"/>
                  </a:lnTo>
                  <a:lnTo>
                    <a:pt x="102887" y="31237"/>
                  </a:lnTo>
                  <a:lnTo>
                    <a:pt x="112240" y="34076"/>
                  </a:lnTo>
                  <a:lnTo>
                    <a:pt x="121593" y="36916"/>
                  </a:lnTo>
                  <a:lnTo>
                    <a:pt x="130947" y="39756"/>
                  </a:lnTo>
                  <a:lnTo>
                    <a:pt x="140300" y="42596"/>
                  </a:lnTo>
                  <a:lnTo>
                    <a:pt x="149653" y="45435"/>
                  </a:lnTo>
                  <a:lnTo>
                    <a:pt x="159007" y="48275"/>
                  </a:lnTo>
                  <a:lnTo>
                    <a:pt x="168360" y="51115"/>
                  </a:lnTo>
                  <a:lnTo>
                    <a:pt x="177714" y="53955"/>
                  </a:lnTo>
                  <a:lnTo>
                    <a:pt x="187067" y="56794"/>
                  </a:lnTo>
                  <a:lnTo>
                    <a:pt x="196420" y="59634"/>
                  </a:lnTo>
                  <a:lnTo>
                    <a:pt x="205774" y="62474"/>
                  </a:lnTo>
                  <a:lnTo>
                    <a:pt x="215127" y="65314"/>
                  </a:lnTo>
                  <a:lnTo>
                    <a:pt x="224480" y="68153"/>
                  </a:lnTo>
                  <a:lnTo>
                    <a:pt x="233834" y="70993"/>
                  </a:lnTo>
                  <a:lnTo>
                    <a:pt x="243187" y="73833"/>
                  </a:lnTo>
                  <a:lnTo>
                    <a:pt x="252540" y="76673"/>
                  </a:lnTo>
                  <a:lnTo>
                    <a:pt x="261894" y="79512"/>
                  </a:lnTo>
                  <a:lnTo>
                    <a:pt x="271247" y="82352"/>
                  </a:lnTo>
                  <a:lnTo>
                    <a:pt x="280601" y="85192"/>
                  </a:lnTo>
                  <a:lnTo>
                    <a:pt x="289954" y="88032"/>
                  </a:lnTo>
                  <a:lnTo>
                    <a:pt x="299307" y="90871"/>
                  </a:lnTo>
                  <a:lnTo>
                    <a:pt x="308661" y="93711"/>
                  </a:lnTo>
                  <a:lnTo>
                    <a:pt x="318014" y="96551"/>
                  </a:lnTo>
                  <a:lnTo>
                    <a:pt x="327367" y="99391"/>
                  </a:lnTo>
                  <a:lnTo>
                    <a:pt x="336721" y="102230"/>
                  </a:lnTo>
                  <a:lnTo>
                    <a:pt x="346074" y="105070"/>
                  </a:lnTo>
                  <a:lnTo>
                    <a:pt x="355428" y="107910"/>
                  </a:lnTo>
                  <a:lnTo>
                    <a:pt x="364781" y="110750"/>
                  </a:lnTo>
                  <a:lnTo>
                    <a:pt x="374134" y="113589"/>
                  </a:lnTo>
                  <a:lnTo>
                    <a:pt x="383488" y="116429"/>
                  </a:lnTo>
                  <a:lnTo>
                    <a:pt x="392841" y="119269"/>
                  </a:lnTo>
                  <a:lnTo>
                    <a:pt x="402194" y="122109"/>
                  </a:lnTo>
                  <a:lnTo>
                    <a:pt x="411548" y="124948"/>
                  </a:lnTo>
                  <a:lnTo>
                    <a:pt x="420901" y="127788"/>
                  </a:lnTo>
                  <a:lnTo>
                    <a:pt x="430254" y="130628"/>
                  </a:lnTo>
                  <a:lnTo>
                    <a:pt x="439608" y="133468"/>
                  </a:lnTo>
                  <a:lnTo>
                    <a:pt x="448961" y="136307"/>
                  </a:lnTo>
                  <a:lnTo>
                    <a:pt x="458315" y="139147"/>
                  </a:lnTo>
                  <a:lnTo>
                    <a:pt x="467668" y="141987"/>
                  </a:lnTo>
                  <a:lnTo>
                    <a:pt x="477021" y="144827"/>
                  </a:lnTo>
                  <a:lnTo>
                    <a:pt x="486375" y="147666"/>
                  </a:lnTo>
                  <a:lnTo>
                    <a:pt x="495728" y="150506"/>
                  </a:lnTo>
                  <a:lnTo>
                    <a:pt x="505081" y="153346"/>
                  </a:lnTo>
                  <a:lnTo>
                    <a:pt x="514435" y="156185"/>
                  </a:lnTo>
                  <a:lnTo>
                    <a:pt x="523788" y="159025"/>
                  </a:lnTo>
                  <a:lnTo>
                    <a:pt x="533142" y="161865"/>
                  </a:lnTo>
                  <a:lnTo>
                    <a:pt x="542495" y="164705"/>
                  </a:lnTo>
                  <a:lnTo>
                    <a:pt x="551848" y="167544"/>
                  </a:lnTo>
                  <a:lnTo>
                    <a:pt x="561202" y="170384"/>
                  </a:lnTo>
                  <a:lnTo>
                    <a:pt x="570555" y="173224"/>
                  </a:lnTo>
                  <a:lnTo>
                    <a:pt x="579908" y="176064"/>
                  </a:lnTo>
                  <a:lnTo>
                    <a:pt x="589262" y="178903"/>
                  </a:lnTo>
                  <a:lnTo>
                    <a:pt x="598615" y="181743"/>
                  </a:lnTo>
                  <a:lnTo>
                    <a:pt x="607969" y="184583"/>
                  </a:lnTo>
                  <a:lnTo>
                    <a:pt x="617322" y="187423"/>
                  </a:lnTo>
                  <a:lnTo>
                    <a:pt x="626675" y="190262"/>
                  </a:lnTo>
                  <a:lnTo>
                    <a:pt x="636029" y="193102"/>
                  </a:lnTo>
                  <a:lnTo>
                    <a:pt x="645382" y="195942"/>
                  </a:lnTo>
                  <a:lnTo>
                    <a:pt x="654735" y="198782"/>
                  </a:lnTo>
                  <a:lnTo>
                    <a:pt x="664089" y="201621"/>
                  </a:lnTo>
                  <a:lnTo>
                    <a:pt x="673442" y="204461"/>
                  </a:lnTo>
                  <a:lnTo>
                    <a:pt x="682795" y="207301"/>
                  </a:lnTo>
                  <a:lnTo>
                    <a:pt x="692149" y="210141"/>
                  </a:lnTo>
                  <a:lnTo>
                    <a:pt x="701502" y="212980"/>
                  </a:lnTo>
                  <a:lnTo>
                    <a:pt x="710856" y="215820"/>
                  </a:lnTo>
                  <a:lnTo>
                    <a:pt x="720209" y="218660"/>
                  </a:lnTo>
                  <a:lnTo>
                    <a:pt x="729562" y="221500"/>
                  </a:lnTo>
                  <a:lnTo>
                    <a:pt x="738916" y="224339"/>
                  </a:lnTo>
                  <a:lnTo>
                    <a:pt x="748269" y="227179"/>
                  </a:lnTo>
                  <a:lnTo>
                    <a:pt x="757622" y="230019"/>
                  </a:lnTo>
                  <a:lnTo>
                    <a:pt x="766976" y="232859"/>
                  </a:lnTo>
                  <a:lnTo>
                    <a:pt x="776329" y="235698"/>
                  </a:lnTo>
                  <a:lnTo>
                    <a:pt x="785683" y="238538"/>
                  </a:lnTo>
                  <a:lnTo>
                    <a:pt x="795036" y="241378"/>
                  </a:lnTo>
                  <a:lnTo>
                    <a:pt x="804389" y="244218"/>
                  </a:lnTo>
                  <a:lnTo>
                    <a:pt x="813743" y="247057"/>
                  </a:lnTo>
                  <a:lnTo>
                    <a:pt x="823096" y="249897"/>
                  </a:lnTo>
                  <a:lnTo>
                    <a:pt x="832449" y="252737"/>
                  </a:lnTo>
                  <a:lnTo>
                    <a:pt x="841803" y="255577"/>
                  </a:lnTo>
                  <a:lnTo>
                    <a:pt x="851156" y="258416"/>
                  </a:lnTo>
                  <a:lnTo>
                    <a:pt x="860509" y="261256"/>
                  </a:lnTo>
                  <a:lnTo>
                    <a:pt x="869863" y="264096"/>
                  </a:lnTo>
                  <a:lnTo>
                    <a:pt x="879216" y="266936"/>
                  </a:lnTo>
                  <a:lnTo>
                    <a:pt x="888570" y="269775"/>
                  </a:lnTo>
                  <a:lnTo>
                    <a:pt x="897923" y="272615"/>
                  </a:lnTo>
                  <a:lnTo>
                    <a:pt x="907276" y="275455"/>
                  </a:lnTo>
                  <a:lnTo>
                    <a:pt x="916630" y="278295"/>
                  </a:lnTo>
                  <a:lnTo>
                    <a:pt x="925983" y="281134"/>
                  </a:lnTo>
                </a:path>
              </a:pathLst>
            </a:custGeom>
            <a:ln w="21681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26602" y="4811851"/>
              <a:ext cx="131601" cy="560332"/>
            </a:xfrm>
            <a:custGeom>
              <a:avLst/>
              <a:pathLst>
                <a:path w="131601" h="560332">
                  <a:moveTo>
                    <a:pt x="131601" y="560332"/>
                  </a:moveTo>
                  <a:lnTo>
                    <a:pt x="130272" y="554672"/>
                  </a:lnTo>
                  <a:lnTo>
                    <a:pt x="128942" y="549012"/>
                  </a:lnTo>
                  <a:lnTo>
                    <a:pt x="127613" y="543352"/>
                  </a:lnTo>
                  <a:lnTo>
                    <a:pt x="126284" y="537693"/>
                  </a:lnTo>
                  <a:lnTo>
                    <a:pt x="124955" y="532033"/>
                  </a:lnTo>
                  <a:lnTo>
                    <a:pt x="123625" y="526373"/>
                  </a:lnTo>
                  <a:lnTo>
                    <a:pt x="122296" y="520713"/>
                  </a:lnTo>
                  <a:lnTo>
                    <a:pt x="120967" y="515053"/>
                  </a:lnTo>
                  <a:lnTo>
                    <a:pt x="119637" y="509393"/>
                  </a:lnTo>
                  <a:lnTo>
                    <a:pt x="118308" y="503733"/>
                  </a:lnTo>
                  <a:lnTo>
                    <a:pt x="116979" y="498073"/>
                  </a:lnTo>
                  <a:lnTo>
                    <a:pt x="115649" y="492413"/>
                  </a:lnTo>
                  <a:lnTo>
                    <a:pt x="114320" y="486753"/>
                  </a:lnTo>
                  <a:lnTo>
                    <a:pt x="112991" y="481093"/>
                  </a:lnTo>
                  <a:lnTo>
                    <a:pt x="111661" y="475433"/>
                  </a:lnTo>
                  <a:lnTo>
                    <a:pt x="110332" y="469773"/>
                  </a:lnTo>
                  <a:lnTo>
                    <a:pt x="109003" y="464113"/>
                  </a:lnTo>
                  <a:lnTo>
                    <a:pt x="107674" y="458454"/>
                  </a:lnTo>
                  <a:lnTo>
                    <a:pt x="106344" y="452794"/>
                  </a:lnTo>
                  <a:lnTo>
                    <a:pt x="105015" y="447134"/>
                  </a:lnTo>
                  <a:lnTo>
                    <a:pt x="103686" y="441474"/>
                  </a:lnTo>
                  <a:lnTo>
                    <a:pt x="102356" y="435814"/>
                  </a:lnTo>
                  <a:lnTo>
                    <a:pt x="101027" y="430154"/>
                  </a:lnTo>
                  <a:lnTo>
                    <a:pt x="99698" y="424494"/>
                  </a:lnTo>
                  <a:lnTo>
                    <a:pt x="98368" y="418834"/>
                  </a:lnTo>
                  <a:lnTo>
                    <a:pt x="97039" y="413174"/>
                  </a:lnTo>
                  <a:lnTo>
                    <a:pt x="95710" y="407514"/>
                  </a:lnTo>
                  <a:lnTo>
                    <a:pt x="94380" y="401854"/>
                  </a:lnTo>
                  <a:lnTo>
                    <a:pt x="93051" y="396194"/>
                  </a:lnTo>
                  <a:lnTo>
                    <a:pt x="91722" y="390534"/>
                  </a:lnTo>
                  <a:lnTo>
                    <a:pt x="90393" y="384874"/>
                  </a:lnTo>
                  <a:lnTo>
                    <a:pt x="89063" y="379215"/>
                  </a:lnTo>
                  <a:lnTo>
                    <a:pt x="87734" y="373555"/>
                  </a:lnTo>
                  <a:lnTo>
                    <a:pt x="86405" y="367895"/>
                  </a:lnTo>
                  <a:lnTo>
                    <a:pt x="85075" y="362235"/>
                  </a:lnTo>
                  <a:lnTo>
                    <a:pt x="83746" y="356575"/>
                  </a:lnTo>
                  <a:lnTo>
                    <a:pt x="82417" y="350915"/>
                  </a:lnTo>
                  <a:lnTo>
                    <a:pt x="81087" y="345255"/>
                  </a:lnTo>
                  <a:lnTo>
                    <a:pt x="79758" y="339595"/>
                  </a:lnTo>
                  <a:lnTo>
                    <a:pt x="78429" y="333935"/>
                  </a:lnTo>
                  <a:lnTo>
                    <a:pt x="77099" y="328275"/>
                  </a:lnTo>
                  <a:lnTo>
                    <a:pt x="75770" y="322615"/>
                  </a:lnTo>
                  <a:lnTo>
                    <a:pt x="74441" y="316955"/>
                  </a:lnTo>
                  <a:lnTo>
                    <a:pt x="73111" y="311295"/>
                  </a:lnTo>
                  <a:lnTo>
                    <a:pt x="71782" y="305636"/>
                  </a:lnTo>
                  <a:lnTo>
                    <a:pt x="70453" y="299976"/>
                  </a:lnTo>
                  <a:lnTo>
                    <a:pt x="69124" y="294316"/>
                  </a:lnTo>
                  <a:lnTo>
                    <a:pt x="67794" y="288656"/>
                  </a:lnTo>
                  <a:lnTo>
                    <a:pt x="66465" y="282996"/>
                  </a:lnTo>
                  <a:lnTo>
                    <a:pt x="65136" y="277336"/>
                  </a:lnTo>
                  <a:lnTo>
                    <a:pt x="63806" y="271676"/>
                  </a:lnTo>
                  <a:lnTo>
                    <a:pt x="62477" y="266016"/>
                  </a:lnTo>
                  <a:lnTo>
                    <a:pt x="61148" y="260356"/>
                  </a:lnTo>
                  <a:lnTo>
                    <a:pt x="59818" y="254696"/>
                  </a:lnTo>
                  <a:lnTo>
                    <a:pt x="58489" y="249036"/>
                  </a:lnTo>
                  <a:lnTo>
                    <a:pt x="57160" y="243376"/>
                  </a:lnTo>
                  <a:lnTo>
                    <a:pt x="55830" y="237716"/>
                  </a:lnTo>
                  <a:lnTo>
                    <a:pt x="54501" y="232056"/>
                  </a:lnTo>
                  <a:lnTo>
                    <a:pt x="53172" y="226397"/>
                  </a:lnTo>
                  <a:lnTo>
                    <a:pt x="51843" y="220737"/>
                  </a:lnTo>
                  <a:lnTo>
                    <a:pt x="50513" y="215077"/>
                  </a:lnTo>
                  <a:lnTo>
                    <a:pt x="49184" y="209417"/>
                  </a:lnTo>
                  <a:lnTo>
                    <a:pt x="47855" y="203757"/>
                  </a:lnTo>
                  <a:lnTo>
                    <a:pt x="46525" y="198097"/>
                  </a:lnTo>
                  <a:lnTo>
                    <a:pt x="45196" y="192437"/>
                  </a:lnTo>
                  <a:lnTo>
                    <a:pt x="43867" y="186777"/>
                  </a:lnTo>
                  <a:lnTo>
                    <a:pt x="42537" y="181117"/>
                  </a:lnTo>
                  <a:lnTo>
                    <a:pt x="41208" y="175457"/>
                  </a:lnTo>
                  <a:lnTo>
                    <a:pt x="39879" y="169797"/>
                  </a:lnTo>
                  <a:lnTo>
                    <a:pt x="38549" y="164137"/>
                  </a:lnTo>
                  <a:lnTo>
                    <a:pt x="37220" y="158477"/>
                  </a:lnTo>
                  <a:lnTo>
                    <a:pt x="35891" y="152818"/>
                  </a:lnTo>
                  <a:lnTo>
                    <a:pt x="34562" y="147158"/>
                  </a:lnTo>
                  <a:lnTo>
                    <a:pt x="33232" y="141498"/>
                  </a:lnTo>
                  <a:lnTo>
                    <a:pt x="31903" y="135838"/>
                  </a:lnTo>
                  <a:lnTo>
                    <a:pt x="30574" y="130178"/>
                  </a:lnTo>
                  <a:lnTo>
                    <a:pt x="29244" y="124518"/>
                  </a:lnTo>
                  <a:lnTo>
                    <a:pt x="27915" y="118858"/>
                  </a:lnTo>
                  <a:lnTo>
                    <a:pt x="26586" y="113198"/>
                  </a:lnTo>
                  <a:lnTo>
                    <a:pt x="25256" y="107538"/>
                  </a:lnTo>
                  <a:lnTo>
                    <a:pt x="23927" y="101878"/>
                  </a:lnTo>
                  <a:lnTo>
                    <a:pt x="22598" y="96218"/>
                  </a:lnTo>
                  <a:lnTo>
                    <a:pt x="21268" y="90558"/>
                  </a:lnTo>
                  <a:lnTo>
                    <a:pt x="19939" y="84898"/>
                  </a:lnTo>
                  <a:lnTo>
                    <a:pt x="18610" y="79238"/>
                  </a:lnTo>
                  <a:lnTo>
                    <a:pt x="17281" y="73579"/>
                  </a:lnTo>
                  <a:lnTo>
                    <a:pt x="15951" y="67919"/>
                  </a:lnTo>
                  <a:lnTo>
                    <a:pt x="14622" y="62259"/>
                  </a:lnTo>
                  <a:lnTo>
                    <a:pt x="13293" y="56599"/>
                  </a:lnTo>
                  <a:lnTo>
                    <a:pt x="11963" y="50939"/>
                  </a:lnTo>
                  <a:lnTo>
                    <a:pt x="10634" y="45279"/>
                  </a:lnTo>
                  <a:lnTo>
                    <a:pt x="9305" y="39619"/>
                  </a:lnTo>
                  <a:lnTo>
                    <a:pt x="7975" y="33959"/>
                  </a:lnTo>
                  <a:lnTo>
                    <a:pt x="6646" y="28299"/>
                  </a:lnTo>
                  <a:lnTo>
                    <a:pt x="5317" y="22639"/>
                  </a:lnTo>
                  <a:lnTo>
                    <a:pt x="3987" y="16979"/>
                  </a:lnTo>
                  <a:lnTo>
                    <a:pt x="2658" y="11319"/>
                  </a:lnTo>
                  <a:lnTo>
                    <a:pt x="1329" y="5659"/>
                  </a:lnTo>
                  <a:lnTo>
                    <a:pt x="0" y="0"/>
                  </a:lnTo>
                </a:path>
              </a:pathLst>
            </a:custGeom>
            <a:ln w="66264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3661" y="6238028"/>
              <a:ext cx="112354" cy="614594"/>
            </a:xfrm>
            <a:custGeom>
              <a:avLst/>
              <a:pathLst>
                <a:path w="112354" h="614594">
                  <a:moveTo>
                    <a:pt x="0" y="0"/>
                  </a:moveTo>
                  <a:lnTo>
                    <a:pt x="1134" y="6208"/>
                  </a:lnTo>
                  <a:lnTo>
                    <a:pt x="2269" y="12416"/>
                  </a:lnTo>
                  <a:lnTo>
                    <a:pt x="3404" y="18624"/>
                  </a:lnTo>
                  <a:lnTo>
                    <a:pt x="4539" y="24832"/>
                  </a:lnTo>
                  <a:lnTo>
                    <a:pt x="5674" y="31040"/>
                  </a:lnTo>
                  <a:lnTo>
                    <a:pt x="6809" y="37248"/>
                  </a:lnTo>
                  <a:lnTo>
                    <a:pt x="7944" y="43456"/>
                  </a:lnTo>
                  <a:lnTo>
                    <a:pt x="9079" y="49664"/>
                  </a:lnTo>
                  <a:lnTo>
                    <a:pt x="10214" y="55872"/>
                  </a:lnTo>
                  <a:lnTo>
                    <a:pt x="11348" y="62080"/>
                  </a:lnTo>
                  <a:lnTo>
                    <a:pt x="12483" y="68288"/>
                  </a:lnTo>
                  <a:lnTo>
                    <a:pt x="13618" y="74496"/>
                  </a:lnTo>
                  <a:lnTo>
                    <a:pt x="14753" y="80704"/>
                  </a:lnTo>
                  <a:lnTo>
                    <a:pt x="15888" y="86912"/>
                  </a:lnTo>
                  <a:lnTo>
                    <a:pt x="17023" y="93120"/>
                  </a:lnTo>
                  <a:lnTo>
                    <a:pt x="18158" y="99328"/>
                  </a:lnTo>
                  <a:lnTo>
                    <a:pt x="19293" y="105536"/>
                  </a:lnTo>
                  <a:lnTo>
                    <a:pt x="20428" y="111744"/>
                  </a:lnTo>
                  <a:lnTo>
                    <a:pt x="21562" y="117952"/>
                  </a:lnTo>
                  <a:lnTo>
                    <a:pt x="22697" y="124160"/>
                  </a:lnTo>
                  <a:lnTo>
                    <a:pt x="23832" y="130368"/>
                  </a:lnTo>
                  <a:lnTo>
                    <a:pt x="24967" y="136576"/>
                  </a:lnTo>
                  <a:lnTo>
                    <a:pt x="26102" y="142784"/>
                  </a:lnTo>
                  <a:lnTo>
                    <a:pt x="27237" y="148992"/>
                  </a:lnTo>
                  <a:lnTo>
                    <a:pt x="28372" y="155200"/>
                  </a:lnTo>
                  <a:lnTo>
                    <a:pt x="29507" y="161408"/>
                  </a:lnTo>
                  <a:lnTo>
                    <a:pt x="30642" y="167616"/>
                  </a:lnTo>
                  <a:lnTo>
                    <a:pt x="31776" y="173824"/>
                  </a:lnTo>
                  <a:lnTo>
                    <a:pt x="32911" y="180032"/>
                  </a:lnTo>
                  <a:lnTo>
                    <a:pt x="34046" y="186240"/>
                  </a:lnTo>
                  <a:lnTo>
                    <a:pt x="35181" y="192448"/>
                  </a:lnTo>
                  <a:lnTo>
                    <a:pt x="36316" y="198656"/>
                  </a:lnTo>
                  <a:lnTo>
                    <a:pt x="37451" y="204864"/>
                  </a:lnTo>
                  <a:lnTo>
                    <a:pt x="38586" y="211072"/>
                  </a:lnTo>
                  <a:lnTo>
                    <a:pt x="39721" y="217280"/>
                  </a:lnTo>
                  <a:lnTo>
                    <a:pt x="40856" y="223488"/>
                  </a:lnTo>
                  <a:lnTo>
                    <a:pt x="41991" y="229696"/>
                  </a:lnTo>
                  <a:lnTo>
                    <a:pt x="43125" y="235904"/>
                  </a:lnTo>
                  <a:lnTo>
                    <a:pt x="44260" y="242112"/>
                  </a:lnTo>
                  <a:lnTo>
                    <a:pt x="45395" y="248321"/>
                  </a:lnTo>
                  <a:lnTo>
                    <a:pt x="46530" y="254529"/>
                  </a:lnTo>
                  <a:lnTo>
                    <a:pt x="47665" y="260737"/>
                  </a:lnTo>
                  <a:lnTo>
                    <a:pt x="48800" y="266945"/>
                  </a:lnTo>
                  <a:lnTo>
                    <a:pt x="49935" y="273153"/>
                  </a:lnTo>
                  <a:lnTo>
                    <a:pt x="51070" y="279361"/>
                  </a:lnTo>
                  <a:lnTo>
                    <a:pt x="52205" y="285569"/>
                  </a:lnTo>
                  <a:lnTo>
                    <a:pt x="53339" y="291777"/>
                  </a:lnTo>
                  <a:lnTo>
                    <a:pt x="54474" y="297985"/>
                  </a:lnTo>
                  <a:lnTo>
                    <a:pt x="55609" y="304193"/>
                  </a:lnTo>
                  <a:lnTo>
                    <a:pt x="56744" y="310401"/>
                  </a:lnTo>
                  <a:lnTo>
                    <a:pt x="57879" y="316609"/>
                  </a:lnTo>
                  <a:lnTo>
                    <a:pt x="59014" y="322817"/>
                  </a:lnTo>
                  <a:lnTo>
                    <a:pt x="60149" y="329025"/>
                  </a:lnTo>
                  <a:lnTo>
                    <a:pt x="61284" y="335233"/>
                  </a:lnTo>
                  <a:lnTo>
                    <a:pt x="62419" y="341441"/>
                  </a:lnTo>
                  <a:lnTo>
                    <a:pt x="63553" y="347649"/>
                  </a:lnTo>
                  <a:lnTo>
                    <a:pt x="64688" y="353857"/>
                  </a:lnTo>
                  <a:lnTo>
                    <a:pt x="65823" y="360065"/>
                  </a:lnTo>
                  <a:lnTo>
                    <a:pt x="66958" y="366273"/>
                  </a:lnTo>
                  <a:lnTo>
                    <a:pt x="68093" y="372481"/>
                  </a:lnTo>
                  <a:lnTo>
                    <a:pt x="69228" y="378689"/>
                  </a:lnTo>
                  <a:lnTo>
                    <a:pt x="70363" y="384897"/>
                  </a:lnTo>
                  <a:lnTo>
                    <a:pt x="71498" y="391105"/>
                  </a:lnTo>
                  <a:lnTo>
                    <a:pt x="72633" y="397313"/>
                  </a:lnTo>
                  <a:lnTo>
                    <a:pt x="73768" y="403521"/>
                  </a:lnTo>
                  <a:lnTo>
                    <a:pt x="74902" y="409729"/>
                  </a:lnTo>
                  <a:lnTo>
                    <a:pt x="76037" y="415937"/>
                  </a:lnTo>
                  <a:lnTo>
                    <a:pt x="77172" y="422145"/>
                  </a:lnTo>
                  <a:lnTo>
                    <a:pt x="78307" y="428353"/>
                  </a:lnTo>
                  <a:lnTo>
                    <a:pt x="79442" y="434561"/>
                  </a:lnTo>
                  <a:lnTo>
                    <a:pt x="80577" y="440769"/>
                  </a:lnTo>
                  <a:lnTo>
                    <a:pt x="81712" y="446977"/>
                  </a:lnTo>
                  <a:lnTo>
                    <a:pt x="82847" y="453185"/>
                  </a:lnTo>
                  <a:lnTo>
                    <a:pt x="83982" y="459393"/>
                  </a:lnTo>
                  <a:lnTo>
                    <a:pt x="85116" y="465601"/>
                  </a:lnTo>
                  <a:lnTo>
                    <a:pt x="86251" y="471809"/>
                  </a:lnTo>
                  <a:lnTo>
                    <a:pt x="87386" y="478017"/>
                  </a:lnTo>
                  <a:lnTo>
                    <a:pt x="88521" y="484225"/>
                  </a:lnTo>
                  <a:lnTo>
                    <a:pt x="89656" y="490433"/>
                  </a:lnTo>
                  <a:lnTo>
                    <a:pt x="90791" y="496642"/>
                  </a:lnTo>
                  <a:lnTo>
                    <a:pt x="91926" y="502850"/>
                  </a:lnTo>
                  <a:lnTo>
                    <a:pt x="93061" y="509058"/>
                  </a:lnTo>
                  <a:lnTo>
                    <a:pt x="94196" y="515266"/>
                  </a:lnTo>
                  <a:lnTo>
                    <a:pt x="95330" y="521474"/>
                  </a:lnTo>
                  <a:lnTo>
                    <a:pt x="96465" y="527682"/>
                  </a:lnTo>
                  <a:lnTo>
                    <a:pt x="97600" y="533890"/>
                  </a:lnTo>
                  <a:lnTo>
                    <a:pt x="98735" y="540098"/>
                  </a:lnTo>
                  <a:lnTo>
                    <a:pt x="99870" y="546306"/>
                  </a:lnTo>
                  <a:lnTo>
                    <a:pt x="101005" y="552514"/>
                  </a:lnTo>
                  <a:lnTo>
                    <a:pt x="102140" y="558722"/>
                  </a:lnTo>
                  <a:lnTo>
                    <a:pt x="103275" y="564930"/>
                  </a:lnTo>
                  <a:lnTo>
                    <a:pt x="104410" y="571138"/>
                  </a:lnTo>
                  <a:lnTo>
                    <a:pt x="105544" y="577346"/>
                  </a:lnTo>
                  <a:lnTo>
                    <a:pt x="106679" y="583554"/>
                  </a:lnTo>
                  <a:lnTo>
                    <a:pt x="107814" y="589762"/>
                  </a:lnTo>
                  <a:lnTo>
                    <a:pt x="108949" y="595970"/>
                  </a:lnTo>
                  <a:lnTo>
                    <a:pt x="110084" y="602178"/>
                  </a:lnTo>
                  <a:lnTo>
                    <a:pt x="111219" y="608386"/>
                  </a:lnTo>
                  <a:lnTo>
                    <a:pt x="112354" y="614594"/>
                  </a:lnTo>
                </a:path>
              </a:pathLst>
            </a:custGeom>
            <a:ln w="67753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7227916" y="3828178"/>
              <a:ext cx="171607" cy="17160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6464683" y="4263148"/>
              <a:ext cx="93395" cy="9339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795885" y="2974500"/>
              <a:ext cx="66270" cy="66270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8567628" y="3662003"/>
              <a:ext cx="63147" cy="6314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8355117" y="4644058"/>
              <a:ext cx="56009" cy="56009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824979" y="3481852"/>
              <a:ext cx="53895" cy="5389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7952781" y="2981613"/>
              <a:ext cx="52211" cy="5221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9473646" y="6245824"/>
              <a:ext cx="48822" cy="48822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7089545" y="5281051"/>
              <a:ext cx="46378" cy="46378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233805" y="6877129"/>
              <a:ext cx="45949" cy="45949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95407" y="6381464"/>
              <a:ext cx="45331" cy="4533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9776911" y="4460589"/>
              <a:ext cx="43397" cy="4339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144559" y="6907903"/>
              <a:ext cx="42356" cy="4235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269903" y="7388578"/>
              <a:ext cx="41626" cy="4162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9782465" y="5185199"/>
              <a:ext cx="40527" cy="40527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7196708" y="7670534"/>
              <a:ext cx="39984" cy="39984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38388" y="5352369"/>
              <a:ext cx="39630" cy="39630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864619" y="3752021"/>
              <a:ext cx="38764" cy="38764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7754957" y="6219324"/>
              <a:ext cx="37406" cy="3740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408064" y="4793314"/>
              <a:ext cx="37075" cy="3707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225118" y="5746926"/>
              <a:ext cx="36226" cy="36226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867964" y="6834572"/>
              <a:ext cx="36101" cy="36101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9000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7203443" y="3889110"/>
              <a:ext cx="22055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Pantoea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345143" y="4284974"/>
              <a:ext cx="33247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Burkholderia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631510" y="2982764"/>
              <a:ext cx="3950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Sphingomonas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8396754" y="3668705"/>
              <a:ext cx="404896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Curtobacterium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8193841" y="4647192"/>
              <a:ext cx="37856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Pseudomonas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601747" y="3483927"/>
              <a:ext cx="500359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Stenotrophomonas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804419" y="2982847"/>
              <a:ext cx="34893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Paenibacillus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9307130" y="6245363"/>
              <a:ext cx="38185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Siphonobacter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010687" y="5279368"/>
              <a:ext cx="20409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Bacillus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059269" y="6875232"/>
              <a:ext cx="3950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Methylorubrum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484352" y="6379258"/>
              <a:ext cx="46744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Methylobacterium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9596162" y="4457416"/>
              <a:ext cx="404896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Microbacterium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984686" y="6904209"/>
              <a:ext cx="362102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Acinetobacter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152460" y="7384520"/>
              <a:ext cx="27651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Kosakonia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9654596" y="5180591"/>
              <a:ext cx="29626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Sinomonas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024128" y="7665655"/>
              <a:ext cx="385145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Agrobacterium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80043" y="5347312"/>
              <a:ext cx="556320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Pseudoxanthomonas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39160" y="3746531"/>
              <a:ext cx="28968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Pandoraea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90963" y="6213156"/>
              <a:ext cx="365394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Cutibacterium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80115" y="4786980"/>
              <a:ext cx="29297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Acidovorax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070410" y="5740168"/>
              <a:ext cx="345643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Sphingobium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678629" y="6827751"/>
              <a:ext cx="414771" cy="497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Staphylococcus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1086721" y="3805648"/>
              <a:ext cx="331104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weight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11108667" y="409556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3816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1108667" y="431501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5674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1108667" y="453447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47532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1108667" y="475392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59390" cap="flat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11375766" y="4057111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0.2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1375766" y="4276567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1375766" y="4496023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1375766" y="4715479"/>
              <a:ext cx="127375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0.8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1086721" y="5156507"/>
              <a:ext cx="579912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Abundance</a:t>
              </a:r>
            </a:p>
          </p:txBody>
        </p:sp>
        <p:sp>
          <p:nvSpPr>
            <p:cNvPr id="75" name="pt75"/>
            <p:cNvSpPr/>
            <p:nvPr/>
          </p:nvSpPr>
          <p:spPr>
            <a:xfrm>
              <a:off x="11142581" y="5392552"/>
              <a:ext cx="107737" cy="107737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1127737" y="5597164"/>
              <a:ext cx="137424" cy="13742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1116348" y="5805231"/>
              <a:ext cx="160202" cy="160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1375766" y="5407970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20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1375766" y="5627426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40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1375766" y="5846882"/>
              <a:ext cx="101864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60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1086721" y="6287910"/>
              <a:ext cx="242041" cy="961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label</a:t>
              </a:r>
            </a:p>
          </p:txBody>
        </p:sp>
        <p:sp>
          <p:nvSpPr>
            <p:cNvPr id="82" name="pl82"/>
            <p:cNvSpPr/>
            <p:nvPr/>
          </p:nvSpPr>
          <p:spPr>
            <a:xfrm>
              <a:off x="11108667" y="657782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1108667" y="67972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1375766" y="6539373"/>
              <a:ext cx="30540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-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1375766" y="6758829"/>
              <a:ext cx="53492" cy="769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 Narrow"/>
                  <a:cs typeface="Arial Narrow"/>
                </a:rPr>
                <a:t>+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2026-10-14T10:36:35Z</dcterms:modified>
</cp:coreProperties>
</file>