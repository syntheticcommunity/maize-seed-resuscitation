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199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959365" y="1546035"/>
              <a:ext cx="6996706" cy="38354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959365" y="4307013"/>
              <a:ext cx="6996706" cy="0"/>
            </a:xfrm>
            <a:custGeom>
              <a:avLst/>
              <a:pathLst>
                <a:path w="6996706" h="0">
                  <a:moveTo>
                    <a:pt x="0" y="0"/>
                  </a:moveTo>
                  <a:lnTo>
                    <a:pt x="6996706" y="0"/>
                  </a:lnTo>
                  <a:lnTo>
                    <a:pt x="699670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59365" y="3226816"/>
              <a:ext cx="6996706" cy="0"/>
            </a:xfrm>
            <a:custGeom>
              <a:avLst/>
              <a:pathLst>
                <a:path w="6996706" h="0">
                  <a:moveTo>
                    <a:pt x="0" y="0"/>
                  </a:moveTo>
                  <a:lnTo>
                    <a:pt x="6996706" y="0"/>
                  </a:lnTo>
                  <a:lnTo>
                    <a:pt x="699670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59365" y="2146619"/>
              <a:ext cx="6996706" cy="0"/>
            </a:xfrm>
            <a:custGeom>
              <a:avLst/>
              <a:pathLst>
                <a:path w="6996706" h="0">
                  <a:moveTo>
                    <a:pt x="0" y="0"/>
                  </a:moveTo>
                  <a:lnTo>
                    <a:pt x="6996706" y="0"/>
                  </a:lnTo>
                  <a:lnTo>
                    <a:pt x="699670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58894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24777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290659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956541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58894" y="1848268"/>
              <a:ext cx="0" cy="33918"/>
            </a:xfrm>
            <a:custGeom>
              <a:avLst/>
              <a:pathLst>
                <a:path w="0" h="33918">
                  <a:moveTo>
                    <a:pt x="0" y="3391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58894" y="1951697"/>
              <a:ext cx="0" cy="23602"/>
            </a:xfrm>
            <a:custGeom>
              <a:avLst/>
              <a:pathLst>
                <a:path w="0" h="23602">
                  <a:moveTo>
                    <a:pt x="0" y="0"/>
                  </a:moveTo>
                  <a:lnTo>
                    <a:pt x="0" y="2360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542424" y="1882187"/>
              <a:ext cx="832941" cy="69510"/>
            </a:xfrm>
            <a:custGeom>
              <a:avLst/>
              <a:pathLst>
                <a:path w="832941" h="69510">
                  <a:moveTo>
                    <a:pt x="0" y="0"/>
                  </a:moveTo>
                  <a:lnTo>
                    <a:pt x="0" y="69510"/>
                  </a:lnTo>
                  <a:lnTo>
                    <a:pt x="832941" y="69510"/>
                  </a:lnTo>
                  <a:lnTo>
                    <a:pt x="832941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2424" y="1923990"/>
              <a:ext cx="832941" cy="0"/>
            </a:xfrm>
            <a:custGeom>
              <a:avLst/>
              <a:pathLst>
                <a:path w="832941" h="0">
                  <a:moveTo>
                    <a:pt x="0" y="0"/>
                  </a:moveTo>
                  <a:lnTo>
                    <a:pt x="832941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624777" y="2466789"/>
              <a:ext cx="0" cy="20955"/>
            </a:xfrm>
            <a:custGeom>
              <a:avLst/>
              <a:pathLst>
                <a:path w="0" h="20955">
                  <a:moveTo>
                    <a:pt x="0" y="2095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24777" y="25627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4208306" y="2487745"/>
              <a:ext cx="832941" cy="74965"/>
            </a:xfrm>
            <a:custGeom>
              <a:avLst/>
              <a:pathLst>
                <a:path w="832941" h="74965">
                  <a:moveTo>
                    <a:pt x="0" y="0"/>
                  </a:moveTo>
                  <a:lnTo>
                    <a:pt x="0" y="74965"/>
                  </a:lnTo>
                  <a:lnTo>
                    <a:pt x="832941" y="74965"/>
                  </a:lnTo>
                  <a:lnTo>
                    <a:pt x="832941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208306" y="2492390"/>
              <a:ext cx="832941" cy="0"/>
            </a:xfrm>
            <a:custGeom>
              <a:avLst/>
              <a:pathLst>
                <a:path w="832941" h="0">
                  <a:moveTo>
                    <a:pt x="0" y="0"/>
                  </a:moveTo>
                  <a:lnTo>
                    <a:pt x="832941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90659" y="2965084"/>
              <a:ext cx="0" cy="39427"/>
            </a:xfrm>
            <a:custGeom>
              <a:avLst/>
              <a:pathLst>
                <a:path w="0" h="39427">
                  <a:moveTo>
                    <a:pt x="0" y="3942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290659" y="3161464"/>
              <a:ext cx="0" cy="4968"/>
            </a:xfrm>
            <a:custGeom>
              <a:avLst/>
              <a:pathLst>
                <a:path w="0" h="4968">
                  <a:moveTo>
                    <a:pt x="0" y="0"/>
                  </a:moveTo>
                  <a:lnTo>
                    <a:pt x="0" y="496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874188" y="3004512"/>
              <a:ext cx="832941" cy="156952"/>
            </a:xfrm>
            <a:custGeom>
              <a:avLst/>
              <a:pathLst>
                <a:path w="832941" h="156952">
                  <a:moveTo>
                    <a:pt x="0" y="0"/>
                  </a:moveTo>
                  <a:lnTo>
                    <a:pt x="0" y="156952"/>
                  </a:lnTo>
                  <a:lnTo>
                    <a:pt x="832941" y="156952"/>
                  </a:lnTo>
                  <a:lnTo>
                    <a:pt x="832941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874188" y="3010129"/>
              <a:ext cx="832941" cy="0"/>
            </a:xfrm>
            <a:custGeom>
              <a:avLst/>
              <a:pathLst>
                <a:path w="832941" h="0">
                  <a:moveTo>
                    <a:pt x="0" y="0"/>
                  </a:moveTo>
                  <a:lnTo>
                    <a:pt x="832941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956541" y="3241399"/>
              <a:ext cx="0" cy="16364"/>
            </a:xfrm>
            <a:custGeom>
              <a:avLst/>
              <a:pathLst>
                <a:path w="0" h="16364">
                  <a:moveTo>
                    <a:pt x="0" y="163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956541" y="3273265"/>
              <a:ext cx="0" cy="4968"/>
            </a:xfrm>
            <a:custGeom>
              <a:avLst/>
              <a:pathLst>
                <a:path w="0" h="4968">
                  <a:moveTo>
                    <a:pt x="0" y="0"/>
                  </a:moveTo>
                  <a:lnTo>
                    <a:pt x="0" y="496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7540071" y="3257764"/>
              <a:ext cx="832941" cy="15500"/>
            </a:xfrm>
            <a:custGeom>
              <a:avLst/>
              <a:pathLst>
                <a:path w="832941" h="15500">
                  <a:moveTo>
                    <a:pt x="0" y="0"/>
                  </a:moveTo>
                  <a:lnTo>
                    <a:pt x="0" y="15500"/>
                  </a:lnTo>
                  <a:lnTo>
                    <a:pt x="832941" y="15500"/>
                  </a:lnTo>
                  <a:lnTo>
                    <a:pt x="832941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540071" y="3261923"/>
              <a:ext cx="832941" cy="0"/>
            </a:xfrm>
            <a:custGeom>
              <a:avLst/>
              <a:pathLst>
                <a:path w="832941" h="0">
                  <a:moveTo>
                    <a:pt x="0" y="0"/>
                  </a:moveTo>
                  <a:lnTo>
                    <a:pt x="832941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891081" y="192945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942718" y="188918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708982" y="192925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032309" y="186874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22139" y="192814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011848" y="192727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014438" y="192808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996481" y="182465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754555" y="18423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753907" y="192735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15093" y="192812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084337" y="186853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783560" y="192628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715939" y="193235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779233" y="182832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939743" y="186779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958955" y="190167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824365" y="184944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143993" y="172954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131335" y="188652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156265" y="192066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904912" y="187424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996785" y="19516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987191" y="194612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869861" y="169681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888069" y="184046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020277" y="190040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457144" y="253907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756113" y="246883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724564" y="246410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785359" y="244321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611415" y="35056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194943" y="31390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021093" y="328431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098005" y="313788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828330" y="328311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445659" y="298652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008371" y="325466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071779" y="314284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075587" y="331142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274978" y="298487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836164" y="324471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185466" y="299041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776676" y="324234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078027" y="298050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007640" y="323670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08452" y="294146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8009012" y="324224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065067" y="298412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8092172" y="323833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213295" y="29808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768200" y="323187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337468" y="298367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930162" y="323432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442063" y="298434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167874" y="324246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476973" y="297899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785457" y="323519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040774" y="298082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722652" y="323400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471704" y="308904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939420" y="323775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325657" y="308627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683421" y="322884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067194" y="305220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690789" y="321777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183299" y="518352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8120568" y="423837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263784" y="428341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246362" y="297973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8163164" y="323359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502421" y="382046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959365" y="4307013"/>
              <a:ext cx="6996706" cy="0"/>
            </a:xfrm>
            <a:custGeom>
              <a:avLst/>
              <a:pathLst>
                <a:path w="6996706" h="0">
                  <a:moveTo>
                    <a:pt x="0" y="0"/>
                  </a:moveTo>
                  <a:lnTo>
                    <a:pt x="6996706" y="0"/>
                  </a:lnTo>
                  <a:lnTo>
                    <a:pt x="6996706" y="0"/>
                  </a:lnTo>
                </a:path>
              </a:pathLst>
            </a:custGeom>
            <a:ln w="10840" cap="flat">
              <a:solidFill>
                <a:srgbClr val="666666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959365" y="3226816"/>
              <a:ext cx="6996706" cy="0"/>
            </a:xfrm>
            <a:custGeom>
              <a:avLst/>
              <a:pathLst>
                <a:path w="6996706" h="0">
                  <a:moveTo>
                    <a:pt x="0" y="0"/>
                  </a:moveTo>
                  <a:lnTo>
                    <a:pt x="6996706" y="0"/>
                  </a:lnTo>
                  <a:lnTo>
                    <a:pt x="6996706" y="0"/>
                  </a:lnTo>
                </a:path>
              </a:pathLst>
            </a:custGeom>
            <a:ln w="10840" cap="flat">
              <a:solidFill>
                <a:srgbClr val="666666">
                  <a:alpha val="50196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2125953" y="4188507"/>
              <a:ext cx="48847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Ti/Tv = 1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2125953" y="3108310"/>
              <a:ext cx="48847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Ti/Tv = 2</a:t>
              </a:r>
            </a:p>
          </p:txBody>
        </p:sp>
        <p:sp>
          <p:nvSpPr>
            <p:cNvPr id="105" name="pl105"/>
            <p:cNvSpPr/>
            <p:nvPr/>
          </p:nvSpPr>
          <p:spPr>
            <a:xfrm>
              <a:off x="1959365" y="1546035"/>
              <a:ext cx="0" cy="3835445"/>
            </a:xfrm>
            <a:custGeom>
              <a:avLst/>
              <a:pathLst>
                <a:path w="0" h="3835445">
                  <a:moveTo>
                    <a:pt x="0" y="383544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1849167" y="426998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849167" y="318978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849167" y="210958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09" name="pl109"/>
            <p:cNvSpPr/>
            <p:nvPr/>
          </p:nvSpPr>
          <p:spPr>
            <a:xfrm>
              <a:off x="1934060" y="430701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934060" y="322681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934060" y="214661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959365" y="5381480"/>
              <a:ext cx="6996706" cy="0"/>
            </a:xfrm>
            <a:custGeom>
              <a:avLst/>
              <a:pathLst>
                <a:path w="6996706" h="0">
                  <a:moveTo>
                    <a:pt x="0" y="0"/>
                  </a:moveTo>
                  <a:lnTo>
                    <a:pt x="699670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958894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624777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290659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956541" y="538148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 rot="-2700000">
              <a:off x="2524436" y="5606988"/>
              <a:ext cx="5396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18" name="tx118"/>
            <p:cNvSpPr/>
            <p:nvPr/>
          </p:nvSpPr>
          <p:spPr>
            <a:xfrm rot="-2700000">
              <a:off x="4182435" y="5610253"/>
              <a:ext cx="5489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2700000">
              <a:off x="5655615" y="569007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Chr1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2700000">
              <a:off x="7321497" y="569007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Chr2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5400000">
              <a:off x="1471453" y="3422107"/>
              <a:ext cx="57396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Ti/Tv ratio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2026-10-14T10:39:17Z</dcterms:modified>
</cp:coreProperties>
</file>