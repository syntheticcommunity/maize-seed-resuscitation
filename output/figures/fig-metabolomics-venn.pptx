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7abb48f065a18c804ae51f95c8c80be00c7c549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952625" y="1293812"/>
            <a:ext cx="3657600" cy="2743200"/>
            <a:chOff x="1952625" y="1293812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1952625" y="1293812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952625" y="1441705"/>
              <a:ext cx="3657600" cy="2447413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2096009" y="1899031"/>
              <a:ext cx="1433844" cy="1878841"/>
            </a:xfrm>
            <a:custGeom>
              <a:avLst/>
              <a:pathLst>
                <a:path w="1433844" h="1878841">
                  <a:moveTo>
                    <a:pt x="123664" y="123664"/>
                  </a:moveTo>
                  <a:lnTo>
                    <a:pt x="154543" y="96004"/>
                  </a:lnTo>
                  <a:lnTo>
                    <a:pt x="188520" y="71673"/>
                  </a:lnTo>
                  <a:lnTo>
                    <a:pt x="225460" y="50766"/>
                  </a:lnTo>
                  <a:lnTo>
                    <a:pt x="265218" y="33366"/>
                  </a:lnTo>
                  <a:lnTo>
                    <a:pt x="307637" y="19542"/>
                  </a:lnTo>
                  <a:lnTo>
                    <a:pt x="352549" y="9349"/>
                  </a:lnTo>
                  <a:lnTo>
                    <a:pt x="399777" y="2826"/>
                  </a:lnTo>
                  <a:lnTo>
                    <a:pt x="449135" y="0"/>
                  </a:lnTo>
                  <a:lnTo>
                    <a:pt x="500428" y="880"/>
                  </a:lnTo>
                  <a:lnTo>
                    <a:pt x="546792" y="4889"/>
                  </a:lnTo>
                  <a:lnTo>
                    <a:pt x="546868" y="20543"/>
                  </a:lnTo>
                  <a:lnTo>
                    <a:pt x="550565" y="63378"/>
                  </a:lnTo>
                  <a:lnTo>
                    <a:pt x="557747" y="108369"/>
                  </a:lnTo>
                  <a:lnTo>
                    <a:pt x="568387" y="155340"/>
                  </a:lnTo>
                  <a:lnTo>
                    <a:pt x="582443" y="204103"/>
                  </a:lnTo>
                  <a:lnTo>
                    <a:pt x="599858" y="254468"/>
                  </a:lnTo>
                  <a:lnTo>
                    <a:pt x="620565" y="306236"/>
                  </a:lnTo>
                  <a:lnTo>
                    <a:pt x="644482" y="359201"/>
                  </a:lnTo>
                  <a:lnTo>
                    <a:pt x="671513" y="413156"/>
                  </a:lnTo>
                  <a:lnTo>
                    <a:pt x="701554" y="467886"/>
                  </a:lnTo>
                  <a:lnTo>
                    <a:pt x="734484" y="523177"/>
                  </a:lnTo>
                  <a:lnTo>
                    <a:pt x="770175" y="578809"/>
                  </a:lnTo>
                  <a:lnTo>
                    <a:pt x="794524" y="614247"/>
                  </a:lnTo>
                  <a:lnTo>
                    <a:pt x="790022" y="620953"/>
                  </a:lnTo>
                  <a:lnTo>
                    <a:pt x="756941" y="673976"/>
                  </a:lnTo>
                  <a:lnTo>
                    <a:pt x="726531" y="726746"/>
                  </a:lnTo>
                  <a:lnTo>
                    <a:pt x="698913" y="779055"/>
                  </a:lnTo>
                  <a:lnTo>
                    <a:pt x="674195" y="830695"/>
                  </a:lnTo>
                  <a:lnTo>
                    <a:pt x="652475" y="881464"/>
                  </a:lnTo>
                  <a:lnTo>
                    <a:pt x="633839" y="931161"/>
                  </a:lnTo>
                  <a:lnTo>
                    <a:pt x="618360" y="979589"/>
                  </a:lnTo>
                  <a:lnTo>
                    <a:pt x="606099" y="1026558"/>
                  </a:lnTo>
                  <a:lnTo>
                    <a:pt x="597105" y="1071883"/>
                  </a:lnTo>
                  <a:lnTo>
                    <a:pt x="591413" y="1115383"/>
                  </a:lnTo>
                  <a:lnTo>
                    <a:pt x="589046" y="1156889"/>
                  </a:lnTo>
                  <a:lnTo>
                    <a:pt x="590013" y="1196235"/>
                  </a:lnTo>
                  <a:lnTo>
                    <a:pt x="594311" y="1233267"/>
                  </a:lnTo>
                  <a:lnTo>
                    <a:pt x="601921" y="1267839"/>
                  </a:lnTo>
                  <a:lnTo>
                    <a:pt x="612815" y="1299813"/>
                  </a:lnTo>
                  <a:lnTo>
                    <a:pt x="626949" y="1329064"/>
                  </a:lnTo>
                  <a:lnTo>
                    <a:pt x="644267" y="1355477"/>
                  </a:lnTo>
                  <a:lnTo>
                    <a:pt x="664702" y="1378947"/>
                  </a:lnTo>
                  <a:lnTo>
                    <a:pt x="688172" y="1399381"/>
                  </a:lnTo>
                  <a:lnTo>
                    <a:pt x="714584" y="1416700"/>
                  </a:lnTo>
                  <a:lnTo>
                    <a:pt x="743836" y="1430834"/>
                  </a:lnTo>
                  <a:lnTo>
                    <a:pt x="775810" y="1441727"/>
                  </a:lnTo>
                  <a:lnTo>
                    <a:pt x="810382" y="1449338"/>
                  </a:lnTo>
                  <a:lnTo>
                    <a:pt x="847414" y="1453635"/>
                  </a:lnTo>
                  <a:lnTo>
                    <a:pt x="886760" y="1454602"/>
                  </a:lnTo>
                  <a:lnTo>
                    <a:pt x="928265" y="1452235"/>
                  </a:lnTo>
                  <a:lnTo>
                    <a:pt x="971766" y="1446543"/>
                  </a:lnTo>
                  <a:lnTo>
                    <a:pt x="989607" y="1443003"/>
                  </a:lnTo>
                  <a:lnTo>
                    <a:pt x="991673" y="1479064"/>
                  </a:lnTo>
                  <a:lnTo>
                    <a:pt x="998195" y="1526292"/>
                  </a:lnTo>
                  <a:lnTo>
                    <a:pt x="1008389" y="1571204"/>
                  </a:lnTo>
                  <a:lnTo>
                    <a:pt x="1022213" y="1613623"/>
                  </a:lnTo>
                  <a:lnTo>
                    <a:pt x="1039612" y="1653381"/>
                  </a:lnTo>
                  <a:lnTo>
                    <a:pt x="1060519" y="1690321"/>
                  </a:lnTo>
                  <a:lnTo>
                    <a:pt x="1084850" y="1724298"/>
                  </a:lnTo>
                  <a:lnTo>
                    <a:pt x="1112510" y="1755177"/>
                  </a:lnTo>
                  <a:lnTo>
                    <a:pt x="1143390" y="1782837"/>
                  </a:lnTo>
                  <a:lnTo>
                    <a:pt x="1177366" y="1807168"/>
                  </a:lnTo>
                  <a:lnTo>
                    <a:pt x="1214307" y="1828075"/>
                  </a:lnTo>
                  <a:lnTo>
                    <a:pt x="1254065" y="1845475"/>
                  </a:lnTo>
                  <a:lnTo>
                    <a:pt x="1296483" y="1859298"/>
                  </a:lnTo>
                  <a:lnTo>
                    <a:pt x="1341396" y="1869492"/>
                  </a:lnTo>
                  <a:lnTo>
                    <a:pt x="1388624" y="1876015"/>
                  </a:lnTo>
                  <a:lnTo>
                    <a:pt x="1433844" y="1878604"/>
                  </a:lnTo>
                  <a:lnTo>
                    <a:pt x="1429706" y="1878841"/>
                  </a:lnTo>
                  <a:lnTo>
                    <a:pt x="1378413" y="1877961"/>
                  </a:lnTo>
                  <a:lnTo>
                    <a:pt x="1325387" y="1873376"/>
                  </a:lnTo>
                  <a:lnTo>
                    <a:pt x="1270839" y="1865105"/>
                  </a:lnTo>
                  <a:lnTo>
                    <a:pt x="1214982" y="1853181"/>
                  </a:lnTo>
                  <a:lnTo>
                    <a:pt x="1158038" y="1837651"/>
                  </a:lnTo>
                  <a:lnTo>
                    <a:pt x="1100231" y="1818576"/>
                  </a:lnTo>
                  <a:lnTo>
                    <a:pt x="1041790" y="1796031"/>
                  </a:lnTo>
                  <a:lnTo>
                    <a:pt x="982944" y="1770105"/>
                  </a:lnTo>
                  <a:lnTo>
                    <a:pt x="923927" y="1740902"/>
                  </a:lnTo>
                  <a:lnTo>
                    <a:pt x="864971" y="1708535"/>
                  </a:lnTo>
                  <a:lnTo>
                    <a:pt x="806308" y="1673133"/>
                  </a:lnTo>
                  <a:lnTo>
                    <a:pt x="748171" y="1634835"/>
                  </a:lnTo>
                  <a:lnTo>
                    <a:pt x="690789" y="1593793"/>
                  </a:lnTo>
                  <a:lnTo>
                    <a:pt x="634388" y="1550168"/>
                  </a:lnTo>
                  <a:lnTo>
                    <a:pt x="579191" y="1504133"/>
                  </a:lnTo>
                  <a:lnTo>
                    <a:pt x="525415" y="1455869"/>
                  </a:lnTo>
                  <a:lnTo>
                    <a:pt x="473274" y="1405567"/>
                  </a:lnTo>
                  <a:lnTo>
                    <a:pt x="422972" y="1353426"/>
                  </a:lnTo>
                  <a:lnTo>
                    <a:pt x="374708" y="1299650"/>
                  </a:lnTo>
                  <a:lnTo>
                    <a:pt x="328673" y="1244453"/>
                  </a:lnTo>
                  <a:lnTo>
                    <a:pt x="285048" y="1188052"/>
                  </a:lnTo>
                  <a:lnTo>
                    <a:pt x="244006" y="1130670"/>
                  </a:lnTo>
                  <a:lnTo>
                    <a:pt x="205708" y="1072533"/>
                  </a:lnTo>
                  <a:lnTo>
                    <a:pt x="170306" y="1013870"/>
                  </a:lnTo>
                  <a:lnTo>
                    <a:pt x="137939" y="954914"/>
                  </a:lnTo>
                  <a:lnTo>
                    <a:pt x="108735" y="895897"/>
                  </a:lnTo>
                  <a:lnTo>
                    <a:pt x="82810" y="837051"/>
                  </a:lnTo>
                  <a:lnTo>
                    <a:pt x="60265" y="778610"/>
                  </a:lnTo>
                  <a:lnTo>
                    <a:pt x="41190" y="720803"/>
                  </a:lnTo>
                  <a:lnTo>
                    <a:pt x="25660" y="663859"/>
                  </a:lnTo>
                  <a:lnTo>
                    <a:pt x="13736" y="608002"/>
                  </a:lnTo>
                  <a:lnTo>
                    <a:pt x="5465" y="553454"/>
                  </a:lnTo>
                  <a:lnTo>
                    <a:pt x="880" y="500428"/>
                  </a:lnTo>
                  <a:lnTo>
                    <a:pt x="0" y="449135"/>
                  </a:lnTo>
                  <a:lnTo>
                    <a:pt x="2826" y="399777"/>
                  </a:lnTo>
                  <a:lnTo>
                    <a:pt x="9349" y="352549"/>
                  </a:lnTo>
                  <a:lnTo>
                    <a:pt x="19542" y="307637"/>
                  </a:lnTo>
                  <a:lnTo>
                    <a:pt x="33366" y="265218"/>
                  </a:lnTo>
                  <a:lnTo>
                    <a:pt x="50766" y="225460"/>
                  </a:lnTo>
                  <a:lnTo>
                    <a:pt x="71673" y="188520"/>
                  </a:lnTo>
                  <a:lnTo>
                    <a:pt x="96004" y="154543"/>
                  </a:lnTo>
                  <a:close/>
                </a:path>
              </a:pathLst>
            </a:custGeom>
            <a:solidFill>
              <a:srgbClr val="F0CDC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2642802" y="1903921"/>
              <a:ext cx="566129" cy="609357"/>
            </a:xfrm>
            <a:custGeom>
              <a:avLst/>
              <a:pathLst>
                <a:path w="566129" h="609357">
                  <a:moveTo>
                    <a:pt x="61209" y="8846"/>
                  </a:moveTo>
                  <a:lnTo>
                    <a:pt x="117066" y="20770"/>
                  </a:lnTo>
                  <a:lnTo>
                    <a:pt x="174010" y="36300"/>
                  </a:lnTo>
                  <a:lnTo>
                    <a:pt x="231817" y="55376"/>
                  </a:lnTo>
                  <a:lnTo>
                    <a:pt x="290258" y="77920"/>
                  </a:lnTo>
                  <a:lnTo>
                    <a:pt x="349104" y="103846"/>
                  </a:lnTo>
                  <a:lnTo>
                    <a:pt x="408121" y="133049"/>
                  </a:lnTo>
                  <a:lnTo>
                    <a:pt x="467077" y="165416"/>
                  </a:lnTo>
                  <a:lnTo>
                    <a:pt x="525740" y="200818"/>
                  </a:lnTo>
                  <a:lnTo>
                    <a:pt x="566129" y="227425"/>
                  </a:lnTo>
                  <a:lnTo>
                    <a:pt x="537441" y="255305"/>
                  </a:lnTo>
                  <a:lnTo>
                    <a:pt x="489836" y="304290"/>
                  </a:lnTo>
                  <a:lnTo>
                    <a:pt x="443798" y="354461"/>
                  </a:lnTo>
                  <a:lnTo>
                    <a:pt x="399510" y="405621"/>
                  </a:lnTo>
                  <a:lnTo>
                    <a:pt x="357146" y="457567"/>
                  </a:lnTo>
                  <a:lnTo>
                    <a:pt x="316874" y="510094"/>
                  </a:lnTo>
                  <a:lnTo>
                    <a:pt x="278851" y="562996"/>
                  </a:lnTo>
                  <a:lnTo>
                    <a:pt x="247731" y="609357"/>
                  </a:lnTo>
                  <a:lnTo>
                    <a:pt x="223382" y="573919"/>
                  </a:lnTo>
                  <a:lnTo>
                    <a:pt x="187691" y="518287"/>
                  </a:lnTo>
                  <a:lnTo>
                    <a:pt x="154761" y="462996"/>
                  </a:lnTo>
                  <a:lnTo>
                    <a:pt x="124720" y="408266"/>
                  </a:lnTo>
                  <a:lnTo>
                    <a:pt x="97689" y="354311"/>
                  </a:lnTo>
                  <a:lnTo>
                    <a:pt x="73772" y="301346"/>
                  </a:lnTo>
                  <a:lnTo>
                    <a:pt x="53065" y="249579"/>
                  </a:lnTo>
                  <a:lnTo>
                    <a:pt x="35650" y="199214"/>
                  </a:lnTo>
                  <a:lnTo>
                    <a:pt x="21594" y="150450"/>
                  </a:lnTo>
                  <a:lnTo>
                    <a:pt x="10954" y="103479"/>
                  </a:lnTo>
                  <a:lnTo>
                    <a:pt x="3772" y="58488"/>
                  </a:lnTo>
                  <a:lnTo>
                    <a:pt x="75" y="15653"/>
                  </a:lnTo>
                  <a:lnTo>
                    <a:pt x="0" y="0"/>
                  </a:lnTo>
                  <a:lnTo>
                    <a:pt x="6661" y="5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2890534" y="2131346"/>
              <a:ext cx="639319" cy="743518"/>
            </a:xfrm>
            <a:custGeom>
              <a:avLst/>
              <a:pathLst>
                <a:path w="639319" h="743518">
                  <a:moveTo>
                    <a:pt x="393527" y="52733"/>
                  </a:moveTo>
                  <a:lnTo>
                    <a:pt x="449928" y="96358"/>
                  </a:lnTo>
                  <a:lnTo>
                    <a:pt x="505125" y="142393"/>
                  </a:lnTo>
                  <a:lnTo>
                    <a:pt x="558901" y="190657"/>
                  </a:lnTo>
                  <a:lnTo>
                    <a:pt x="611043" y="240959"/>
                  </a:lnTo>
                  <a:lnTo>
                    <a:pt x="639319" y="270269"/>
                  </a:lnTo>
                  <a:lnTo>
                    <a:pt x="617294" y="293100"/>
                  </a:lnTo>
                  <a:lnTo>
                    <a:pt x="569030" y="346876"/>
                  </a:lnTo>
                  <a:lnTo>
                    <a:pt x="522995" y="402073"/>
                  </a:lnTo>
                  <a:lnTo>
                    <a:pt x="479370" y="458474"/>
                  </a:lnTo>
                  <a:lnTo>
                    <a:pt x="438328" y="515856"/>
                  </a:lnTo>
                  <a:lnTo>
                    <a:pt x="400030" y="573993"/>
                  </a:lnTo>
                  <a:lnTo>
                    <a:pt x="364628" y="632655"/>
                  </a:lnTo>
                  <a:lnTo>
                    <a:pt x="332261" y="691612"/>
                  </a:lnTo>
                  <a:lnTo>
                    <a:pt x="306576" y="743518"/>
                  </a:lnTo>
                  <a:lnTo>
                    <a:pt x="289709" y="727100"/>
                  </a:lnTo>
                  <a:lnTo>
                    <a:pt x="239177" y="675188"/>
                  </a:lnTo>
                  <a:lnTo>
                    <a:pt x="190224" y="622102"/>
                  </a:lnTo>
                  <a:lnTo>
                    <a:pt x="143044" y="568050"/>
                  </a:lnTo>
                  <a:lnTo>
                    <a:pt x="97822" y="513246"/>
                  </a:lnTo>
                  <a:lnTo>
                    <a:pt x="54737" y="457906"/>
                  </a:lnTo>
                  <a:lnTo>
                    <a:pt x="13960" y="402249"/>
                  </a:lnTo>
                  <a:lnTo>
                    <a:pt x="0" y="381931"/>
                  </a:lnTo>
                  <a:lnTo>
                    <a:pt x="31120" y="335571"/>
                  </a:lnTo>
                  <a:lnTo>
                    <a:pt x="69142" y="282669"/>
                  </a:lnTo>
                  <a:lnTo>
                    <a:pt x="109415" y="230141"/>
                  </a:lnTo>
                  <a:lnTo>
                    <a:pt x="151779" y="178195"/>
                  </a:lnTo>
                  <a:lnTo>
                    <a:pt x="196067" y="127036"/>
                  </a:lnTo>
                  <a:lnTo>
                    <a:pt x="242104" y="76864"/>
                  </a:lnTo>
                  <a:lnTo>
                    <a:pt x="289709" y="27880"/>
                  </a:lnTo>
                  <a:lnTo>
                    <a:pt x="318397" y="0"/>
                  </a:lnTo>
                  <a:lnTo>
                    <a:pt x="336145" y="116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197110" y="2401616"/>
              <a:ext cx="665477" cy="746540"/>
            </a:xfrm>
            <a:custGeom>
              <a:avLst/>
              <a:pathLst>
                <a:path w="665477" h="746540">
                  <a:moveTo>
                    <a:pt x="354768" y="22830"/>
                  </a:moveTo>
                  <a:lnTo>
                    <a:pt x="403032" y="76606"/>
                  </a:lnTo>
                  <a:lnTo>
                    <a:pt x="449067" y="131803"/>
                  </a:lnTo>
                  <a:lnTo>
                    <a:pt x="492692" y="188204"/>
                  </a:lnTo>
                  <a:lnTo>
                    <a:pt x="533734" y="245586"/>
                  </a:lnTo>
                  <a:lnTo>
                    <a:pt x="572032" y="303723"/>
                  </a:lnTo>
                  <a:lnTo>
                    <a:pt x="607434" y="362386"/>
                  </a:lnTo>
                  <a:lnTo>
                    <a:pt x="639801" y="421342"/>
                  </a:lnTo>
                  <a:lnTo>
                    <a:pt x="665477" y="473230"/>
                  </a:lnTo>
                  <a:lnTo>
                    <a:pt x="633368" y="504435"/>
                  </a:lnTo>
                  <a:lnTo>
                    <a:pt x="583197" y="550472"/>
                  </a:lnTo>
                  <a:lnTo>
                    <a:pt x="532037" y="594760"/>
                  </a:lnTo>
                  <a:lnTo>
                    <a:pt x="480091" y="637124"/>
                  </a:lnTo>
                  <a:lnTo>
                    <a:pt x="427564" y="677397"/>
                  </a:lnTo>
                  <a:lnTo>
                    <a:pt x="374662" y="715419"/>
                  </a:lnTo>
                  <a:lnTo>
                    <a:pt x="328301" y="746540"/>
                  </a:lnTo>
                  <a:lnTo>
                    <a:pt x="307984" y="732579"/>
                  </a:lnTo>
                  <a:lnTo>
                    <a:pt x="252326" y="691802"/>
                  </a:lnTo>
                  <a:lnTo>
                    <a:pt x="196987" y="648717"/>
                  </a:lnTo>
                  <a:lnTo>
                    <a:pt x="142183" y="603495"/>
                  </a:lnTo>
                  <a:lnTo>
                    <a:pt x="88131" y="556315"/>
                  </a:lnTo>
                  <a:lnTo>
                    <a:pt x="35044" y="507362"/>
                  </a:lnTo>
                  <a:lnTo>
                    <a:pt x="0" y="473249"/>
                  </a:lnTo>
                  <a:lnTo>
                    <a:pt x="25685" y="421342"/>
                  </a:lnTo>
                  <a:lnTo>
                    <a:pt x="58051" y="362386"/>
                  </a:lnTo>
                  <a:lnTo>
                    <a:pt x="93454" y="303723"/>
                  </a:lnTo>
                  <a:lnTo>
                    <a:pt x="131751" y="245586"/>
                  </a:lnTo>
                  <a:lnTo>
                    <a:pt x="172794" y="188204"/>
                  </a:lnTo>
                  <a:lnTo>
                    <a:pt x="216418" y="131803"/>
                  </a:lnTo>
                  <a:lnTo>
                    <a:pt x="262454" y="76606"/>
                  </a:lnTo>
                  <a:lnTo>
                    <a:pt x="310717" y="22830"/>
                  </a:lnTo>
                  <a:lnTo>
                    <a:pt x="33274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3525411" y="2874847"/>
              <a:ext cx="449439" cy="496021"/>
            </a:xfrm>
            <a:custGeom>
              <a:avLst/>
              <a:pathLst>
                <a:path w="449439" h="496021">
                  <a:moveTo>
                    <a:pt x="340703" y="7128"/>
                  </a:moveTo>
                  <a:lnTo>
                    <a:pt x="366628" y="65974"/>
                  </a:lnTo>
                  <a:lnTo>
                    <a:pt x="389173" y="124415"/>
                  </a:lnTo>
                  <a:lnTo>
                    <a:pt x="408248" y="182222"/>
                  </a:lnTo>
                  <a:lnTo>
                    <a:pt x="423778" y="239166"/>
                  </a:lnTo>
                  <a:lnTo>
                    <a:pt x="435702" y="295023"/>
                  </a:lnTo>
                  <a:lnTo>
                    <a:pt x="443973" y="349571"/>
                  </a:lnTo>
                  <a:lnTo>
                    <a:pt x="448558" y="402597"/>
                  </a:lnTo>
                  <a:lnTo>
                    <a:pt x="449439" y="453890"/>
                  </a:lnTo>
                  <a:lnTo>
                    <a:pt x="447026" y="496021"/>
                  </a:lnTo>
                  <a:lnTo>
                    <a:pt x="410143" y="485390"/>
                  </a:lnTo>
                  <a:lnTo>
                    <a:pt x="359778" y="467975"/>
                  </a:lnTo>
                  <a:lnTo>
                    <a:pt x="308010" y="447268"/>
                  </a:lnTo>
                  <a:lnTo>
                    <a:pt x="255045" y="423351"/>
                  </a:lnTo>
                  <a:lnTo>
                    <a:pt x="201090" y="396319"/>
                  </a:lnTo>
                  <a:lnTo>
                    <a:pt x="146360" y="366279"/>
                  </a:lnTo>
                  <a:lnTo>
                    <a:pt x="91069" y="333348"/>
                  </a:lnTo>
                  <a:lnTo>
                    <a:pt x="35437" y="297658"/>
                  </a:lnTo>
                  <a:lnTo>
                    <a:pt x="0" y="273309"/>
                  </a:lnTo>
                  <a:lnTo>
                    <a:pt x="46360" y="242188"/>
                  </a:lnTo>
                  <a:lnTo>
                    <a:pt x="99262" y="204166"/>
                  </a:lnTo>
                  <a:lnTo>
                    <a:pt x="151790" y="163893"/>
                  </a:lnTo>
                  <a:lnTo>
                    <a:pt x="203736" y="121529"/>
                  </a:lnTo>
                  <a:lnTo>
                    <a:pt x="254895" y="77241"/>
                  </a:lnTo>
                  <a:lnTo>
                    <a:pt x="305066" y="31204"/>
                  </a:lnTo>
                  <a:lnTo>
                    <a:pt x="3371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685056" y="2513278"/>
              <a:ext cx="512054" cy="840355"/>
            </a:xfrm>
            <a:custGeom>
              <a:avLst/>
              <a:pathLst>
                <a:path w="512054" h="840355">
                  <a:moveTo>
                    <a:pt x="382719" y="832296"/>
                  </a:moveTo>
                  <a:lnTo>
                    <a:pt x="339218" y="837988"/>
                  </a:lnTo>
                  <a:lnTo>
                    <a:pt x="297713" y="840355"/>
                  </a:lnTo>
                  <a:lnTo>
                    <a:pt x="258367" y="839388"/>
                  </a:lnTo>
                  <a:lnTo>
                    <a:pt x="221335" y="835091"/>
                  </a:lnTo>
                  <a:lnTo>
                    <a:pt x="186763" y="827480"/>
                  </a:lnTo>
                  <a:lnTo>
                    <a:pt x="154789" y="816587"/>
                  </a:lnTo>
                  <a:lnTo>
                    <a:pt x="125537" y="802453"/>
                  </a:lnTo>
                  <a:lnTo>
                    <a:pt x="99125" y="785134"/>
                  </a:lnTo>
                  <a:lnTo>
                    <a:pt x="75655" y="764700"/>
                  </a:lnTo>
                  <a:lnTo>
                    <a:pt x="55220" y="741230"/>
                  </a:lnTo>
                  <a:lnTo>
                    <a:pt x="37902" y="714817"/>
                  </a:lnTo>
                  <a:lnTo>
                    <a:pt x="23768" y="685566"/>
                  </a:lnTo>
                  <a:lnTo>
                    <a:pt x="12874" y="653591"/>
                  </a:lnTo>
                  <a:lnTo>
                    <a:pt x="5264" y="619020"/>
                  </a:lnTo>
                  <a:lnTo>
                    <a:pt x="967" y="581988"/>
                  </a:lnTo>
                  <a:lnTo>
                    <a:pt x="0" y="542642"/>
                  </a:lnTo>
                  <a:lnTo>
                    <a:pt x="2367" y="501136"/>
                  </a:lnTo>
                  <a:lnTo>
                    <a:pt x="8058" y="457636"/>
                  </a:lnTo>
                  <a:lnTo>
                    <a:pt x="17052" y="412311"/>
                  </a:lnTo>
                  <a:lnTo>
                    <a:pt x="29313" y="365342"/>
                  </a:lnTo>
                  <a:lnTo>
                    <a:pt x="44792" y="316914"/>
                  </a:lnTo>
                  <a:lnTo>
                    <a:pt x="63428" y="267217"/>
                  </a:lnTo>
                  <a:lnTo>
                    <a:pt x="85148" y="216448"/>
                  </a:lnTo>
                  <a:lnTo>
                    <a:pt x="109866" y="164808"/>
                  </a:lnTo>
                  <a:lnTo>
                    <a:pt x="137484" y="112499"/>
                  </a:lnTo>
                  <a:lnTo>
                    <a:pt x="167894" y="59729"/>
                  </a:lnTo>
                  <a:lnTo>
                    <a:pt x="200975" y="6706"/>
                  </a:lnTo>
                  <a:lnTo>
                    <a:pt x="205477" y="0"/>
                  </a:lnTo>
                  <a:lnTo>
                    <a:pt x="219437" y="20317"/>
                  </a:lnTo>
                  <a:lnTo>
                    <a:pt x="260215" y="75974"/>
                  </a:lnTo>
                  <a:lnTo>
                    <a:pt x="303300" y="131314"/>
                  </a:lnTo>
                  <a:lnTo>
                    <a:pt x="348522" y="186118"/>
                  </a:lnTo>
                  <a:lnTo>
                    <a:pt x="395702" y="240170"/>
                  </a:lnTo>
                  <a:lnTo>
                    <a:pt x="444655" y="293256"/>
                  </a:lnTo>
                  <a:lnTo>
                    <a:pt x="495187" y="345168"/>
                  </a:lnTo>
                  <a:lnTo>
                    <a:pt x="512054" y="361586"/>
                  </a:lnTo>
                  <a:lnTo>
                    <a:pt x="508535" y="368697"/>
                  </a:lnTo>
                  <a:lnTo>
                    <a:pt x="482610" y="427542"/>
                  </a:lnTo>
                  <a:lnTo>
                    <a:pt x="460065" y="485984"/>
                  </a:lnTo>
                  <a:lnTo>
                    <a:pt x="440990" y="543791"/>
                  </a:lnTo>
                  <a:lnTo>
                    <a:pt x="425460" y="600735"/>
                  </a:lnTo>
                  <a:lnTo>
                    <a:pt x="413536" y="656592"/>
                  </a:lnTo>
                  <a:lnTo>
                    <a:pt x="405265" y="711140"/>
                  </a:lnTo>
                  <a:lnTo>
                    <a:pt x="400680" y="764166"/>
                  </a:lnTo>
                  <a:lnTo>
                    <a:pt x="399799" y="815458"/>
                  </a:lnTo>
                  <a:lnTo>
                    <a:pt x="400561" y="828756"/>
                  </a:lnTo>
                  <a:close/>
                </a:path>
              </a:pathLst>
            </a:custGeom>
            <a:solidFill>
              <a:srgbClr val="E6B5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3084855" y="2874865"/>
              <a:ext cx="440556" cy="467169"/>
            </a:xfrm>
            <a:custGeom>
              <a:avLst/>
              <a:pathLst>
                <a:path w="440556" h="467169">
                  <a:moveTo>
                    <a:pt x="433849" y="277792"/>
                  </a:moveTo>
                  <a:lnTo>
                    <a:pt x="380826" y="310874"/>
                  </a:lnTo>
                  <a:lnTo>
                    <a:pt x="328056" y="341283"/>
                  </a:lnTo>
                  <a:lnTo>
                    <a:pt x="275747" y="368902"/>
                  </a:lnTo>
                  <a:lnTo>
                    <a:pt x="224107" y="393620"/>
                  </a:lnTo>
                  <a:lnTo>
                    <a:pt x="173338" y="415340"/>
                  </a:lnTo>
                  <a:lnTo>
                    <a:pt x="123641" y="433976"/>
                  </a:lnTo>
                  <a:lnTo>
                    <a:pt x="75213" y="449455"/>
                  </a:lnTo>
                  <a:lnTo>
                    <a:pt x="28244" y="461716"/>
                  </a:lnTo>
                  <a:lnTo>
                    <a:pt x="761" y="467169"/>
                  </a:lnTo>
                  <a:lnTo>
                    <a:pt x="0" y="453872"/>
                  </a:lnTo>
                  <a:lnTo>
                    <a:pt x="880" y="402579"/>
                  </a:lnTo>
                  <a:lnTo>
                    <a:pt x="5465" y="349553"/>
                  </a:lnTo>
                  <a:lnTo>
                    <a:pt x="13736" y="295005"/>
                  </a:lnTo>
                  <a:lnTo>
                    <a:pt x="25660" y="239148"/>
                  </a:lnTo>
                  <a:lnTo>
                    <a:pt x="41190" y="182204"/>
                  </a:lnTo>
                  <a:lnTo>
                    <a:pt x="60265" y="124397"/>
                  </a:lnTo>
                  <a:lnTo>
                    <a:pt x="82810" y="65956"/>
                  </a:lnTo>
                  <a:lnTo>
                    <a:pt x="108735" y="7110"/>
                  </a:lnTo>
                  <a:lnTo>
                    <a:pt x="112254" y="0"/>
                  </a:lnTo>
                  <a:lnTo>
                    <a:pt x="147299" y="34113"/>
                  </a:lnTo>
                  <a:lnTo>
                    <a:pt x="200385" y="83066"/>
                  </a:lnTo>
                  <a:lnTo>
                    <a:pt x="254437" y="130246"/>
                  </a:lnTo>
                  <a:lnTo>
                    <a:pt x="309241" y="175468"/>
                  </a:lnTo>
                  <a:lnTo>
                    <a:pt x="364581" y="218553"/>
                  </a:lnTo>
                  <a:lnTo>
                    <a:pt x="420238" y="259330"/>
                  </a:lnTo>
                  <a:lnTo>
                    <a:pt x="440556" y="2732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3085617" y="3148156"/>
              <a:ext cx="886821" cy="629479"/>
            </a:xfrm>
            <a:custGeom>
              <a:avLst/>
              <a:pathLst>
                <a:path w="886821" h="629479">
                  <a:moveTo>
                    <a:pt x="886407" y="229939"/>
                  </a:moveTo>
                  <a:lnTo>
                    <a:pt x="879884" y="277167"/>
                  </a:lnTo>
                  <a:lnTo>
                    <a:pt x="869690" y="322079"/>
                  </a:lnTo>
                  <a:lnTo>
                    <a:pt x="855867" y="364498"/>
                  </a:lnTo>
                  <a:lnTo>
                    <a:pt x="838467" y="404256"/>
                  </a:lnTo>
                  <a:lnTo>
                    <a:pt x="817560" y="441196"/>
                  </a:lnTo>
                  <a:lnTo>
                    <a:pt x="793229" y="475173"/>
                  </a:lnTo>
                  <a:lnTo>
                    <a:pt x="765569" y="506052"/>
                  </a:lnTo>
                  <a:lnTo>
                    <a:pt x="734690" y="533712"/>
                  </a:lnTo>
                  <a:lnTo>
                    <a:pt x="700713" y="558043"/>
                  </a:lnTo>
                  <a:lnTo>
                    <a:pt x="663773" y="578950"/>
                  </a:lnTo>
                  <a:lnTo>
                    <a:pt x="624015" y="596350"/>
                  </a:lnTo>
                  <a:lnTo>
                    <a:pt x="581596" y="610173"/>
                  </a:lnTo>
                  <a:lnTo>
                    <a:pt x="536684" y="620367"/>
                  </a:lnTo>
                  <a:lnTo>
                    <a:pt x="489456" y="626890"/>
                  </a:lnTo>
                  <a:lnTo>
                    <a:pt x="444236" y="629479"/>
                  </a:lnTo>
                  <a:lnTo>
                    <a:pt x="399016" y="626890"/>
                  </a:lnTo>
                  <a:lnTo>
                    <a:pt x="351788" y="620367"/>
                  </a:lnTo>
                  <a:lnTo>
                    <a:pt x="306875" y="610173"/>
                  </a:lnTo>
                  <a:lnTo>
                    <a:pt x="264457" y="596350"/>
                  </a:lnTo>
                  <a:lnTo>
                    <a:pt x="224699" y="578950"/>
                  </a:lnTo>
                  <a:lnTo>
                    <a:pt x="187758" y="558043"/>
                  </a:lnTo>
                  <a:lnTo>
                    <a:pt x="153782" y="533712"/>
                  </a:lnTo>
                  <a:lnTo>
                    <a:pt x="122902" y="506052"/>
                  </a:lnTo>
                  <a:lnTo>
                    <a:pt x="95242" y="475173"/>
                  </a:lnTo>
                  <a:lnTo>
                    <a:pt x="70911" y="441196"/>
                  </a:lnTo>
                  <a:lnTo>
                    <a:pt x="50004" y="404256"/>
                  </a:lnTo>
                  <a:lnTo>
                    <a:pt x="32605" y="364498"/>
                  </a:lnTo>
                  <a:lnTo>
                    <a:pt x="18781" y="322079"/>
                  </a:lnTo>
                  <a:lnTo>
                    <a:pt x="8587" y="277167"/>
                  </a:lnTo>
                  <a:lnTo>
                    <a:pt x="2065" y="229939"/>
                  </a:lnTo>
                  <a:lnTo>
                    <a:pt x="0" y="193878"/>
                  </a:lnTo>
                  <a:lnTo>
                    <a:pt x="27482" y="188425"/>
                  </a:lnTo>
                  <a:lnTo>
                    <a:pt x="74451" y="176164"/>
                  </a:lnTo>
                  <a:lnTo>
                    <a:pt x="122880" y="160685"/>
                  </a:lnTo>
                  <a:lnTo>
                    <a:pt x="172576" y="142049"/>
                  </a:lnTo>
                  <a:lnTo>
                    <a:pt x="223345" y="120329"/>
                  </a:lnTo>
                  <a:lnTo>
                    <a:pt x="274986" y="95611"/>
                  </a:lnTo>
                  <a:lnTo>
                    <a:pt x="327294" y="67992"/>
                  </a:lnTo>
                  <a:lnTo>
                    <a:pt x="380064" y="37583"/>
                  </a:lnTo>
                  <a:lnTo>
                    <a:pt x="433088" y="4501"/>
                  </a:lnTo>
                  <a:lnTo>
                    <a:pt x="439794" y="0"/>
                  </a:lnTo>
                  <a:lnTo>
                    <a:pt x="475231" y="24349"/>
                  </a:lnTo>
                  <a:lnTo>
                    <a:pt x="530864" y="60039"/>
                  </a:lnTo>
                  <a:lnTo>
                    <a:pt x="586155" y="92970"/>
                  </a:lnTo>
                  <a:lnTo>
                    <a:pt x="640885" y="123010"/>
                  </a:lnTo>
                  <a:lnTo>
                    <a:pt x="694839" y="150042"/>
                  </a:lnTo>
                  <a:lnTo>
                    <a:pt x="747805" y="173959"/>
                  </a:lnTo>
                  <a:lnTo>
                    <a:pt x="799572" y="194666"/>
                  </a:lnTo>
                  <a:lnTo>
                    <a:pt x="849937" y="212081"/>
                  </a:lnTo>
                  <a:lnTo>
                    <a:pt x="886821" y="2227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642682" y="1621665"/>
              <a:ext cx="891613" cy="509681"/>
            </a:xfrm>
            <a:custGeom>
              <a:avLst/>
              <a:pathLst>
                <a:path w="891613" h="509681">
                  <a:moveTo>
                    <a:pt x="71414" y="71414"/>
                  </a:moveTo>
                  <a:lnTo>
                    <a:pt x="94976" y="51072"/>
                  </a:lnTo>
                  <a:lnTo>
                    <a:pt x="121664" y="34029"/>
                  </a:lnTo>
                  <a:lnTo>
                    <a:pt x="151374" y="20353"/>
                  </a:lnTo>
                  <a:lnTo>
                    <a:pt x="183987" y="10098"/>
                  </a:lnTo>
                  <a:lnTo>
                    <a:pt x="219376" y="3305"/>
                  </a:lnTo>
                  <a:lnTo>
                    <a:pt x="257400" y="0"/>
                  </a:lnTo>
                  <a:lnTo>
                    <a:pt x="297909" y="195"/>
                  </a:lnTo>
                  <a:lnTo>
                    <a:pt x="340744" y="3892"/>
                  </a:lnTo>
                  <a:lnTo>
                    <a:pt x="385735" y="11074"/>
                  </a:lnTo>
                  <a:lnTo>
                    <a:pt x="432706" y="21714"/>
                  </a:lnTo>
                  <a:lnTo>
                    <a:pt x="481469" y="35770"/>
                  </a:lnTo>
                  <a:lnTo>
                    <a:pt x="531834" y="53185"/>
                  </a:lnTo>
                  <a:lnTo>
                    <a:pt x="583602" y="73892"/>
                  </a:lnTo>
                  <a:lnTo>
                    <a:pt x="636567" y="97809"/>
                  </a:lnTo>
                  <a:lnTo>
                    <a:pt x="690522" y="124841"/>
                  </a:lnTo>
                  <a:lnTo>
                    <a:pt x="745252" y="154881"/>
                  </a:lnTo>
                  <a:lnTo>
                    <a:pt x="800543" y="187812"/>
                  </a:lnTo>
                  <a:lnTo>
                    <a:pt x="856175" y="223502"/>
                  </a:lnTo>
                  <a:lnTo>
                    <a:pt x="891613" y="247851"/>
                  </a:lnTo>
                  <a:lnTo>
                    <a:pt x="845252" y="278972"/>
                  </a:lnTo>
                  <a:lnTo>
                    <a:pt x="792350" y="316994"/>
                  </a:lnTo>
                  <a:lnTo>
                    <a:pt x="739822" y="357267"/>
                  </a:lnTo>
                  <a:lnTo>
                    <a:pt x="687876" y="399631"/>
                  </a:lnTo>
                  <a:lnTo>
                    <a:pt x="636717" y="443919"/>
                  </a:lnTo>
                  <a:lnTo>
                    <a:pt x="586546" y="489956"/>
                  </a:lnTo>
                  <a:lnTo>
                    <a:pt x="566249" y="509681"/>
                  </a:lnTo>
                  <a:lnTo>
                    <a:pt x="525860" y="483074"/>
                  </a:lnTo>
                  <a:lnTo>
                    <a:pt x="467198" y="447672"/>
                  </a:lnTo>
                  <a:lnTo>
                    <a:pt x="408241" y="415305"/>
                  </a:lnTo>
                  <a:lnTo>
                    <a:pt x="349224" y="386101"/>
                  </a:lnTo>
                  <a:lnTo>
                    <a:pt x="290379" y="360176"/>
                  </a:lnTo>
                  <a:lnTo>
                    <a:pt x="231937" y="337631"/>
                  </a:lnTo>
                  <a:lnTo>
                    <a:pt x="174130" y="318556"/>
                  </a:lnTo>
                  <a:lnTo>
                    <a:pt x="117186" y="303026"/>
                  </a:lnTo>
                  <a:lnTo>
                    <a:pt x="61329" y="291102"/>
                  </a:lnTo>
                  <a:lnTo>
                    <a:pt x="6781" y="282831"/>
                  </a:lnTo>
                  <a:lnTo>
                    <a:pt x="120" y="282255"/>
                  </a:lnTo>
                  <a:lnTo>
                    <a:pt x="0" y="257400"/>
                  </a:lnTo>
                  <a:lnTo>
                    <a:pt x="3305" y="219376"/>
                  </a:lnTo>
                  <a:lnTo>
                    <a:pt x="10098" y="183987"/>
                  </a:lnTo>
                  <a:lnTo>
                    <a:pt x="20353" y="151374"/>
                  </a:lnTo>
                  <a:lnTo>
                    <a:pt x="34029" y="121664"/>
                  </a:lnTo>
                  <a:lnTo>
                    <a:pt x="51072" y="94976"/>
                  </a:lnTo>
                  <a:close/>
                </a:path>
              </a:pathLst>
            </a:custGeom>
            <a:solidFill>
              <a:srgbClr val="F8E6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208931" y="1869517"/>
              <a:ext cx="641871" cy="532099"/>
            </a:xfrm>
            <a:custGeom>
              <a:avLst/>
              <a:pathLst>
                <a:path w="641871" h="532099">
                  <a:moveTo>
                    <a:pt x="20296" y="242104"/>
                  </a:moveTo>
                  <a:lnTo>
                    <a:pt x="70467" y="196067"/>
                  </a:lnTo>
                  <a:lnTo>
                    <a:pt x="121627" y="151779"/>
                  </a:lnTo>
                  <a:lnTo>
                    <a:pt x="173573" y="109415"/>
                  </a:lnTo>
                  <a:lnTo>
                    <a:pt x="226100" y="69142"/>
                  </a:lnTo>
                  <a:lnTo>
                    <a:pt x="279002" y="31120"/>
                  </a:lnTo>
                  <a:lnTo>
                    <a:pt x="325363" y="0"/>
                  </a:lnTo>
                  <a:lnTo>
                    <a:pt x="345680" y="13960"/>
                  </a:lnTo>
                  <a:lnTo>
                    <a:pt x="401337" y="54737"/>
                  </a:lnTo>
                  <a:lnTo>
                    <a:pt x="456677" y="97822"/>
                  </a:lnTo>
                  <a:lnTo>
                    <a:pt x="511481" y="143044"/>
                  </a:lnTo>
                  <a:lnTo>
                    <a:pt x="565533" y="190224"/>
                  </a:lnTo>
                  <a:lnTo>
                    <a:pt x="618620" y="239177"/>
                  </a:lnTo>
                  <a:lnTo>
                    <a:pt x="641871" y="261810"/>
                  </a:lnTo>
                  <a:lnTo>
                    <a:pt x="624095" y="273520"/>
                  </a:lnTo>
                  <a:lnTo>
                    <a:pt x="566713" y="314562"/>
                  </a:lnTo>
                  <a:lnTo>
                    <a:pt x="510312" y="358187"/>
                  </a:lnTo>
                  <a:lnTo>
                    <a:pt x="455115" y="404222"/>
                  </a:lnTo>
                  <a:lnTo>
                    <a:pt x="401339" y="452486"/>
                  </a:lnTo>
                  <a:lnTo>
                    <a:pt x="349198" y="502788"/>
                  </a:lnTo>
                  <a:lnTo>
                    <a:pt x="320921" y="532099"/>
                  </a:lnTo>
                  <a:lnTo>
                    <a:pt x="292645" y="502788"/>
                  </a:lnTo>
                  <a:lnTo>
                    <a:pt x="240503" y="452486"/>
                  </a:lnTo>
                  <a:lnTo>
                    <a:pt x="186728" y="404222"/>
                  </a:lnTo>
                  <a:lnTo>
                    <a:pt x="131530" y="358187"/>
                  </a:lnTo>
                  <a:lnTo>
                    <a:pt x="75129" y="314562"/>
                  </a:lnTo>
                  <a:lnTo>
                    <a:pt x="17747" y="273520"/>
                  </a:lnTo>
                  <a:lnTo>
                    <a:pt x="0" y="261829"/>
                  </a:lnTo>
                  <a:close/>
                </a:path>
              </a:pathLst>
            </a:custGeom>
            <a:solidFill>
              <a:srgbClr val="FCF2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529853" y="2131328"/>
              <a:ext cx="639319" cy="743519"/>
            </a:xfrm>
            <a:custGeom>
              <a:avLst/>
              <a:pathLst>
                <a:path w="639319" h="743519">
                  <a:moveTo>
                    <a:pt x="28276" y="240977"/>
                  </a:moveTo>
                  <a:lnTo>
                    <a:pt x="80418" y="190675"/>
                  </a:lnTo>
                  <a:lnTo>
                    <a:pt x="134193" y="142411"/>
                  </a:lnTo>
                  <a:lnTo>
                    <a:pt x="189390" y="96376"/>
                  </a:lnTo>
                  <a:lnTo>
                    <a:pt x="245791" y="52751"/>
                  </a:lnTo>
                  <a:lnTo>
                    <a:pt x="303174" y="11709"/>
                  </a:lnTo>
                  <a:lnTo>
                    <a:pt x="320949" y="0"/>
                  </a:lnTo>
                  <a:lnTo>
                    <a:pt x="349610" y="27898"/>
                  </a:lnTo>
                  <a:lnTo>
                    <a:pt x="400141" y="79810"/>
                  </a:lnTo>
                  <a:lnTo>
                    <a:pt x="449094" y="132896"/>
                  </a:lnTo>
                  <a:lnTo>
                    <a:pt x="496275" y="186948"/>
                  </a:lnTo>
                  <a:lnTo>
                    <a:pt x="541496" y="241752"/>
                  </a:lnTo>
                  <a:lnTo>
                    <a:pt x="584581" y="297092"/>
                  </a:lnTo>
                  <a:lnTo>
                    <a:pt x="625359" y="352749"/>
                  </a:lnTo>
                  <a:lnTo>
                    <a:pt x="639319" y="373067"/>
                  </a:lnTo>
                  <a:lnTo>
                    <a:pt x="608199" y="419427"/>
                  </a:lnTo>
                  <a:lnTo>
                    <a:pt x="570176" y="472329"/>
                  </a:lnTo>
                  <a:lnTo>
                    <a:pt x="529904" y="524857"/>
                  </a:lnTo>
                  <a:lnTo>
                    <a:pt x="487540" y="576803"/>
                  </a:lnTo>
                  <a:lnTo>
                    <a:pt x="443252" y="627962"/>
                  </a:lnTo>
                  <a:lnTo>
                    <a:pt x="397214" y="678134"/>
                  </a:lnTo>
                  <a:lnTo>
                    <a:pt x="349610" y="727118"/>
                  </a:lnTo>
                  <a:lnTo>
                    <a:pt x="332734" y="743519"/>
                  </a:lnTo>
                  <a:lnTo>
                    <a:pt x="307058" y="691630"/>
                  </a:lnTo>
                  <a:lnTo>
                    <a:pt x="274691" y="632674"/>
                  </a:lnTo>
                  <a:lnTo>
                    <a:pt x="239289" y="574012"/>
                  </a:lnTo>
                  <a:lnTo>
                    <a:pt x="200991" y="515875"/>
                  </a:lnTo>
                  <a:lnTo>
                    <a:pt x="159949" y="458492"/>
                  </a:lnTo>
                  <a:lnTo>
                    <a:pt x="116324" y="402091"/>
                  </a:lnTo>
                  <a:lnTo>
                    <a:pt x="70289" y="346894"/>
                  </a:lnTo>
                  <a:lnTo>
                    <a:pt x="22025" y="293119"/>
                  </a:lnTo>
                  <a:lnTo>
                    <a:pt x="0" y="2702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862587" y="2504395"/>
              <a:ext cx="554437" cy="891613"/>
            </a:xfrm>
            <a:custGeom>
              <a:avLst/>
              <a:pathLst>
                <a:path w="554437" h="891613">
                  <a:moveTo>
                    <a:pt x="330934" y="35437"/>
                  </a:moveTo>
                  <a:lnTo>
                    <a:pt x="366625" y="91069"/>
                  </a:lnTo>
                  <a:lnTo>
                    <a:pt x="399555" y="146360"/>
                  </a:lnTo>
                  <a:lnTo>
                    <a:pt x="429595" y="201090"/>
                  </a:lnTo>
                  <a:lnTo>
                    <a:pt x="456627" y="255045"/>
                  </a:lnTo>
                  <a:lnTo>
                    <a:pt x="480544" y="308010"/>
                  </a:lnTo>
                  <a:lnTo>
                    <a:pt x="501251" y="359778"/>
                  </a:lnTo>
                  <a:lnTo>
                    <a:pt x="518666" y="410143"/>
                  </a:lnTo>
                  <a:lnTo>
                    <a:pt x="532722" y="458907"/>
                  </a:lnTo>
                  <a:lnTo>
                    <a:pt x="543362" y="505877"/>
                  </a:lnTo>
                  <a:lnTo>
                    <a:pt x="550544" y="550868"/>
                  </a:lnTo>
                  <a:lnTo>
                    <a:pt x="554241" y="593703"/>
                  </a:lnTo>
                  <a:lnTo>
                    <a:pt x="554437" y="634213"/>
                  </a:lnTo>
                  <a:lnTo>
                    <a:pt x="551131" y="672236"/>
                  </a:lnTo>
                  <a:lnTo>
                    <a:pt x="544338" y="707625"/>
                  </a:lnTo>
                  <a:lnTo>
                    <a:pt x="534083" y="740238"/>
                  </a:lnTo>
                  <a:lnTo>
                    <a:pt x="520407" y="769948"/>
                  </a:lnTo>
                  <a:lnTo>
                    <a:pt x="503364" y="796636"/>
                  </a:lnTo>
                  <a:lnTo>
                    <a:pt x="483022" y="820198"/>
                  </a:lnTo>
                  <a:lnTo>
                    <a:pt x="459460" y="840540"/>
                  </a:lnTo>
                  <a:lnTo>
                    <a:pt x="432772" y="857583"/>
                  </a:lnTo>
                  <a:lnTo>
                    <a:pt x="403062" y="871259"/>
                  </a:lnTo>
                  <a:lnTo>
                    <a:pt x="370449" y="881514"/>
                  </a:lnTo>
                  <a:lnTo>
                    <a:pt x="335061" y="888307"/>
                  </a:lnTo>
                  <a:lnTo>
                    <a:pt x="297037" y="891613"/>
                  </a:lnTo>
                  <a:lnTo>
                    <a:pt x="256527" y="891417"/>
                  </a:lnTo>
                  <a:lnTo>
                    <a:pt x="213692" y="887720"/>
                  </a:lnTo>
                  <a:lnTo>
                    <a:pt x="168701" y="880538"/>
                  </a:lnTo>
                  <a:lnTo>
                    <a:pt x="121731" y="869898"/>
                  </a:lnTo>
                  <a:lnTo>
                    <a:pt x="109850" y="866473"/>
                  </a:lnTo>
                  <a:lnTo>
                    <a:pt x="112263" y="824342"/>
                  </a:lnTo>
                  <a:lnTo>
                    <a:pt x="111382" y="773049"/>
                  </a:lnTo>
                  <a:lnTo>
                    <a:pt x="106797" y="720024"/>
                  </a:lnTo>
                  <a:lnTo>
                    <a:pt x="98526" y="665475"/>
                  </a:lnTo>
                  <a:lnTo>
                    <a:pt x="86602" y="609618"/>
                  </a:lnTo>
                  <a:lnTo>
                    <a:pt x="71072" y="552674"/>
                  </a:lnTo>
                  <a:lnTo>
                    <a:pt x="51997" y="494867"/>
                  </a:lnTo>
                  <a:lnTo>
                    <a:pt x="29452" y="436426"/>
                  </a:lnTo>
                  <a:lnTo>
                    <a:pt x="3527" y="377580"/>
                  </a:lnTo>
                  <a:lnTo>
                    <a:pt x="0" y="370452"/>
                  </a:lnTo>
                  <a:lnTo>
                    <a:pt x="16875" y="354051"/>
                  </a:lnTo>
                  <a:lnTo>
                    <a:pt x="64480" y="305066"/>
                  </a:lnTo>
                  <a:lnTo>
                    <a:pt x="110518" y="254895"/>
                  </a:lnTo>
                  <a:lnTo>
                    <a:pt x="154806" y="203736"/>
                  </a:lnTo>
                  <a:lnTo>
                    <a:pt x="197169" y="151790"/>
                  </a:lnTo>
                  <a:lnTo>
                    <a:pt x="237442" y="99262"/>
                  </a:lnTo>
                  <a:lnTo>
                    <a:pt x="275465" y="46360"/>
                  </a:lnTo>
                  <a:lnTo>
                    <a:pt x="30658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534295" y="1664039"/>
              <a:ext cx="837978" cy="467288"/>
            </a:xfrm>
            <a:custGeom>
              <a:avLst/>
              <a:pathLst>
                <a:path w="837978" h="467288">
                  <a:moveTo>
                    <a:pt x="764700" y="75655"/>
                  </a:moveTo>
                  <a:lnTo>
                    <a:pt x="785134" y="99125"/>
                  </a:lnTo>
                  <a:lnTo>
                    <a:pt x="802453" y="125537"/>
                  </a:lnTo>
                  <a:lnTo>
                    <a:pt x="816587" y="154789"/>
                  </a:lnTo>
                  <a:lnTo>
                    <a:pt x="827480" y="186763"/>
                  </a:lnTo>
                  <a:lnTo>
                    <a:pt x="835091" y="221335"/>
                  </a:lnTo>
                  <a:lnTo>
                    <a:pt x="837978" y="246214"/>
                  </a:lnTo>
                  <a:lnTo>
                    <a:pt x="821399" y="248728"/>
                  </a:lnTo>
                  <a:lnTo>
                    <a:pt x="765543" y="260652"/>
                  </a:lnTo>
                  <a:lnTo>
                    <a:pt x="708599" y="276182"/>
                  </a:lnTo>
                  <a:lnTo>
                    <a:pt x="650792" y="295257"/>
                  </a:lnTo>
                  <a:lnTo>
                    <a:pt x="592350" y="317802"/>
                  </a:lnTo>
                  <a:lnTo>
                    <a:pt x="533505" y="343727"/>
                  </a:lnTo>
                  <a:lnTo>
                    <a:pt x="474487" y="372931"/>
                  </a:lnTo>
                  <a:lnTo>
                    <a:pt x="415531" y="405298"/>
                  </a:lnTo>
                  <a:lnTo>
                    <a:pt x="356869" y="440700"/>
                  </a:lnTo>
                  <a:lnTo>
                    <a:pt x="316507" y="467288"/>
                  </a:lnTo>
                  <a:lnTo>
                    <a:pt x="293256" y="444655"/>
                  </a:lnTo>
                  <a:lnTo>
                    <a:pt x="240170" y="395702"/>
                  </a:lnTo>
                  <a:lnTo>
                    <a:pt x="186118" y="348522"/>
                  </a:lnTo>
                  <a:lnTo>
                    <a:pt x="131314" y="303300"/>
                  </a:lnTo>
                  <a:lnTo>
                    <a:pt x="75974" y="260215"/>
                  </a:lnTo>
                  <a:lnTo>
                    <a:pt x="20317" y="219437"/>
                  </a:lnTo>
                  <a:lnTo>
                    <a:pt x="0" y="205477"/>
                  </a:lnTo>
                  <a:lnTo>
                    <a:pt x="6706" y="200975"/>
                  </a:lnTo>
                  <a:lnTo>
                    <a:pt x="59729" y="167894"/>
                  </a:lnTo>
                  <a:lnTo>
                    <a:pt x="112499" y="137484"/>
                  </a:lnTo>
                  <a:lnTo>
                    <a:pt x="164808" y="109866"/>
                  </a:lnTo>
                  <a:lnTo>
                    <a:pt x="216448" y="85148"/>
                  </a:lnTo>
                  <a:lnTo>
                    <a:pt x="267217" y="63428"/>
                  </a:lnTo>
                  <a:lnTo>
                    <a:pt x="316914" y="44792"/>
                  </a:lnTo>
                  <a:lnTo>
                    <a:pt x="365342" y="29313"/>
                  </a:lnTo>
                  <a:lnTo>
                    <a:pt x="412311" y="17052"/>
                  </a:lnTo>
                  <a:lnTo>
                    <a:pt x="457636" y="8058"/>
                  </a:lnTo>
                  <a:lnTo>
                    <a:pt x="501136" y="2367"/>
                  </a:lnTo>
                  <a:lnTo>
                    <a:pt x="542642" y="0"/>
                  </a:lnTo>
                  <a:lnTo>
                    <a:pt x="581988" y="967"/>
                  </a:lnTo>
                  <a:lnTo>
                    <a:pt x="619020" y="5264"/>
                  </a:lnTo>
                  <a:lnTo>
                    <a:pt x="653591" y="12874"/>
                  </a:lnTo>
                  <a:lnTo>
                    <a:pt x="685566" y="23768"/>
                  </a:lnTo>
                  <a:lnTo>
                    <a:pt x="714817" y="37902"/>
                  </a:lnTo>
                  <a:lnTo>
                    <a:pt x="741230" y="55220"/>
                  </a:lnTo>
                  <a:close/>
                </a:path>
              </a:pathLst>
            </a:custGeom>
            <a:solidFill>
              <a:srgbClr val="B854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850803" y="1910254"/>
              <a:ext cx="523847" cy="594140"/>
            </a:xfrm>
            <a:custGeom>
              <a:avLst/>
              <a:pathLst>
                <a:path w="523847" h="594140">
                  <a:moveTo>
                    <a:pt x="523847" y="51498"/>
                  </a:moveTo>
                  <a:lnTo>
                    <a:pt x="521480" y="93004"/>
                  </a:lnTo>
                  <a:lnTo>
                    <a:pt x="515788" y="136504"/>
                  </a:lnTo>
                  <a:lnTo>
                    <a:pt x="506795" y="181829"/>
                  </a:lnTo>
                  <a:lnTo>
                    <a:pt x="494534" y="228798"/>
                  </a:lnTo>
                  <a:lnTo>
                    <a:pt x="479055" y="277226"/>
                  </a:lnTo>
                  <a:lnTo>
                    <a:pt x="460419" y="326923"/>
                  </a:lnTo>
                  <a:lnTo>
                    <a:pt x="438699" y="377692"/>
                  </a:lnTo>
                  <a:lnTo>
                    <a:pt x="413981" y="429332"/>
                  </a:lnTo>
                  <a:lnTo>
                    <a:pt x="386362" y="481641"/>
                  </a:lnTo>
                  <a:lnTo>
                    <a:pt x="355953" y="534411"/>
                  </a:lnTo>
                  <a:lnTo>
                    <a:pt x="322871" y="587434"/>
                  </a:lnTo>
                  <a:lnTo>
                    <a:pt x="318369" y="594140"/>
                  </a:lnTo>
                  <a:lnTo>
                    <a:pt x="304409" y="573823"/>
                  </a:lnTo>
                  <a:lnTo>
                    <a:pt x="263631" y="518166"/>
                  </a:lnTo>
                  <a:lnTo>
                    <a:pt x="220547" y="462826"/>
                  </a:lnTo>
                  <a:lnTo>
                    <a:pt x="175325" y="408022"/>
                  </a:lnTo>
                  <a:lnTo>
                    <a:pt x="128145" y="353970"/>
                  </a:lnTo>
                  <a:lnTo>
                    <a:pt x="79192" y="300884"/>
                  </a:lnTo>
                  <a:lnTo>
                    <a:pt x="28660" y="248972"/>
                  </a:lnTo>
                  <a:lnTo>
                    <a:pt x="0" y="221073"/>
                  </a:lnTo>
                  <a:lnTo>
                    <a:pt x="40361" y="194485"/>
                  </a:lnTo>
                  <a:lnTo>
                    <a:pt x="99023" y="159083"/>
                  </a:lnTo>
                  <a:lnTo>
                    <a:pt x="157979" y="126716"/>
                  </a:lnTo>
                  <a:lnTo>
                    <a:pt x="216997" y="97513"/>
                  </a:lnTo>
                  <a:lnTo>
                    <a:pt x="275842" y="71587"/>
                  </a:lnTo>
                  <a:lnTo>
                    <a:pt x="334284" y="49043"/>
                  </a:lnTo>
                  <a:lnTo>
                    <a:pt x="392091" y="29967"/>
                  </a:lnTo>
                  <a:lnTo>
                    <a:pt x="449035" y="14437"/>
                  </a:lnTo>
                  <a:lnTo>
                    <a:pt x="504891" y="2513"/>
                  </a:lnTo>
                  <a:lnTo>
                    <a:pt x="521470" y="0"/>
                  </a:lnTo>
                  <a:lnTo>
                    <a:pt x="522880" y="12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529853" y="1899031"/>
              <a:ext cx="1433844" cy="1878841"/>
            </a:xfrm>
            <a:custGeom>
              <a:avLst/>
              <a:pathLst>
                <a:path w="1433844" h="1878841">
                  <a:moveTo>
                    <a:pt x="1310179" y="123664"/>
                  </a:moveTo>
                  <a:lnTo>
                    <a:pt x="1337839" y="154543"/>
                  </a:lnTo>
                  <a:lnTo>
                    <a:pt x="1362171" y="188520"/>
                  </a:lnTo>
                  <a:lnTo>
                    <a:pt x="1383077" y="225460"/>
                  </a:lnTo>
                  <a:lnTo>
                    <a:pt x="1400477" y="265218"/>
                  </a:lnTo>
                  <a:lnTo>
                    <a:pt x="1414301" y="307637"/>
                  </a:lnTo>
                  <a:lnTo>
                    <a:pt x="1424494" y="352549"/>
                  </a:lnTo>
                  <a:lnTo>
                    <a:pt x="1431017" y="399777"/>
                  </a:lnTo>
                  <a:lnTo>
                    <a:pt x="1433844" y="449135"/>
                  </a:lnTo>
                  <a:lnTo>
                    <a:pt x="1432963" y="500428"/>
                  </a:lnTo>
                  <a:lnTo>
                    <a:pt x="1428378" y="553454"/>
                  </a:lnTo>
                  <a:lnTo>
                    <a:pt x="1420107" y="608002"/>
                  </a:lnTo>
                  <a:lnTo>
                    <a:pt x="1408183" y="663859"/>
                  </a:lnTo>
                  <a:lnTo>
                    <a:pt x="1392653" y="720803"/>
                  </a:lnTo>
                  <a:lnTo>
                    <a:pt x="1373578" y="778610"/>
                  </a:lnTo>
                  <a:lnTo>
                    <a:pt x="1351033" y="837051"/>
                  </a:lnTo>
                  <a:lnTo>
                    <a:pt x="1325108" y="895897"/>
                  </a:lnTo>
                  <a:lnTo>
                    <a:pt x="1295904" y="954914"/>
                  </a:lnTo>
                  <a:lnTo>
                    <a:pt x="1263537" y="1013870"/>
                  </a:lnTo>
                  <a:lnTo>
                    <a:pt x="1228135" y="1072533"/>
                  </a:lnTo>
                  <a:lnTo>
                    <a:pt x="1189837" y="1130670"/>
                  </a:lnTo>
                  <a:lnTo>
                    <a:pt x="1148795" y="1188052"/>
                  </a:lnTo>
                  <a:lnTo>
                    <a:pt x="1105170" y="1244453"/>
                  </a:lnTo>
                  <a:lnTo>
                    <a:pt x="1059135" y="1299650"/>
                  </a:lnTo>
                  <a:lnTo>
                    <a:pt x="1010871" y="1353426"/>
                  </a:lnTo>
                  <a:lnTo>
                    <a:pt x="960569" y="1405567"/>
                  </a:lnTo>
                  <a:lnTo>
                    <a:pt x="908428" y="1455869"/>
                  </a:lnTo>
                  <a:lnTo>
                    <a:pt x="854652" y="1504133"/>
                  </a:lnTo>
                  <a:lnTo>
                    <a:pt x="799455" y="1550168"/>
                  </a:lnTo>
                  <a:lnTo>
                    <a:pt x="743054" y="1593793"/>
                  </a:lnTo>
                  <a:lnTo>
                    <a:pt x="685672" y="1634835"/>
                  </a:lnTo>
                  <a:lnTo>
                    <a:pt x="627535" y="1673133"/>
                  </a:lnTo>
                  <a:lnTo>
                    <a:pt x="568873" y="1708535"/>
                  </a:lnTo>
                  <a:lnTo>
                    <a:pt x="509916" y="1740902"/>
                  </a:lnTo>
                  <a:lnTo>
                    <a:pt x="450899" y="1770105"/>
                  </a:lnTo>
                  <a:lnTo>
                    <a:pt x="392054" y="1796031"/>
                  </a:lnTo>
                  <a:lnTo>
                    <a:pt x="333612" y="1818576"/>
                  </a:lnTo>
                  <a:lnTo>
                    <a:pt x="275805" y="1837651"/>
                  </a:lnTo>
                  <a:lnTo>
                    <a:pt x="218861" y="1853181"/>
                  </a:lnTo>
                  <a:lnTo>
                    <a:pt x="163004" y="1865105"/>
                  </a:lnTo>
                  <a:lnTo>
                    <a:pt x="108456" y="1873376"/>
                  </a:lnTo>
                  <a:lnTo>
                    <a:pt x="55430" y="1877961"/>
                  </a:lnTo>
                  <a:lnTo>
                    <a:pt x="4138" y="1878841"/>
                  </a:lnTo>
                  <a:lnTo>
                    <a:pt x="0" y="1878604"/>
                  </a:lnTo>
                  <a:lnTo>
                    <a:pt x="45219" y="1876015"/>
                  </a:lnTo>
                  <a:lnTo>
                    <a:pt x="92448" y="1869492"/>
                  </a:lnTo>
                  <a:lnTo>
                    <a:pt x="137360" y="1859298"/>
                  </a:lnTo>
                  <a:lnTo>
                    <a:pt x="179779" y="1845475"/>
                  </a:lnTo>
                  <a:lnTo>
                    <a:pt x="219537" y="1828075"/>
                  </a:lnTo>
                  <a:lnTo>
                    <a:pt x="256477" y="1807168"/>
                  </a:lnTo>
                  <a:lnTo>
                    <a:pt x="290454" y="1782837"/>
                  </a:lnTo>
                  <a:lnTo>
                    <a:pt x="321333" y="1755177"/>
                  </a:lnTo>
                  <a:lnTo>
                    <a:pt x="348993" y="1724298"/>
                  </a:lnTo>
                  <a:lnTo>
                    <a:pt x="373324" y="1690321"/>
                  </a:lnTo>
                  <a:lnTo>
                    <a:pt x="394231" y="1653381"/>
                  </a:lnTo>
                  <a:lnTo>
                    <a:pt x="411630" y="1613623"/>
                  </a:lnTo>
                  <a:lnTo>
                    <a:pt x="425454" y="1571204"/>
                  </a:lnTo>
                  <a:lnTo>
                    <a:pt x="435648" y="1526292"/>
                  </a:lnTo>
                  <a:lnTo>
                    <a:pt x="442171" y="1479064"/>
                  </a:lnTo>
                  <a:lnTo>
                    <a:pt x="442584" y="1471837"/>
                  </a:lnTo>
                  <a:lnTo>
                    <a:pt x="454465" y="1475262"/>
                  </a:lnTo>
                  <a:lnTo>
                    <a:pt x="501435" y="1485902"/>
                  </a:lnTo>
                  <a:lnTo>
                    <a:pt x="546427" y="1493084"/>
                  </a:lnTo>
                  <a:lnTo>
                    <a:pt x="589262" y="1496780"/>
                  </a:lnTo>
                  <a:lnTo>
                    <a:pt x="629771" y="1496976"/>
                  </a:lnTo>
                  <a:lnTo>
                    <a:pt x="667795" y="1493671"/>
                  </a:lnTo>
                  <a:lnTo>
                    <a:pt x="703183" y="1486878"/>
                  </a:lnTo>
                  <a:lnTo>
                    <a:pt x="735797" y="1476623"/>
                  </a:lnTo>
                  <a:lnTo>
                    <a:pt x="765506" y="1462947"/>
                  </a:lnTo>
                  <a:lnTo>
                    <a:pt x="792194" y="1445904"/>
                  </a:lnTo>
                  <a:lnTo>
                    <a:pt x="815756" y="1425562"/>
                  </a:lnTo>
                  <a:lnTo>
                    <a:pt x="836099" y="1402000"/>
                  </a:lnTo>
                  <a:lnTo>
                    <a:pt x="853141" y="1375311"/>
                  </a:lnTo>
                  <a:lnTo>
                    <a:pt x="866817" y="1345602"/>
                  </a:lnTo>
                  <a:lnTo>
                    <a:pt x="877072" y="1312989"/>
                  </a:lnTo>
                  <a:lnTo>
                    <a:pt x="883866" y="1277600"/>
                  </a:lnTo>
                  <a:lnTo>
                    <a:pt x="887171" y="1239576"/>
                  </a:lnTo>
                  <a:lnTo>
                    <a:pt x="886975" y="1199067"/>
                  </a:lnTo>
                  <a:lnTo>
                    <a:pt x="883278" y="1156232"/>
                  </a:lnTo>
                  <a:lnTo>
                    <a:pt x="876096" y="1111241"/>
                  </a:lnTo>
                  <a:lnTo>
                    <a:pt x="865456" y="1064270"/>
                  </a:lnTo>
                  <a:lnTo>
                    <a:pt x="851401" y="1015506"/>
                  </a:lnTo>
                  <a:lnTo>
                    <a:pt x="833985" y="965141"/>
                  </a:lnTo>
                  <a:lnTo>
                    <a:pt x="813278" y="913374"/>
                  </a:lnTo>
                  <a:lnTo>
                    <a:pt x="789362" y="860409"/>
                  </a:lnTo>
                  <a:lnTo>
                    <a:pt x="762330" y="806454"/>
                  </a:lnTo>
                  <a:lnTo>
                    <a:pt x="732289" y="751724"/>
                  </a:lnTo>
                  <a:lnTo>
                    <a:pt x="699359" y="696433"/>
                  </a:lnTo>
                  <a:lnTo>
                    <a:pt x="663668" y="640801"/>
                  </a:lnTo>
                  <a:lnTo>
                    <a:pt x="639319" y="605363"/>
                  </a:lnTo>
                  <a:lnTo>
                    <a:pt x="643821" y="598657"/>
                  </a:lnTo>
                  <a:lnTo>
                    <a:pt x="676902" y="545634"/>
                  </a:lnTo>
                  <a:lnTo>
                    <a:pt x="707312" y="492864"/>
                  </a:lnTo>
                  <a:lnTo>
                    <a:pt x="734930" y="440555"/>
                  </a:lnTo>
                  <a:lnTo>
                    <a:pt x="759648" y="388915"/>
                  </a:lnTo>
                  <a:lnTo>
                    <a:pt x="781368" y="338146"/>
                  </a:lnTo>
                  <a:lnTo>
                    <a:pt x="800004" y="288449"/>
                  </a:lnTo>
                  <a:lnTo>
                    <a:pt x="815483" y="240021"/>
                  </a:lnTo>
                  <a:lnTo>
                    <a:pt x="827744" y="193052"/>
                  </a:lnTo>
                  <a:lnTo>
                    <a:pt x="836738" y="147727"/>
                  </a:lnTo>
                  <a:lnTo>
                    <a:pt x="842430" y="104227"/>
                  </a:lnTo>
                  <a:lnTo>
                    <a:pt x="844797" y="62721"/>
                  </a:lnTo>
                  <a:lnTo>
                    <a:pt x="843830" y="23375"/>
                  </a:lnTo>
                  <a:lnTo>
                    <a:pt x="842420" y="11222"/>
                  </a:lnTo>
                  <a:lnTo>
                    <a:pt x="880390" y="5465"/>
                  </a:lnTo>
                  <a:lnTo>
                    <a:pt x="933415" y="880"/>
                  </a:lnTo>
                  <a:lnTo>
                    <a:pt x="984708" y="0"/>
                  </a:lnTo>
                  <a:lnTo>
                    <a:pt x="1034066" y="2826"/>
                  </a:lnTo>
                  <a:lnTo>
                    <a:pt x="1081294" y="9349"/>
                  </a:lnTo>
                  <a:lnTo>
                    <a:pt x="1126206" y="19542"/>
                  </a:lnTo>
                  <a:lnTo>
                    <a:pt x="1168625" y="33366"/>
                  </a:lnTo>
                  <a:lnTo>
                    <a:pt x="1208383" y="50766"/>
                  </a:lnTo>
                  <a:lnTo>
                    <a:pt x="1245323" y="71673"/>
                  </a:lnTo>
                  <a:lnTo>
                    <a:pt x="1279300" y="96004"/>
                  </a:lnTo>
                  <a:close/>
                </a:path>
              </a:pathLst>
            </a:custGeom>
            <a:solidFill>
              <a:srgbClr val="CB797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96009" y="1899031"/>
              <a:ext cx="1878841" cy="1878841"/>
            </a:xfrm>
            <a:custGeom>
              <a:avLst/>
              <a:pathLst>
                <a:path w="1878841" h="1878841">
                  <a:moveTo>
                    <a:pt x="123664" y="123664"/>
                  </a:moveTo>
                  <a:lnTo>
                    <a:pt x="96004" y="154543"/>
                  </a:lnTo>
                  <a:lnTo>
                    <a:pt x="71673" y="188520"/>
                  </a:lnTo>
                  <a:lnTo>
                    <a:pt x="50766" y="225460"/>
                  </a:lnTo>
                  <a:lnTo>
                    <a:pt x="33366" y="265218"/>
                  </a:lnTo>
                  <a:lnTo>
                    <a:pt x="19542" y="307637"/>
                  </a:lnTo>
                  <a:lnTo>
                    <a:pt x="9349" y="352549"/>
                  </a:lnTo>
                  <a:lnTo>
                    <a:pt x="2826" y="399777"/>
                  </a:lnTo>
                  <a:lnTo>
                    <a:pt x="0" y="449135"/>
                  </a:lnTo>
                  <a:lnTo>
                    <a:pt x="880" y="500428"/>
                  </a:lnTo>
                  <a:lnTo>
                    <a:pt x="5465" y="553454"/>
                  </a:lnTo>
                  <a:lnTo>
                    <a:pt x="13736" y="608002"/>
                  </a:lnTo>
                  <a:lnTo>
                    <a:pt x="25660" y="663859"/>
                  </a:lnTo>
                  <a:lnTo>
                    <a:pt x="41190" y="720803"/>
                  </a:lnTo>
                  <a:lnTo>
                    <a:pt x="60265" y="778610"/>
                  </a:lnTo>
                  <a:lnTo>
                    <a:pt x="82810" y="837051"/>
                  </a:lnTo>
                  <a:lnTo>
                    <a:pt x="108735" y="895897"/>
                  </a:lnTo>
                  <a:lnTo>
                    <a:pt x="137939" y="954914"/>
                  </a:lnTo>
                  <a:lnTo>
                    <a:pt x="170306" y="1013870"/>
                  </a:lnTo>
                  <a:lnTo>
                    <a:pt x="205708" y="1072533"/>
                  </a:lnTo>
                  <a:lnTo>
                    <a:pt x="244006" y="1130670"/>
                  </a:lnTo>
                  <a:lnTo>
                    <a:pt x="285048" y="1188052"/>
                  </a:lnTo>
                  <a:lnTo>
                    <a:pt x="328673" y="1244453"/>
                  </a:lnTo>
                  <a:lnTo>
                    <a:pt x="374708" y="1299650"/>
                  </a:lnTo>
                  <a:lnTo>
                    <a:pt x="422972" y="1353426"/>
                  </a:lnTo>
                  <a:lnTo>
                    <a:pt x="473274" y="1405567"/>
                  </a:lnTo>
                  <a:lnTo>
                    <a:pt x="525415" y="1455869"/>
                  </a:lnTo>
                  <a:lnTo>
                    <a:pt x="579191" y="1504133"/>
                  </a:lnTo>
                  <a:lnTo>
                    <a:pt x="634388" y="1550168"/>
                  </a:lnTo>
                  <a:lnTo>
                    <a:pt x="690789" y="1593793"/>
                  </a:lnTo>
                  <a:lnTo>
                    <a:pt x="748171" y="1634835"/>
                  </a:lnTo>
                  <a:lnTo>
                    <a:pt x="806308" y="1673133"/>
                  </a:lnTo>
                  <a:lnTo>
                    <a:pt x="864971" y="1708535"/>
                  </a:lnTo>
                  <a:lnTo>
                    <a:pt x="923927" y="1740902"/>
                  </a:lnTo>
                  <a:lnTo>
                    <a:pt x="982944" y="1770105"/>
                  </a:lnTo>
                  <a:lnTo>
                    <a:pt x="1041790" y="1796031"/>
                  </a:lnTo>
                  <a:lnTo>
                    <a:pt x="1100231" y="1818576"/>
                  </a:lnTo>
                  <a:lnTo>
                    <a:pt x="1158038" y="1837651"/>
                  </a:lnTo>
                  <a:lnTo>
                    <a:pt x="1214982" y="1853181"/>
                  </a:lnTo>
                  <a:lnTo>
                    <a:pt x="1270839" y="1865105"/>
                  </a:lnTo>
                  <a:lnTo>
                    <a:pt x="1325387" y="1873376"/>
                  </a:lnTo>
                  <a:lnTo>
                    <a:pt x="1378413" y="1877961"/>
                  </a:lnTo>
                  <a:lnTo>
                    <a:pt x="1429706" y="1878841"/>
                  </a:lnTo>
                  <a:lnTo>
                    <a:pt x="1479064" y="1876015"/>
                  </a:lnTo>
                  <a:lnTo>
                    <a:pt x="1526292" y="1869492"/>
                  </a:lnTo>
                  <a:lnTo>
                    <a:pt x="1571204" y="1859298"/>
                  </a:lnTo>
                  <a:lnTo>
                    <a:pt x="1613623" y="1845475"/>
                  </a:lnTo>
                  <a:lnTo>
                    <a:pt x="1653381" y="1828075"/>
                  </a:lnTo>
                  <a:lnTo>
                    <a:pt x="1690321" y="1807168"/>
                  </a:lnTo>
                  <a:lnTo>
                    <a:pt x="1724298" y="1782837"/>
                  </a:lnTo>
                  <a:lnTo>
                    <a:pt x="1755177" y="1755177"/>
                  </a:lnTo>
                  <a:lnTo>
                    <a:pt x="1782837" y="1724298"/>
                  </a:lnTo>
                  <a:lnTo>
                    <a:pt x="1807168" y="1690321"/>
                  </a:lnTo>
                  <a:lnTo>
                    <a:pt x="1828075" y="1653381"/>
                  </a:lnTo>
                  <a:lnTo>
                    <a:pt x="1845475" y="1613623"/>
                  </a:lnTo>
                  <a:lnTo>
                    <a:pt x="1859298" y="1571204"/>
                  </a:lnTo>
                  <a:lnTo>
                    <a:pt x="1869492" y="1526292"/>
                  </a:lnTo>
                  <a:lnTo>
                    <a:pt x="1876015" y="1479064"/>
                  </a:lnTo>
                  <a:lnTo>
                    <a:pt x="1878841" y="1429706"/>
                  </a:lnTo>
                  <a:lnTo>
                    <a:pt x="1877961" y="1378413"/>
                  </a:lnTo>
                  <a:lnTo>
                    <a:pt x="1873376" y="1325387"/>
                  </a:lnTo>
                  <a:lnTo>
                    <a:pt x="1865105" y="1270839"/>
                  </a:lnTo>
                  <a:lnTo>
                    <a:pt x="1853181" y="1214982"/>
                  </a:lnTo>
                  <a:lnTo>
                    <a:pt x="1837651" y="1158038"/>
                  </a:lnTo>
                  <a:lnTo>
                    <a:pt x="1818576" y="1100231"/>
                  </a:lnTo>
                  <a:lnTo>
                    <a:pt x="1796031" y="1041790"/>
                  </a:lnTo>
                  <a:lnTo>
                    <a:pt x="1770105" y="982944"/>
                  </a:lnTo>
                  <a:lnTo>
                    <a:pt x="1740902" y="923927"/>
                  </a:lnTo>
                  <a:lnTo>
                    <a:pt x="1708535" y="864971"/>
                  </a:lnTo>
                  <a:lnTo>
                    <a:pt x="1673133" y="806308"/>
                  </a:lnTo>
                  <a:lnTo>
                    <a:pt x="1634835" y="748171"/>
                  </a:lnTo>
                  <a:lnTo>
                    <a:pt x="1593793" y="690789"/>
                  </a:lnTo>
                  <a:lnTo>
                    <a:pt x="1550168" y="634388"/>
                  </a:lnTo>
                  <a:lnTo>
                    <a:pt x="1504133" y="579191"/>
                  </a:lnTo>
                  <a:lnTo>
                    <a:pt x="1455869" y="525415"/>
                  </a:lnTo>
                  <a:lnTo>
                    <a:pt x="1405567" y="473274"/>
                  </a:lnTo>
                  <a:lnTo>
                    <a:pt x="1353426" y="422972"/>
                  </a:lnTo>
                  <a:lnTo>
                    <a:pt x="1299650" y="374708"/>
                  </a:lnTo>
                  <a:lnTo>
                    <a:pt x="1244453" y="328673"/>
                  </a:lnTo>
                  <a:lnTo>
                    <a:pt x="1188052" y="285048"/>
                  </a:lnTo>
                  <a:lnTo>
                    <a:pt x="1130670" y="244006"/>
                  </a:lnTo>
                  <a:lnTo>
                    <a:pt x="1072533" y="205708"/>
                  </a:lnTo>
                  <a:lnTo>
                    <a:pt x="1013870" y="170306"/>
                  </a:lnTo>
                  <a:lnTo>
                    <a:pt x="954914" y="137939"/>
                  </a:lnTo>
                  <a:lnTo>
                    <a:pt x="895897" y="108735"/>
                  </a:lnTo>
                  <a:lnTo>
                    <a:pt x="837051" y="82810"/>
                  </a:lnTo>
                  <a:lnTo>
                    <a:pt x="778610" y="60265"/>
                  </a:lnTo>
                  <a:lnTo>
                    <a:pt x="720803" y="41190"/>
                  </a:lnTo>
                  <a:lnTo>
                    <a:pt x="663859" y="25660"/>
                  </a:lnTo>
                  <a:lnTo>
                    <a:pt x="608002" y="13736"/>
                  </a:lnTo>
                  <a:lnTo>
                    <a:pt x="553454" y="5465"/>
                  </a:lnTo>
                  <a:lnTo>
                    <a:pt x="500428" y="880"/>
                  </a:lnTo>
                  <a:lnTo>
                    <a:pt x="449135" y="0"/>
                  </a:lnTo>
                  <a:lnTo>
                    <a:pt x="399777" y="2826"/>
                  </a:lnTo>
                  <a:lnTo>
                    <a:pt x="352549" y="9349"/>
                  </a:lnTo>
                  <a:lnTo>
                    <a:pt x="307637" y="19542"/>
                  </a:lnTo>
                  <a:lnTo>
                    <a:pt x="265218" y="33366"/>
                  </a:lnTo>
                  <a:lnTo>
                    <a:pt x="225460" y="50766"/>
                  </a:lnTo>
                  <a:lnTo>
                    <a:pt x="188520" y="71673"/>
                  </a:lnTo>
                  <a:lnTo>
                    <a:pt x="154543" y="96004"/>
                  </a:lnTo>
                  <a:lnTo>
                    <a:pt x="123664" y="12366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42682" y="1621665"/>
              <a:ext cx="1774342" cy="1774342"/>
            </a:xfrm>
            <a:custGeom>
              <a:avLst/>
              <a:pathLst>
                <a:path w="1774342" h="1774342">
                  <a:moveTo>
                    <a:pt x="71414" y="71414"/>
                  </a:moveTo>
                  <a:lnTo>
                    <a:pt x="51072" y="94976"/>
                  </a:lnTo>
                  <a:lnTo>
                    <a:pt x="34029" y="121664"/>
                  </a:lnTo>
                  <a:lnTo>
                    <a:pt x="20353" y="151374"/>
                  </a:lnTo>
                  <a:lnTo>
                    <a:pt x="10098" y="183987"/>
                  </a:lnTo>
                  <a:lnTo>
                    <a:pt x="3305" y="219376"/>
                  </a:lnTo>
                  <a:lnTo>
                    <a:pt x="0" y="257400"/>
                  </a:lnTo>
                  <a:lnTo>
                    <a:pt x="195" y="297909"/>
                  </a:lnTo>
                  <a:lnTo>
                    <a:pt x="3892" y="340744"/>
                  </a:lnTo>
                  <a:lnTo>
                    <a:pt x="11074" y="385735"/>
                  </a:lnTo>
                  <a:lnTo>
                    <a:pt x="21714" y="432706"/>
                  </a:lnTo>
                  <a:lnTo>
                    <a:pt x="35770" y="481469"/>
                  </a:lnTo>
                  <a:lnTo>
                    <a:pt x="53185" y="531834"/>
                  </a:lnTo>
                  <a:lnTo>
                    <a:pt x="73892" y="583602"/>
                  </a:lnTo>
                  <a:lnTo>
                    <a:pt x="97809" y="636567"/>
                  </a:lnTo>
                  <a:lnTo>
                    <a:pt x="124841" y="690522"/>
                  </a:lnTo>
                  <a:lnTo>
                    <a:pt x="154881" y="745252"/>
                  </a:lnTo>
                  <a:lnTo>
                    <a:pt x="187812" y="800543"/>
                  </a:lnTo>
                  <a:lnTo>
                    <a:pt x="223502" y="856175"/>
                  </a:lnTo>
                  <a:lnTo>
                    <a:pt x="261812" y="911930"/>
                  </a:lnTo>
                  <a:lnTo>
                    <a:pt x="302589" y="967587"/>
                  </a:lnTo>
                  <a:lnTo>
                    <a:pt x="345674" y="1022927"/>
                  </a:lnTo>
                  <a:lnTo>
                    <a:pt x="390896" y="1077731"/>
                  </a:lnTo>
                  <a:lnTo>
                    <a:pt x="438076" y="1131783"/>
                  </a:lnTo>
                  <a:lnTo>
                    <a:pt x="487029" y="1184869"/>
                  </a:lnTo>
                  <a:lnTo>
                    <a:pt x="537561" y="1236781"/>
                  </a:lnTo>
                  <a:lnTo>
                    <a:pt x="589473" y="1287313"/>
                  </a:lnTo>
                  <a:lnTo>
                    <a:pt x="642559" y="1336266"/>
                  </a:lnTo>
                  <a:lnTo>
                    <a:pt x="696611" y="1383446"/>
                  </a:lnTo>
                  <a:lnTo>
                    <a:pt x="751415" y="1428668"/>
                  </a:lnTo>
                  <a:lnTo>
                    <a:pt x="806755" y="1471753"/>
                  </a:lnTo>
                  <a:lnTo>
                    <a:pt x="862412" y="1512530"/>
                  </a:lnTo>
                  <a:lnTo>
                    <a:pt x="918167" y="1550840"/>
                  </a:lnTo>
                  <a:lnTo>
                    <a:pt x="973799" y="1586530"/>
                  </a:lnTo>
                  <a:lnTo>
                    <a:pt x="1029090" y="1619461"/>
                  </a:lnTo>
                  <a:lnTo>
                    <a:pt x="1083820" y="1649501"/>
                  </a:lnTo>
                  <a:lnTo>
                    <a:pt x="1137775" y="1676533"/>
                  </a:lnTo>
                  <a:lnTo>
                    <a:pt x="1190740" y="1700450"/>
                  </a:lnTo>
                  <a:lnTo>
                    <a:pt x="1242507" y="1721157"/>
                  </a:lnTo>
                  <a:lnTo>
                    <a:pt x="1292872" y="1738572"/>
                  </a:lnTo>
                  <a:lnTo>
                    <a:pt x="1341636" y="1752628"/>
                  </a:lnTo>
                  <a:lnTo>
                    <a:pt x="1388607" y="1763268"/>
                  </a:lnTo>
                  <a:lnTo>
                    <a:pt x="1433598" y="1770450"/>
                  </a:lnTo>
                  <a:lnTo>
                    <a:pt x="1476433" y="1774146"/>
                  </a:lnTo>
                  <a:lnTo>
                    <a:pt x="1516942" y="1774342"/>
                  </a:lnTo>
                  <a:lnTo>
                    <a:pt x="1554966" y="1771037"/>
                  </a:lnTo>
                  <a:lnTo>
                    <a:pt x="1590355" y="1764244"/>
                  </a:lnTo>
                  <a:lnTo>
                    <a:pt x="1622968" y="1753989"/>
                  </a:lnTo>
                  <a:lnTo>
                    <a:pt x="1652677" y="1740313"/>
                  </a:lnTo>
                  <a:lnTo>
                    <a:pt x="1679366" y="1723270"/>
                  </a:lnTo>
                  <a:lnTo>
                    <a:pt x="1702928" y="1702928"/>
                  </a:lnTo>
                  <a:lnTo>
                    <a:pt x="1723270" y="1679366"/>
                  </a:lnTo>
                  <a:lnTo>
                    <a:pt x="1740313" y="1652677"/>
                  </a:lnTo>
                  <a:lnTo>
                    <a:pt x="1753989" y="1622968"/>
                  </a:lnTo>
                  <a:lnTo>
                    <a:pt x="1764244" y="1590355"/>
                  </a:lnTo>
                  <a:lnTo>
                    <a:pt x="1771037" y="1554966"/>
                  </a:lnTo>
                  <a:lnTo>
                    <a:pt x="1774342" y="1516942"/>
                  </a:lnTo>
                  <a:lnTo>
                    <a:pt x="1774146" y="1476433"/>
                  </a:lnTo>
                  <a:lnTo>
                    <a:pt x="1770450" y="1433598"/>
                  </a:lnTo>
                  <a:lnTo>
                    <a:pt x="1763268" y="1388607"/>
                  </a:lnTo>
                  <a:lnTo>
                    <a:pt x="1752628" y="1341636"/>
                  </a:lnTo>
                  <a:lnTo>
                    <a:pt x="1738572" y="1292872"/>
                  </a:lnTo>
                  <a:lnTo>
                    <a:pt x="1721157" y="1242507"/>
                  </a:lnTo>
                  <a:lnTo>
                    <a:pt x="1700450" y="1190740"/>
                  </a:lnTo>
                  <a:lnTo>
                    <a:pt x="1676533" y="1137775"/>
                  </a:lnTo>
                  <a:lnTo>
                    <a:pt x="1649501" y="1083820"/>
                  </a:lnTo>
                  <a:lnTo>
                    <a:pt x="1619461" y="1029090"/>
                  </a:lnTo>
                  <a:lnTo>
                    <a:pt x="1586530" y="973799"/>
                  </a:lnTo>
                  <a:lnTo>
                    <a:pt x="1550840" y="918167"/>
                  </a:lnTo>
                  <a:lnTo>
                    <a:pt x="1512530" y="862412"/>
                  </a:lnTo>
                  <a:lnTo>
                    <a:pt x="1471753" y="806755"/>
                  </a:lnTo>
                  <a:lnTo>
                    <a:pt x="1428668" y="751415"/>
                  </a:lnTo>
                  <a:lnTo>
                    <a:pt x="1383446" y="696611"/>
                  </a:lnTo>
                  <a:lnTo>
                    <a:pt x="1336266" y="642559"/>
                  </a:lnTo>
                  <a:lnTo>
                    <a:pt x="1287313" y="589473"/>
                  </a:lnTo>
                  <a:lnTo>
                    <a:pt x="1236781" y="537561"/>
                  </a:lnTo>
                  <a:lnTo>
                    <a:pt x="1184869" y="487029"/>
                  </a:lnTo>
                  <a:lnTo>
                    <a:pt x="1131783" y="438076"/>
                  </a:lnTo>
                  <a:lnTo>
                    <a:pt x="1077731" y="390896"/>
                  </a:lnTo>
                  <a:lnTo>
                    <a:pt x="1022927" y="345674"/>
                  </a:lnTo>
                  <a:lnTo>
                    <a:pt x="967587" y="302589"/>
                  </a:lnTo>
                  <a:lnTo>
                    <a:pt x="911930" y="261812"/>
                  </a:lnTo>
                  <a:lnTo>
                    <a:pt x="856175" y="223502"/>
                  </a:lnTo>
                  <a:lnTo>
                    <a:pt x="800543" y="187812"/>
                  </a:lnTo>
                  <a:lnTo>
                    <a:pt x="745252" y="154881"/>
                  </a:lnTo>
                  <a:lnTo>
                    <a:pt x="690522" y="124841"/>
                  </a:lnTo>
                  <a:lnTo>
                    <a:pt x="636567" y="97809"/>
                  </a:lnTo>
                  <a:lnTo>
                    <a:pt x="583602" y="73892"/>
                  </a:lnTo>
                  <a:lnTo>
                    <a:pt x="531834" y="53185"/>
                  </a:lnTo>
                  <a:lnTo>
                    <a:pt x="481469" y="35770"/>
                  </a:lnTo>
                  <a:lnTo>
                    <a:pt x="432706" y="21714"/>
                  </a:lnTo>
                  <a:lnTo>
                    <a:pt x="385735" y="11074"/>
                  </a:lnTo>
                  <a:lnTo>
                    <a:pt x="340744" y="3892"/>
                  </a:lnTo>
                  <a:lnTo>
                    <a:pt x="297909" y="195"/>
                  </a:lnTo>
                  <a:lnTo>
                    <a:pt x="257400" y="0"/>
                  </a:lnTo>
                  <a:lnTo>
                    <a:pt x="219376" y="3305"/>
                  </a:lnTo>
                  <a:lnTo>
                    <a:pt x="183987" y="10098"/>
                  </a:lnTo>
                  <a:lnTo>
                    <a:pt x="151374" y="20353"/>
                  </a:lnTo>
                  <a:lnTo>
                    <a:pt x="121664" y="34029"/>
                  </a:lnTo>
                  <a:lnTo>
                    <a:pt x="94976" y="51072"/>
                  </a:lnTo>
                  <a:lnTo>
                    <a:pt x="71414" y="7141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85056" y="1664039"/>
              <a:ext cx="1689594" cy="1689594"/>
            </a:xfrm>
            <a:custGeom>
              <a:avLst/>
              <a:pathLst>
                <a:path w="1689594" h="1689594">
                  <a:moveTo>
                    <a:pt x="1613939" y="75655"/>
                  </a:moveTo>
                  <a:lnTo>
                    <a:pt x="1590469" y="55220"/>
                  </a:lnTo>
                  <a:lnTo>
                    <a:pt x="1564056" y="37902"/>
                  </a:lnTo>
                  <a:lnTo>
                    <a:pt x="1534805" y="23768"/>
                  </a:lnTo>
                  <a:lnTo>
                    <a:pt x="1502830" y="12874"/>
                  </a:lnTo>
                  <a:lnTo>
                    <a:pt x="1468259" y="5264"/>
                  </a:lnTo>
                  <a:lnTo>
                    <a:pt x="1431227" y="967"/>
                  </a:lnTo>
                  <a:lnTo>
                    <a:pt x="1391881" y="0"/>
                  </a:lnTo>
                  <a:lnTo>
                    <a:pt x="1350375" y="2367"/>
                  </a:lnTo>
                  <a:lnTo>
                    <a:pt x="1306874" y="8058"/>
                  </a:lnTo>
                  <a:lnTo>
                    <a:pt x="1261550" y="17052"/>
                  </a:lnTo>
                  <a:lnTo>
                    <a:pt x="1214581" y="29313"/>
                  </a:lnTo>
                  <a:lnTo>
                    <a:pt x="1166153" y="44792"/>
                  </a:lnTo>
                  <a:lnTo>
                    <a:pt x="1116456" y="63428"/>
                  </a:lnTo>
                  <a:lnTo>
                    <a:pt x="1065687" y="85148"/>
                  </a:lnTo>
                  <a:lnTo>
                    <a:pt x="1014047" y="109866"/>
                  </a:lnTo>
                  <a:lnTo>
                    <a:pt x="961738" y="137484"/>
                  </a:lnTo>
                  <a:lnTo>
                    <a:pt x="908968" y="167894"/>
                  </a:lnTo>
                  <a:lnTo>
                    <a:pt x="855945" y="200975"/>
                  </a:lnTo>
                  <a:lnTo>
                    <a:pt x="802878" y="236597"/>
                  </a:lnTo>
                  <a:lnTo>
                    <a:pt x="749976" y="274620"/>
                  </a:lnTo>
                  <a:lnTo>
                    <a:pt x="697448" y="314893"/>
                  </a:lnTo>
                  <a:lnTo>
                    <a:pt x="645502" y="357256"/>
                  </a:lnTo>
                  <a:lnTo>
                    <a:pt x="594343" y="401544"/>
                  </a:lnTo>
                  <a:lnTo>
                    <a:pt x="544171" y="447582"/>
                  </a:lnTo>
                  <a:lnTo>
                    <a:pt x="495187" y="495187"/>
                  </a:lnTo>
                  <a:lnTo>
                    <a:pt x="447582" y="544171"/>
                  </a:lnTo>
                  <a:lnTo>
                    <a:pt x="401544" y="594343"/>
                  </a:lnTo>
                  <a:lnTo>
                    <a:pt x="357256" y="645502"/>
                  </a:lnTo>
                  <a:lnTo>
                    <a:pt x="314893" y="697448"/>
                  </a:lnTo>
                  <a:lnTo>
                    <a:pt x="274620" y="749976"/>
                  </a:lnTo>
                  <a:lnTo>
                    <a:pt x="236597" y="802878"/>
                  </a:lnTo>
                  <a:lnTo>
                    <a:pt x="200975" y="855945"/>
                  </a:lnTo>
                  <a:lnTo>
                    <a:pt x="167894" y="908968"/>
                  </a:lnTo>
                  <a:lnTo>
                    <a:pt x="137484" y="961738"/>
                  </a:lnTo>
                  <a:lnTo>
                    <a:pt x="109866" y="1014047"/>
                  </a:lnTo>
                  <a:lnTo>
                    <a:pt x="85148" y="1065687"/>
                  </a:lnTo>
                  <a:lnTo>
                    <a:pt x="63428" y="1116456"/>
                  </a:lnTo>
                  <a:lnTo>
                    <a:pt x="44792" y="1166153"/>
                  </a:lnTo>
                  <a:lnTo>
                    <a:pt x="29313" y="1214581"/>
                  </a:lnTo>
                  <a:lnTo>
                    <a:pt x="17052" y="1261550"/>
                  </a:lnTo>
                  <a:lnTo>
                    <a:pt x="8058" y="1306874"/>
                  </a:lnTo>
                  <a:lnTo>
                    <a:pt x="2367" y="1350375"/>
                  </a:lnTo>
                  <a:lnTo>
                    <a:pt x="0" y="1391881"/>
                  </a:lnTo>
                  <a:lnTo>
                    <a:pt x="967" y="1431227"/>
                  </a:lnTo>
                  <a:lnTo>
                    <a:pt x="5264" y="1468259"/>
                  </a:lnTo>
                  <a:lnTo>
                    <a:pt x="12874" y="1502830"/>
                  </a:lnTo>
                  <a:lnTo>
                    <a:pt x="23768" y="1534805"/>
                  </a:lnTo>
                  <a:lnTo>
                    <a:pt x="37902" y="1564056"/>
                  </a:lnTo>
                  <a:lnTo>
                    <a:pt x="55220" y="1590469"/>
                  </a:lnTo>
                  <a:lnTo>
                    <a:pt x="75655" y="1613939"/>
                  </a:lnTo>
                  <a:lnTo>
                    <a:pt x="99125" y="1634373"/>
                  </a:lnTo>
                  <a:lnTo>
                    <a:pt x="125537" y="1651692"/>
                  </a:lnTo>
                  <a:lnTo>
                    <a:pt x="154789" y="1665826"/>
                  </a:lnTo>
                  <a:lnTo>
                    <a:pt x="186763" y="1676719"/>
                  </a:lnTo>
                  <a:lnTo>
                    <a:pt x="221335" y="1684330"/>
                  </a:lnTo>
                  <a:lnTo>
                    <a:pt x="258367" y="1688627"/>
                  </a:lnTo>
                  <a:lnTo>
                    <a:pt x="297713" y="1689594"/>
                  </a:lnTo>
                  <a:lnTo>
                    <a:pt x="339218" y="1687227"/>
                  </a:lnTo>
                  <a:lnTo>
                    <a:pt x="382719" y="1681535"/>
                  </a:lnTo>
                  <a:lnTo>
                    <a:pt x="428043" y="1672541"/>
                  </a:lnTo>
                  <a:lnTo>
                    <a:pt x="475012" y="1660281"/>
                  </a:lnTo>
                  <a:lnTo>
                    <a:pt x="523441" y="1644802"/>
                  </a:lnTo>
                  <a:lnTo>
                    <a:pt x="573138" y="1626165"/>
                  </a:lnTo>
                  <a:lnTo>
                    <a:pt x="623906" y="1604445"/>
                  </a:lnTo>
                  <a:lnTo>
                    <a:pt x="675547" y="1579728"/>
                  </a:lnTo>
                  <a:lnTo>
                    <a:pt x="727855" y="1552109"/>
                  </a:lnTo>
                  <a:lnTo>
                    <a:pt x="780625" y="1521699"/>
                  </a:lnTo>
                  <a:lnTo>
                    <a:pt x="833649" y="1488618"/>
                  </a:lnTo>
                  <a:lnTo>
                    <a:pt x="886716" y="1452996"/>
                  </a:lnTo>
                  <a:lnTo>
                    <a:pt x="939618" y="1414974"/>
                  </a:lnTo>
                  <a:lnTo>
                    <a:pt x="992145" y="1374701"/>
                  </a:lnTo>
                  <a:lnTo>
                    <a:pt x="1044091" y="1332337"/>
                  </a:lnTo>
                  <a:lnTo>
                    <a:pt x="1095251" y="1288049"/>
                  </a:lnTo>
                  <a:lnTo>
                    <a:pt x="1145422" y="1242012"/>
                  </a:lnTo>
                  <a:lnTo>
                    <a:pt x="1194407" y="1194407"/>
                  </a:lnTo>
                  <a:lnTo>
                    <a:pt x="1242012" y="1145422"/>
                  </a:lnTo>
                  <a:lnTo>
                    <a:pt x="1288049" y="1095251"/>
                  </a:lnTo>
                  <a:lnTo>
                    <a:pt x="1332337" y="1044091"/>
                  </a:lnTo>
                  <a:lnTo>
                    <a:pt x="1374701" y="992145"/>
                  </a:lnTo>
                  <a:lnTo>
                    <a:pt x="1414974" y="939618"/>
                  </a:lnTo>
                  <a:lnTo>
                    <a:pt x="1452996" y="886716"/>
                  </a:lnTo>
                  <a:lnTo>
                    <a:pt x="1488618" y="833649"/>
                  </a:lnTo>
                  <a:lnTo>
                    <a:pt x="1521699" y="780625"/>
                  </a:lnTo>
                  <a:lnTo>
                    <a:pt x="1552109" y="727855"/>
                  </a:lnTo>
                  <a:lnTo>
                    <a:pt x="1579728" y="675547"/>
                  </a:lnTo>
                  <a:lnTo>
                    <a:pt x="1604445" y="623906"/>
                  </a:lnTo>
                  <a:lnTo>
                    <a:pt x="1626165" y="573138"/>
                  </a:lnTo>
                  <a:lnTo>
                    <a:pt x="1644802" y="523441"/>
                  </a:lnTo>
                  <a:lnTo>
                    <a:pt x="1660281" y="475012"/>
                  </a:lnTo>
                  <a:lnTo>
                    <a:pt x="1672541" y="428043"/>
                  </a:lnTo>
                  <a:lnTo>
                    <a:pt x="1681535" y="382719"/>
                  </a:lnTo>
                  <a:lnTo>
                    <a:pt x="1687227" y="339218"/>
                  </a:lnTo>
                  <a:lnTo>
                    <a:pt x="1689594" y="297713"/>
                  </a:lnTo>
                  <a:lnTo>
                    <a:pt x="1688627" y="258367"/>
                  </a:lnTo>
                  <a:lnTo>
                    <a:pt x="1684330" y="221335"/>
                  </a:lnTo>
                  <a:lnTo>
                    <a:pt x="1676719" y="186763"/>
                  </a:lnTo>
                  <a:lnTo>
                    <a:pt x="1665826" y="154789"/>
                  </a:lnTo>
                  <a:lnTo>
                    <a:pt x="1651692" y="125537"/>
                  </a:lnTo>
                  <a:lnTo>
                    <a:pt x="1634373" y="99125"/>
                  </a:lnTo>
                  <a:lnTo>
                    <a:pt x="1613939" y="75655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084855" y="1899031"/>
              <a:ext cx="1878841" cy="1878841"/>
            </a:xfrm>
            <a:custGeom>
              <a:avLst/>
              <a:pathLst>
                <a:path w="1878841" h="1878841">
                  <a:moveTo>
                    <a:pt x="1755177" y="123664"/>
                  </a:moveTo>
                  <a:lnTo>
                    <a:pt x="1724298" y="96004"/>
                  </a:lnTo>
                  <a:lnTo>
                    <a:pt x="1690321" y="71673"/>
                  </a:lnTo>
                  <a:lnTo>
                    <a:pt x="1653381" y="50766"/>
                  </a:lnTo>
                  <a:lnTo>
                    <a:pt x="1613623" y="33366"/>
                  </a:lnTo>
                  <a:lnTo>
                    <a:pt x="1571204" y="19542"/>
                  </a:lnTo>
                  <a:lnTo>
                    <a:pt x="1526292" y="9349"/>
                  </a:lnTo>
                  <a:lnTo>
                    <a:pt x="1479064" y="2826"/>
                  </a:lnTo>
                  <a:lnTo>
                    <a:pt x="1429706" y="0"/>
                  </a:lnTo>
                  <a:lnTo>
                    <a:pt x="1378413" y="880"/>
                  </a:lnTo>
                  <a:lnTo>
                    <a:pt x="1325387" y="5465"/>
                  </a:lnTo>
                  <a:lnTo>
                    <a:pt x="1270839" y="13736"/>
                  </a:lnTo>
                  <a:lnTo>
                    <a:pt x="1214982" y="25660"/>
                  </a:lnTo>
                  <a:lnTo>
                    <a:pt x="1158038" y="41190"/>
                  </a:lnTo>
                  <a:lnTo>
                    <a:pt x="1100231" y="60265"/>
                  </a:lnTo>
                  <a:lnTo>
                    <a:pt x="1041790" y="82810"/>
                  </a:lnTo>
                  <a:lnTo>
                    <a:pt x="982944" y="108735"/>
                  </a:lnTo>
                  <a:lnTo>
                    <a:pt x="923927" y="137939"/>
                  </a:lnTo>
                  <a:lnTo>
                    <a:pt x="864971" y="170306"/>
                  </a:lnTo>
                  <a:lnTo>
                    <a:pt x="806308" y="205708"/>
                  </a:lnTo>
                  <a:lnTo>
                    <a:pt x="748171" y="244006"/>
                  </a:lnTo>
                  <a:lnTo>
                    <a:pt x="690789" y="285048"/>
                  </a:lnTo>
                  <a:lnTo>
                    <a:pt x="634388" y="328673"/>
                  </a:lnTo>
                  <a:lnTo>
                    <a:pt x="579191" y="374708"/>
                  </a:lnTo>
                  <a:lnTo>
                    <a:pt x="525415" y="422972"/>
                  </a:lnTo>
                  <a:lnTo>
                    <a:pt x="473274" y="473274"/>
                  </a:lnTo>
                  <a:lnTo>
                    <a:pt x="422972" y="525415"/>
                  </a:lnTo>
                  <a:lnTo>
                    <a:pt x="374708" y="579191"/>
                  </a:lnTo>
                  <a:lnTo>
                    <a:pt x="328673" y="634388"/>
                  </a:lnTo>
                  <a:lnTo>
                    <a:pt x="285048" y="690789"/>
                  </a:lnTo>
                  <a:lnTo>
                    <a:pt x="244006" y="748171"/>
                  </a:lnTo>
                  <a:lnTo>
                    <a:pt x="205708" y="806308"/>
                  </a:lnTo>
                  <a:lnTo>
                    <a:pt x="170306" y="864971"/>
                  </a:lnTo>
                  <a:lnTo>
                    <a:pt x="137939" y="923927"/>
                  </a:lnTo>
                  <a:lnTo>
                    <a:pt x="108735" y="982944"/>
                  </a:lnTo>
                  <a:lnTo>
                    <a:pt x="82810" y="1041790"/>
                  </a:lnTo>
                  <a:lnTo>
                    <a:pt x="60265" y="1100231"/>
                  </a:lnTo>
                  <a:lnTo>
                    <a:pt x="41190" y="1158038"/>
                  </a:lnTo>
                  <a:lnTo>
                    <a:pt x="25660" y="1214982"/>
                  </a:lnTo>
                  <a:lnTo>
                    <a:pt x="13736" y="1270839"/>
                  </a:lnTo>
                  <a:lnTo>
                    <a:pt x="5465" y="1325387"/>
                  </a:lnTo>
                  <a:lnTo>
                    <a:pt x="880" y="1378413"/>
                  </a:lnTo>
                  <a:lnTo>
                    <a:pt x="0" y="1429706"/>
                  </a:lnTo>
                  <a:lnTo>
                    <a:pt x="2826" y="1479064"/>
                  </a:lnTo>
                  <a:lnTo>
                    <a:pt x="9349" y="1526292"/>
                  </a:lnTo>
                  <a:lnTo>
                    <a:pt x="19542" y="1571204"/>
                  </a:lnTo>
                  <a:lnTo>
                    <a:pt x="33366" y="1613623"/>
                  </a:lnTo>
                  <a:lnTo>
                    <a:pt x="50766" y="1653381"/>
                  </a:lnTo>
                  <a:lnTo>
                    <a:pt x="71673" y="1690321"/>
                  </a:lnTo>
                  <a:lnTo>
                    <a:pt x="96004" y="1724298"/>
                  </a:lnTo>
                  <a:lnTo>
                    <a:pt x="123664" y="1755177"/>
                  </a:lnTo>
                  <a:lnTo>
                    <a:pt x="154543" y="1782837"/>
                  </a:lnTo>
                  <a:lnTo>
                    <a:pt x="188520" y="1807168"/>
                  </a:lnTo>
                  <a:lnTo>
                    <a:pt x="225460" y="1828075"/>
                  </a:lnTo>
                  <a:lnTo>
                    <a:pt x="265218" y="1845475"/>
                  </a:lnTo>
                  <a:lnTo>
                    <a:pt x="307637" y="1859298"/>
                  </a:lnTo>
                  <a:lnTo>
                    <a:pt x="352549" y="1869492"/>
                  </a:lnTo>
                  <a:lnTo>
                    <a:pt x="399777" y="1876015"/>
                  </a:lnTo>
                  <a:lnTo>
                    <a:pt x="449135" y="1878841"/>
                  </a:lnTo>
                  <a:lnTo>
                    <a:pt x="500428" y="1877961"/>
                  </a:lnTo>
                  <a:lnTo>
                    <a:pt x="553454" y="1873376"/>
                  </a:lnTo>
                  <a:lnTo>
                    <a:pt x="608002" y="1865105"/>
                  </a:lnTo>
                  <a:lnTo>
                    <a:pt x="663859" y="1853181"/>
                  </a:lnTo>
                  <a:lnTo>
                    <a:pt x="720803" y="1837651"/>
                  </a:lnTo>
                  <a:lnTo>
                    <a:pt x="778610" y="1818576"/>
                  </a:lnTo>
                  <a:lnTo>
                    <a:pt x="837051" y="1796031"/>
                  </a:lnTo>
                  <a:lnTo>
                    <a:pt x="895897" y="1770105"/>
                  </a:lnTo>
                  <a:lnTo>
                    <a:pt x="954914" y="1740902"/>
                  </a:lnTo>
                  <a:lnTo>
                    <a:pt x="1013870" y="1708535"/>
                  </a:lnTo>
                  <a:lnTo>
                    <a:pt x="1072533" y="1673133"/>
                  </a:lnTo>
                  <a:lnTo>
                    <a:pt x="1130670" y="1634835"/>
                  </a:lnTo>
                  <a:lnTo>
                    <a:pt x="1188052" y="1593793"/>
                  </a:lnTo>
                  <a:lnTo>
                    <a:pt x="1244453" y="1550168"/>
                  </a:lnTo>
                  <a:lnTo>
                    <a:pt x="1299650" y="1504133"/>
                  </a:lnTo>
                  <a:lnTo>
                    <a:pt x="1353426" y="1455869"/>
                  </a:lnTo>
                  <a:lnTo>
                    <a:pt x="1405567" y="1405567"/>
                  </a:lnTo>
                  <a:lnTo>
                    <a:pt x="1455869" y="1353426"/>
                  </a:lnTo>
                  <a:lnTo>
                    <a:pt x="1504133" y="1299650"/>
                  </a:lnTo>
                  <a:lnTo>
                    <a:pt x="1550168" y="1244453"/>
                  </a:lnTo>
                  <a:lnTo>
                    <a:pt x="1593793" y="1188052"/>
                  </a:lnTo>
                  <a:lnTo>
                    <a:pt x="1634835" y="1130670"/>
                  </a:lnTo>
                  <a:lnTo>
                    <a:pt x="1673133" y="1072533"/>
                  </a:lnTo>
                  <a:lnTo>
                    <a:pt x="1708535" y="1013870"/>
                  </a:lnTo>
                  <a:lnTo>
                    <a:pt x="1740902" y="954914"/>
                  </a:lnTo>
                  <a:lnTo>
                    <a:pt x="1770105" y="895897"/>
                  </a:lnTo>
                  <a:lnTo>
                    <a:pt x="1796031" y="837051"/>
                  </a:lnTo>
                  <a:lnTo>
                    <a:pt x="1818576" y="778610"/>
                  </a:lnTo>
                  <a:lnTo>
                    <a:pt x="1837651" y="720803"/>
                  </a:lnTo>
                  <a:lnTo>
                    <a:pt x="1853181" y="663859"/>
                  </a:lnTo>
                  <a:lnTo>
                    <a:pt x="1865105" y="608002"/>
                  </a:lnTo>
                  <a:lnTo>
                    <a:pt x="1873376" y="553454"/>
                  </a:lnTo>
                  <a:lnTo>
                    <a:pt x="1877961" y="500428"/>
                  </a:lnTo>
                  <a:lnTo>
                    <a:pt x="1878841" y="449135"/>
                  </a:lnTo>
                  <a:lnTo>
                    <a:pt x="1876015" y="399777"/>
                  </a:lnTo>
                  <a:lnTo>
                    <a:pt x="1869492" y="352549"/>
                  </a:lnTo>
                  <a:lnTo>
                    <a:pt x="1859298" y="307637"/>
                  </a:lnTo>
                  <a:lnTo>
                    <a:pt x="1845475" y="265218"/>
                  </a:lnTo>
                  <a:lnTo>
                    <a:pt x="1828075" y="225460"/>
                  </a:lnTo>
                  <a:lnTo>
                    <a:pt x="1807168" y="188520"/>
                  </a:lnTo>
                  <a:lnTo>
                    <a:pt x="1782837" y="154543"/>
                  </a:lnTo>
                  <a:lnTo>
                    <a:pt x="1755177" y="12366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1837727" y="1651366"/>
              <a:ext cx="61548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739703" y="1870822"/>
              <a:ext cx="81153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431035" y="1387674"/>
              <a:ext cx="61548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383989" y="1607130"/>
              <a:ext cx="709574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735356" y="1420635"/>
              <a:ext cx="97337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816281" y="1640091"/>
              <a:ext cx="81153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460510" y="1651366"/>
              <a:ext cx="97337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592413" y="1870822"/>
              <a:ext cx="709574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32" name="pg32"/>
            <p:cNvSpPr/>
            <p:nvPr/>
          </p:nvSpPr>
          <p:spPr>
            <a:xfrm>
              <a:off x="2448271" y="2575372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2493991" y="2621092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34" name="pg34"/>
            <p:cNvSpPr/>
            <p:nvPr/>
          </p:nvSpPr>
          <p:spPr>
            <a:xfrm>
              <a:off x="2968828" y="1743773"/>
              <a:ext cx="188457" cy="202539"/>
            </a:xfrm>
            <a:custGeom>
              <a:avLst/>
              <a:pathLst>
                <a:path w="188457" h="202539">
                  <a:moveTo>
                    <a:pt x="27432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3014548" y="1789493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36" name="pg36"/>
            <p:cNvSpPr/>
            <p:nvPr/>
          </p:nvSpPr>
          <p:spPr>
            <a:xfrm>
              <a:off x="3826810" y="1764149"/>
              <a:ext cx="285475" cy="202539"/>
            </a:xfrm>
            <a:custGeom>
              <a:avLst/>
              <a:pathLst>
                <a:path w="285475" h="202539">
                  <a:moveTo>
                    <a:pt x="27431" y="202539"/>
                  </a:moveTo>
                  <a:lnTo>
                    <a:pt x="258043" y="202539"/>
                  </a:lnTo>
                  <a:lnTo>
                    <a:pt x="256939" y="202517"/>
                  </a:lnTo>
                  <a:lnTo>
                    <a:pt x="261350" y="202339"/>
                  </a:lnTo>
                  <a:lnTo>
                    <a:pt x="265675" y="201456"/>
                  </a:lnTo>
                  <a:lnTo>
                    <a:pt x="269803" y="199891"/>
                  </a:lnTo>
                  <a:lnTo>
                    <a:pt x="273626" y="197683"/>
                  </a:lnTo>
                  <a:lnTo>
                    <a:pt x="277046" y="194891"/>
                  </a:lnTo>
                  <a:lnTo>
                    <a:pt x="279973" y="191587"/>
                  </a:lnTo>
                  <a:lnTo>
                    <a:pt x="282333" y="187855"/>
                  </a:lnTo>
                  <a:lnTo>
                    <a:pt x="284063" y="183794"/>
                  </a:lnTo>
                  <a:lnTo>
                    <a:pt x="285120" y="179508"/>
                  </a:lnTo>
                  <a:lnTo>
                    <a:pt x="285475" y="175107"/>
                  </a:lnTo>
                  <a:lnTo>
                    <a:pt x="285475" y="27431"/>
                  </a:lnTo>
                  <a:lnTo>
                    <a:pt x="285120" y="23031"/>
                  </a:lnTo>
                  <a:lnTo>
                    <a:pt x="284063" y="18745"/>
                  </a:lnTo>
                  <a:lnTo>
                    <a:pt x="282333" y="14683"/>
                  </a:lnTo>
                  <a:lnTo>
                    <a:pt x="279973" y="10952"/>
                  </a:lnTo>
                  <a:lnTo>
                    <a:pt x="277046" y="7647"/>
                  </a:lnTo>
                  <a:lnTo>
                    <a:pt x="273626" y="4855"/>
                  </a:lnTo>
                  <a:lnTo>
                    <a:pt x="269803" y="2648"/>
                  </a:lnTo>
                  <a:lnTo>
                    <a:pt x="265675" y="1083"/>
                  </a:lnTo>
                  <a:lnTo>
                    <a:pt x="261350" y="200"/>
                  </a:lnTo>
                  <a:lnTo>
                    <a:pt x="258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872530" y="1809869"/>
              <a:ext cx="19403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</a:t>
              </a:r>
            </a:p>
          </p:txBody>
        </p:sp>
        <p:sp>
          <p:nvSpPr>
            <p:cNvPr id="38" name="pg38"/>
            <p:cNvSpPr/>
            <p:nvPr/>
          </p:nvSpPr>
          <p:spPr>
            <a:xfrm>
              <a:off x="4384155" y="2539812"/>
              <a:ext cx="285475" cy="202539"/>
            </a:xfrm>
            <a:custGeom>
              <a:avLst/>
              <a:pathLst>
                <a:path w="285475" h="202539">
                  <a:moveTo>
                    <a:pt x="27432" y="202539"/>
                  </a:moveTo>
                  <a:lnTo>
                    <a:pt x="258043" y="202539"/>
                  </a:lnTo>
                  <a:lnTo>
                    <a:pt x="256939" y="202517"/>
                  </a:lnTo>
                  <a:lnTo>
                    <a:pt x="261350" y="202339"/>
                  </a:lnTo>
                  <a:lnTo>
                    <a:pt x="265675" y="201456"/>
                  </a:lnTo>
                  <a:lnTo>
                    <a:pt x="269803" y="199891"/>
                  </a:lnTo>
                  <a:lnTo>
                    <a:pt x="273626" y="197683"/>
                  </a:lnTo>
                  <a:lnTo>
                    <a:pt x="277046" y="194891"/>
                  </a:lnTo>
                  <a:lnTo>
                    <a:pt x="279973" y="191587"/>
                  </a:lnTo>
                  <a:lnTo>
                    <a:pt x="282333" y="187855"/>
                  </a:lnTo>
                  <a:lnTo>
                    <a:pt x="284063" y="183794"/>
                  </a:lnTo>
                  <a:lnTo>
                    <a:pt x="285120" y="179508"/>
                  </a:lnTo>
                  <a:lnTo>
                    <a:pt x="285475" y="175107"/>
                  </a:lnTo>
                  <a:lnTo>
                    <a:pt x="285475" y="27431"/>
                  </a:lnTo>
                  <a:lnTo>
                    <a:pt x="285120" y="23031"/>
                  </a:lnTo>
                  <a:lnTo>
                    <a:pt x="284063" y="18745"/>
                  </a:lnTo>
                  <a:lnTo>
                    <a:pt x="282333" y="14683"/>
                  </a:lnTo>
                  <a:lnTo>
                    <a:pt x="279973" y="10952"/>
                  </a:lnTo>
                  <a:lnTo>
                    <a:pt x="277046" y="7647"/>
                  </a:lnTo>
                  <a:lnTo>
                    <a:pt x="273626" y="4855"/>
                  </a:lnTo>
                  <a:lnTo>
                    <a:pt x="269803" y="2648"/>
                  </a:lnTo>
                  <a:lnTo>
                    <a:pt x="265675" y="1083"/>
                  </a:lnTo>
                  <a:lnTo>
                    <a:pt x="261350" y="200"/>
                  </a:lnTo>
                  <a:lnTo>
                    <a:pt x="25804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429875" y="2585532"/>
              <a:ext cx="19403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40" name="pg40"/>
            <p:cNvSpPr/>
            <p:nvPr/>
          </p:nvSpPr>
          <p:spPr>
            <a:xfrm>
              <a:off x="2797728" y="2064702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2843448" y="2110422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2" name="pg42"/>
            <p:cNvSpPr/>
            <p:nvPr/>
          </p:nvSpPr>
          <p:spPr>
            <a:xfrm>
              <a:off x="2826244" y="2883487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2871964" y="2929207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4" name="pg44"/>
            <p:cNvSpPr/>
            <p:nvPr/>
          </p:nvSpPr>
          <p:spPr>
            <a:xfrm>
              <a:off x="3430421" y="3383823"/>
              <a:ext cx="188457" cy="202539"/>
            </a:xfrm>
            <a:custGeom>
              <a:avLst/>
              <a:pathLst>
                <a:path w="188457" h="202539">
                  <a:moveTo>
                    <a:pt x="27432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476141" y="3429543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6" name="pg46"/>
            <p:cNvSpPr/>
            <p:nvPr/>
          </p:nvSpPr>
          <p:spPr>
            <a:xfrm>
              <a:off x="3436025" y="2023950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3481745" y="2069670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48" name="pg48"/>
            <p:cNvSpPr/>
            <p:nvPr/>
          </p:nvSpPr>
          <p:spPr>
            <a:xfrm>
              <a:off x="4064055" y="2908147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4109775" y="2953867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0" name="pg50"/>
            <p:cNvSpPr/>
            <p:nvPr/>
          </p:nvSpPr>
          <p:spPr>
            <a:xfrm>
              <a:off x="4059382" y="2067150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4105102" y="2112870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2" name="pg52"/>
            <p:cNvSpPr/>
            <p:nvPr/>
          </p:nvSpPr>
          <p:spPr>
            <a:xfrm>
              <a:off x="3104463" y="2377618"/>
              <a:ext cx="188457" cy="202539"/>
            </a:xfrm>
            <a:custGeom>
              <a:avLst/>
              <a:pathLst>
                <a:path w="188457" h="202539">
                  <a:moveTo>
                    <a:pt x="27432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50183" y="2423338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4" name="pg54"/>
            <p:cNvSpPr/>
            <p:nvPr/>
          </p:nvSpPr>
          <p:spPr>
            <a:xfrm>
              <a:off x="3707153" y="3041204"/>
              <a:ext cx="188457" cy="202539"/>
            </a:xfrm>
            <a:custGeom>
              <a:avLst/>
              <a:pathLst>
                <a:path w="188457" h="202539">
                  <a:moveTo>
                    <a:pt x="27432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3752873" y="3086924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6" name="pg56"/>
            <p:cNvSpPr/>
            <p:nvPr/>
          </p:nvSpPr>
          <p:spPr>
            <a:xfrm>
              <a:off x="3162981" y="3031559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3208701" y="3077279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8" name="pg58"/>
            <p:cNvSpPr/>
            <p:nvPr/>
          </p:nvSpPr>
          <p:spPr>
            <a:xfrm>
              <a:off x="3766785" y="2377047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3812505" y="2422767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60" name="pg60"/>
            <p:cNvSpPr/>
            <p:nvPr/>
          </p:nvSpPr>
          <p:spPr>
            <a:xfrm>
              <a:off x="3435374" y="2699881"/>
              <a:ext cx="188457" cy="202539"/>
            </a:xfrm>
            <a:custGeom>
              <a:avLst/>
              <a:pathLst>
                <a:path w="188457" h="202539">
                  <a:moveTo>
                    <a:pt x="27432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5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3481094" y="2745601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179082" y="2031045"/>
              <a:ext cx="39410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count</a:t>
              </a:r>
            </a:p>
          </p:txBody>
        </p:sp>
        <p:pic>
          <p:nvPicPr>
            <p:cNvPr id="63" name="pic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9082" y="2217038"/>
              <a:ext cx="219455" cy="1097280"/>
            </a:xfrm>
            <a:prstGeom prst="rect">
              <a:avLst/>
            </a:prstGeom>
          </p:spPr>
        </p:pic>
        <p:sp>
          <p:nvSpPr>
            <p:cNvPr id="64" name="pl64"/>
            <p:cNvSpPr/>
            <p:nvPr/>
          </p:nvSpPr>
          <p:spPr>
            <a:xfrm>
              <a:off x="5354646" y="331248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354646" y="29219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354646" y="253133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179082" y="331248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179082" y="29219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179082" y="253133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5468127" y="3271752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5468127" y="2881173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468127" y="2490593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9</cp:revision>
  <dcterms:created xsi:type="dcterms:W3CDTF">2015-07-14T21:05:00Z</dcterms:created>
  <dcterms:modified xsi:type="dcterms:W3CDTF">2026-10-14T10:40:02Z</dcterms:modified>
</cp:coreProperties>
</file>